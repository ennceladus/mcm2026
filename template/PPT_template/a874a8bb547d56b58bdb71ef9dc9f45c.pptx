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  <a:srgbClr val="223089"/>
    <a:srgbClr val="FD877A"/>
    <a:srgbClr val="FDA7AB"/>
    <a:srgbClr val="FECFD1"/>
    <a:srgbClr val="2E75B5"/>
    <a:srgbClr val="8AA3B7"/>
    <a:srgbClr val="97ADC0"/>
    <a:srgbClr val="C1D3F1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06" autoAdjust="0"/>
  </p:normalViewPr>
  <p:slideViewPr>
    <p:cSldViewPr snapToGrid="0" showGuides="1">
      <p:cViewPr>
        <p:scale>
          <a:sx n="125" d="100"/>
          <a:sy n="125" d="100"/>
        </p:scale>
        <p:origin x="-528" y="72"/>
      </p:cViewPr>
      <p:guideLst>
        <p:guide orient="horz" pos="21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2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30795" y="3325121"/>
            <a:ext cx="4987684" cy="25060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99397" y="3203836"/>
            <a:ext cx="4878202" cy="25060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99397" y="685791"/>
            <a:ext cx="4878203" cy="2194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0795" y="721360"/>
            <a:ext cx="4987685" cy="2194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5230" y="1969837"/>
            <a:ext cx="2015490" cy="8420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75914" y="995238"/>
            <a:ext cx="2066544" cy="4760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7024" y="1295437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7024" y="863601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6515" y="24937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Problem1: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3605" y="583110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Problem2: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99399" y="24937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Problem4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99398" y="583110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Problem3: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2561" y="86180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ARIMA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7582" y="131163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LSTM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2550125" y="90662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2736434" y="119923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411705" y="1023455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interval for the number of the reported results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4154" y="168979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the word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92017" y="2035474"/>
            <a:ext cx="116586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commonness rating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92386" y="2031709"/>
            <a:ext cx="63055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entropy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19971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letters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92017" y="2575876"/>
            <a:ext cx="184231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vowels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92017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frequency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87905" y="1961892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precentage</a:t>
            </a: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of  Hard Mode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381909" y="2452768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percentage of 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2804834" y="213614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2786747" y="236982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448927" y="93990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History and new 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a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71790" y="195927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Three Level: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Easy medium difficult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10221" y="950578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PCA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110221" y="1743034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GMM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7841615" y="112300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569326" y="133600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149092" y="850635"/>
            <a:ext cx="146304" cy="585216"/>
          </a:xfrm>
          <a:prstGeom prst="rightBracket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345109" y="846596"/>
            <a:ext cx="63068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049993" y="846595"/>
            <a:ext cx="96023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semantics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50248" y="1183618"/>
            <a:ext cx="1659981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phonetic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222244" y="188658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365740" y="209264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9717758" y="1714158"/>
            <a:ext cx="1352478" cy="3448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Words’ difficulty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691119" y="2443870"/>
            <a:ext cx="1352478" cy="3448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Classify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893087" y="2431565"/>
            <a:ext cx="1352478" cy="3448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Identify attributes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7780621" y="1921659"/>
            <a:ext cx="255304" cy="19933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615883" y="2425959"/>
            <a:ext cx="273357" cy="16962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946312" y="3533894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41925" y="4143540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date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923707" y="4665996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Linear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923707" y="5134231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Tree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211797" y="4813538"/>
            <a:ext cx="146304" cy="585216"/>
          </a:xfrm>
          <a:prstGeom prst="rightBracket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2457095" y="5114961"/>
            <a:ext cx="279339" cy="1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3479741" y="4283456"/>
            <a:ext cx="0" cy="558458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307563" y="3726292"/>
            <a:ext cx="479184" cy="276748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303176" y="3995317"/>
            <a:ext cx="483571" cy="335383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2775875" y="3764148"/>
            <a:ext cx="1361251" cy="4545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Distribution of the reported results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4497778" y="329245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137126" y="3991415"/>
            <a:ext cx="353594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4726606" y="328814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1 try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721055" y="358779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2 tries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729037" y="414499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6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718854" y="450747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X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4826630" y="381237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170831" y="5263836"/>
            <a:ext cx="1361251" cy="298713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538011" y="350676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number of reported results varied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538010" y="398448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 of Hard Mode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538009" y="446219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distribution of the results(1,2,3,4,5,6,X)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538008" y="493991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proportion of the position of the 26 letters in the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8633001" y="362370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138355" y="4369106"/>
            <a:ext cx="351845" cy="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386146" y="408761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Find some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interesting 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things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>
            <a:stCxn id="11" idx="2"/>
            <a:endCxn id="14" idx="0"/>
          </p:cNvCxnSpPr>
          <p:nvPr/>
        </p:nvCxnSpPr>
        <p:spPr>
          <a:xfrm>
            <a:off x="3124835" y="2915920"/>
            <a:ext cx="0" cy="408940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V="1">
            <a:off x="5618443" y="4552606"/>
            <a:ext cx="766445" cy="508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696429" y="4926199"/>
            <a:ext cx="171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Stacking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/>
          <p:cNvCxnSpPr/>
          <p:nvPr>
            <p:custDataLst>
              <p:tags r:id="rId1"/>
            </p:custDataLst>
          </p:nvPr>
        </p:nvCxnSpPr>
        <p:spPr>
          <a:xfrm flipV="1">
            <a:off x="8909685" y="2895600"/>
            <a:ext cx="635" cy="309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resource_record_key" val="{&quot;71&quot;:[76235679926]}"/>
  <p:tag name="commondata" val="eyJoZGlkIjoiNDllYjI0M2Q4MTcxNjFkNzNmZjRiNDE2YzdhYTA2ZjAifQ==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72228"/>
      </a:dk2>
      <a:lt2>
        <a:srgbClr val="F6F8F9"/>
      </a:lt2>
      <a:accent1>
        <a:srgbClr val="2B4663"/>
      </a:accent1>
      <a:accent2>
        <a:srgbClr val="5C7885"/>
      </a:accent2>
      <a:accent3>
        <a:srgbClr val="94ACBC"/>
      </a:accent3>
      <a:accent4>
        <a:srgbClr val="B9CAE1"/>
      </a:accent4>
      <a:accent5>
        <a:srgbClr val="97ABBD"/>
      </a:accent5>
      <a:accent6>
        <a:srgbClr val="3B606F"/>
      </a:accent6>
      <a:hlink>
        <a:srgbClr val="5FCBFB"/>
      </a:hlink>
      <a:folHlink>
        <a:srgbClr val="B759B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WPS 演示</Application>
  <PresentationFormat>宽屏</PresentationFormat>
  <Paragraphs>88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等线</vt:lpstr>
      <vt:lpstr>Times New Roman</vt:lpstr>
      <vt:lpstr>微软雅黑</vt:lpstr>
      <vt:lpstr>Arial Unicode MS</vt:lpstr>
      <vt:lpstr>等线 Light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z.</cp:lastModifiedBy>
  <cp:revision>23</cp:revision>
  <dcterms:created xsi:type="dcterms:W3CDTF">2024-01-05T04:06:00Z</dcterms:created>
  <dcterms:modified xsi:type="dcterms:W3CDTF">2024-02-04T12:59:12Z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BE13CFA5AEBE42D0B011B21417A92CBB_13</vt:lpwstr>
  </property>
  <property fmtid="{D5CDD505-2E9C-101B-9397-08002B2CF9AE}" pid="3" name="KSOProductBuildVer">
    <vt:lpwstr>2052-12.1.0.16120</vt:lpwstr>
  </property>
</Properties>
</file>