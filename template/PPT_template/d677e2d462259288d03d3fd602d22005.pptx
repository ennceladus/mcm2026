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5"/>
  </p:notesMasterIdLst>
  <p:sldIdLst>
    <p:sldId id="550" r:id="rId3"/>
    <p:sldId id="549" r:id="rId4"/>
    <p:sldId id="553" r:id="rId5"/>
    <p:sldId id="560" r:id="rId6"/>
    <p:sldId id="540" r:id="rId7"/>
    <p:sldId id="547" r:id="rId8"/>
    <p:sldId id="544" r:id="rId9"/>
    <p:sldId id="543" r:id="rId10"/>
    <p:sldId id="552" r:id="rId11"/>
    <p:sldId id="546" r:id="rId12"/>
    <p:sldId id="551" r:id="rId13"/>
    <p:sldId id="557" r:id="rId14"/>
    <p:sldId id="554" r:id="rId15"/>
    <p:sldId id="558" r:id="rId16"/>
    <p:sldId id="541" r:id="rId17"/>
    <p:sldId id="555" r:id="rId18"/>
    <p:sldId id="548" r:id="rId19"/>
    <p:sldId id="542" r:id="rId20"/>
    <p:sldId id="559" r:id="rId21"/>
    <p:sldId id="556" r:id="rId22"/>
    <p:sldId id="545" r:id="rId23"/>
    <p:sldId id="561" r:id="rId24"/>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32" autoAdjust="0"/>
    <p:restoredTop sz="94660"/>
  </p:normalViewPr>
  <p:slideViewPr>
    <p:cSldViewPr snapToGrid="0">
      <p:cViewPr>
        <p:scale>
          <a:sx n="66" d="100"/>
          <a:sy n="66" d="100"/>
        </p:scale>
        <p:origin x="1950" y="924"/>
      </p:cViewPr>
      <p:guideLst/>
    </p:cSldViewPr>
  </p:slideViewPr>
  <p:notesTextViewPr>
    <p:cViewPr>
      <p:scale>
        <a:sx n="1" d="1"/>
        <a:sy n="1" d="1"/>
      </p:scale>
      <p:origin x="0" y="0"/>
    </p:cViewPr>
  </p:notesTextViewPr>
  <p:notesViewPr>
    <p:cSldViewPr snapToGrid="0">
      <p:cViewPr varScale="1">
        <p:scale>
          <a:sx n="84" d="100"/>
          <a:sy n="84" d="100"/>
        </p:scale>
        <p:origin x="3384"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AB55D-68AF-48DE-B735-B00C1A56E49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EE2D-3003-4C35-8913-F6D1106376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1" Type="http://schemas.openxmlformats.org/officeDocument/2006/relationships/slideLayout" Target="../slideLayouts/slideLayout2.xml"/><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svg"/><Relationship Id="rId7" Type="http://schemas.openxmlformats.org/officeDocument/2006/relationships/image" Target="../media/image9.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1" Type="http://schemas.openxmlformats.org/officeDocument/2006/relationships/slideLayout" Target="../slideLayouts/slideLayout2.xml"/><Relationship Id="rId10" Type="http://schemas.openxmlformats.org/officeDocument/2006/relationships/image" Target="../media/image25.sv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3.svg"/><Relationship Id="rId7" Type="http://schemas.openxmlformats.org/officeDocument/2006/relationships/image" Target="../media/image32.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0.svg"/><Relationship Id="rId7" Type="http://schemas.openxmlformats.org/officeDocument/2006/relationships/image" Target="../media/image32.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3.svg"/><Relationship Id="rId7" Type="http://schemas.openxmlformats.org/officeDocument/2006/relationships/image" Target="../media/image32.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1374188" y="1549641"/>
            <a:ext cx="4428774" cy="711733"/>
            <a:chOff x="8273143" y="1761489"/>
            <a:chExt cx="4428774" cy="711733"/>
          </a:xfrm>
        </p:grpSpPr>
        <p:sp>
          <p:nvSpPr>
            <p:cNvPr id="29" name="矩形: 圆角 28"/>
            <p:cNvSpPr/>
            <p:nvPr/>
          </p:nvSpPr>
          <p:spPr>
            <a:xfrm>
              <a:off x="8273143" y="1919182"/>
              <a:ext cx="286265" cy="28626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0" name="文本框 29"/>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1" name="组合 30"/>
          <p:cNvGrpSpPr/>
          <p:nvPr/>
        </p:nvGrpSpPr>
        <p:grpSpPr>
          <a:xfrm>
            <a:off x="1374188" y="2428448"/>
            <a:ext cx="4428774" cy="711733"/>
            <a:chOff x="8273143" y="1761489"/>
            <a:chExt cx="4428774" cy="711733"/>
          </a:xfrm>
        </p:grpSpPr>
        <p:sp>
          <p:nvSpPr>
            <p:cNvPr id="32" name="矩形: 圆角 31"/>
            <p:cNvSpPr/>
            <p:nvPr/>
          </p:nvSpPr>
          <p:spPr>
            <a:xfrm>
              <a:off x="8273143" y="1919182"/>
              <a:ext cx="286265" cy="28626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3" name="文本框 32"/>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4" name="组合 33"/>
          <p:cNvGrpSpPr/>
          <p:nvPr/>
        </p:nvGrpSpPr>
        <p:grpSpPr>
          <a:xfrm>
            <a:off x="1374188" y="3307256"/>
            <a:ext cx="4428774" cy="711733"/>
            <a:chOff x="8273143" y="1761489"/>
            <a:chExt cx="4428774" cy="711733"/>
          </a:xfrm>
        </p:grpSpPr>
        <p:sp>
          <p:nvSpPr>
            <p:cNvPr id="35" name="矩形: 圆角 34"/>
            <p:cNvSpPr/>
            <p:nvPr/>
          </p:nvSpPr>
          <p:spPr>
            <a:xfrm>
              <a:off x="8273143" y="1919182"/>
              <a:ext cx="286265" cy="28626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文本框 35"/>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7" name="组合 36"/>
          <p:cNvGrpSpPr/>
          <p:nvPr/>
        </p:nvGrpSpPr>
        <p:grpSpPr>
          <a:xfrm>
            <a:off x="1374188" y="4186064"/>
            <a:ext cx="4428774" cy="711733"/>
            <a:chOff x="8273143" y="1761489"/>
            <a:chExt cx="4428774" cy="711733"/>
          </a:xfrm>
        </p:grpSpPr>
        <p:sp>
          <p:nvSpPr>
            <p:cNvPr id="38" name="矩形: 圆角 37"/>
            <p:cNvSpPr/>
            <p:nvPr/>
          </p:nvSpPr>
          <p:spPr>
            <a:xfrm>
              <a:off x="8273143" y="1919182"/>
              <a:ext cx="286265" cy="28626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9" name="文本框 38"/>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40" name="组合 39"/>
          <p:cNvGrpSpPr/>
          <p:nvPr/>
        </p:nvGrpSpPr>
        <p:grpSpPr>
          <a:xfrm>
            <a:off x="1374188" y="5064871"/>
            <a:ext cx="4428774" cy="711733"/>
            <a:chOff x="8273143" y="1761489"/>
            <a:chExt cx="4428774" cy="711733"/>
          </a:xfrm>
        </p:grpSpPr>
        <p:sp>
          <p:nvSpPr>
            <p:cNvPr id="41" name="矩形: 圆角 40"/>
            <p:cNvSpPr/>
            <p:nvPr/>
          </p:nvSpPr>
          <p:spPr>
            <a:xfrm>
              <a:off x="8273143" y="1919182"/>
              <a:ext cx="286265" cy="286265"/>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2" name="文本框 41"/>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 name="组合 1"/>
          <p:cNvGrpSpPr/>
          <p:nvPr/>
        </p:nvGrpSpPr>
        <p:grpSpPr>
          <a:xfrm>
            <a:off x="6641347" y="1769341"/>
            <a:ext cx="4176465" cy="4110050"/>
            <a:chOff x="6313804" y="1912116"/>
            <a:chExt cx="4176465" cy="4110050"/>
          </a:xfrm>
        </p:grpSpPr>
        <p:sp>
          <p:nvSpPr>
            <p:cNvPr id="5" name="Freeform 14"/>
            <p:cNvSpPr/>
            <p:nvPr/>
          </p:nvSpPr>
          <p:spPr bwMode="auto">
            <a:xfrm>
              <a:off x="6313804" y="2698849"/>
              <a:ext cx="2079944" cy="618499"/>
            </a:xfrm>
            <a:custGeom>
              <a:avLst/>
              <a:gdLst/>
              <a:ahLst/>
              <a:cxnLst>
                <a:cxn ang="0">
                  <a:pos x="767" y="0"/>
                </a:cxn>
                <a:cxn ang="0">
                  <a:pos x="183" y="228"/>
                </a:cxn>
                <a:cxn ang="0">
                  <a:pos x="0" y="0"/>
                </a:cxn>
                <a:cxn ang="0">
                  <a:pos x="767" y="0"/>
                </a:cxn>
              </a:cxnLst>
              <a:rect l="0" t="0" r="r" b="b"/>
              <a:pathLst>
                <a:path w="767" h="228">
                  <a:moveTo>
                    <a:pt x="767" y="0"/>
                  </a:moveTo>
                  <a:cubicBezTo>
                    <a:pt x="183" y="228"/>
                    <a:pt x="183" y="228"/>
                    <a:pt x="183" y="228"/>
                  </a:cubicBezTo>
                  <a:cubicBezTo>
                    <a:pt x="69" y="166"/>
                    <a:pt x="0" y="87"/>
                    <a:pt x="0" y="0"/>
                  </a:cubicBezTo>
                  <a:lnTo>
                    <a:pt x="767" y="0"/>
                  </a:lnTo>
                  <a:close/>
                </a:path>
              </a:pathLst>
            </a:custGeom>
            <a:solidFill>
              <a:schemeClr val="accent1">
                <a:lumMod val="60000"/>
                <a:lumOff val="40000"/>
              </a:schemeClr>
            </a:solidFill>
            <a:ln w="76200" cap="flat" cmpd="sng" algn="ctr">
              <a:solidFill>
                <a:schemeClr val="bg1"/>
              </a:solidFill>
              <a:prstDash val="solid"/>
              <a:round/>
              <a:headEnd type="none" w="med" len="med"/>
              <a:tailEnd type="none" w="med" len="med"/>
            </a:ln>
            <a:effectLst/>
          </p:spPr>
          <p:txBody>
            <a:bodyPr lIns="41062" tIns="20531" rIns="41062" bIns="20531" anchor="ctr"/>
            <a:lstStyle/>
            <a:p>
              <a:endParaRPr lang="en-US" sz="900" dirty="0">
                <a:solidFill>
                  <a:schemeClr val="tx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 name="Freeform 10"/>
            <p:cNvSpPr/>
            <p:nvPr/>
          </p:nvSpPr>
          <p:spPr bwMode="auto">
            <a:xfrm>
              <a:off x="6313804" y="2698849"/>
              <a:ext cx="497029" cy="2986650"/>
            </a:xfrm>
            <a:custGeom>
              <a:avLst/>
              <a:gdLst>
                <a:gd name="T0" fmla="*/ 183 w 183"/>
                <a:gd name="T1" fmla="*/ 228 h 1102"/>
                <a:gd name="T2" fmla="*/ 183 w 183"/>
                <a:gd name="T3" fmla="*/ 1102 h 1102"/>
                <a:gd name="T4" fmla="*/ 0 w 183"/>
                <a:gd name="T5" fmla="*/ 874 h 1102"/>
                <a:gd name="T6" fmla="*/ 0 w 183"/>
                <a:gd name="T7" fmla="*/ 0 h 1102"/>
                <a:gd name="T8" fmla="*/ 183 w 183"/>
                <a:gd name="T9" fmla="*/ 228 h 1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102">
                  <a:moveTo>
                    <a:pt x="183" y="228"/>
                  </a:moveTo>
                  <a:cubicBezTo>
                    <a:pt x="183" y="1102"/>
                    <a:pt x="183" y="1102"/>
                    <a:pt x="183" y="1102"/>
                  </a:cubicBezTo>
                  <a:cubicBezTo>
                    <a:pt x="69" y="1041"/>
                    <a:pt x="0" y="961"/>
                    <a:pt x="0" y="874"/>
                  </a:cubicBezTo>
                  <a:cubicBezTo>
                    <a:pt x="0" y="0"/>
                    <a:pt x="0" y="0"/>
                    <a:pt x="0" y="0"/>
                  </a:cubicBezTo>
                  <a:cubicBezTo>
                    <a:pt x="0" y="87"/>
                    <a:pt x="69" y="166"/>
                    <a:pt x="183" y="228"/>
                  </a:cubicBezTo>
                  <a:close/>
                </a:path>
              </a:pathLst>
            </a:custGeom>
            <a:solidFill>
              <a:srgbClr val="0C62BE"/>
            </a:solidFill>
            <a:ln w="76200" cap="flat" cmpd="sng" algn="ctr">
              <a:solidFill>
                <a:schemeClr val="bg1"/>
              </a:solidFill>
              <a:prstDash val="solid"/>
              <a:round/>
              <a:headEnd type="none" w="med" len="med"/>
              <a:tailEnd type="none" w="med" len="med"/>
            </a:ln>
            <a:effectLst/>
          </p:spPr>
          <p:txBody>
            <a:bodyPr lIns="41062" tIns="20531" rIns="41062" bIns="20531" anchor="ctr"/>
            <a:lstStyle/>
            <a:p>
              <a:endParaRPr lang="id-ID" sz="9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Freeform 11"/>
            <p:cNvSpPr/>
            <p:nvPr/>
          </p:nvSpPr>
          <p:spPr bwMode="auto">
            <a:xfrm>
              <a:off x="8393748" y="2698849"/>
              <a:ext cx="2096521" cy="620816"/>
            </a:xfrm>
            <a:custGeom>
              <a:avLst/>
              <a:gdLst>
                <a:gd name="T0" fmla="*/ 773 w 773"/>
                <a:gd name="T1" fmla="*/ 0 h 229"/>
                <a:gd name="T2" fmla="*/ 587 w 773"/>
                <a:gd name="T3" fmla="*/ 229 h 229"/>
                <a:gd name="T4" fmla="*/ 0 w 773"/>
                <a:gd name="T5" fmla="*/ 0 h 229"/>
                <a:gd name="T6" fmla="*/ 773 w 773"/>
                <a:gd name="T7" fmla="*/ 0 h 2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3" h="229">
                  <a:moveTo>
                    <a:pt x="773" y="0"/>
                  </a:moveTo>
                  <a:cubicBezTo>
                    <a:pt x="773" y="88"/>
                    <a:pt x="703" y="168"/>
                    <a:pt x="587" y="229"/>
                  </a:cubicBezTo>
                  <a:cubicBezTo>
                    <a:pt x="0" y="0"/>
                    <a:pt x="0" y="0"/>
                    <a:pt x="0" y="0"/>
                  </a:cubicBezTo>
                  <a:lnTo>
                    <a:pt x="773" y="0"/>
                  </a:lnTo>
                  <a:close/>
                </a:path>
              </a:pathLst>
            </a:custGeom>
            <a:ln w="76200">
              <a:solidFill>
                <a:schemeClr val="bg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41062" tIns="20531" rIns="41062" bIns="20531" anchor="ctr"/>
            <a:lstStyle/>
            <a:p>
              <a:endParaRPr lang="id-ID" sz="9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Freeform 6"/>
            <p:cNvSpPr/>
            <p:nvPr/>
          </p:nvSpPr>
          <p:spPr bwMode="auto">
            <a:xfrm>
              <a:off x="9985267" y="2698849"/>
              <a:ext cx="505002" cy="2990475"/>
            </a:xfrm>
            <a:custGeom>
              <a:avLst/>
              <a:gdLst/>
              <a:ahLst/>
              <a:cxnLst>
                <a:cxn ang="0">
                  <a:pos x="186" y="0"/>
                </a:cxn>
                <a:cxn ang="0">
                  <a:pos x="186" y="874"/>
                </a:cxn>
                <a:cxn ang="0">
                  <a:pos x="0" y="1103"/>
                </a:cxn>
                <a:cxn ang="0">
                  <a:pos x="0" y="229"/>
                </a:cxn>
                <a:cxn ang="0">
                  <a:pos x="186" y="0"/>
                </a:cxn>
              </a:cxnLst>
              <a:rect l="0" t="0" r="r" b="b"/>
              <a:pathLst>
                <a:path w="186" h="1103">
                  <a:moveTo>
                    <a:pt x="186" y="0"/>
                  </a:moveTo>
                  <a:cubicBezTo>
                    <a:pt x="186" y="874"/>
                    <a:pt x="186" y="874"/>
                    <a:pt x="186" y="874"/>
                  </a:cubicBezTo>
                  <a:cubicBezTo>
                    <a:pt x="186" y="962"/>
                    <a:pt x="116" y="1042"/>
                    <a:pt x="0" y="1103"/>
                  </a:cubicBezTo>
                  <a:cubicBezTo>
                    <a:pt x="0" y="229"/>
                    <a:pt x="0" y="229"/>
                    <a:pt x="0" y="229"/>
                  </a:cubicBezTo>
                  <a:cubicBezTo>
                    <a:pt x="116" y="168"/>
                    <a:pt x="186" y="88"/>
                    <a:pt x="186" y="0"/>
                  </a:cubicBezTo>
                  <a:close/>
                </a:path>
              </a:pathLst>
            </a:custGeom>
            <a:solidFill>
              <a:srgbClr val="53D42D"/>
            </a:solidFill>
            <a:ln w="76200" cap="flat" cmpd="sng" algn="ctr">
              <a:solidFill>
                <a:schemeClr val="bg1"/>
              </a:solidFill>
              <a:prstDash val="solid"/>
              <a:round/>
              <a:headEnd type="none" w="med" len="med"/>
              <a:tailEnd type="none" w="med" len="med"/>
            </a:ln>
            <a:effectLst/>
          </p:spPr>
          <p:txBody>
            <a:bodyPr lIns="41062" tIns="20531" rIns="41062" bIns="20531" anchor="ctr"/>
            <a:lstStyle/>
            <a:p>
              <a:pPr algn="ctr" defTabSz="407035">
                <a:lnSpc>
                  <a:spcPct val="90000"/>
                </a:lnSpc>
                <a:defRPr/>
              </a:pPr>
              <a:endParaRPr lang="en-US" sz="12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 name="Freeform 12"/>
            <p:cNvSpPr/>
            <p:nvPr/>
          </p:nvSpPr>
          <p:spPr bwMode="auto">
            <a:xfrm>
              <a:off x="8393748" y="2698849"/>
              <a:ext cx="1591520" cy="919260"/>
            </a:xfrm>
            <a:custGeom>
              <a:avLst/>
              <a:gdLst>
                <a:gd name="T0" fmla="*/ 587 w 587"/>
                <a:gd name="T1" fmla="*/ 229 h 339"/>
                <a:gd name="T2" fmla="*/ 206 w 587"/>
                <a:gd name="T3" fmla="*/ 339 h 339"/>
                <a:gd name="T4" fmla="*/ 205 w 587"/>
                <a:gd name="T5" fmla="*/ 339 h 339"/>
                <a:gd name="T6" fmla="*/ 0 w 587"/>
                <a:gd name="T7" fmla="*/ 0 h 339"/>
                <a:gd name="T8" fmla="*/ 587 w 587"/>
                <a:gd name="T9" fmla="*/ 229 h 3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7" h="339">
                  <a:moveTo>
                    <a:pt x="587" y="229"/>
                  </a:moveTo>
                  <a:cubicBezTo>
                    <a:pt x="489" y="282"/>
                    <a:pt x="356" y="321"/>
                    <a:pt x="206" y="339"/>
                  </a:cubicBezTo>
                  <a:cubicBezTo>
                    <a:pt x="205" y="339"/>
                    <a:pt x="205" y="339"/>
                    <a:pt x="205" y="339"/>
                  </a:cubicBezTo>
                  <a:cubicBezTo>
                    <a:pt x="0" y="0"/>
                    <a:pt x="0" y="0"/>
                    <a:pt x="0" y="0"/>
                  </a:cubicBezTo>
                  <a:lnTo>
                    <a:pt x="587" y="229"/>
                  </a:lnTo>
                  <a:close/>
                </a:path>
              </a:pathLst>
            </a:custGeom>
            <a:ln w="76200">
              <a:solidFill>
                <a:schemeClr val="bg1"/>
              </a:solid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lIns="41062" tIns="20531" rIns="41062" bIns="20531" anchor="ctr"/>
            <a:lstStyle/>
            <a:p>
              <a:endParaRPr lang="id-ID" sz="9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Freeform 7"/>
            <p:cNvSpPr/>
            <p:nvPr/>
          </p:nvSpPr>
          <p:spPr bwMode="auto">
            <a:xfrm>
              <a:off x="8949760" y="3319898"/>
              <a:ext cx="1035508" cy="2670387"/>
            </a:xfrm>
            <a:custGeom>
              <a:avLst/>
              <a:gdLst/>
              <a:ahLst/>
              <a:cxnLst>
                <a:cxn ang="0">
                  <a:pos x="382" y="0"/>
                </a:cxn>
                <a:cxn ang="0">
                  <a:pos x="382" y="874"/>
                </a:cxn>
                <a:cxn ang="0">
                  <a:pos x="0" y="985"/>
                </a:cxn>
                <a:cxn ang="0">
                  <a:pos x="0" y="110"/>
                </a:cxn>
                <a:cxn ang="0">
                  <a:pos x="382" y="0"/>
                </a:cxn>
              </a:cxnLst>
              <a:rect l="0" t="0" r="r" b="b"/>
              <a:pathLst>
                <a:path w="382" h="985">
                  <a:moveTo>
                    <a:pt x="382" y="0"/>
                  </a:moveTo>
                  <a:cubicBezTo>
                    <a:pt x="382" y="874"/>
                    <a:pt x="382" y="874"/>
                    <a:pt x="382" y="874"/>
                  </a:cubicBezTo>
                  <a:cubicBezTo>
                    <a:pt x="284" y="927"/>
                    <a:pt x="151" y="966"/>
                    <a:pt x="0" y="985"/>
                  </a:cubicBezTo>
                  <a:cubicBezTo>
                    <a:pt x="0" y="110"/>
                    <a:pt x="0" y="110"/>
                    <a:pt x="0" y="110"/>
                  </a:cubicBezTo>
                  <a:cubicBezTo>
                    <a:pt x="151" y="92"/>
                    <a:pt x="284" y="53"/>
                    <a:pt x="382" y="0"/>
                  </a:cubicBezTo>
                  <a:close/>
                </a:path>
              </a:pathLst>
            </a:custGeom>
            <a:solidFill>
              <a:srgbClr val="00B998"/>
            </a:solidFill>
            <a:ln w="76200" cap="flat" cmpd="sng" algn="ctr">
              <a:solidFill>
                <a:schemeClr val="bg1"/>
              </a:solidFill>
              <a:prstDash val="solid"/>
              <a:round/>
              <a:headEnd type="none" w="med" len="med"/>
              <a:tailEnd type="none" w="med" len="med"/>
            </a:ln>
            <a:effectLst/>
          </p:spPr>
          <p:txBody>
            <a:bodyPr lIns="41062" tIns="20531" rIns="41062" bIns="20531" anchor="ctr"/>
            <a:lstStyle/>
            <a:p>
              <a:pPr algn="ctr" defTabSz="407035">
                <a:lnSpc>
                  <a:spcPct val="90000"/>
                </a:lnSpc>
                <a:defRPr/>
              </a:pPr>
              <a:endParaRPr lang="en-US" sz="12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Freeform 13"/>
            <p:cNvSpPr/>
            <p:nvPr/>
          </p:nvSpPr>
          <p:spPr bwMode="auto">
            <a:xfrm>
              <a:off x="6809879" y="2698849"/>
              <a:ext cx="1583868" cy="919189"/>
            </a:xfrm>
            <a:custGeom>
              <a:avLst/>
              <a:gdLst>
                <a:gd name="T0" fmla="*/ 584 w 584"/>
                <a:gd name="T1" fmla="*/ 0 h 339"/>
                <a:gd name="T2" fmla="*/ 379 w 584"/>
                <a:gd name="T3" fmla="*/ 339 h 339"/>
                <a:gd name="T4" fmla="*/ 0 w 584"/>
                <a:gd name="T5" fmla="*/ 228 h 339"/>
                <a:gd name="T6" fmla="*/ 584 w 584"/>
                <a:gd name="T7" fmla="*/ 0 h 3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4" h="339">
                  <a:moveTo>
                    <a:pt x="584" y="0"/>
                  </a:moveTo>
                  <a:cubicBezTo>
                    <a:pt x="379" y="339"/>
                    <a:pt x="379" y="339"/>
                    <a:pt x="379" y="339"/>
                  </a:cubicBezTo>
                  <a:cubicBezTo>
                    <a:pt x="229" y="320"/>
                    <a:pt x="98" y="280"/>
                    <a:pt x="0" y="228"/>
                  </a:cubicBezTo>
                  <a:lnTo>
                    <a:pt x="584" y="0"/>
                  </a:lnTo>
                  <a:close/>
                </a:path>
              </a:pathLst>
            </a:custGeom>
            <a:solidFill>
              <a:schemeClr val="accent2">
                <a:lumMod val="60000"/>
                <a:lumOff val="40000"/>
              </a:schemeClr>
            </a:solidFill>
            <a:ln w="76200" cap="flat" cmpd="sng" algn="ctr">
              <a:solidFill>
                <a:schemeClr val="bg1"/>
              </a:solidFill>
              <a:prstDash val="solid"/>
              <a:round/>
              <a:headEnd type="none" w="med" len="med"/>
              <a:tailEnd type="none" w="med" len="med"/>
            </a:ln>
            <a:effectLst/>
          </p:spPr>
          <p:txBody>
            <a:bodyPr lIns="41062" tIns="20531" rIns="41062" bIns="20531" anchor="ctr"/>
            <a:lstStyle/>
            <a:p>
              <a:endParaRPr lang="id-ID" sz="9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Freeform 9"/>
            <p:cNvSpPr/>
            <p:nvPr/>
          </p:nvSpPr>
          <p:spPr bwMode="auto">
            <a:xfrm>
              <a:off x="6809879" y="3317347"/>
              <a:ext cx="1027856" cy="2670387"/>
            </a:xfrm>
            <a:custGeom>
              <a:avLst/>
              <a:gdLst/>
              <a:ahLst/>
              <a:cxnLst>
                <a:cxn ang="0">
                  <a:pos x="379" y="111"/>
                </a:cxn>
                <a:cxn ang="0">
                  <a:pos x="379" y="985"/>
                </a:cxn>
                <a:cxn ang="0">
                  <a:pos x="0" y="874"/>
                </a:cxn>
                <a:cxn ang="0">
                  <a:pos x="0" y="0"/>
                </a:cxn>
                <a:cxn ang="0">
                  <a:pos x="379" y="111"/>
                </a:cxn>
              </a:cxnLst>
              <a:rect l="0" t="0" r="r" b="b"/>
              <a:pathLst>
                <a:path w="379" h="985">
                  <a:moveTo>
                    <a:pt x="379" y="111"/>
                  </a:moveTo>
                  <a:cubicBezTo>
                    <a:pt x="379" y="985"/>
                    <a:pt x="379" y="985"/>
                    <a:pt x="379" y="985"/>
                  </a:cubicBezTo>
                  <a:cubicBezTo>
                    <a:pt x="229" y="966"/>
                    <a:pt x="98" y="927"/>
                    <a:pt x="0" y="874"/>
                  </a:cubicBezTo>
                  <a:cubicBezTo>
                    <a:pt x="0" y="0"/>
                    <a:pt x="0" y="0"/>
                    <a:pt x="0" y="0"/>
                  </a:cubicBezTo>
                  <a:cubicBezTo>
                    <a:pt x="98" y="52"/>
                    <a:pt x="229" y="92"/>
                    <a:pt x="379" y="111"/>
                  </a:cubicBezTo>
                  <a:close/>
                </a:path>
              </a:pathLst>
            </a:custGeom>
            <a:solidFill>
              <a:srgbClr val="0C7CDF"/>
            </a:solidFill>
            <a:ln w="76200" cap="flat" cmpd="sng" algn="ctr">
              <a:solidFill>
                <a:schemeClr val="bg1"/>
              </a:solidFill>
              <a:prstDash val="solid"/>
              <a:round/>
              <a:headEnd type="none" w="med" len="med"/>
              <a:tailEnd type="none" w="med" len="med"/>
            </a:ln>
            <a:effectLst/>
          </p:spPr>
          <p:txBody>
            <a:bodyPr lIns="41062" tIns="20531" rIns="41062" bIns="20531" anchor="ctr"/>
            <a:lstStyle/>
            <a:p>
              <a:pPr algn="ctr" defTabSz="407035">
                <a:lnSpc>
                  <a:spcPct val="90000"/>
                </a:lnSpc>
                <a:defRPr/>
              </a:pPr>
              <a:endParaRPr lang="en-US" sz="12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 name="Freeform 15"/>
            <p:cNvSpPr/>
            <p:nvPr/>
          </p:nvSpPr>
          <p:spPr bwMode="auto">
            <a:xfrm>
              <a:off x="7837736" y="2698849"/>
              <a:ext cx="1112023" cy="954765"/>
            </a:xfrm>
            <a:custGeom>
              <a:avLst/>
              <a:gdLst>
                <a:gd name="T0" fmla="*/ 410 w 410"/>
                <a:gd name="T1" fmla="*/ 339 h 352"/>
                <a:gd name="T2" fmla="*/ 208 w 410"/>
                <a:gd name="T3" fmla="*/ 352 h 352"/>
                <a:gd name="T4" fmla="*/ 0 w 410"/>
                <a:gd name="T5" fmla="*/ 339 h 352"/>
                <a:gd name="T6" fmla="*/ 205 w 410"/>
                <a:gd name="T7" fmla="*/ 0 h 352"/>
                <a:gd name="T8" fmla="*/ 410 w 410"/>
                <a:gd name="T9" fmla="*/ 339 h 3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0" h="352">
                  <a:moveTo>
                    <a:pt x="410" y="339"/>
                  </a:moveTo>
                  <a:cubicBezTo>
                    <a:pt x="346" y="347"/>
                    <a:pt x="278" y="352"/>
                    <a:pt x="208" y="352"/>
                  </a:cubicBezTo>
                  <a:cubicBezTo>
                    <a:pt x="136" y="352"/>
                    <a:pt x="66" y="347"/>
                    <a:pt x="0" y="339"/>
                  </a:cubicBezTo>
                  <a:cubicBezTo>
                    <a:pt x="205" y="0"/>
                    <a:pt x="205" y="0"/>
                    <a:pt x="205" y="0"/>
                  </a:cubicBezTo>
                  <a:lnTo>
                    <a:pt x="410" y="339"/>
                  </a:lnTo>
                  <a:close/>
                </a:path>
              </a:pathLst>
            </a:custGeom>
            <a:solidFill>
              <a:schemeClr val="accent3">
                <a:lumMod val="60000"/>
                <a:lumOff val="40000"/>
              </a:schemeClr>
            </a:solidFill>
            <a:ln w="76200">
              <a:solidFill>
                <a:schemeClr val="bg1"/>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lIns="41062" tIns="20531" rIns="41062" bIns="20531" anchor="ctr"/>
            <a:lstStyle/>
            <a:p>
              <a:endParaRPr lang="id-ID" sz="9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 name="Freeform 8"/>
            <p:cNvSpPr/>
            <p:nvPr/>
          </p:nvSpPr>
          <p:spPr bwMode="auto">
            <a:xfrm>
              <a:off x="7837736" y="3618308"/>
              <a:ext cx="1112023" cy="2403858"/>
            </a:xfrm>
            <a:custGeom>
              <a:avLst/>
              <a:gdLst/>
              <a:ahLst/>
              <a:cxnLst>
                <a:cxn ang="0">
                  <a:pos x="410" y="0"/>
                </a:cxn>
                <a:cxn ang="0">
                  <a:pos x="410" y="875"/>
                </a:cxn>
                <a:cxn ang="0">
                  <a:pos x="208" y="887"/>
                </a:cxn>
                <a:cxn ang="0">
                  <a:pos x="0" y="874"/>
                </a:cxn>
                <a:cxn ang="0">
                  <a:pos x="0" y="0"/>
                </a:cxn>
                <a:cxn ang="0">
                  <a:pos x="208" y="13"/>
                </a:cxn>
                <a:cxn ang="0">
                  <a:pos x="410" y="0"/>
                </a:cxn>
              </a:cxnLst>
              <a:rect l="0" t="0" r="r" b="b"/>
              <a:pathLst>
                <a:path w="410" h="887">
                  <a:moveTo>
                    <a:pt x="410" y="0"/>
                  </a:moveTo>
                  <a:cubicBezTo>
                    <a:pt x="410" y="875"/>
                    <a:pt x="410" y="875"/>
                    <a:pt x="410" y="875"/>
                  </a:cubicBezTo>
                  <a:cubicBezTo>
                    <a:pt x="346" y="883"/>
                    <a:pt x="278" y="887"/>
                    <a:pt x="208" y="887"/>
                  </a:cubicBezTo>
                  <a:cubicBezTo>
                    <a:pt x="136" y="887"/>
                    <a:pt x="66" y="882"/>
                    <a:pt x="0" y="874"/>
                  </a:cubicBezTo>
                  <a:cubicBezTo>
                    <a:pt x="0" y="0"/>
                    <a:pt x="0" y="0"/>
                    <a:pt x="0" y="0"/>
                  </a:cubicBezTo>
                  <a:cubicBezTo>
                    <a:pt x="66" y="8"/>
                    <a:pt x="136" y="13"/>
                    <a:pt x="208" y="13"/>
                  </a:cubicBezTo>
                  <a:cubicBezTo>
                    <a:pt x="278" y="13"/>
                    <a:pt x="346" y="8"/>
                    <a:pt x="410" y="0"/>
                  </a:cubicBezTo>
                  <a:close/>
                </a:path>
              </a:pathLst>
            </a:custGeom>
            <a:solidFill>
              <a:srgbClr val="1CA9F2"/>
            </a:solidFill>
            <a:ln w="76200" cap="flat" cmpd="sng" algn="ctr">
              <a:solidFill>
                <a:schemeClr val="bg1"/>
              </a:solidFill>
              <a:prstDash val="solid"/>
              <a:round/>
              <a:headEnd type="none" w="med" len="med"/>
              <a:tailEnd type="none" w="med" len="med"/>
            </a:ln>
            <a:effectLst/>
          </p:spPr>
          <p:txBody>
            <a:bodyPr lIns="41062" tIns="20531" rIns="41062" bIns="20531" anchor="ctr"/>
            <a:lstStyle/>
            <a:p>
              <a:pPr algn="ctr" defTabSz="407035">
                <a:lnSpc>
                  <a:spcPct val="90000"/>
                </a:lnSpc>
                <a:defRPr/>
              </a:pPr>
              <a:endParaRPr lang="en-US" sz="12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5" name="Freeform 12"/>
            <p:cNvSpPr/>
            <p:nvPr/>
          </p:nvSpPr>
          <p:spPr bwMode="auto">
            <a:xfrm>
              <a:off x="7477028" y="1912116"/>
              <a:ext cx="1873096" cy="1347436"/>
            </a:xfrm>
            <a:custGeom>
              <a:avLst/>
              <a:gdLst/>
              <a:ahLst/>
              <a:cxnLst>
                <a:cxn ang="0">
                  <a:pos x="691" y="322"/>
                </a:cxn>
                <a:cxn ang="0">
                  <a:pos x="662" y="392"/>
                </a:cxn>
                <a:cxn ang="0">
                  <a:pos x="541" y="466"/>
                </a:cxn>
                <a:cxn ang="0">
                  <a:pos x="346" y="497"/>
                </a:cxn>
                <a:cxn ang="0">
                  <a:pos x="170" y="472"/>
                </a:cxn>
                <a:cxn ang="0">
                  <a:pos x="29" y="392"/>
                </a:cxn>
                <a:cxn ang="0">
                  <a:pos x="0" y="322"/>
                </a:cxn>
                <a:cxn ang="0">
                  <a:pos x="25" y="202"/>
                </a:cxn>
                <a:cxn ang="0">
                  <a:pos x="32" y="186"/>
                </a:cxn>
                <a:cxn ang="0">
                  <a:pos x="346" y="0"/>
                </a:cxn>
                <a:cxn ang="0">
                  <a:pos x="659" y="186"/>
                </a:cxn>
                <a:cxn ang="0">
                  <a:pos x="667" y="202"/>
                </a:cxn>
                <a:cxn ang="0">
                  <a:pos x="691" y="322"/>
                </a:cxn>
              </a:cxnLst>
              <a:rect l="0" t="0" r="r" b="b"/>
              <a:pathLst>
                <a:path w="691" h="497">
                  <a:moveTo>
                    <a:pt x="691" y="322"/>
                  </a:moveTo>
                  <a:cubicBezTo>
                    <a:pt x="691" y="347"/>
                    <a:pt x="681" y="371"/>
                    <a:pt x="662" y="392"/>
                  </a:cubicBezTo>
                  <a:cubicBezTo>
                    <a:pt x="636" y="422"/>
                    <a:pt x="594" y="448"/>
                    <a:pt x="541" y="466"/>
                  </a:cubicBezTo>
                  <a:cubicBezTo>
                    <a:pt x="486" y="485"/>
                    <a:pt x="418" y="497"/>
                    <a:pt x="346" y="497"/>
                  </a:cubicBezTo>
                  <a:cubicBezTo>
                    <a:pt x="281" y="497"/>
                    <a:pt x="221" y="488"/>
                    <a:pt x="170" y="472"/>
                  </a:cubicBezTo>
                  <a:cubicBezTo>
                    <a:pt x="108" y="454"/>
                    <a:pt x="58" y="426"/>
                    <a:pt x="29" y="392"/>
                  </a:cubicBezTo>
                  <a:cubicBezTo>
                    <a:pt x="10" y="371"/>
                    <a:pt x="0" y="347"/>
                    <a:pt x="0" y="322"/>
                  </a:cubicBezTo>
                  <a:cubicBezTo>
                    <a:pt x="0" y="280"/>
                    <a:pt x="9" y="239"/>
                    <a:pt x="25" y="202"/>
                  </a:cubicBezTo>
                  <a:cubicBezTo>
                    <a:pt x="27" y="197"/>
                    <a:pt x="29" y="191"/>
                    <a:pt x="32" y="186"/>
                  </a:cubicBezTo>
                  <a:cubicBezTo>
                    <a:pt x="87" y="76"/>
                    <a:pt x="207" y="0"/>
                    <a:pt x="346" y="0"/>
                  </a:cubicBezTo>
                  <a:cubicBezTo>
                    <a:pt x="484" y="0"/>
                    <a:pt x="604" y="76"/>
                    <a:pt x="659" y="186"/>
                  </a:cubicBezTo>
                  <a:cubicBezTo>
                    <a:pt x="662" y="191"/>
                    <a:pt x="664" y="197"/>
                    <a:pt x="667" y="202"/>
                  </a:cubicBezTo>
                  <a:cubicBezTo>
                    <a:pt x="683" y="239"/>
                    <a:pt x="691" y="280"/>
                    <a:pt x="691" y="322"/>
                  </a:cubicBezTo>
                  <a:close/>
                </a:path>
              </a:pathLst>
            </a:custGeom>
            <a:solidFill>
              <a:schemeClr val="bg1"/>
            </a:solidFill>
            <a:ln w="76200" cap="flat" cmpd="sng" algn="ctr">
              <a:solidFill>
                <a:srgbClr val="C1C1C1"/>
              </a:solidFill>
              <a:prstDash val="solid"/>
              <a:round/>
              <a:headEnd type="none" w="med" len="med"/>
              <a:tailEnd type="none" w="med" len="med"/>
            </a:ln>
            <a:effectLst/>
          </p:spPr>
          <p:txBody>
            <a:bodyPr lIns="41062" tIns="20531" rIns="41062" bIns="20531" anchor="ctr"/>
            <a:lstStyle/>
            <a:p>
              <a:pPr algn="ctr" defTabSz="407035">
                <a:lnSpc>
                  <a:spcPct val="90000"/>
                </a:lnSpc>
                <a:defRPr/>
              </a:pPr>
              <a:endParaRPr lang="en-US" sz="9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TextBox 40"/>
            <p:cNvSpPr txBox="1">
              <a:spLocks noChangeArrowheads="1"/>
            </p:cNvSpPr>
            <p:nvPr/>
          </p:nvSpPr>
          <p:spPr bwMode="auto">
            <a:xfrm>
              <a:off x="7640070" y="2502835"/>
              <a:ext cx="1507353" cy="230832"/>
            </a:xfrm>
            <a:prstGeom prst="rect">
              <a:avLst/>
            </a:prstGeom>
            <a:noFill/>
            <a:ln w="9525" cap="flat" cmpd="sng" algn="ctr">
              <a:noFill/>
              <a:prstDash val="solid"/>
              <a:round/>
              <a:headEnd type="none" w="med" len="med"/>
              <a:tailEnd type="none" w="med" len="med"/>
            </a:ln>
            <a:effectLst/>
          </p:spPr>
          <p:txBody>
            <a:bodyPr lIns="0" tIns="0" rIns="0" bIns="0" anchor="ctr">
              <a:spAutoFit/>
            </a:bodyPr>
            <a:lstStyle>
              <a:defPPr>
                <a:defRPr lang="en-US"/>
              </a:defPPr>
              <a:lvl1pPr algn="ctr" defTabSz="814705" eaLnBrk="0" fontAlgn="base" hangingPunct="0">
                <a:spcBef>
                  <a:spcPct val="0"/>
                </a:spcBef>
                <a:spcAft>
                  <a:spcPct val="0"/>
                </a:spcAft>
                <a:defRPr sz="2200">
                  <a:solidFill>
                    <a:srgbClr val="FFFFFF"/>
                  </a:solidFill>
                  <a:latin typeface="Montserrat" panose="00000500000000000000" pitchFamily="50" charset="0"/>
                  <a:ea typeface="Open Sans Light" panose="020B0306030504020204" pitchFamily="34" charset="0"/>
                  <a:cs typeface="Open Sans Light" panose="020B0306030504020204" pitchFamily="34" charset="0"/>
                </a:defRPr>
              </a:lvl1pPr>
            </a:lstStyle>
            <a:p>
              <a:r>
                <a:rPr lang="zh-CN" altLang="en-US" sz="1500" dirty="0">
                  <a:solidFill>
                    <a:schemeClr val="tx2"/>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en-US" altLang="id-ID" sz="1500" dirty="0">
                <a:solidFill>
                  <a:schemeClr val="tx2"/>
                </a:solidFill>
                <a:latin typeface="思源黑体" panose="020B0500000000000000" pitchFamily="34" charset="-122"/>
                <a:ea typeface="思源黑体" panose="020B0500000000000000" pitchFamily="34" charset="-122"/>
                <a:sym typeface="思源黑体" panose="020B0500000000000000" pitchFamily="34" charset="-122"/>
              </a:endParaRPr>
            </a:p>
          </p:txBody>
        </p:sp>
        <p:pic>
          <p:nvPicPr>
            <p:cNvPr id="43" name="图形 42" descr="通讯簿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52446" y="4046392"/>
              <a:ext cx="368441" cy="368441"/>
            </a:xfrm>
            <a:prstGeom prst="rect">
              <a:avLst/>
            </a:prstGeom>
          </p:spPr>
        </p:pic>
        <p:pic>
          <p:nvPicPr>
            <p:cNvPr id="44" name="图形 43" descr="光圈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96045" y="4468319"/>
              <a:ext cx="368441" cy="368441"/>
            </a:xfrm>
            <a:prstGeom prst="rect">
              <a:avLst/>
            </a:prstGeom>
          </p:spPr>
        </p:pic>
        <p:pic>
          <p:nvPicPr>
            <p:cNvPr id="45" name="图形 44" descr="上升趋势条形图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08587" y="4434444"/>
              <a:ext cx="368441" cy="368441"/>
            </a:xfrm>
            <a:prstGeom prst="rect">
              <a:avLst/>
            </a:prstGeom>
          </p:spPr>
        </p:pic>
        <p:pic>
          <p:nvPicPr>
            <p:cNvPr id="46" name="图形 45" descr="盒子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14186" y="4545364"/>
              <a:ext cx="359123" cy="359123"/>
            </a:xfrm>
            <a:prstGeom prst="rect">
              <a:avLst/>
            </a:prstGeom>
          </p:spPr>
        </p:pic>
        <p:pic>
          <p:nvPicPr>
            <p:cNvPr id="47" name="图形 46" descr="公文包 纯色填充"/>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33638" y="4127766"/>
              <a:ext cx="359123" cy="359123"/>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64483" y="1286185"/>
            <a:ext cx="3044397" cy="4916777"/>
            <a:chOff x="1894755" y="1386621"/>
            <a:chExt cx="3044397" cy="4916777"/>
          </a:xfrm>
        </p:grpSpPr>
        <p:grpSp>
          <p:nvGrpSpPr>
            <p:cNvPr id="5" name="Group 16"/>
            <p:cNvGrpSpPr/>
            <p:nvPr/>
          </p:nvGrpSpPr>
          <p:grpSpPr>
            <a:xfrm>
              <a:off x="1894755" y="2063661"/>
              <a:ext cx="3044397" cy="4239737"/>
              <a:chOff x="4202792" y="1832525"/>
              <a:chExt cx="3502464" cy="4877658"/>
            </a:xfrm>
          </p:grpSpPr>
          <p:sp>
            <p:nvSpPr>
              <p:cNvPr id="6" name="Freeform: Shape 4"/>
              <p:cNvSpPr/>
              <p:nvPr/>
            </p:nvSpPr>
            <p:spPr>
              <a:xfrm>
                <a:off x="4202792" y="1832525"/>
                <a:ext cx="3502463" cy="4877658"/>
              </a:xfrm>
              <a:custGeom>
                <a:avLst/>
                <a:gdLst>
                  <a:gd name="connsiteX0" fmla="*/ 2472863 w 3502463"/>
                  <a:gd name="connsiteY0" fmla="*/ 0 h 4877658"/>
                  <a:gd name="connsiteX1" fmla="*/ 3499190 w 3502463"/>
                  <a:gd name="connsiteY1" fmla="*/ 596298 h 4877658"/>
                  <a:gd name="connsiteX2" fmla="*/ 3118309 w 3502463"/>
                  <a:gd name="connsiteY2" fmla="*/ 816380 h 4877658"/>
                  <a:gd name="connsiteX3" fmla="*/ 3118358 w 3502463"/>
                  <a:gd name="connsiteY3" fmla="*/ 816415 h 4877658"/>
                  <a:gd name="connsiteX4" fmla="*/ 3500515 w 3502463"/>
                  <a:gd name="connsiteY4" fmla="*/ 595634 h 4877658"/>
                  <a:gd name="connsiteX5" fmla="*/ 3502463 w 3502463"/>
                  <a:gd name="connsiteY5" fmla="*/ 1165691 h 4877658"/>
                  <a:gd name="connsiteX6" fmla="*/ 1525120 w 3502463"/>
                  <a:gd name="connsiteY6" fmla="*/ 4590390 h 4877658"/>
                  <a:gd name="connsiteX7" fmla="*/ 1028894 w 3502463"/>
                  <a:gd name="connsiteY7" fmla="*/ 4877004 h 4877658"/>
                  <a:gd name="connsiteX8" fmla="*/ 1028317 w 3502463"/>
                  <a:gd name="connsiteY8" fmla="*/ 4615809 h 4877658"/>
                  <a:gd name="connsiteX9" fmla="*/ 1027698 w 3502463"/>
                  <a:gd name="connsiteY9" fmla="*/ 4615773 h 4877658"/>
                  <a:gd name="connsiteX10" fmla="*/ 1028288 w 3502463"/>
                  <a:gd name="connsiteY10" fmla="*/ 4877658 h 4877658"/>
                  <a:gd name="connsiteX11" fmla="*/ 1952 w 3502463"/>
                  <a:gd name="connsiteY11" fmla="*/ 4280690 h 4877658"/>
                  <a:gd name="connsiteX12" fmla="*/ 0 w 3502463"/>
                  <a:gd name="connsiteY12" fmla="*/ 3711261 h 4877658"/>
                  <a:gd name="connsiteX13" fmla="*/ 343359 w 3502463"/>
                  <a:gd name="connsiteY13" fmla="*/ 3910612 h 4877658"/>
                  <a:gd name="connsiteX14" fmla="*/ 344013 w 3502463"/>
                  <a:gd name="connsiteY14" fmla="*/ 3909693 h 4877658"/>
                  <a:gd name="connsiteX15" fmla="*/ 0 w 3502463"/>
                  <a:gd name="connsiteY15" fmla="*/ 3709945 h 4877658"/>
                  <a:gd name="connsiteX16" fmla="*/ 496141 w 3502463"/>
                  <a:gd name="connsiteY16" fmla="*/ 3423262 h 4877658"/>
                  <a:gd name="connsiteX17" fmla="*/ 633345 w 3502463"/>
                  <a:gd name="connsiteY17" fmla="*/ 3503065 h 4877658"/>
                  <a:gd name="connsiteX18" fmla="*/ 634128 w 3502463"/>
                  <a:gd name="connsiteY18" fmla="*/ 3501964 h 4877658"/>
                  <a:gd name="connsiteX19" fmla="*/ 498785 w 3502463"/>
                  <a:gd name="connsiteY19" fmla="*/ 3423239 h 4877658"/>
                  <a:gd name="connsiteX20" fmla="*/ 497453 w 3502463"/>
                  <a:gd name="connsiteY20" fmla="*/ 2853810 h 4877658"/>
                  <a:gd name="connsiteX21" fmla="*/ 920450 w 3502463"/>
                  <a:gd name="connsiteY21" fmla="*/ 3099566 h 4877658"/>
                  <a:gd name="connsiteX22" fmla="*/ 921108 w 3502463"/>
                  <a:gd name="connsiteY22" fmla="*/ 3098641 h 4877658"/>
                  <a:gd name="connsiteX23" fmla="*/ 497453 w 3502463"/>
                  <a:gd name="connsiteY23" fmla="*/ 2852493 h 4877658"/>
                  <a:gd name="connsiteX24" fmla="*/ 991341 w 3502463"/>
                  <a:gd name="connsiteY24" fmla="*/ 2566746 h 4877658"/>
                  <a:gd name="connsiteX25" fmla="*/ 989692 w 3502463"/>
                  <a:gd name="connsiteY25" fmla="*/ 2565787 h 4877658"/>
                  <a:gd name="connsiteX26" fmla="*/ 988360 w 3502463"/>
                  <a:gd name="connsiteY26" fmla="*/ 1996358 h 4877658"/>
                  <a:gd name="connsiteX27" fmla="*/ 1406987 w 3502463"/>
                  <a:gd name="connsiteY27" fmla="*/ 2239574 h 4877658"/>
                  <a:gd name="connsiteX28" fmla="*/ 1407499 w 3502463"/>
                  <a:gd name="connsiteY28" fmla="*/ 2238560 h 4877658"/>
                  <a:gd name="connsiteX29" fmla="*/ 988360 w 3502463"/>
                  <a:gd name="connsiteY29" fmla="*/ 1995040 h 4877658"/>
                  <a:gd name="connsiteX30" fmla="*/ 1483867 w 3502463"/>
                  <a:gd name="connsiteY30" fmla="*/ 1708358 h 4877658"/>
                  <a:gd name="connsiteX31" fmla="*/ 1652876 w 3502463"/>
                  <a:gd name="connsiteY31" fmla="*/ 1806492 h 4877658"/>
                  <a:gd name="connsiteX32" fmla="*/ 1653431 w 3502463"/>
                  <a:gd name="connsiteY32" fmla="*/ 1805584 h 4877658"/>
                  <a:gd name="connsiteX33" fmla="*/ 1487147 w 3502463"/>
                  <a:gd name="connsiteY33" fmla="*/ 1709037 h 4877658"/>
                  <a:gd name="connsiteX34" fmla="*/ 1485825 w 3502463"/>
                  <a:gd name="connsiteY34" fmla="*/ 1143487 h 4877658"/>
                  <a:gd name="connsiteX35" fmla="*/ 1485814 w 3502463"/>
                  <a:gd name="connsiteY35" fmla="*/ 1143480 h 4877658"/>
                  <a:gd name="connsiteX36" fmla="*/ 1485824 w 3502463"/>
                  <a:gd name="connsiteY36" fmla="*/ 1143474 h 4877658"/>
                  <a:gd name="connsiteX37" fmla="*/ 1485814 w 3502463"/>
                  <a:gd name="connsiteY37" fmla="*/ 1138906 h 4877658"/>
                  <a:gd name="connsiteX38" fmla="*/ 1489763 w 3502463"/>
                  <a:gd name="connsiteY38" fmla="*/ 1141203 h 4877658"/>
                  <a:gd name="connsiteX39" fmla="*/ 1979723 w 3502463"/>
                  <a:gd name="connsiteY39" fmla="*/ 858739 h 4877658"/>
                  <a:gd name="connsiteX40" fmla="*/ 1978674 w 3502463"/>
                  <a:gd name="connsiteY40" fmla="*/ 858130 h 4877658"/>
                  <a:gd name="connsiteX41" fmla="*/ 1976722 w 3502463"/>
                  <a:gd name="connsiteY41" fmla="*/ 287999 h 4877658"/>
                  <a:gd name="connsiteX42" fmla="*/ 2315637 w 3502463"/>
                  <a:gd name="connsiteY42" fmla="*/ 485129 h 4877658"/>
                  <a:gd name="connsiteX43" fmla="*/ 2315608 w 3502463"/>
                  <a:gd name="connsiteY43" fmla="*/ 483138 h 4877658"/>
                  <a:gd name="connsiteX44" fmla="*/ 1976721 w 3502463"/>
                  <a:gd name="connsiteY44" fmla="*/ 286028 h 4877658"/>
                  <a:gd name="connsiteX0-1" fmla="*/ 2472863 w 3502463"/>
                  <a:gd name="connsiteY0-2" fmla="*/ 0 h 4877658"/>
                  <a:gd name="connsiteX1-3" fmla="*/ 3499190 w 3502463"/>
                  <a:gd name="connsiteY1-4" fmla="*/ 596298 h 4877658"/>
                  <a:gd name="connsiteX2-5" fmla="*/ 3118309 w 3502463"/>
                  <a:gd name="connsiteY2-6" fmla="*/ 816380 h 4877658"/>
                  <a:gd name="connsiteX3-7" fmla="*/ 3118358 w 3502463"/>
                  <a:gd name="connsiteY3-8" fmla="*/ 816415 h 4877658"/>
                  <a:gd name="connsiteX4-9" fmla="*/ 3500515 w 3502463"/>
                  <a:gd name="connsiteY4-10" fmla="*/ 595634 h 4877658"/>
                  <a:gd name="connsiteX5-11" fmla="*/ 3502463 w 3502463"/>
                  <a:gd name="connsiteY5-12" fmla="*/ 1165691 h 4877658"/>
                  <a:gd name="connsiteX6-13" fmla="*/ 1525120 w 3502463"/>
                  <a:gd name="connsiteY6-14" fmla="*/ 4590390 h 4877658"/>
                  <a:gd name="connsiteX7-15" fmla="*/ 1028894 w 3502463"/>
                  <a:gd name="connsiteY7-16" fmla="*/ 4877004 h 4877658"/>
                  <a:gd name="connsiteX8-17" fmla="*/ 1028317 w 3502463"/>
                  <a:gd name="connsiteY8-18" fmla="*/ 4615809 h 4877658"/>
                  <a:gd name="connsiteX9-19" fmla="*/ 1027698 w 3502463"/>
                  <a:gd name="connsiteY9-20" fmla="*/ 4615773 h 4877658"/>
                  <a:gd name="connsiteX10-21" fmla="*/ 1028288 w 3502463"/>
                  <a:gd name="connsiteY10-22" fmla="*/ 4877658 h 4877658"/>
                  <a:gd name="connsiteX11-23" fmla="*/ 1952 w 3502463"/>
                  <a:gd name="connsiteY11-24" fmla="*/ 4280690 h 4877658"/>
                  <a:gd name="connsiteX12-25" fmla="*/ 0 w 3502463"/>
                  <a:gd name="connsiteY12-26" fmla="*/ 3711261 h 4877658"/>
                  <a:gd name="connsiteX13-27" fmla="*/ 343359 w 3502463"/>
                  <a:gd name="connsiteY13-28" fmla="*/ 3910612 h 4877658"/>
                  <a:gd name="connsiteX14-29" fmla="*/ 344013 w 3502463"/>
                  <a:gd name="connsiteY14-30" fmla="*/ 3909693 h 4877658"/>
                  <a:gd name="connsiteX15-31" fmla="*/ 0 w 3502463"/>
                  <a:gd name="connsiteY15-32" fmla="*/ 3709945 h 4877658"/>
                  <a:gd name="connsiteX16-33" fmla="*/ 496141 w 3502463"/>
                  <a:gd name="connsiteY16-34" fmla="*/ 3423262 h 4877658"/>
                  <a:gd name="connsiteX17-35" fmla="*/ 633345 w 3502463"/>
                  <a:gd name="connsiteY17-36" fmla="*/ 3503065 h 4877658"/>
                  <a:gd name="connsiteX18-37" fmla="*/ 634128 w 3502463"/>
                  <a:gd name="connsiteY18-38" fmla="*/ 3501964 h 4877658"/>
                  <a:gd name="connsiteX19-39" fmla="*/ 498785 w 3502463"/>
                  <a:gd name="connsiteY19-40" fmla="*/ 3423239 h 4877658"/>
                  <a:gd name="connsiteX20-41" fmla="*/ 497453 w 3502463"/>
                  <a:gd name="connsiteY20-42" fmla="*/ 2853810 h 4877658"/>
                  <a:gd name="connsiteX21-43" fmla="*/ 920450 w 3502463"/>
                  <a:gd name="connsiteY21-44" fmla="*/ 3099566 h 4877658"/>
                  <a:gd name="connsiteX22-45" fmla="*/ 921108 w 3502463"/>
                  <a:gd name="connsiteY22-46" fmla="*/ 3098641 h 4877658"/>
                  <a:gd name="connsiteX23-47" fmla="*/ 497453 w 3502463"/>
                  <a:gd name="connsiteY23-48" fmla="*/ 2852493 h 4877658"/>
                  <a:gd name="connsiteX24-49" fmla="*/ 991341 w 3502463"/>
                  <a:gd name="connsiteY24-50" fmla="*/ 2566746 h 4877658"/>
                  <a:gd name="connsiteX25-51" fmla="*/ 989692 w 3502463"/>
                  <a:gd name="connsiteY25-52" fmla="*/ 2565787 h 4877658"/>
                  <a:gd name="connsiteX26-53" fmla="*/ 988360 w 3502463"/>
                  <a:gd name="connsiteY26-54" fmla="*/ 1996358 h 4877658"/>
                  <a:gd name="connsiteX27-55" fmla="*/ 1406987 w 3502463"/>
                  <a:gd name="connsiteY27-56" fmla="*/ 2239574 h 4877658"/>
                  <a:gd name="connsiteX28-57" fmla="*/ 1407499 w 3502463"/>
                  <a:gd name="connsiteY28-58" fmla="*/ 2238560 h 4877658"/>
                  <a:gd name="connsiteX29-59" fmla="*/ 988360 w 3502463"/>
                  <a:gd name="connsiteY29-60" fmla="*/ 1995040 h 4877658"/>
                  <a:gd name="connsiteX30-61" fmla="*/ 1483867 w 3502463"/>
                  <a:gd name="connsiteY30-62" fmla="*/ 1708358 h 4877658"/>
                  <a:gd name="connsiteX31-63" fmla="*/ 1652876 w 3502463"/>
                  <a:gd name="connsiteY31-64" fmla="*/ 1806492 h 4877658"/>
                  <a:gd name="connsiteX32-65" fmla="*/ 1653431 w 3502463"/>
                  <a:gd name="connsiteY32-66" fmla="*/ 1805584 h 4877658"/>
                  <a:gd name="connsiteX33-67" fmla="*/ 1487147 w 3502463"/>
                  <a:gd name="connsiteY33-68" fmla="*/ 1709037 h 4877658"/>
                  <a:gd name="connsiteX34-69" fmla="*/ 1485825 w 3502463"/>
                  <a:gd name="connsiteY34-70" fmla="*/ 1143487 h 4877658"/>
                  <a:gd name="connsiteX35-71" fmla="*/ 1485814 w 3502463"/>
                  <a:gd name="connsiteY35-72" fmla="*/ 1143480 h 4877658"/>
                  <a:gd name="connsiteX36-73" fmla="*/ 1485824 w 3502463"/>
                  <a:gd name="connsiteY36-74" fmla="*/ 1143474 h 4877658"/>
                  <a:gd name="connsiteX37-75" fmla="*/ 1485814 w 3502463"/>
                  <a:gd name="connsiteY37-76" fmla="*/ 1138906 h 4877658"/>
                  <a:gd name="connsiteX38-77" fmla="*/ 1489763 w 3502463"/>
                  <a:gd name="connsiteY38-78" fmla="*/ 1141203 h 4877658"/>
                  <a:gd name="connsiteX39-79" fmla="*/ 1979723 w 3502463"/>
                  <a:gd name="connsiteY39-80" fmla="*/ 858739 h 4877658"/>
                  <a:gd name="connsiteX40-81" fmla="*/ 1978674 w 3502463"/>
                  <a:gd name="connsiteY40-82" fmla="*/ 858130 h 4877658"/>
                  <a:gd name="connsiteX41-83" fmla="*/ 1976722 w 3502463"/>
                  <a:gd name="connsiteY41-84" fmla="*/ 287999 h 4877658"/>
                  <a:gd name="connsiteX42-85" fmla="*/ 2315637 w 3502463"/>
                  <a:gd name="connsiteY42-86" fmla="*/ 485129 h 4877658"/>
                  <a:gd name="connsiteX43-87" fmla="*/ 1976721 w 3502463"/>
                  <a:gd name="connsiteY43-88" fmla="*/ 286028 h 4877658"/>
                  <a:gd name="connsiteX44-89" fmla="*/ 2472863 w 3502463"/>
                  <a:gd name="connsiteY44-90" fmla="*/ 0 h 4877658"/>
                  <a:gd name="connsiteX0-91" fmla="*/ 2472863 w 3502463"/>
                  <a:gd name="connsiteY0-92" fmla="*/ 0 h 4877658"/>
                  <a:gd name="connsiteX1-93" fmla="*/ 3499190 w 3502463"/>
                  <a:gd name="connsiteY1-94" fmla="*/ 596298 h 4877658"/>
                  <a:gd name="connsiteX2-95" fmla="*/ 3118309 w 3502463"/>
                  <a:gd name="connsiteY2-96" fmla="*/ 816380 h 4877658"/>
                  <a:gd name="connsiteX3-97" fmla="*/ 3118358 w 3502463"/>
                  <a:gd name="connsiteY3-98" fmla="*/ 816415 h 4877658"/>
                  <a:gd name="connsiteX4-99" fmla="*/ 3500515 w 3502463"/>
                  <a:gd name="connsiteY4-100" fmla="*/ 595634 h 4877658"/>
                  <a:gd name="connsiteX5-101" fmla="*/ 3502463 w 3502463"/>
                  <a:gd name="connsiteY5-102" fmla="*/ 1165691 h 4877658"/>
                  <a:gd name="connsiteX6-103" fmla="*/ 1525120 w 3502463"/>
                  <a:gd name="connsiteY6-104" fmla="*/ 4590390 h 4877658"/>
                  <a:gd name="connsiteX7-105" fmla="*/ 1028894 w 3502463"/>
                  <a:gd name="connsiteY7-106" fmla="*/ 4877004 h 4877658"/>
                  <a:gd name="connsiteX8-107" fmla="*/ 1028317 w 3502463"/>
                  <a:gd name="connsiteY8-108" fmla="*/ 4615809 h 4877658"/>
                  <a:gd name="connsiteX9-109" fmla="*/ 1027698 w 3502463"/>
                  <a:gd name="connsiteY9-110" fmla="*/ 4615773 h 4877658"/>
                  <a:gd name="connsiteX10-111" fmla="*/ 1028288 w 3502463"/>
                  <a:gd name="connsiteY10-112" fmla="*/ 4877658 h 4877658"/>
                  <a:gd name="connsiteX11-113" fmla="*/ 1952 w 3502463"/>
                  <a:gd name="connsiteY11-114" fmla="*/ 4280690 h 4877658"/>
                  <a:gd name="connsiteX12-115" fmla="*/ 0 w 3502463"/>
                  <a:gd name="connsiteY12-116" fmla="*/ 3711261 h 4877658"/>
                  <a:gd name="connsiteX13-117" fmla="*/ 343359 w 3502463"/>
                  <a:gd name="connsiteY13-118" fmla="*/ 3910612 h 4877658"/>
                  <a:gd name="connsiteX14-119" fmla="*/ 344013 w 3502463"/>
                  <a:gd name="connsiteY14-120" fmla="*/ 3909693 h 4877658"/>
                  <a:gd name="connsiteX15-121" fmla="*/ 0 w 3502463"/>
                  <a:gd name="connsiteY15-122" fmla="*/ 3709945 h 4877658"/>
                  <a:gd name="connsiteX16-123" fmla="*/ 496141 w 3502463"/>
                  <a:gd name="connsiteY16-124" fmla="*/ 3423262 h 4877658"/>
                  <a:gd name="connsiteX17-125" fmla="*/ 633345 w 3502463"/>
                  <a:gd name="connsiteY17-126" fmla="*/ 3503065 h 4877658"/>
                  <a:gd name="connsiteX18-127" fmla="*/ 634128 w 3502463"/>
                  <a:gd name="connsiteY18-128" fmla="*/ 3501964 h 4877658"/>
                  <a:gd name="connsiteX19-129" fmla="*/ 498785 w 3502463"/>
                  <a:gd name="connsiteY19-130" fmla="*/ 3423239 h 4877658"/>
                  <a:gd name="connsiteX20-131" fmla="*/ 497453 w 3502463"/>
                  <a:gd name="connsiteY20-132" fmla="*/ 2853810 h 4877658"/>
                  <a:gd name="connsiteX21-133" fmla="*/ 920450 w 3502463"/>
                  <a:gd name="connsiteY21-134" fmla="*/ 3099566 h 4877658"/>
                  <a:gd name="connsiteX22-135" fmla="*/ 921108 w 3502463"/>
                  <a:gd name="connsiteY22-136" fmla="*/ 3098641 h 4877658"/>
                  <a:gd name="connsiteX23-137" fmla="*/ 497453 w 3502463"/>
                  <a:gd name="connsiteY23-138" fmla="*/ 2852493 h 4877658"/>
                  <a:gd name="connsiteX24-139" fmla="*/ 991341 w 3502463"/>
                  <a:gd name="connsiteY24-140" fmla="*/ 2566746 h 4877658"/>
                  <a:gd name="connsiteX25-141" fmla="*/ 989692 w 3502463"/>
                  <a:gd name="connsiteY25-142" fmla="*/ 2565787 h 4877658"/>
                  <a:gd name="connsiteX26-143" fmla="*/ 988360 w 3502463"/>
                  <a:gd name="connsiteY26-144" fmla="*/ 1996358 h 4877658"/>
                  <a:gd name="connsiteX27-145" fmla="*/ 1406987 w 3502463"/>
                  <a:gd name="connsiteY27-146" fmla="*/ 2239574 h 4877658"/>
                  <a:gd name="connsiteX28-147" fmla="*/ 1407499 w 3502463"/>
                  <a:gd name="connsiteY28-148" fmla="*/ 2238560 h 4877658"/>
                  <a:gd name="connsiteX29-149" fmla="*/ 988360 w 3502463"/>
                  <a:gd name="connsiteY29-150" fmla="*/ 1995040 h 4877658"/>
                  <a:gd name="connsiteX30-151" fmla="*/ 1483867 w 3502463"/>
                  <a:gd name="connsiteY30-152" fmla="*/ 1708358 h 4877658"/>
                  <a:gd name="connsiteX31-153" fmla="*/ 1652876 w 3502463"/>
                  <a:gd name="connsiteY31-154" fmla="*/ 1806492 h 4877658"/>
                  <a:gd name="connsiteX32-155" fmla="*/ 1653431 w 3502463"/>
                  <a:gd name="connsiteY32-156" fmla="*/ 1805584 h 4877658"/>
                  <a:gd name="connsiteX33-157" fmla="*/ 1487147 w 3502463"/>
                  <a:gd name="connsiteY33-158" fmla="*/ 1709037 h 4877658"/>
                  <a:gd name="connsiteX34-159" fmla="*/ 1485825 w 3502463"/>
                  <a:gd name="connsiteY34-160" fmla="*/ 1143487 h 4877658"/>
                  <a:gd name="connsiteX35-161" fmla="*/ 1485814 w 3502463"/>
                  <a:gd name="connsiteY35-162" fmla="*/ 1143480 h 4877658"/>
                  <a:gd name="connsiteX36-163" fmla="*/ 1485824 w 3502463"/>
                  <a:gd name="connsiteY36-164" fmla="*/ 1143474 h 4877658"/>
                  <a:gd name="connsiteX37-165" fmla="*/ 1485814 w 3502463"/>
                  <a:gd name="connsiteY37-166" fmla="*/ 1138906 h 4877658"/>
                  <a:gd name="connsiteX38-167" fmla="*/ 1489763 w 3502463"/>
                  <a:gd name="connsiteY38-168" fmla="*/ 1141203 h 4877658"/>
                  <a:gd name="connsiteX39-169" fmla="*/ 1979723 w 3502463"/>
                  <a:gd name="connsiteY39-170" fmla="*/ 858739 h 4877658"/>
                  <a:gd name="connsiteX40-171" fmla="*/ 1978674 w 3502463"/>
                  <a:gd name="connsiteY40-172" fmla="*/ 858130 h 4877658"/>
                  <a:gd name="connsiteX41-173" fmla="*/ 1976722 w 3502463"/>
                  <a:gd name="connsiteY41-174" fmla="*/ 287999 h 4877658"/>
                  <a:gd name="connsiteX42-175" fmla="*/ 1976721 w 3502463"/>
                  <a:gd name="connsiteY42-176" fmla="*/ 286028 h 4877658"/>
                  <a:gd name="connsiteX43-177" fmla="*/ 2472863 w 3502463"/>
                  <a:gd name="connsiteY43-178" fmla="*/ 0 h 4877658"/>
                  <a:gd name="connsiteX0-179" fmla="*/ 2472863 w 3502463"/>
                  <a:gd name="connsiteY0-180" fmla="*/ 0 h 4877658"/>
                  <a:gd name="connsiteX1-181" fmla="*/ 3499190 w 3502463"/>
                  <a:gd name="connsiteY1-182" fmla="*/ 596298 h 4877658"/>
                  <a:gd name="connsiteX2-183" fmla="*/ 3118309 w 3502463"/>
                  <a:gd name="connsiteY2-184" fmla="*/ 816380 h 4877658"/>
                  <a:gd name="connsiteX3-185" fmla="*/ 3500515 w 3502463"/>
                  <a:gd name="connsiteY3-186" fmla="*/ 595634 h 4877658"/>
                  <a:gd name="connsiteX4-187" fmla="*/ 3502463 w 3502463"/>
                  <a:gd name="connsiteY4-188" fmla="*/ 1165691 h 4877658"/>
                  <a:gd name="connsiteX5-189" fmla="*/ 1525120 w 3502463"/>
                  <a:gd name="connsiteY5-190" fmla="*/ 4590390 h 4877658"/>
                  <a:gd name="connsiteX6-191" fmla="*/ 1028894 w 3502463"/>
                  <a:gd name="connsiteY6-192" fmla="*/ 4877004 h 4877658"/>
                  <a:gd name="connsiteX7-193" fmla="*/ 1028317 w 3502463"/>
                  <a:gd name="connsiteY7-194" fmla="*/ 4615809 h 4877658"/>
                  <a:gd name="connsiteX8-195" fmla="*/ 1027698 w 3502463"/>
                  <a:gd name="connsiteY8-196" fmla="*/ 4615773 h 4877658"/>
                  <a:gd name="connsiteX9-197" fmla="*/ 1028288 w 3502463"/>
                  <a:gd name="connsiteY9-198" fmla="*/ 4877658 h 4877658"/>
                  <a:gd name="connsiteX10-199" fmla="*/ 1952 w 3502463"/>
                  <a:gd name="connsiteY10-200" fmla="*/ 4280690 h 4877658"/>
                  <a:gd name="connsiteX11-201" fmla="*/ 0 w 3502463"/>
                  <a:gd name="connsiteY11-202" fmla="*/ 3711261 h 4877658"/>
                  <a:gd name="connsiteX12-203" fmla="*/ 343359 w 3502463"/>
                  <a:gd name="connsiteY12-204" fmla="*/ 3910612 h 4877658"/>
                  <a:gd name="connsiteX13-205" fmla="*/ 344013 w 3502463"/>
                  <a:gd name="connsiteY13-206" fmla="*/ 3909693 h 4877658"/>
                  <a:gd name="connsiteX14-207" fmla="*/ 0 w 3502463"/>
                  <a:gd name="connsiteY14-208" fmla="*/ 3709945 h 4877658"/>
                  <a:gd name="connsiteX15-209" fmla="*/ 496141 w 3502463"/>
                  <a:gd name="connsiteY15-210" fmla="*/ 3423262 h 4877658"/>
                  <a:gd name="connsiteX16-211" fmla="*/ 633345 w 3502463"/>
                  <a:gd name="connsiteY16-212" fmla="*/ 3503065 h 4877658"/>
                  <a:gd name="connsiteX17-213" fmla="*/ 634128 w 3502463"/>
                  <a:gd name="connsiteY17-214" fmla="*/ 3501964 h 4877658"/>
                  <a:gd name="connsiteX18-215" fmla="*/ 498785 w 3502463"/>
                  <a:gd name="connsiteY18-216" fmla="*/ 3423239 h 4877658"/>
                  <a:gd name="connsiteX19-217" fmla="*/ 497453 w 3502463"/>
                  <a:gd name="connsiteY19-218" fmla="*/ 2853810 h 4877658"/>
                  <a:gd name="connsiteX20-219" fmla="*/ 920450 w 3502463"/>
                  <a:gd name="connsiteY20-220" fmla="*/ 3099566 h 4877658"/>
                  <a:gd name="connsiteX21-221" fmla="*/ 921108 w 3502463"/>
                  <a:gd name="connsiteY21-222" fmla="*/ 3098641 h 4877658"/>
                  <a:gd name="connsiteX22-223" fmla="*/ 497453 w 3502463"/>
                  <a:gd name="connsiteY22-224" fmla="*/ 2852493 h 4877658"/>
                  <a:gd name="connsiteX23-225" fmla="*/ 991341 w 3502463"/>
                  <a:gd name="connsiteY23-226" fmla="*/ 2566746 h 4877658"/>
                  <a:gd name="connsiteX24-227" fmla="*/ 989692 w 3502463"/>
                  <a:gd name="connsiteY24-228" fmla="*/ 2565787 h 4877658"/>
                  <a:gd name="connsiteX25-229" fmla="*/ 988360 w 3502463"/>
                  <a:gd name="connsiteY25-230" fmla="*/ 1996358 h 4877658"/>
                  <a:gd name="connsiteX26-231" fmla="*/ 1406987 w 3502463"/>
                  <a:gd name="connsiteY26-232" fmla="*/ 2239574 h 4877658"/>
                  <a:gd name="connsiteX27-233" fmla="*/ 1407499 w 3502463"/>
                  <a:gd name="connsiteY27-234" fmla="*/ 2238560 h 4877658"/>
                  <a:gd name="connsiteX28-235" fmla="*/ 988360 w 3502463"/>
                  <a:gd name="connsiteY28-236" fmla="*/ 1995040 h 4877658"/>
                  <a:gd name="connsiteX29-237" fmla="*/ 1483867 w 3502463"/>
                  <a:gd name="connsiteY29-238" fmla="*/ 1708358 h 4877658"/>
                  <a:gd name="connsiteX30-239" fmla="*/ 1652876 w 3502463"/>
                  <a:gd name="connsiteY30-240" fmla="*/ 1806492 h 4877658"/>
                  <a:gd name="connsiteX31-241" fmla="*/ 1653431 w 3502463"/>
                  <a:gd name="connsiteY31-242" fmla="*/ 1805584 h 4877658"/>
                  <a:gd name="connsiteX32-243" fmla="*/ 1487147 w 3502463"/>
                  <a:gd name="connsiteY32-244" fmla="*/ 1709037 h 4877658"/>
                  <a:gd name="connsiteX33-245" fmla="*/ 1485825 w 3502463"/>
                  <a:gd name="connsiteY33-246" fmla="*/ 1143487 h 4877658"/>
                  <a:gd name="connsiteX34-247" fmla="*/ 1485814 w 3502463"/>
                  <a:gd name="connsiteY34-248" fmla="*/ 1143480 h 4877658"/>
                  <a:gd name="connsiteX35-249" fmla="*/ 1485824 w 3502463"/>
                  <a:gd name="connsiteY35-250" fmla="*/ 1143474 h 4877658"/>
                  <a:gd name="connsiteX36-251" fmla="*/ 1485814 w 3502463"/>
                  <a:gd name="connsiteY36-252" fmla="*/ 1138906 h 4877658"/>
                  <a:gd name="connsiteX37-253" fmla="*/ 1489763 w 3502463"/>
                  <a:gd name="connsiteY37-254" fmla="*/ 1141203 h 4877658"/>
                  <a:gd name="connsiteX38-255" fmla="*/ 1979723 w 3502463"/>
                  <a:gd name="connsiteY38-256" fmla="*/ 858739 h 4877658"/>
                  <a:gd name="connsiteX39-257" fmla="*/ 1978674 w 3502463"/>
                  <a:gd name="connsiteY39-258" fmla="*/ 858130 h 4877658"/>
                  <a:gd name="connsiteX40-259" fmla="*/ 1976722 w 3502463"/>
                  <a:gd name="connsiteY40-260" fmla="*/ 287999 h 4877658"/>
                  <a:gd name="connsiteX41-261" fmla="*/ 1976721 w 3502463"/>
                  <a:gd name="connsiteY41-262" fmla="*/ 286028 h 4877658"/>
                  <a:gd name="connsiteX42-263" fmla="*/ 2472863 w 3502463"/>
                  <a:gd name="connsiteY42-264" fmla="*/ 0 h 4877658"/>
                  <a:gd name="connsiteX0-265" fmla="*/ 2472863 w 3502463"/>
                  <a:gd name="connsiteY0-266" fmla="*/ 0 h 4877658"/>
                  <a:gd name="connsiteX1-267" fmla="*/ 3499190 w 3502463"/>
                  <a:gd name="connsiteY1-268" fmla="*/ 596298 h 4877658"/>
                  <a:gd name="connsiteX2-269" fmla="*/ 3500515 w 3502463"/>
                  <a:gd name="connsiteY2-270" fmla="*/ 595634 h 4877658"/>
                  <a:gd name="connsiteX3-271" fmla="*/ 3502463 w 3502463"/>
                  <a:gd name="connsiteY3-272" fmla="*/ 1165691 h 4877658"/>
                  <a:gd name="connsiteX4-273" fmla="*/ 1525120 w 3502463"/>
                  <a:gd name="connsiteY4-274" fmla="*/ 4590390 h 4877658"/>
                  <a:gd name="connsiteX5-275" fmla="*/ 1028894 w 3502463"/>
                  <a:gd name="connsiteY5-276" fmla="*/ 4877004 h 4877658"/>
                  <a:gd name="connsiteX6-277" fmla="*/ 1028317 w 3502463"/>
                  <a:gd name="connsiteY6-278" fmla="*/ 4615809 h 4877658"/>
                  <a:gd name="connsiteX7-279" fmla="*/ 1027698 w 3502463"/>
                  <a:gd name="connsiteY7-280" fmla="*/ 4615773 h 4877658"/>
                  <a:gd name="connsiteX8-281" fmla="*/ 1028288 w 3502463"/>
                  <a:gd name="connsiteY8-282" fmla="*/ 4877658 h 4877658"/>
                  <a:gd name="connsiteX9-283" fmla="*/ 1952 w 3502463"/>
                  <a:gd name="connsiteY9-284" fmla="*/ 4280690 h 4877658"/>
                  <a:gd name="connsiteX10-285" fmla="*/ 0 w 3502463"/>
                  <a:gd name="connsiteY10-286" fmla="*/ 3711261 h 4877658"/>
                  <a:gd name="connsiteX11-287" fmla="*/ 343359 w 3502463"/>
                  <a:gd name="connsiteY11-288" fmla="*/ 3910612 h 4877658"/>
                  <a:gd name="connsiteX12-289" fmla="*/ 344013 w 3502463"/>
                  <a:gd name="connsiteY12-290" fmla="*/ 3909693 h 4877658"/>
                  <a:gd name="connsiteX13-291" fmla="*/ 0 w 3502463"/>
                  <a:gd name="connsiteY13-292" fmla="*/ 3709945 h 4877658"/>
                  <a:gd name="connsiteX14-293" fmla="*/ 496141 w 3502463"/>
                  <a:gd name="connsiteY14-294" fmla="*/ 3423262 h 4877658"/>
                  <a:gd name="connsiteX15-295" fmla="*/ 633345 w 3502463"/>
                  <a:gd name="connsiteY15-296" fmla="*/ 3503065 h 4877658"/>
                  <a:gd name="connsiteX16-297" fmla="*/ 634128 w 3502463"/>
                  <a:gd name="connsiteY16-298" fmla="*/ 3501964 h 4877658"/>
                  <a:gd name="connsiteX17-299" fmla="*/ 498785 w 3502463"/>
                  <a:gd name="connsiteY17-300" fmla="*/ 3423239 h 4877658"/>
                  <a:gd name="connsiteX18-301" fmla="*/ 497453 w 3502463"/>
                  <a:gd name="connsiteY18-302" fmla="*/ 2853810 h 4877658"/>
                  <a:gd name="connsiteX19-303" fmla="*/ 920450 w 3502463"/>
                  <a:gd name="connsiteY19-304" fmla="*/ 3099566 h 4877658"/>
                  <a:gd name="connsiteX20-305" fmla="*/ 921108 w 3502463"/>
                  <a:gd name="connsiteY20-306" fmla="*/ 3098641 h 4877658"/>
                  <a:gd name="connsiteX21-307" fmla="*/ 497453 w 3502463"/>
                  <a:gd name="connsiteY21-308" fmla="*/ 2852493 h 4877658"/>
                  <a:gd name="connsiteX22-309" fmla="*/ 991341 w 3502463"/>
                  <a:gd name="connsiteY22-310" fmla="*/ 2566746 h 4877658"/>
                  <a:gd name="connsiteX23-311" fmla="*/ 989692 w 3502463"/>
                  <a:gd name="connsiteY23-312" fmla="*/ 2565787 h 4877658"/>
                  <a:gd name="connsiteX24-313" fmla="*/ 988360 w 3502463"/>
                  <a:gd name="connsiteY24-314" fmla="*/ 1996358 h 4877658"/>
                  <a:gd name="connsiteX25-315" fmla="*/ 1406987 w 3502463"/>
                  <a:gd name="connsiteY25-316" fmla="*/ 2239574 h 4877658"/>
                  <a:gd name="connsiteX26-317" fmla="*/ 1407499 w 3502463"/>
                  <a:gd name="connsiteY26-318" fmla="*/ 2238560 h 4877658"/>
                  <a:gd name="connsiteX27-319" fmla="*/ 988360 w 3502463"/>
                  <a:gd name="connsiteY27-320" fmla="*/ 1995040 h 4877658"/>
                  <a:gd name="connsiteX28-321" fmla="*/ 1483867 w 3502463"/>
                  <a:gd name="connsiteY28-322" fmla="*/ 1708358 h 4877658"/>
                  <a:gd name="connsiteX29-323" fmla="*/ 1652876 w 3502463"/>
                  <a:gd name="connsiteY29-324" fmla="*/ 1806492 h 4877658"/>
                  <a:gd name="connsiteX30-325" fmla="*/ 1653431 w 3502463"/>
                  <a:gd name="connsiteY30-326" fmla="*/ 1805584 h 4877658"/>
                  <a:gd name="connsiteX31-327" fmla="*/ 1487147 w 3502463"/>
                  <a:gd name="connsiteY31-328" fmla="*/ 1709037 h 4877658"/>
                  <a:gd name="connsiteX32-329" fmla="*/ 1485825 w 3502463"/>
                  <a:gd name="connsiteY32-330" fmla="*/ 1143487 h 4877658"/>
                  <a:gd name="connsiteX33-331" fmla="*/ 1485814 w 3502463"/>
                  <a:gd name="connsiteY33-332" fmla="*/ 1143480 h 4877658"/>
                  <a:gd name="connsiteX34-333" fmla="*/ 1485824 w 3502463"/>
                  <a:gd name="connsiteY34-334" fmla="*/ 1143474 h 4877658"/>
                  <a:gd name="connsiteX35-335" fmla="*/ 1485814 w 3502463"/>
                  <a:gd name="connsiteY35-336" fmla="*/ 1138906 h 4877658"/>
                  <a:gd name="connsiteX36-337" fmla="*/ 1489763 w 3502463"/>
                  <a:gd name="connsiteY36-338" fmla="*/ 1141203 h 4877658"/>
                  <a:gd name="connsiteX37-339" fmla="*/ 1979723 w 3502463"/>
                  <a:gd name="connsiteY37-340" fmla="*/ 858739 h 4877658"/>
                  <a:gd name="connsiteX38-341" fmla="*/ 1978674 w 3502463"/>
                  <a:gd name="connsiteY38-342" fmla="*/ 858130 h 4877658"/>
                  <a:gd name="connsiteX39-343" fmla="*/ 1976722 w 3502463"/>
                  <a:gd name="connsiteY39-344" fmla="*/ 287999 h 4877658"/>
                  <a:gd name="connsiteX40-345" fmla="*/ 1976721 w 3502463"/>
                  <a:gd name="connsiteY40-346" fmla="*/ 286028 h 4877658"/>
                  <a:gd name="connsiteX41-347" fmla="*/ 2472863 w 3502463"/>
                  <a:gd name="connsiteY41-348" fmla="*/ 0 h 4877658"/>
                  <a:gd name="connsiteX0-349" fmla="*/ 2472863 w 3502463"/>
                  <a:gd name="connsiteY0-350" fmla="*/ 0 h 4877658"/>
                  <a:gd name="connsiteX1-351" fmla="*/ 3499190 w 3502463"/>
                  <a:gd name="connsiteY1-352" fmla="*/ 596298 h 4877658"/>
                  <a:gd name="connsiteX2-353" fmla="*/ 3500515 w 3502463"/>
                  <a:gd name="connsiteY2-354" fmla="*/ 595634 h 4877658"/>
                  <a:gd name="connsiteX3-355" fmla="*/ 3502463 w 3502463"/>
                  <a:gd name="connsiteY3-356" fmla="*/ 1165691 h 4877658"/>
                  <a:gd name="connsiteX4-357" fmla="*/ 1525120 w 3502463"/>
                  <a:gd name="connsiteY4-358" fmla="*/ 4590390 h 4877658"/>
                  <a:gd name="connsiteX5-359" fmla="*/ 1028894 w 3502463"/>
                  <a:gd name="connsiteY5-360" fmla="*/ 4877004 h 4877658"/>
                  <a:gd name="connsiteX6-361" fmla="*/ 1028317 w 3502463"/>
                  <a:gd name="connsiteY6-362" fmla="*/ 4615809 h 4877658"/>
                  <a:gd name="connsiteX7-363" fmla="*/ 1027698 w 3502463"/>
                  <a:gd name="connsiteY7-364" fmla="*/ 4615773 h 4877658"/>
                  <a:gd name="connsiteX8-365" fmla="*/ 1028288 w 3502463"/>
                  <a:gd name="connsiteY8-366" fmla="*/ 4877658 h 4877658"/>
                  <a:gd name="connsiteX9-367" fmla="*/ 1952 w 3502463"/>
                  <a:gd name="connsiteY9-368" fmla="*/ 4280690 h 4877658"/>
                  <a:gd name="connsiteX10-369" fmla="*/ 0 w 3502463"/>
                  <a:gd name="connsiteY10-370" fmla="*/ 3711261 h 4877658"/>
                  <a:gd name="connsiteX11-371" fmla="*/ 343359 w 3502463"/>
                  <a:gd name="connsiteY11-372" fmla="*/ 3910612 h 4877658"/>
                  <a:gd name="connsiteX12-373" fmla="*/ 344013 w 3502463"/>
                  <a:gd name="connsiteY12-374" fmla="*/ 3909693 h 4877658"/>
                  <a:gd name="connsiteX13-375" fmla="*/ 0 w 3502463"/>
                  <a:gd name="connsiteY13-376" fmla="*/ 3709945 h 4877658"/>
                  <a:gd name="connsiteX14-377" fmla="*/ 496141 w 3502463"/>
                  <a:gd name="connsiteY14-378" fmla="*/ 3423262 h 4877658"/>
                  <a:gd name="connsiteX15-379" fmla="*/ 633345 w 3502463"/>
                  <a:gd name="connsiteY15-380" fmla="*/ 3503065 h 4877658"/>
                  <a:gd name="connsiteX16-381" fmla="*/ 634128 w 3502463"/>
                  <a:gd name="connsiteY16-382" fmla="*/ 3501964 h 4877658"/>
                  <a:gd name="connsiteX17-383" fmla="*/ 498785 w 3502463"/>
                  <a:gd name="connsiteY17-384" fmla="*/ 3423239 h 4877658"/>
                  <a:gd name="connsiteX18-385" fmla="*/ 497453 w 3502463"/>
                  <a:gd name="connsiteY18-386" fmla="*/ 2853810 h 4877658"/>
                  <a:gd name="connsiteX19-387" fmla="*/ 920450 w 3502463"/>
                  <a:gd name="connsiteY19-388" fmla="*/ 3099566 h 4877658"/>
                  <a:gd name="connsiteX20-389" fmla="*/ 921108 w 3502463"/>
                  <a:gd name="connsiteY20-390" fmla="*/ 3098641 h 4877658"/>
                  <a:gd name="connsiteX21-391" fmla="*/ 497453 w 3502463"/>
                  <a:gd name="connsiteY21-392" fmla="*/ 2852493 h 4877658"/>
                  <a:gd name="connsiteX22-393" fmla="*/ 991341 w 3502463"/>
                  <a:gd name="connsiteY22-394" fmla="*/ 2566746 h 4877658"/>
                  <a:gd name="connsiteX23-395" fmla="*/ 989692 w 3502463"/>
                  <a:gd name="connsiteY23-396" fmla="*/ 2565787 h 4877658"/>
                  <a:gd name="connsiteX24-397" fmla="*/ 988360 w 3502463"/>
                  <a:gd name="connsiteY24-398" fmla="*/ 1996358 h 4877658"/>
                  <a:gd name="connsiteX25-399" fmla="*/ 1406987 w 3502463"/>
                  <a:gd name="connsiteY25-400" fmla="*/ 2239574 h 4877658"/>
                  <a:gd name="connsiteX26-401" fmla="*/ 1407499 w 3502463"/>
                  <a:gd name="connsiteY26-402" fmla="*/ 2238560 h 4877658"/>
                  <a:gd name="connsiteX27-403" fmla="*/ 988360 w 3502463"/>
                  <a:gd name="connsiteY27-404" fmla="*/ 1995040 h 4877658"/>
                  <a:gd name="connsiteX28-405" fmla="*/ 1483867 w 3502463"/>
                  <a:gd name="connsiteY28-406" fmla="*/ 1708358 h 4877658"/>
                  <a:gd name="connsiteX29-407" fmla="*/ 1652876 w 3502463"/>
                  <a:gd name="connsiteY29-408" fmla="*/ 1806492 h 4877658"/>
                  <a:gd name="connsiteX30-409" fmla="*/ 1487147 w 3502463"/>
                  <a:gd name="connsiteY30-410" fmla="*/ 1709037 h 4877658"/>
                  <a:gd name="connsiteX31-411" fmla="*/ 1485825 w 3502463"/>
                  <a:gd name="connsiteY31-412" fmla="*/ 1143487 h 4877658"/>
                  <a:gd name="connsiteX32-413" fmla="*/ 1485814 w 3502463"/>
                  <a:gd name="connsiteY32-414" fmla="*/ 1143480 h 4877658"/>
                  <a:gd name="connsiteX33-415" fmla="*/ 1485824 w 3502463"/>
                  <a:gd name="connsiteY33-416" fmla="*/ 1143474 h 4877658"/>
                  <a:gd name="connsiteX34-417" fmla="*/ 1485814 w 3502463"/>
                  <a:gd name="connsiteY34-418" fmla="*/ 1138906 h 4877658"/>
                  <a:gd name="connsiteX35-419" fmla="*/ 1489763 w 3502463"/>
                  <a:gd name="connsiteY35-420" fmla="*/ 1141203 h 4877658"/>
                  <a:gd name="connsiteX36-421" fmla="*/ 1979723 w 3502463"/>
                  <a:gd name="connsiteY36-422" fmla="*/ 858739 h 4877658"/>
                  <a:gd name="connsiteX37-423" fmla="*/ 1978674 w 3502463"/>
                  <a:gd name="connsiteY37-424" fmla="*/ 858130 h 4877658"/>
                  <a:gd name="connsiteX38-425" fmla="*/ 1976722 w 3502463"/>
                  <a:gd name="connsiteY38-426" fmla="*/ 287999 h 4877658"/>
                  <a:gd name="connsiteX39-427" fmla="*/ 1976721 w 3502463"/>
                  <a:gd name="connsiteY39-428" fmla="*/ 286028 h 4877658"/>
                  <a:gd name="connsiteX40-429" fmla="*/ 2472863 w 3502463"/>
                  <a:gd name="connsiteY40-430" fmla="*/ 0 h 4877658"/>
                  <a:gd name="connsiteX0-431" fmla="*/ 2472863 w 3502463"/>
                  <a:gd name="connsiteY0-432" fmla="*/ 0 h 4877658"/>
                  <a:gd name="connsiteX1-433" fmla="*/ 3499190 w 3502463"/>
                  <a:gd name="connsiteY1-434" fmla="*/ 596298 h 4877658"/>
                  <a:gd name="connsiteX2-435" fmla="*/ 3500515 w 3502463"/>
                  <a:gd name="connsiteY2-436" fmla="*/ 595634 h 4877658"/>
                  <a:gd name="connsiteX3-437" fmla="*/ 3502463 w 3502463"/>
                  <a:gd name="connsiteY3-438" fmla="*/ 1165691 h 4877658"/>
                  <a:gd name="connsiteX4-439" fmla="*/ 1525120 w 3502463"/>
                  <a:gd name="connsiteY4-440" fmla="*/ 4590390 h 4877658"/>
                  <a:gd name="connsiteX5-441" fmla="*/ 1028894 w 3502463"/>
                  <a:gd name="connsiteY5-442" fmla="*/ 4877004 h 4877658"/>
                  <a:gd name="connsiteX6-443" fmla="*/ 1028317 w 3502463"/>
                  <a:gd name="connsiteY6-444" fmla="*/ 4615809 h 4877658"/>
                  <a:gd name="connsiteX7-445" fmla="*/ 1027698 w 3502463"/>
                  <a:gd name="connsiteY7-446" fmla="*/ 4615773 h 4877658"/>
                  <a:gd name="connsiteX8-447" fmla="*/ 1028288 w 3502463"/>
                  <a:gd name="connsiteY8-448" fmla="*/ 4877658 h 4877658"/>
                  <a:gd name="connsiteX9-449" fmla="*/ 1952 w 3502463"/>
                  <a:gd name="connsiteY9-450" fmla="*/ 4280690 h 4877658"/>
                  <a:gd name="connsiteX10-451" fmla="*/ 0 w 3502463"/>
                  <a:gd name="connsiteY10-452" fmla="*/ 3711261 h 4877658"/>
                  <a:gd name="connsiteX11-453" fmla="*/ 343359 w 3502463"/>
                  <a:gd name="connsiteY11-454" fmla="*/ 3910612 h 4877658"/>
                  <a:gd name="connsiteX12-455" fmla="*/ 344013 w 3502463"/>
                  <a:gd name="connsiteY12-456" fmla="*/ 3909693 h 4877658"/>
                  <a:gd name="connsiteX13-457" fmla="*/ 0 w 3502463"/>
                  <a:gd name="connsiteY13-458" fmla="*/ 3709945 h 4877658"/>
                  <a:gd name="connsiteX14-459" fmla="*/ 496141 w 3502463"/>
                  <a:gd name="connsiteY14-460" fmla="*/ 3423262 h 4877658"/>
                  <a:gd name="connsiteX15-461" fmla="*/ 633345 w 3502463"/>
                  <a:gd name="connsiteY15-462" fmla="*/ 3503065 h 4877658"/>
                  <a:gd name="connsiteX16-463" fmla="*/ 634128 w 3502463"/>
                  <a:gd name="connsiteY16-464" fmla="*/ 3501964 h 4877658"/>
                  <a:gd name="connsiteX17-465" fmla="*/ 498785 w 3502463"/>
                  <a:gd name="connsiteY17-466" fmla="*/ 3423239 h 4877658"/>
                  <a:gd name="connsiteX18-467" fmla="*/ 497453 w 3502463"/>
                  <a:gd name="connsiteY18-468" fmla="*/ 2853810 h 4877658"/>
                  <a:gd name="connsiteX19-469" fmla="*/ 920450 w 3502463"/>
                  <a:gd name="connsiteY19-470" fmla="*/ 3099566 h 4877658"/>
                  <a:gd name="connsiteX20-471" fmla="*/ 921108 w 3502463"/>
                  <a:gd name="connsiteY20-472" fmla="*/ 3098641 h 4877658"/>
                  <a:gd name="connsiteX21-473" fmla="*/ 497453 w 3502463"/>
                  <a:gd name="connsiteY21-474" fmla="*/ 2852493 h 4877658"/>
                  <a:gd name="connsiteX22-475" fmla="*/ 991341 w 3502463"/>
                  <a:gd name="connsiteY22-476" fmla="*/ 2566746 h 4877658"/>
                  <a:gd name="connsiteX23-477" fmla="*/ 989692 w 3502463"/>
                  <a:gd name="connsiteY23-478" fmla="*/ 2565787 h 4877658"/>
                  <a:gd name="connsiteX24-479" fmla="*/ 988360 w 3502463"/>
                  <a:gd name="connsiteY24-480" fmla="*/ 1996358 h 4877658"/>
                  <a:gd name="connsiteX25-481" fmla="*/ 1406987 w 3502463"/>
                  <a:gd name="connsiteY25-482" fmla="*/ 2239574 h 4877658"/>
                  <a:gd name="connsiteX26-483" fmla="*/ 1407499 w 3502463"/>
                  <a:gd name="connsiteY26-484" fmla="*/ 2238560 h 4877658"/>
                  <a:gd name="connsiteX27-485" fmla="*/ 988360 w 3502463"/>
                  <a:gd name="connsiteY27-486" fmla="*/ 1995040 h 4877658"/>
                  <a:gd name="connsiteX28-487" fmla="*/ 1483867 w 3502463"/>
                  <a:gd name="connsiteY28-488" fmla="*/ 1708358 h 4877658"/>
                  <a:gd name="connsiteX29-489" fmla="*/ 1487147 w 3502463"/>
                  <a:gd name="connsiteY29-490" fmla="*/ 1709037 h 4877658"/>
                  <a:gd name="connsiteX30-491" fmla="*/ 1485825 w 3502463"/>
                  <a:gd name="connsiteY30-492" fmla="*/ 1143487 h 4877658"/>
                  <a:gd name="connsiteX31-493" fmla="*/ 1485814 w 3502463"/>
                  <a:gd name="connsiteY31-494" fmla="*/ 1143480 h 4877658"/>
                  <a:gd name="connsiteX32-495" fmla="*/ 1485824 w 3502463"/>
                  <a:gd name="connsiteY32-496" fmla="*/ 1143474 h 4877658"/>
                  <a:gd name="connsiteX33-497" fmla="*/ 1485814 w 3502463"/>
                  <a:gd name="connsiteY33-498" fmla="*/ 1138906 h 4877658"/>
                  <a:gd name="connsiteX34-499" fmla="*/ 1489763 w 3502463"/>
                  <a:gd name="connsiteY34-500" fmla="*/ 1141203 h 4877658"/>
                  <a:gd name="connsiteX35-501" fmla="*/ 1979723 w 3502463"/>
                  <a:gd name="connsiteY35-502" fmla="*/ 858739 h 4877658"/>
                  <a:gd name="connsiteX36-503" fmla="*/ 1978674 w 3502463"/>
                  <a:gd name="connsiteY36-504" fmla="*/ 858130 h 4877658"/>
                  <a:gd name="connsiteX37-505" fmla="*/ 1976722 w 3502463"/>
                  <a:gd name="connsiteY37-506" fmla="*/ 287999 h 4877658"/>
                  <a:gd name="connsiteX38-507" fmla="*/ 1976721 w 3502463"/>
                  <a:gd name="connsiteY38-508" fmla="*/ 286028 h 4877658"/>
                  <a:gd name="connsiteX39-509" fmla="*/ 2472863 w 3502463"/>
                  <a:gd name="connsiteY39-510" fmla="*/ 0 h 4877658"/>
                  <a:gd name="connsiteX0-511" fmla="*/ 2472863 w 3502463"/>
                  <a:gd name="connsiteY0-512" fmla="*/ 0 h 4877658"/>
                  <a:gd name="connsiteX1-513" fmla="*/ 3499190 w 3502463"/>
                  <a:gd name="connsiteY1-514" fmla="*/ 596298 h 4877658"/>
                  <a:gd name="connsiteX2-515" fmla="*/ 3500515 w 3502463"/>
                  <a:gd name="connsiteY2-516" fmla="*/ 595634 h 4877658"/>
                  <a:gd name="connsiteX3-517" fmla="*/ 3502463 w 3502463"/>
                  <a:gd name="connsiteY3-518" fmla="*/ 1165691 h 4877658"/>
                  <a:gd name="connsiteX4-519" fmla="*/ 1525120 w 3502463"/>
                  <a:gd name="connsiteY4-520" fmla="*/ 4590390 h 4877658"/>
                  <a:gd name="connsiteX5-521" fmla="*/ 1028894 w 3502463"/>
                  <a:gd name="connsiteY5-522" fmla="*/ 4877004 h 4877658"/>
                  <a:gd name="connsiteX6-523" fmla="*/ 1028317 w 3502463"/>
                  <a:gd name="connsiteY6-524" fmla="*/ 4615809 h 4877658"/>
                  <a:gd name="connsiteX7-525" fmla="*/ 1027698 w 3502463"/>
                  <a:gd name="connsiteY7-526" fmla="*/ 4615773 h 4877658"/>
                  <a:gd name="connsiteX8-527" fmla="*/ 1028288 w 3502463"/>
                  <a:gd name="connsiteY8-528" fmla="*/ 4877658 h 4877658"/>
                  <a:gd name="connsiteX9-529" fmla="*/ 1952 w 3502463"/>
                  <a:gd name="connsiteY9-530" fmla="*/ 4280690 h 4877658"/>
                  <a:gd name="connsiteX10-531" fmla="*/ 0 w 3502463"/>
                  <a:gd name="connsiteY10-532" fmla="*/ 3711261 h 4877658"/>
                  <a:gd name="connsiteX11-533" fmla="*/ 343359 w 3502463"/>
                  <a:gd name="connsiteY11-534" fmla="*/ 3910612 h 4877658"/>
                  <a:gd name="connsiteX12-535" fmla="*/ 344013 w 3502463"/>
                  <a:gd name="connsiteY12-536" fmla="*/ 3909693 h 4877658"/>
                  <a:gd name="connsiteX13-537" fmla="*/ 0 w 3502463"/>
                  <a:gd name="connsiteY13-538" fmla="*/ 3709945 h 4877658"/>
                  <a:gd name="connsiteX14-539" fmla="*/ 496141 w 3502463"/>
                  <a:gd name="connsiteY14-540" fmla="*/ 3423262 h 4877658"/>
                  <a:gd name="connsiteX15-541" fmla="*/ 633345 w 3502463"/>
                  <a:gd name="connsiteY15-542" fmla="*/ 3503065 h 4877658"/>
                  <a:gd name="connsiteX16-543" fmla="*/ 634128 w 3502463"/>
                  <a:gd name="connsiteY16-544" fmla="*/ 3501964 h 4877658"/>
                  <a:gd name="connsiteX17-545" fmla="*/ 498785 w 3502463"/>
                  <a:gd name="connsiteY17-546" fmla="*/ 3423239 h 4877658"/>
                  <a:gd name="connsiteX18-547" fmla="*/ 497453 w 3502463"/>
                  <a:gd name="connsiteY18-548" fmla="*/ 2853810 h 4877658"/>
                  <a:gd name="connsiteX19-549" fmla="*/ 920450 w 3502463"/>
                  <a:gd name="connsiteY19-550" fmla="*/ 3099566 h 4877658"/>
                  <a:gd name="connsiteX20-551" fmla="*/ 921108 w 3502463"/>
                  <a:gd name="connsiteY20-552" fmla="*/ 3098641 h 4877658"/>
                  <a:gd name="connsiteX21-553" fmla="*/ 497453 w 3502463"/>
                  <a:gd name="connsiteY21-554" fmla="*/ 2852493 h 4877658"/>
                  <a:gd name="connsiteX22-555" fmla="*/ 991341 w 3502463"/>
                  <a:gd name="connsiteY22-556" fmla="*/ 2566746 h 4877658"/>
                  <a:gd name="connsiteX23-557" fmla="*/ 989692 w 3502463"/>
                  <a:gd name="connsiteY23-558" fmla="*/ 2565787 h 4877658"/>
                  <a:gd name="connsiteX24-559" fmla="*/ 988360 w 3502463"/>
                  <a:gd name="connsiteY24-560" fmla="*/ 1996358 h 4877658"/>
                  <a:gd name="connsiteX25-561" fmla="*/ 1406987 w 3502463"/>
                  <a:gd name="connsiteY25-562" fmla="*/ 2239574 h 4877658"/>
                  <a:gd name="connsiteX26-563" fmla="*/ 1384639 w 3502463"/>
                  <a:gd name="connsiteY26-564" fmla="*/ 2246180 h 4877658"/>
                  <a:gd name="connsiteX27-565" fmla="*/ 988360 w 3502463"/>
                  <a:gd name="connsiteY27-566" fmla="*/ 1995040 h 4877658"/>
                  <a:gd name="connsiteX28-567" fmla="*/ 1483867 w 3502463"/>
                  <a:gd name="connsiteY28-568" fmla="*/ 1708358 h 4877658"/>
                  <a:gd name="connsiteX29-569" fmla="*/ 1487147 w 3502463"/>
                  <a:gd name="connsiteY29-570" fmla="*/ 1709037 h 4877658"/>
                  <a:gd name="connsiteX30-571" fmla="*/ 1485825 w 3502463"/>
                  <a:gd name="connsiteY30-572" fmla="*/ 1143487 h 4877658"/>
                  <a:gd name="connsiteX31-573" fmla="*/ 1485814 w 3502463"/>
                  <a:gd name="connsiteY31-574" fmla="*/ 1143480 h 4877658"/>
                  <a:gd name="connsiteX32-575" fmla="*/ 1485824 w 3502463"/>
                  <a:gd name="connsiteY32-576" fmla="*/ 1143474 h 4877658"/>
                  <a:gd name="connsiteX33-577" fmla="*/ 1485814 w 3502463"/>
                  <a:gd name="connsiteY33-578" fmla="*/ 1138906 h 4877658"/>
                  <a:gd name="connsiteX34-579" fmla="*/ 1489763 w 3502463"/>
                  <a:gd name="connsiteY34-580" fmla="*/ 1141203 h 4877658"/>
                  <a:gd name="connsiteX35-581" fmla="*/ 1979723 w 3502463"/>
                  <a:gd name="connsiteY35-582" fmla="*/ 858739 h 4877658"/>
                  <a:gd name="connsiteX36-583" fmla="*/ 1978674 w 3502463"/>
                  <a:gd name="connsiteY36-584" fmla="*/ 858130 h 4877658"/>
                  <a:gd name="connsiteX37-585" fmla="*/ 1976722 w 3502463"/>
                  <a:gd name="connsiteY37-586" fmla="*/ 287999 h 4877658"/>
                  <a:gd name="connsiteX38-587" fmla="*/ 1976721 w 3502463"/>
                  <a:gd name="connsiteY38-588" fmla="*/ 286028 h 4877658"/>
                  <a:gd name="connsiteX39-589" fmla="*/ 2472863 w 3502463"/>
                  <a:gd name="connsiteY39-590" fmla="*/ 0 h 4877658"/>
                  <a:gd name="connsiteX0-591" fmla="*/ 2472863 w 3502463"/>
                  <a:gd name="connsiteY0-592" fmla="*/ 0 h 4877658"/>
                  <a:gd name="connsiteX1-593" fmla="*/ 3499190 w 3502463"/>
                  <a:gd name="connsiteY1-594" fmla="*/ 596298 h 4877658"/>
                  <a:gd name="connsiteX2-595" fmla="*/ 3500515 w 3502463"/>
                  <a:gd name="connsiteY2-596" fmla="*/ 595634 h 4877658"/>
                  <a:gd name="connsiteX3-597" fmla="*/ 3502463 w 3502463"/>
                  <a:gd name="connsiteY3-598" fmla="*/ 1165691 h 4877658"/>
                  <a:gd name="connsiteX4-599" fmla="*/ 1525120 w 3502463"/>
                  <a:gd name="connsiteY4-600" fmla="*/ 4590390 h 4877658"/>
                  <a:gd name="connsiteX5-601" fmla="*/ 1028894 w 3502463"/>
                  <a:gd name="connsiteY5-602" fmla="*/ 4877004 h 4877658"/>
                  <a:gd name="connsiteX6-603" fmla="*/ 1028317 w 3502463"/>
                  <a:gd name="connsiteY6-604" fmla="*/ 4615809 h 4877658"/>
                  <a:gd name="connsiteX7-605" fmla="*/ 1027698 w 3502463"/>
                  <a:gd name="connsiteY7-606" fmla="*/ 4615773 h 4877658"/>
                  <a:gd name="connsiteX8-607" fmla="*/ 1028288 w 3502463"/>
                  <a:gd name="connsiteY8-608" fmla="*/ 4877658 h 4877658"/>
                  <a:gd name="connsiteX9-609" fmla="*/ 1952 w 3502463"/>
                  <a:gd name="connsiteY9-610" fmla="*/ 4280690 h 4877658"/>
                  <a:gd name="connsiteX10-611" fmla="*/ 0 w 3502463"/>
                  <a:gd name="connsiteY10-612" fmla="*/ 3711261 h 4877658"/>
                  <a:gd name="connsiteX11-613" fmla="*/ 343359 w 3502463"/>
                  <a:gd name="connsiteY11-614" fmla="*/ 3910612 h 4877658"/>
                  <a:gd name="connsiteX12-615" fmla="*/ 344013 w 3502463"/>
                  <a:gd name="connsiteY12-616" fmla="*/ 3909693 h 4877658"/>
                  <a:gd name="connsiteX13-617" fmla="*/ 0 w 3502463"/>
                  <a:gd name="connsiteY13-618" fmla="*/ 3709945 h 4877658"/>
                  <a:gd name="connsiteX14-619" fmla="*/ 496141 w 3502463"/>
                  <a:gd name="connsiteY14-620" fmla="*/ 3423262 h 4877658"/>
                  <a:gd name="connsiteX15-621" fmla="*/ 633345 w 3502463"/>
                  <a:gd name="connsiteY15-622" fmla="*/ 3503065 h 4877658"/>
                  <a:gd name="connsiteX16-623" fmla="*/ 634128 w 3502463"/>
                  <a:gd name="connsiteY16-624" fmla="*/ 3501964 h 4877658"/>
                  <a:gd name="connsiteX17-625" fmla="*/ 498785 w 3502463"/>
                  <a:gd name="connsiteY17-626" fmla="*/ 3423239 h 4877658"/>
                  <a:gd name="connsiteX18-627" fmla="*/ 497453 w 3502463"/>
                  <a:gd name="connsiteY18-628" fmla="*/ 2853810 h 4877658"/>
                  <a:gd name="connsiteX19-629" fmla="*/ 920450 w 3502463"/>
                  <a:gd name="connsiteY19-630" fmla="*/ 3099566 h 4877658"/>
                  <a:gd name="connsiteX20-631" fmla="*/ 921108 w 3502463"/>
                  <a:gd name="connsiteY20-632" fmla="*/ 3098641 h 4877658"/>
                  <a:gd name="connsiteX21-633" fmla="*/ 497453 w 3502463"/>
                  <a:gd name="connsiteY21-634" fmla="*/ 2852493 h 4877658"/>
                  <a:gd name="connsiteX22-635" fmla="*/ 991341 w 3502463"/>
                  <a:gd name="connsiteY22-636" fmla="*/ 2566746 h 4877658"/>
                  <a:gd name="connsiteX23-637" fmla="*/ 989692 w 3502463"/>
                  <a:gd name="connsiteY23-638" fmla="*/ 2565787 h 4877658"/>
                  <a:gd name="connsiteX24-639" fmla="*/ 988360 w 3502463"/>
                  <a:gd name="connsiteY24-640" fmla="*/ 1996358 h 4877658"/>
                  <a:gd name="connsiteX25-641" fmla="*/ 1406987 w 3502463"/>
                  <a:gd name="connsiteY25-642" fmla="*/ 2239574 h 4877658"/>
                  <a:gd name="connsiteX26-643" fmla="*/ 988360 w 3502463"/>
                  <a:gd name="connsiteY26-644" fmla="*/ 1995040 h 4877658"/>
                  <a:gd name="connsiteX27-645" fmla="*/ 1483867 w 3502463"/>
                  <a:gd name="connsiteY27-646" fmla="*/ 1708358 h 4877658"/>
                  <a:gd name="connsiteX28-647" fmla="*/ 1487147 w 3502463"/>
                  <a:gd name="connsiteY28-648" fmla="*/ 1709037 h 4877658"/>
                  <a:gd name="connsiteX29-649" fmla="*/ 1485825 w 3502463"/>
                  <a:gd name="connsiteY29-650" fmla="*/ 1143487 h 4877658"/>
                  <a:gd name="connsiteX30-651" fmla="*/ 1485814 w 3502463"/>
                  <a:gd name="connsiteY30-652" fmla="*/ 1143480 h 4877658"/>
                  <a:gd name="connsiteX31-653" fmla="*/ 1485824 w 3502463"/>
                  <a:gd name="connsiteY31-654" fmla="*/ 1143474 h 4877658"/>
                  <a:gd name="connsiteX32-655" fmla="*/ 1485814 w 3502463"/>
                  <a:gd name="connsiteY32-656" fmla="*/ 1138906 h 4877658"/>
                  <a:gd name="connsiteX33-657" fmla="*/ 1489763 w 3502463"/>
                  <a:gd name="connsiteY33-658" fmla="*/ 1141203 h 4877658"/>
                  <a:gd name="connsiteX34-659" fmla="*/ 1979723 w 3502463"/>
                  <a:gd name="connsiteY34-660" fmla="*/ 858739 h 4877658"/>
                  <a:gd name="connsiteX35-661" fmla="*/ 1978674 w 3502463"/>
                  <a:gd name="connsiteY35-662" fmla="*/ 858130 h 4877658"/>
                  <a:gd name="connsiteX36-663" fmla="*/ 1976722 w 3502463"/>
                  <a:gd name="connsiteY36-664" fmla="*/ 287999 h 4877658"/>
                  <a:gd name="connsiteX37-665" fmla="*/ 1976721 w 3502463"/>
                  <a:gd name="connsiteY37-666" fmla="*/ 286028 h 4877658"/>
                  <a:gd name="connsiteX38-667" fmla="*/ 2472863 w 3502463"/>
                  <a:gd name="connsiteY38-668" fmla="*/ 0 h 4877658"/>
                  <a:gd name="connsiteX0-669" fmla="*/ 2472863 w 3502463"/>
                  <a:gd name="connsiteY0-670" fmla="*/ 0 h 4877658"/>
                  <a:gd name="connsiteX1-671" fmla="*/ 3499190 w 3502463"/>
                  <a:gd name="connsiteY1-672" fmla="*/ 596298 h 4877658"/>
                  <a:gd name="connsiteX2-673" fmla="*/ 3500515 w 3502463"/>
                  <a:gd name="connsiteY2-674" fmla="*/ 595634 h 4877658"/>
                  <a:gd name="connsiteX3-675" fmla="*/ 3502463 w 3502463"/>
                  <a:gd name="connsiteY3-676" fmla="*/ 1165691 h 4877658"/>
                  <a:gd name="connsiteX4-677" fmla="*/ 1525120 w 3502463"/>
                  <a:gd name="connsiteY4-678" fmla="*/ 4590390 h 4877658"/>
                  <a:gd name="connsiteX5-679" fmla="*/ 1028894 w 3502463"/>
                  <a:gd name="connsiteY5-680" fmla="*/ 4877004 h 4877658"/>
                  <a:gd name="connsiteX6-681" fmla="*/ 1028317 w 3502463"/>
                  <a:gd name="connsiteY6-682" fmla="*/ 4615809 h 4877658"/>
                  <a:gd name="connsiteX7-683" fmla="*/ 1027698 w 3502463"/>
                  <a:gd name="connsiteY7-684" fmla="*/ 4615773 h 4877658"/>
                  <a:gd name="connsiteX8-685" fmla="*/ 1028288 w 3502463"/>
                  <a:gd name="connsiteY8-686" fmla="*/ 4877658 h 4877658"/>
                  <a:gd name="connsiteX9-687" fmla="*/ 1952 w 3502463"/>
                  <a:gd name="connsiteY9-688" fmla="*/ 4280690 h 4877658"/>
                  <a:gd name="connsiteX10-689" fmla="*/ 0 w 3502463"/>
                  <a:gd name="connsiteY10-690" fmla="*/ 3711261 h 4877658"/>
                  <a:gd name="connsiteX11-691" fmla="*/ 343359 w 3502463"/>
                  <a:gd name="connsiteY11-692" fmla="*/ 3910612 h 4877658"/>
                  <a:gd name="connsiteX12-693" fmla="*/ 344013 w 3502463"/>
                  <a:gd name="connsiteY12-694" fmla="*/ 3909693 h 4877658"/>
                  <a:gd name="connsiteX13-695" fmla="*/ 0 w 3502463"/>
                  <a:gd name="connsiteY13-696" fmla="*/ 3709945 h 4877658"/>
                  <a:gd name="connsiteX14-697" fmla="*/ 496141 w 3502463"/>
                  <a:gd name="connsiteY14-698" fmla="*/ 3423262 h 4877658"/>
                  <a:gd name="connsiteX15-699" fmla="*/ 633345 w 3502463"/>
                  <a:gd name="connsiteY15-700" fmla="*/ 3503065 h 4877658"/>
                  <a:gd name="connsiteX16-701" fmla="*/ 634128 w 3502463"/>
                  <a:gd name="connsiteY16-702" fmla="*/ 3501964 h 4877658"/>
                  <a:gd name="connsiteX17-703" fmla="*/ 498785 w 3502463"/>
                  <a:gd name="connsiteY17-704" fmla="*/ 3423239 h 4877658"/>
                  <a:gd name="connsiteX18-705" fmla="*/ 497453 w 3502463"/>
                  <a:gd name="connsiteY18-706" fmla="*/ 2853810 h 4877658"/>
                  <a:gd name="connsiteX19-707" fmla="*/ 920450 w 3502463"/>
                  <a:gd name="connsiteY19-708" fmla="*/ 3099566 h 4877658"/>
                  <a:gd name="connsiteX20-709" fmla="*/ 921108 w 3502463"/>
                  <a:gd name="connsiteY20-710" fmla="*/ 3098641 h 4877658"/>
                  <a:gd name="connsiteX21-711" fmla="*/ 497453 w 3502463"/>
                  <a:gd name="connsiteY21-712" fmla="*/ 2852493 h 4877658"/>
                  <a:gd name="connsiteX22-713" fmla="*/ 991341 w 3502463"/>
                  <a:gd name="connsiteY22-714" fmla="*/ 2566746 h 4877658"/>
                  <a:gd name="connsiteX23-715" fmla="*/ 989692 w 3502463"/>
                  <a:gd name="connsiteY23-716" fmla="*/ 2565787 h 4877658"/>
                  <a:gd name="connsiteX24-717" fmla="*/ 988360 w 3502463"/>
                  <a:gd name="connsiteY24-718" fmla="*/ 1996358 h 4877658"/>
                  <a:gd name="connsiteX25-719" fmla="*/ 988360 w 3502463"/>
                  <a:gd name="connsiteY25-720" fmla="*/ 1995040 h 4877658"/>
                  <a:gd name="connsiteX26-721" fmla="*/ 1483867 w 3502463"/>
                  <a:gd name="connsiteY26-722" fmla="*/ 1708358 h 4877658"/>
                  <a:gd name="connsiteX27-723" fmla="*/ 1487147 w 3502463"/>
                  <a:gd name="connsiteY27-724" fmla="*/ 1709037 h 4877658"/>
                  <a:gd name="connsiteX28-725" fmla="*/ 1485825 w 3502463"/>
                  <a:gd name="connsiteY28-726" fmla="*/ 1143487 h 4877658"/>
                  <a:gd name="connsiteX29-727" fmla="*/ 1485814 w 3502463"/>
                  <a:gd name="connsiteY29-728" fmla="*/ 1143480 h 4877658"/>
                  <a:gd name="connsiteX30-729" fmla="*/ 1485824 w 3502463"/>
                  <a:gd name="connsiteY30-730" fmla="*/ 1143474 h 4877658"/>
                  <a:gd name="connsiteX31-731" fmla="*/ 1485814 w 3502463"/>
                  <a:gd name="connsiteY31-732" fmla="*/ 1138906 h 4877658"/>
                  <a:gd name="connsiteX32-733" fmla="*/ 1489763 w 3502463"/>
                  <a:gd name="connsiteY32-734" fmla="*/ 1141203 h 4877658"/>
                  <a:gd name="connsiteX33-735" fmla="*/ 1979723 w 3502463"/>
                  <a:gd name="connsiteY33-736" fmla="*/ 858739 h 4877658"/>
                  <a:gd name="connsiteX34-737" fmla="*/ 1978674 w 3502463"/>
                  <a:gd name="connsiteY34-738" fmla="*/ 858130 h 4877658"/>
                  <a:gd name="connsiteX35-739" fmla="*/ 1976722 w 3502463"/>
                  <a:gd name="connsiteY35-740" fmla="*/ 287999 h 4877658"/>
                  <a:gd name="connsiteX36-741" fmla="*/ 1976721 w 3502463"/>
                  <a:gd name="connsiteY36-742" fmla="*/ 286028 h 4877658"/>
                  <a:gd name="connsiteX37-743" fmla="*/ 2472863 w 3502463"/>
                  <a:gd name="connsiteY37-744" fmla="*/ 0 h 4877658"/>
                  <a:gd name="connsiteX0-745" fmla="*/ 2472863 w 3502463"/>
                  <a:gd name="connsiteY0-746" fmla="*/ 0 h 4877658"/>
                  <a:gd name="connsiteX1-747" fmla="*/ 3499190 w 3502463"/>
                  <a:gd name="connsiteY1-748" fmla="*/ 596298 h 4877658"/>
                  <a:gd name="connsiteX2-749" fmla="*/ 3500515 w 3502463"/>
                  <a:gd name="connsiteY2-750" fmla="*/ 595634 h 4877658"/>
                  <a:gd name="connsiteX3-751" fmla="*/ 3502463 w 3502463"/>
                  <a:gd name="connsiteY3-752" fmla="*/ 1165691 h 4877658"/>
                  <a:gd name="connsiteX4-753" fmla="*/ 1525120 w 3502463"/>
                  <a:gd name="connsiteY4-754" fmla="*/ 4590390 h 4877658"/>
                  <a:gd name="connsiteX5-755" fmla="*/ 1028894 w 3502463"/>
                  <a:gd name="connsiteY5-756" fmla="*/ 4877004 h 4877658"/>
                  <a:gd name="connsiteX6-757" fmla="*/ 1028317 w 3502463"/>
                  <a:gd name="connsiteY6-758" fmla="*/ 4615809 h 4877658"/>
                  <a:gd name="connsiteX7-759" fmla="*/ 1027698 w 3502463"/>
                  <a:gd name="connsiteY7-760" fmla="*/ 4615773 h 4877658"/>
                  <a:gd name="connsiteX8-761" fmla="*/ 1028288 w 3502463"/>
                  <a:gd name="connsiteY8-762" fmla="*/ 4877658 h 4877658"/>
                  <a:gd name="connsiteX9-763" fmla="*/ 1952 w 3502463"/>
                  <a:gd name="connsiteY9-764" fmla="*/ 4280690 h 4877658"/>
                  <a:gd name="connsiteX10-765" fmla="*/ 0 w 3502463"/>
                  <a:gd name="connsiteY10-766" fmla="*/ 3711261 h 4877658"/>
                  <a:gd name="connsiteX11-767" fmla="*/ 343359 w 3502463"/>
                  <a:gd name="connsiteY11-768" fmla="*/ 3910612 h 4877658"/>
                  <a:gd name="connsiteX12-769" fmla="*/ 344013 w 3502463"/>
                  <a:gd name="connsiteY12-770" fmla="*/ 3909693 h 4877658"/>
                  <a:gd name="connsiteX13-771" fmla="*/ 0 w 3502463"/>
                  <a:gd name="connsiteY13-772" fmla="*/ 3709945 h 4877658"/>
                  <a:gd name="connsiteX14-773" fmla="*/ 496141 w 3502463"/>
                  <a:gd name="connsiteY14-774" fmla="*/ 3423262 h 4877658"/>
                  <a:gd name="connsiteX15-775" fmla="*/ 633345 w 3502463"/>
                  <a:gd name="connsiteY15-776" fmla="*/ 3503065 h 4877658"/>
                  <a:gd name="connsiteX16-777" fmla="*/ 634128 w 3502463"/>
                  <a:gd name="connsiteY16-778" fmla="*/ 3501964 h 4877658"/>
                  <a:gd name="connsiteX17-779" fmla="*/ 498785 w 3502463"/>
                  <a:gd name="connsiteY17-780" fmla="*/ 3423239 h 4877658"/>
                  <a:gd name="connsiteX18-781" fmla="*/ 497453 w 3502463"/>
                  <a:gd name="connsiteY18-782" fmla="*/ 2853810 h 4877658"/>
                  <a:gd name="connsiteX19-783" fmla="*/ 920450 w 3502463"/>
                  <a:gd name="connsiteY19-784" fmla="*/ 3099566 h 4877658"/>
                  <a:gd name="connsiteX20-785" fmla="*/ 497453 w 3502463"/>
                  <a:gd name="connsiteY20-786" fmla="*/ 2852493 h 4877658"/>
                  <a:gd name="connsiteX21-787" fmla="*/ 991341 w 3502463"/>
                  <a:gd name="connsiteY21-788" fmla="*/ 2566746 h 4877658"/>
                  <a:gd name="connsiteX22-789" fmla="*/ 989692 w 3502463"/>
                  <a:gd name="connsiteY22-790" fmla="*/ 2565787 h 4877658"/>
                  <a:gd name="connsiteX23-791" fmla="*/ 988360 w 3502463"/>
                  <a:gd name="connsiteY23-792" fmla="*/ 1996358 h 4877658"/>
                  <a:gd name="connsiteX24-793" fmla="*/ 988360 w 3502463"/>
                  <a:gd name="connsiteY24-794" fmla="*/ 1995040 h 4877658"/>
                  <a:gd name="connsiteX25-795" fmla="*/ 1483867 w 3502463"/>
                  <a:gd name="connsiteY25-796" fmla="*/ 1708358 h 4877658"/>
                  <a:gd name="connsiteX26-797" fmla="*/ 1487147 w 3502463"/>
                  <a:gd name="connsiteY26-798" fmla="*/ 1709037 h 4877658"/>
                  <a:gd name="connsiteX27-799" fmla="*/ 1485825 w 3502463"/>
                  <a:gd name="connsiteY27-800" fmla="*/ 1143487 h 4877658"/>
                  <a:gd name="connsiteX28-801" fmla="*/ 1485814 w 3502463"/>
                  <a:gd name="connsiteY28-802" fmla="*/ 1143480 h 4877658"/>
                  <a:gd name="connsiteX29-803" fmla="*/ 1485824 w 3502463"/>
                  <a:gd name="connsiteY29-804" fmla="*/ 1143474 h 4877658"/>
                  <a:gd name="connsiteX30-805" fmla="*/ 1485814 w 3502463"/>
                  <a:gd name="connsiteY30-806" fmla="*/ 1138906 h 4877658"/>
                  <a:gd name="connsiteX31-807" fmla="*/ 1489763 w 3502463"/>
                  <a:gd name="connsiteY31-808" fmla="*/ 1141203 h 4877658"/>
                  <a:gd name="connsiteX32-809" fmla="*/ 1979723 w 3502463"/>
                  <a:gd name="connsiteY32-810" fmla="*/ 858739 h 4877658"/>
                  <a:gd name="connsiteX33-811" fmla="*/ 1978674 w 3502463"/>
                  <a:gd name="connsiteY33-812" fmla="*/ 858130 h 4877658"/>
                  <a:gd name="connsiteX34-813" fmla="*/ 1976722 w 3502463"/>
                  <a:gd name="connsiteY34-814" fmla="*/ 287999 h 4877658"/>
                  <a:gd name="connsiteX35-815" fmla="*/ 1976721 w 3502463"/>
                  <a:gd name="connsiteY35-816" fmla="*/ 286028 h 4877658"/>
                  <a:gd name="connsiteX36-817" fmla="*/ 2472863 w 3502463"/>
                  <a:gd name="connsiteY36-818" fmla="*/ 0 h 4877658"/>
                  <a:gd name="connsiteX0-819" fmla="*/ 2472863 w 3502463"/>
                  <a:gd name="connsiteY0-820" fmla="*/ 0 h 4877658"/>
                  <a:gd name="connsiteX1-821" fmla="*/ 3499190 w 3502463"/>
                  <a:gd name="connsiteY1-822" fmla="*/ 596298 h 4877658"/>
                  <a:gd name="connsiteX2-823" fmla="*/ 3500515 w 3502463"/>
                  <a:gd name="connsiteY2-824" fmla="*/ 595634 h 4877658"/>
                  <a:gd name="connsiteX3-825" fmla="*/ 3502463 w 3502463"/>
                  <a:gd name="connsiteY3-826" fmla="*/ 1165691 h 4877658"/>
                  <a:gd name="connsiteX4-827" fmla="*/ 1525120 w 3502463"/>
                  <a:gd name="connsiteY4-828" fmla="*/ 4590390 h 4877658"/>
                  <a:gd name="connsiteX5-829" fmla="*/ 1028894 w 3502463"/>
                  <a:gd name="connsiteY5-830" fmla="*/ 4877004 h 4877658"/>
                  <a:gd name="connsiteX6-831" fmla="*/ 1028317 w 3502463"/>
                  <a:gd name="connsiteY6-832" fmla="*/ 4615809 h 4877658"/>
                  <a:gd name="connsiteX7-833" fmla="*/ 1027698 w 3502463"/>
                  <a:gd name="connsiteY7-834" fmla="*/ 4615773 h 4877658"/>
                  <a:gd name="connsiteX8-835" fmla="*/ 1028288 w 3502463"/>
                  <a:gd name="connsiteY8-836" fmla="*/ 4877658 h 4877658"/>
                  <a:gd name="connsiteX9-837" fmla="*/ 1952 w 3502463"/>
                  <a:gd name="connsiteY9-838" fmla="*/ 4280690 h 4877658"/>
                  <a:gd name="connsiteX10-839" fmla="*/ 0 w 3502463"/>
                  <a:gd name="connsiteY10-840" fmla="*/ 3711261 h 4877658"/>
                  <a:gd name="connsiteX11-841" fmla="*/ 343359 w 3502463"/>
                  <a:gd name="connsiteY11-842" fmla="*/ 3910612 h 4877658"/>
                  <a:gd name="connsiteX12-843" fmla="*/ 344013 w 3502463"/>
                  <a:gd name="connsiteY12-844" fmla="*/ 3909693 h 4877658"/>
                  <a:gd name="connsiteX13-845" fmla="*/ 0 w 3502463"/>
                  <a:gd name="connsiteY13-846" fmla="*/ 3709945 h 4877658"/>
                  <a:gd name="connsiteX14-847" fmla="*/ 496141 w 3502463"/>
                  <a:gd name="connsiteY14-848" fmla="*/ 3423262 h 4877658"/>
                  <a:gd name="connsiteX15-849" fmla="*/ 633345 w 3502463"/>
                  <a:gd name="connsiteY15-850" fmla="*/ 3503065 h 4877658"/>
                  <a:gd name="connsiteX16-851" fmla="*/ 634128 w 3502463"/>
                  <a:gd name="connsiteY16-852" fmla="*/ 3501964 h 4877658"/>
                  <a:gd name="connsiteX17-853" fmla="*/ 498785 w 3502463"/>
                  <a:gd name="connsiteY17-854" fmla="*/ 3423239 h 4877658"/>
                  <a:gd name="connsiteX18-855" fmla="*/ 497453 w 3502463"/>
                  <a:gd name="connsiteY18-856" fmla="*/ 2853810 h 4877658"/>
                  <a:gd name="connsiteX19-857" fmla="*/ 497453 w 3502463"/>
                  <a:gd name="connsiteY19-858" fmla="*/ 2852493 h 4877658"/>
                  <a:gd name="connsiteX20-859" fmla="*/ 991341 w 3502463"/>
                  <a:gd name="connsiteY20-860" fmla="*/ 2566746 h 4877658"/>
                  <a:gd name="connsiteX21-861" fmla="*/ 989692 w 3502463"/>
                  <a:gd name="connsiteY21-862" fmla="*/ 2565787 h 4877658"/>
                  <a:gd name="connsiteX22-863" fmla="*/ 988360 w 3502463"/>
                  <a:gd name="connsiteY22-864" fmla="*/ 1996358 h 4877658"/>
                  <a:gd name="connsiteX23-865" fmla="*/ 988360 w 3502463"/>
                  <a:gd name="connsiteY23-866" fmla="*/ 1995040 h 4877658"/>
                  <a:gd name="connsiteX24-867" fmla="*/ 1483867 w 3502463"/>
                  <a:gd name="connsiteY24-868" fmla="*/ 1708358 h 4877658"/>
                  <a:gd name="connsiteX25-869" fmla="*/ 1487147 w 3502463"/>
                  <a:gd name="connsiteY25-870" fmla="*/ 1709037 h 4877658"/>
                  <a:gd name="connsiteX26-871" fmla="*/ 1485825 w 3502463"/>
                  <a:gd name="connsiteY26-872" fmla="*/ 1143487 h 4877658"/>
                  <a:gd name="connsiteX27-873" fmla="*/ 1485814 w 3502463"/>
                  <a:gd name="connsiteY27-874" fmla="*/ 1143480 h 4877658"/>
                  <a:gd name="connsiteX28-875" fmla="*/ 1485824 w 3502463"/>
                  <a:gd name="connsiteY28-876" fmla="*/ 1143474 h 4877658"/>
                  <a:gd name="connsiteX29-877" fmla="*/ 1485814 w 3502463"/>
                  <a:gd name="connsiteY29-878" fmla="*/ 1138906 h 4877658"/>
                  <a:gd name="connsiteX30-879" fmla="*/ 1489763 w 3502463"/>
                  <a:gd name="connsiteY30-880" fmla="*/ 1141203 h 4877658"/>
                  <a:gd name="connsiteX31-881" fmla="*/ 1979723 w 3502463"/>
                  <a:gd name="connsiteY31-882" fmla="*/ 858739 h 4877658"/>
                  <a:gd name="connsiteX32-883" fmla="*/ 1978674 w 3502463"/>
                  <a:gd name="connsiteY32-884" fmla="*/ 858130 h 4877658"/>
                  <a:gd name="connsiteX33-885" fmla="*/ 1976722 w 3502463"/>
                  <a:gd name="connsiteY33-886" fmla="*/ 287999 h 4877658"/>
                  <a:gd name="connsiteX34-887" fmla="*/ 1976721 w 3502463"/>
                  <a:gd name="connsiteY34-888" fmla="*/ 286028 h 4877658"/>
                  <a:gd name="connsiteX35-889" fmla="*/ 2472863 w 3502463"/>
                  <a:gd name="connsiteY35-890" fmla="*/ 0 h 4877658"/>
                  <a:gd name="connsiteX0-891" fmla="*/ 2472863 w 3502463"/>
                  <a:gd name="connsiteY0-892" fmla="*/ 0 h 4877658"/>
                  <a:gd name="connsiteX1-893" fmla="*/ 3499190 w 3502463"/>
                  <a:gd name="connsiteY1-894" fmla="*/ 596298 h 4877658"/>
                  <a:gd name="connsiteX2-895" fmla="*/ 3500515 w 3502463"/>
                  <a:gd name="connsiteY2-896" fmla="*/ 595634 h 4877658"/>
                  <a:gd name="connsiteX3-897" fmla="*/ 3502463 w 3502463"/>
                  <a:gd name="connsiteY3-898" fmla="*/ 1165691 h 4877658"/>
                  <a:gd name="connsiteX4-899" fmla="*/ 1525120 w 3502463"/>
                  <a:gd name="connsiteY4-900" fmla="*/ 4590390 h 4877658"/>
                  <a:gd name="connsiteX5-901" fmla="*/ 1028894 w 3502463"/>
                  <a:gd name="connsiteY5-902" fmla="*/ 4877004 h 4877658"/>
                  <a:gd name="connsiteX6-903" fmla="*/ 1028317 w 3502463"/>
                  <a:gd name="connsiteY6-904" fmla="*/ 4615809 h 4877658"/>
                  <a:gd name="connsiteX7-905" fmla="*/ 1027698 w 3502463"/>
                  <a:gd name="connsiteY7-906" fmla="*/ 4615773 h 4877658"/>
                  <a:gd name="connsiteX8-907" fmla="*/ 1028288 w 3502463"/>
                  <a:gd name="connsiteY8-908" fmla="*/ 4877658 h 4877658"/>
                  <a:gd name="connsiteX9-909" fmla="*/ 1952 w 3502463"/>
                  <a:gd name="connsiteY9-910" fmla="*/ 4280690 h 4877658"/>
                  <a:gd name="connsiteX10-911" fmla="*/ 0 w 3502463"/>
                  <a:gd name="connsiteY10-912" fmla="*/ 3711261 h 4877658"/>
                  <a:gd name="connsiteX11-913" fmla="*/ 343359 w 3502463"/>
                  <a:gd name="connsiteY11-914" fmla="*/ 3910612 h 4877658"/>
                  <a:gd name="connsiteX12-915" fmla="*/ 344013 w 3502463"/>
                  <a:gd name="connsiteY12-916" fmla="*/ 3909693 h 4877658"/>
                  <a:gd name="connsiteX13-917" fmla="*/ 0 w 3502463"/>
                  <a:gd name="connsiteY13-918" fmla="*/ 3709945 h 4877658"/>
                  <a:gd name="connsiteX14-919" fmla="*/ 496141 w 3502463"/>
                  <a:gd name="connsiteY14-920" fmla="*/ 3423262 h 4877658"/>
                  <a:gd name="connsiteX15-921" fmla="*/ 633345 w 3502463"/>
                  <a:gd name="connsiteY15-922" fmla="*/ 3503065 h 4877658"/>
                  <a:gd name="connsiteX16-923" fmla="*/ 498785 w 3502463"/>
                  <a:gd name="connsiteY16-924" fmla="*/ 3423239 h 4877658"/>
                  <a:gd name="connsiteX17-925" fmla="*/ 497453 w 3502463"/>
                  <a:gd name="connsiteY17-926" fmla="*/ 2853810 h 4877658"/>
                  <a:gd name="connsiteX18-927" fmla="*/ 497453 w 3502463"/>
                  <a:gd name="connsiteY18-928" fmla="*/ 2852493 h 4877658"/>
                  <a:gd name="connsiteX19-929" fmla="*/ 991341 w 3502463"/>
                  <a:gd name="connsiteY19-930" fmla="*/ 2566746 h 4877658"/>
                  <a:gd name="connsiteX20-931" fmla="*/ 989692 w 3502463"/>
                  <a:gd name="connsiteY20-932" fmla="*/ 2565787 h 4877658"/>
                  <a:gd name="connsiteX21-933" fmla="*/ 988360 w 3502463"/>
                  <a:gd name="connsiteY21-934" fmla="*/ 1996358 h 4877658"/>
                  <a:gd name="connsiteX22-935" fmla="*/ 988360 w 3502463"/>
                  <a:gd name="connsiteY22-936" fmla="*/ 1995040 h 4877658"/>
                  <a:gd name="connsiteX23-937" fmla="*/ 1483867 w 3502463"/>
                  <a:gd name="connsiteY23-938" fmla="*/ 1708358 h 4877658"/>
                  <a:gd name="connsiteX24-939" fmla="*/ 1487147 w 3502463"/>
                  <a:gd name="connsiteY24-940" fmla="*/ 1709037 h 4877658"/>
                  <a:gd name="connsiteX25-941" fmla="*/ 1485825 w 3502463"/>
                  <a:gd name="connsiteY25-942" fmla="*/ 1143487 h 4877658"/>
                  <a:gd name="connsiteX26-943" fmla="*/ 1485814 w 3502463"/>
                  <a:gd name="connsiteY26-944" fmla="*/ 1143480 h 4877658"/>
                  <a:gd name="connsiteX27-945" fmla="*/ 1485824 w 3502463"/>
                  <a:gd name="connsiteY27-946" fmla="*/ 1143474 h 4877658"/>
                  <a:gd name="connsiteX28-947" fmla="*/ 1485814 w 3502463"/>
                  <a:gd name="connsiteY28-948" fmla="*/ 1138906 h 4877658"/>
                  <a:gd name="connsiteX29-949" fmla="*/ 1489763 w 3502463"/>
                  <a:gd name="connsiteY29-950" fmla="*/ 1141203 h 4877658"/>
                  <a:gd name="connsiteX30-951" fmla="*/ 1979723 w 3502463"/>
                  <a:gd name="connsiteY30-952" fmla="*/ 858739 h 4877658"/>
                  <a:gd name="connsiteX31-953" fmla="*/ 1978674 w 3502463"/>
                  <a:gd name="connsiteY31-954" fmla="*/ 858130 h 4877658"/>
                  <a:gd name="connsiteX32-955" fmla="*/ 1976722 w 3502463"/>
                  <a:gd name="connsiteY32-956" fmla="*/ 287999 h 4877658"/>
                  <a:gd name="connsiteX33-957" fmla="*/ 1976721 w 3502463"/>
                  <a:gd name="connsiteY33-958" fmla="*/ 286028 h 4877658"/>
                  <a:gd name="connsiteX34-959" fmla="*/ 2472863 w 3502463"/>
                  <a:gd name="connsiteY34-960" fmla="*/ 0 h 4877658"/>
                  <a:gd name="connsiteX0-961" fmla="*/ 2472863 w 3502463"/>
                  <a:gd name="connsiteY0-962" fmla="*/ 0 h 4877658"/>
                  <a:gd name="connsiteX1-963" fmla="*/ 3499190 w 3502463"/>
                  <a:gd name="connsiteY1-964" fmla="*/ 596298 h 4877658"/>
                  <a:gd name="connsiteX2-965" fmla="*/ 3500515 w 3502463"/>
                  <a:gd name="connsiteY2-966" fmla="*/ 595634 h 4877658"/>
                  <a:gd name="connsiteX3-967" fmla="*/ 3502463 w 3502463"/>
                  <a:gd name="connsiteY3-968" fmla="*/ 1165691 h 4877658"/>
                  <a:gd name="connsiteX4-969" fmla="*/ 1525120 w 3502463"/>
                  <a:gd name="connsiteY4-970" fmla="*/ 4590390 h 4877658"/>
                  <a:gd name="connsiteX5-971" fmla="*/ 1028894 w 3502463"/>
                  <a:gd name="connsiteY5-972" fmla="*/ 4877004 h 4877658"/>
                  <a:gd name="connsiteX6-973" fmla="*/ 1028317 w 3502463"/>
                  <a:gd name="connsiteY6-974" fmla="*/ 4615809 h 4877658"/>
                  <a:gd name="connsiteX7-975" fmla="*/ 1027698 w 3502463"/>
                  <a:gd name="connsiteY7-976" fmla="*/ 4615773 h 4877658"/>
                  <a:gd name="connsiteX8-977" fmla="*/ 1028288 w 3502463"/>
                  <a:gd name="connsiteY8-978" fmla="*/ 4877658 h 4877658"/>
                  <a:gd name="connsiteX9-979" fmla="*/ 1952 w 3502463"/>
                  <a:gd name="connsiteY9-980" fmla="*/ 4280690 h 4877658"/>
                  <a:gd name="connsiteX10-981" fmla="*/ 0 w 3502463"/>
                  <a:gd name="connsiteY10-982" fmla="*/ 3711261 h 4877658"/>
                  <a:gd name="connsiteX11-983" fmla="*/ 343359 w 3502463"/>
                  <a:gd name="connsiteY11-984" fmla="*/ 3910612 h 4877658"/>
                  <a:gd name="connsiteX12-985" fmla="*/ 344013 w 3502463"/>
                  <a:gd name="connsiteY12-986" fmla="*/ 3909693 h 4877658"/>
                  <a:gd name="connsiteX13-987" fmla="*/ 0 w 3502463"/>
                  <a:gd name="connsiteY13-988" fmla="*/ 3709945 h 4877658"/>
                  <a:gd name="connsiteX14-989" fmla="*/ 496141 w 3502463"/>
                  <a:gd name="connsiteY14-990" fmla="*/ 3423262 h 4877658"/>
                  <a:gd name="connsiteX15-991" fmla="*/ 498785 w 3502463"/>
                  <a:gd name="connsiteY15-992" fmla="*/ 3423239 h 4877658"/>
                  <a:gd name="connsiteX16-993" fmla="*/ 497453 w 3502463"/>
                  <a:gd name="connsiteY16-994" fmla="*/ 2853810 h 4877658"/>
                  <a:gd name="connsiteX17-995" fmla="*/ 497453 w 3502463"/>
                  <a:gd name="connsiteY17-996" fmla="*/ 2852493 h 4877658"/>
                  <a:gd name="connsiteX18-997" fmla="*/ 991341 w 3502463"/>
                  <a:gd name="connsiteY18-998" fmla="*/ 2566746 h 4877658"/>
                  <a:gd name="connsiteX19-999" fmla="*/ 989692 w 3502463"/>
                  <a:gd name="connsiteY19-1000" fmla="*/ 2565787 h 4877658"/>
                  <a:gd name="connsiteX20-1001" fmla="*/ 988360 w 3502463"/>
                  <a:gd name="connsiteY20-1002" fmla="*/ 1996358 h 4877658"/>
                  <a:gd name="connsiteX21-1003" fmla="*/ 988360 w 3502463"/>
                  <a:gd name="connsiteY21-1004" fmla="*/ 1995040 h 4877658"/>
                  <a:gd name="connsiteX22-1005" fmla="*/ 1483867 w 3502463"/>
                  <a:gd name="connsiteY22-1006" fmla="*/ 1708358 h 4877658"/>
                  <a:gd name="connsiteX23-1007" fmla="*/ 1487147 w 3502463"/>
                  <a:gd name="connsiteY23-1008" fmla="*/ 1709037 h 4877658"/>
                  <a:gd name="connsiteX24-1009" fmla="*/ 1485825 w 3502463"/>
                  <a:gd name="connsiteY24-1010" fmla="*/ 1143487 h 4877658"/>
                  <a:gd name="connsiteX25-1011" fmla="*/ 1485814 w 3502463"/>
                  <a:gd name="connsiteY25-1012" fmla="*/ 1143480 h 4877658"/>
                  <a:gd name="connsiteX26-1013" fmla="*/ 1485824 w 3502463"/>
                  <a:gd name="connsiteY26-1014" fmla="*/ 1143474 h 4877658"/>
                  <a:gd name="connsiteX27-1015" fmla="*/ 1485814 w 3502463"/>
                  <a:gd name="connsiteY27-1016" fmla="*/ 1138906 h 4877658"/>
                  <a:gd name="connsiteX28-1017" fmla="*/ 1489763 w 3502463"/>
                  <a:gd name="connsiteY28-1018" fmla="*/ 1141203 h 4877658"/>
                  <a:gd name="connsiteX29-1019" fmla="*/ 1979723 w 3502463"/>
                  <a:gd name="connsiteY29-1020" fmla="*/ 858739 h 4877658"/>
                  <a:gd name="connsiteX30-1021" fmla="*/ 1978674 w 3502463"/>
                  <a:gd name="connsiteY30-1022" fmla="*/ 858130 h 4877658"/>
                  <a:gd name="connsiteX31-1023" fmla="*/ 1976722 w 3502463"/>
                  <a:gd name="connsiteY31-1024" fmla="*/ 287999 h 4877658"/>
                  <a:gd name="connsiteX32-1025" fmla="*/ 1976721 w 3502463"/>
                  <a:gd name="connsiteY32-1026" fmla="*/ 286028 h 4877658"/>
                  <a:gd name="connsiteX33-1027" fmla="*/ 2472863 w 3502463"/>
                  <a:gd name="connsiteY33-1028" fmla="*/ 0 h 4877658"/>
                  <a:gd name="connsiteX0-1029" fmla="*/ 2472863 w 3502463"/>
                  <a:gd name="connsiteY0-1030" fmla="*/ 0 h 4877658"/>
                  <a:gd name="connsiteX1-1031" fmla="*/ 3499190 w 3502463"/>
                  <a:gd name="connsiteY1-1032" fmla="*/ 596298 h 4877658"/>
                  <a:gd name="connsiteX2-1033" fmla="*/ 3500515 w 3502463"/>
                  <a:gd name="connsiteY2-1034" fmla="*/ 595634 h 4877658"/>
                  <a:gd name="connsiteX3-1035" fmla="*/ 3502463 w 3502463"/>
                  <a:gd name="connsiteY3-1036" fmla="*/ 1165691 h 4877658"/>
                  <a:gd name="connsiteX4-1037" fmla="*/ 1525120 w 3502463"/>
                  <a:gd name="connsiteY4-1038" fmla="*/ 4590390 h 4877658"/>
                  <a:gd name="connsiteX5-1039" fmla="*/ 1028894 w 3502463"/>
                  <a:gd name="connsiteY5-1040" fmla="*/ 4877004 h 4877658"/>
                  <a:gd name="connsiteX6-1041" fmla="*/ 1028317 w 3502463"/>
                  <a:gd name="connsiteY6-1042" fmla="*/ 4615809 h 4877658"/>
                  <a:gd name="connsiteX7-1043" fmla="*/ 1027698 w 3502463"/>
                  <a:gd name="connsiteY7-1044" fmla="*/ 4615773 h 4877658"/>
                  <a:gd name="connsiteX8-1045" fmla="*/ 1028288 w 3502463"/>
                  <a:gd name="connsiteY8-1046" fmla="*/ 4877658 h 4877658"/>
                  <a:gd name="connsiteX9-1047" fmla="*/ 1952 w 3502463"/>
                  <a:gd name="connsiteY9-1048" fmla="*/ 4280690 h 4877658"/>
                  <a:gd name="connsiteX10-1049" fmla="*/ 0 w 3502463"/>
                  <a:gd name="connsiteY10-1050" fmla="*/ 3711261 h 4877658"/>
                  <a:gd name="connsiteX11-1051" fmla="*/ 343359 w 3502463"/>
                  <a:gd name="connsiteY11-1052" fmla="*/ 3910612 h 4877658"/>
                  <a:gd name="connsiteX12-1053" fmla="*/ 252573 w 3502463"/>
                  <a:gd name="connsiteY12-1054" fmla="*/ 4001133 h 4877658"/>
                  <a:gd name="connsiteX13-1055" fmla="*/ 0 w 3502463"/>
                  <a:gd name="connsiteY13-1056" fmla="*/ 3709945 h 4877658"/>
                  <a:gd name="connsiteX14-1057" fmla="*/ 496141 w 3502463"/>
                  <a:gd name="connsiteY14-1058" fmla="*/ 3423262 h 4877658"/>
                  <a:gd name="connsiteX15-1059" fmla="*/ 498785 w 3502463"/>
                  <a:gd name="connsiteY15-1060" fmla="*/ 3423239 h 4877658"/>
                  <a:gd name="connsiteX16-1061" fmla="*/ 497453 w 3502463"/>
                  <a:gd name="connsiteY16-1062" fmla="*/ 2853810 h 4877658"/>
                  <a:gd name="connsiteX17-1063" fmla="*/ 497453 w 3502463"/>
                  <a:gd name="connsiteY17-1064" fmla="*/ 2852493 h 4877658"/>
                  <a:gd name="connsiteX18-1065" fmla="*/ 991341 w 3502463"/>
                  <a:gd name="connsiteY18-1066" fmla="*/ 2566746 h 4877658"/>
                  <a:gd name="connsiteX19-1067" fmla="*/ 989692 w 3502463"/>
                  <a:gd name="connsiteY19-1068" fmla="*/ 2565787 h 4877658"/>
                  <a:gd name="connsiteX20-1069" fmla="*/ 988360 w 3502463"/>
                  <a:gd name="connsiteY20-1070" fmla="*/ 1996358 h 4877658"/>
                  <a:gd name="connsiteX21-1071" fmla="*/ 988360 w 3502463"/>
                  <a:gd name="connsiteY21-1072" fmla="*/ 1995040 h 4877658"/>
                  <a:gd name="connsiteX22-1073" fmla="*/ 1483867 w 3502463"/>
                  <a:gd name="connsiteY22-1074" fmla="*/ 1708358 h 4877658"/>
                  <a:gd name="connsiteX23-1075" fmla="*/ 1487147 w 3502463"/>
                  <a:gd name="connsiteY23-1076" fmla="*/ 1709037 h 4877658"/>
                  <a:gd name="connsiteX24-1077" fmla="*/ 1485825 w 3502463"/>
                  <a:gd name="connsiteY24-1078" fmla="*/ 1143487 h 4877658"/>
                  <a:gd name="connsiteX25-1079" fmla="*/ 1485814 w 3502463"/>
                  <a:gd name="connsiteY25-1080" fmla="*/ 1143480 h 4877658"/>
                  <a:gd name="connsiteX26-1081" fmla="*/ 1485824 w 3502463"/>
                  <a:gd name="connsiteY26-1082" fmla="*/ 1143474 h 4877658"/>
                  <a:gd name="connsiteX27-1083" fmla="*/ 1485814 w 3502463"/>
                  <a:gd name="connsiteY27-1084" fmla="*/ 1138906 h 4877658"/>
                  <a:gd name="connsiteX28-1085" fmla="*/ 1489763 w 3502463"/>
                  <a:gd name="connsiteY28-1086" fmla="*/ 1141203 h 4877658"/>
                  <a:gd name="connsiteX29-1087" fmla="*/ 1979723 w 3502463"/>
                  <a:gd name="connsiteY29-1088" fmla="*/ 858739 h 4877658"/>
                  <a:gd name="connsiteX30-1089" fmla="*/ 1978674 w 3502463"/>
                  <a:gd name="connsiteY30-1090" fmla="*/ 858130 h 4877658"/>
                  <a:gd name="connsiteX31-1091" fmla="*/ 1976722 w 3502463"/>
                  <a:gd name="connsiteY31-1092" fmla="*/ 287999 h 4877658"/>
                  <a:gd name="connsiteX32-1093" fmla="*/ 1976721 w 3502463"/>
                  <a:gd name="connsiteY32-1094" fmla="*/ 286028 h 4877658"/>
                  <a:gd name="connsiteX33-1095" fmla="*/ 2472863 w 3502463"/>
                  <a:gd name="connsiteY33-1096" fmla="*/ 0 h 4877658"/>
                  <a:gd name="connsiteX0-1097" fmla="*/ 2472863 w 3502463"/>
                  <a:gd name="connsiteY0-1098" fmla="*/ 0 h 4877658"/>
                  <a:gd name="connsiteX1-1099" fmla="*/ 3499190 w 3502463"/>
                  <a:gd name="connsiteY1-1100" fmla="*/ 596298 h 4877658"/>
                  <a:gd name="connsiteX2-1101" fmla="*/ 3500515 w 3502463"/>
                  <a:gd name="connsiteY2-1102" fmla="*/ 595634 h 4877658"/>
                  <a:gd name="connsiteX3-1103" fmla="*/ 3502463 w 3502463"/>
                  <a:gd name="connsiteY3-1104" fmla="*/ 1165691 h 4877658"/>
                  <a:gd name="connsiteX4-1105" fmla="*/ 1525120 w 3502463"/>
                  <a:gd name="connsiteY4-1106" fmla="*/ 4590390 h 4877658"/>
                  <a:gd name="connsiteX5-1107" fmla="*/ 1028894 w 3502463"/>
                  <a:gd name="connsiteY5-1108" fmla="*/ 4877004 h 4877658"/>
                  <a:gd name="connsiteX6-1109" fmla="*/ 1028317 w 3502463"/>
                  <a:gd name="connsiteY6-1110" fmla="*/ 4615809 h 4877658"/>
                  <a:gd name="connsiteX7-1111" fmla="*/ 1027698 w 3502463"/>
                  <a:gd name="connsiteY7-1112" fmla="*/ 4615773 h 4877658"/>
                  <a:gd name="connsiteX8-1113" fmla="*/ 1028288 w 3502463"/>
                  <a:gd name="connsiteY8-1114" fmla="*/ 4877658 h 4877658"/>
                  <a:gd name="connsiteX9-1115" fmla="*/ 1952 w 3502463"/>
                  <a:gd name="connsiteY9-1116" fmla="*/ 4280690 h 4877658"/>
                  <a:gd name="connsiteX10-1117" fmla="*/ 0 w 3502463"/>
                  <a:gd name="connsiteY10-1118" fmla="*/ 3711261 h 4877658"/>
                  <a:gd name="connsiteX11-1119" fmla="*/ 343359 w 3502463"/>
                  <a:gd name="connsiteY11-1120" fmla="*/ 3910612 h 4877658"/>
                  <a:gd name="connsiteX12-1121" fmla="*/ 0 w 3502463"/>
                  <a:gd name="connsiteY12-1122" fmla="*/ 3709945 h 4877658"/>
                  <a:gd name="connsiteX13-1123" fmla="*/ 496141 w 3502463"/>
                  <a:gd name="connsiteY13-1124" fmla="*/ 3423262 h 4877658"/>
                  <a:gd name="connsiteX14-1125" fmla="*/ 498785 w 3502463"/>
                  <a:gd name="connsiteY14-1126" fmla="*/ 3423239 h 4877658"/>
                  <a:gd name="connsiteX15-1127" fmla="*/ 497453 w 3502463"/>
                  <a:gd name="connsiteY15-1128" fmla="*/ 2853810 h 4877658"/>
                  <a:gd name="connsiteX16-1129" fmla="*/ 497453 w 3502463"/>
                  <a:gd name="connsiteY16-1130" fmla="*/ 2852493 h 4877658"/>
                  <a:gd name="connsiteX17-1131" fmla="*/ 991341 w 3502463"/>
                  <a:gd name="connsiteY17-1132" fmla="*/ 2566746 h 4877658"/>
                  <a:gd name="connsiteX18-1133" fmla="*/ 989692 w 3502463"/>
                  <a:gd name="connsiteY18-1134" fmla="*/ 2565787 h 4877658"/>
                  <a:gd name="connsiteX19-1135" fmla="*/ 988360 w 3502463"/>
                  <a:gd name="connsiteY19-1136" fmla="*/ 1996358 h 4877658"/>
                  <a:gd name="connsiteX20-1137" fmla="*/ 988360 w 3502463"/>
                  <a:gd name="connsiteY20-1138" fmla="*/ 1995040 h 4877658"/>
                  <a:gd name="connsiteX21-1139" fmla="*/ 1483867 w 3502463"/>
                  <a:gd name="connsiteY21-1140" fmla="*/ 1708358 h 4877658"/>
                  <a:gd name="connsiteX22-1141" fmla="*/ 1487147 w 3502463"/>
                  <a:gd name="connsiteY22-1142" fmla="*/ 1709037 h 4877658"/>
                  <a:gd name="connsiteX23-1143" fmla="*/ 1485825 w 3502463"/>
                  <a:gd name="connsiteY23-1144" fmla="*/ 1143487 h 4877658"/>
                  <a:gd name="connsiteX24-1145" fmla="*/ 1485814 w 3502463"/>
                  <a:gd name="connsiteY24-1146" fmla="*/ 1143480 h 4877658"/>
                  <a:gd name="connsiteX25-1147" fmla="*/ 1485824 w 3502463"/>
                  <a:gd name="connsiteY25-1148" fmla="*/ 1143474 h 4877658"/>
                  <a:gd name="connsiteX26-1149" fmla="*/ 1485814 w 3502463"/>
                  <a:gd name="connsiteY26-1150" fmla="*/ 1138906 h 4877658"/>
                  <a:gd name="connsiteX27-1151" fmla="*/ 1489763 w 3502463"/>
                  <a:gd name="connsiteY27-1152" fmla="*/ 1141203 h 4877658"/>
                  <a:gd name="connsiteX28-1153" fmla="*/ 1979723 w 3502463"/>
                  <a:gd name="connsiteY28-1154" fmla="*/ 858739 h 4877658"/>
                  <a:gd name="connsiteX29-1155" fmla="*/ 1978674 w 3502463"/>
                  <a:gd name="connsiteY29-1156" fmla="*/ 858130 h 4877658"/>
                  <a:gd name="connsiteX30-1157" fmla="*/ 1976722 w 3502463"/>
                  <a:gd name="connsiteY30-1158" fmla="*/ 287999 h 4877658"/>
                  <a:gd name="connsiteX31-1159" fmla="*/ 1976721 w 3502463"/>
                  <a:gd name="connsiteY31-1160" fmla="*/ 286028 h 4877658"/>
                  <a:gd name="connsiteX32-1161" fmla="*/ 2472863 w 3502463"/>
                  <a:gd name="connsiteY32-1162" fmla="*/ 0 h 4877658"/>
                  <a:gd name="connsiteX0-1163" fmla="*/ 2472863 w 3502463"/>
                  <a:gd name="connsiteY0-1164" fmla="*/ 0 h 4877658"/>
                  <a:gd name="connsiteX1-1165" fmla="*/ 3499190 w 3502463"/>
                  <a:gd name="connsiteY1-1166" fmla="*/ 596298 h 4877658"/>
                  <a:gd name="connsiteX2-1167" fmla="*/ 3500515 w 3502463"/>
                  <a:gd name="connsiteY2-1168" fmla="*/ 595634 h 4877658"/>
                  <a:gd name="connsiteX3-1169" fmla="*/ 3502463 w 3502463"/>
                  <a:gd name="connsiteY3-1170" fmla="*/ 1165691 h 4877658"/>
                  <a:gd name="connsiteX4-1171" fmla="*/ 1525120 w 3502463"/>
                  <a:gd name="connsiteY4-1172" fmla="*/ 4590390 h 4877658"/>
                  <a:gd name="connsiteX5-1173" fmla="*/ 1028894 w 3502463"/>
                  <a:gd name="connsiteY5-1174" fmla="*/ 4877004 h 4877658"/>
                  <a:gd name="connsiteX6-1175" fmla="*/ 1028317 w 3502463"/>
                  <a:gd name="connsiteY6-1176" fmla="*/ 4615809 h 4877658"/>
                  <a:gd name="connsiteX7-1177" fmla="*/ 1027698 w 3502463"/>
                  <a:gd name="connsiteY7-1178" fmla="*/ 4615773 h 4877658"/>
                  <a:gd name="connsiteX8-1179" fmla="*/ 1028288 w 3502463"/>
                  <a:gd name="connsiteY8-1180" fmla="*/ 4877658 h 4877658"/>
                  <a:gd name="connsiteX9-1181" fmla="*/ 1952 w 3502463"/>
                  <a:gd name="connsiteY9-1182" fmla="*/ 4280690 h 4877658"/>
                  <a:gd name="connsiteX10-1183" fmla="*/ 0 w 3502463"/>
                  <a:gd name="connsiteY10-1184" fmla="*/ 3711261 h 4877658"/>
                  <a:gd name="connsiteX11-1185" fmla="*/ 0 w 3502463"/>
                  <a:gd name="connsiteY11-1186" fmla="*/ 3709945 h 4877658"/>
                  <a:gd name="connsiteX12-1187" fmla="*/ 496141 w 3502463"/>
                  <a:gd name="connsiteY12-1188" fmla="*/ 3423262 h 4877658"/>
                  <a:gd name="connsiteX13-1189" fmla="*/ 498785 w 3502463"/>
                  <a:gd name="connsiteY13-1190" fmla="*/ 3423239 h 4877658"/>
                  <a:gd name="connsiteX14-1191" fmla="*/ 497453 w 3502463"/>
                  <a:gd name="connsiteY14-1192" fmla="*/ 2853810 h 4877658"/>
                  <a:gd name="connsiteX15-1193" fmla="*/ 497453 w 3502463"/>
                  <a:gd name="connsiteY15-1194" fmla="*/ 2852493 h 4877658"/>
                  <a:gd name="connsiteX16-1195" fmla="*/ 991341 w 3502463"/>
                  <a:gd name="connsiteY16-1196" fmla="*/ 2566746 h 4877658"/>
                  <a:gd name="connsiteX17-1197" fmla="*/ 989692 w 3502463"/>
                  <a:gd name="connsiteY17-1198" fmla="*/ 2565787 h 4877658"/>
                  <a:gd name="connsiteX18-1199" fmla="*/ 988360 w 3502463"/>
                  <a:gd name="connsiteY18-1200" fmla="*/ 1996358 h 4877658"/>
                  <a:gd name="connsiteX19-1201" fmla="*/ 988360 w 3502463"/>
                  <a:gd name="connsiteY19-1202" fmla="*/ 1995040 h 4877658"/>
                  <a:gd name="connsiteX20-1203" fmla="*/ 1483867 w 3502463"/>
                  <a:gd name="connsiteY20-1204" fmla="*/ 1708358 h 4877658"/>
                  <a:gd name="connsiteX21-1205" fmla="*/ 1487147 w 3502463"/>
                  <a:gd name="connsiteY21-1206" fmla="*/ 1709037 h 4877658"/>
                  <a:gd name="connsiteX22-1207" fmla="*/ 1485825 w 3502463"/>
                  <a:gd name="connsiteY22-1208" fmla="*/ 1143487 h 4877658"/>
                  <a:gd name="connsiteX23-1209" fmla="*/ 1485814 w 3502463"/>
                  <a:gd name="connsiteY23-1210" fmla="*/ 1143480 h 4877658"/>
                  <a:gd name="connsiteX24-1211" fmla="*/ 1485824 w 3502463"/>
                  <a:gd name="connsiteY24-1212" fmla="*/ 1143474 h 4877658"/>
                  <a:gd name="connsiteX25-1213" fmla="*/ 1485814 w 3502463"/>
                  <a:gd name="connsiteY25-1214" fmla="*/ 1138906 h 4877658"/>
                  <a:gd name="connsiteX26-1215" fmla="*/ 1489763 w 3502463"/>
                  <a:gd name="connsiteY26-1216" fmla="*/ 1141203 h 4877658"/>
                  <a:gd name="connsiteX27-1217" fmla="*/ 1979723 w 3502463"/>
                  <a:gd name="connsiteY27-1218" fmla="*/ 858739 h 4877658"/>
                  <a:gd name="connsiteX28-1219" fmla="*/ 1978674 w 3502463"/>
                  <a:gd name="connsiteY28-1220" fmla="*/ 858130 h 4877658"/>
                  <a:gd name="connsiteX29-1221" fmla="*/ 1976722 w 3502463"/>
                  <a:gd name="connsiteY29-1222" fmla="*/ 287999 h 4877658"/>
                  <a:gd name="connsiteX30-1223" fmla="*/ 1976721 w 3502463"/>
                  <a:gd name="connsiteY30-1224" fmla="*/ 286028 h 4877658"/>
                  <a:gd name="connsiteX31-1225" fmla="*/ 2472863 w 3502463"/>
                  <a:gd name="connsiteY31-1226" fmla="*/ 0 h 4877658"/>
                  <a:gd name="connsiteX0-1227" fmla="*/ 2472863 w 3502463"/>
                  <a:gd name="connsiteY0-1228" fmla="*/ 0 h 4877658"/>
                  <a:gd name="connsiteX1-1229" fmla="*/ 3499190 w 3502463"/>
                  <a:gd name="connsiteY1-1230" fmla="*/ 596298 h 4877658"/>
                  <a:gd name="connsiteX2-1231" fmla="*/ 3500515 w 3502463"/>
                  <a:gd name="connsiteY2-1232" fmla="*/ 595634 h 4877658"/>
                  <a:gd name="connsiteX3-1233" fmla="*/ 3502463 w 3502463"/>
                  <a:gd name="connsiteY3-1234" fmla="*/ 1165691 h 4877658"/>
                  <a:gd name="connsiteX4-1235" fmla="*/ 1525120 w 3502463"/>
                  <a:gd name="connsiteY4-1236" fmla="*/ 4590390 h 4877658"/>
                  <a:gd name="connsiteX5-1237" fmla="*/ 1028894 w 3502463"/>
                  <a:gd name="connsiteY5-1238" fmla="*/ 4877004 h 4877658"/>
                  <a:gd name="connsiteX6-1239" fmla="*/ 1028317 w 3502463"/>
                  <a:gd name="connsiteY6-1240" fmla="*/ 4615809 h 4877658"/>
                  <a:gd name="connsiteX7-1241" fmla="*/ 1028288 w 3502463"/>
                  <a:gd name="connsiteY7-1242" fmla="*/ 4877658 h 4877658"/>
                  <a:gd name="connsiteX8-1243" fmla="*/ 1952 w 3502463"/>
                  <a:gd name="connsiteY8-1244" fmla="*/ 4280690 h 4877658"/>
                  <a:gd name="connsiteX9-1245" fmla="*/ 0 w 3502463"/>
                  <a:gd name="connsiteY9-1246" fmla="*/ 3711261 h 4877658"/>
                  <a:gd name="connsiteX10-1247" fmla="*/ 0 w 3502463"/>
                  <a:gd name="connsiteY10-1248" fmla="*/ 3709945 h 4877658"/>
                  <a:gd name="connsiteX11-1249" fmla="*/ 496141 w 3502463"/>
                  <a:gd name="connsiteY11-1250" fmla="*/ 3423262 h 4877658"/>
                  <a:gd name="connsiteX12-1251" fmla="*/ 498785 w 3502463"/>
                  <a:gd name="connsiteY12-1252" fmla="*/ 3423239 h 4877658"/>
                  <a:gd name="connsiteX13-1253" fmla="*/ 497453 w 3502463"/>
                  <a:gd name="connsiteY13-1254" fmla="*/ 2853810 h 4877658"/>
                  <a:gd name="connsiteX14-1255" fmla="*/ 497453 w 3502463"/>
                  <a:gd name="connsiteY14-1256" fmla="*/ 2852493 h 4877658"/>
                  <a:gd name="connsiteX15-1257" fmla="*/ 991341 w 3502463"/>
                  <a:gd name="connsiteY15-1258" fmla="*/ 2566746 h 4877658"/>
                  <a:gd name="connsiteX16-1259" fmla="*/ 989692 w 3502463"/>
                  <a:gd name="connsiteY16-1260" fmla="*/ 2565787 h 4877658"/>
                  <a:gd name="connsiteX17-1261" fmla="*/ 988360 w 3502463"/>
                  <a:gd name="connsiteY17-1262" fmla="*/ 1996358 h 4877658"/>
                  <a:gd name="connsiteX18-1263" fmla="*/ 988360 w 3502463"/>
                  <a:gd name="connsiteY18-1264" fmla="*/ 1995040 h 4877658"/>
                  <a:gd name="connsiteX19-1265" fmla="*/ 1483867 w 3502463"/>
                  <a:gd name="connsiteY19-1266" fmla="*/ 1708358 h 4877658"/>
                  <a:gd name="connsiteX20-1267" fmla="*/ 1487147 w 3502463"/>
                  <a:gd name="connsiteY20-1268" fmla="*/ 1709037 h 4877658"/>
                  <a:gd name="connsiteX21-1269" fmla="*/ 1485825 w 3502463"/>
                  <a:gd name="connsiteY21-1270" fmla="*/ 1143487 h 4877658"/>
                  <a:gd name="connsiteX22-1271" fmla="*/ 1485814 w 3502463"/>
                  <a:gd name="connsiteY22-1272" fmla="*/ 1143480 h 4877658"/>
                  <a:gd name="connsiteX23-1273" fmla="*/ 1485824 w 3502463"/>
                  <a:gd name="connsiteY23-1274" fmla="*/ 1143474 h 4877658"/>
                  <a:gd name="connsiteX24-1275" fmla="*/ 1485814 w 3502463"/>
                  <a:gd name="connsiteY24-1276" fmla="*/ 1138906 h 4877658"/>
                  <a:gd name="connsiteX25-1277" fmla="*/ 1489763 w 3502463"/>
                  <a:gd name="connsiteY25-1278" fmla="*/ 1141203 h 4877658"/>
                  <a:gd name="connsiteX26-1279" fmla="*/ 1979723 w 3502463"/>
                  <a:gd name="connsiteY26-1280" fmla="*/ 858739 h 4877658"/>
                  <a:gd name="connsiteX27-1281" fmla="*/ 1978674 w 3502463"/>
                  <a:gd name="connsiteY27-1282" fmla="*/ 858130 h 4877658"/>
                  <a:gd name="connsiteX28-1283" fmla="*/ 1976722 w 3502463"/>
                  <a:gd name="connsiteY28-1284" fmla="*/ 287999 h 4877658"/>
                  <a:gd name="connsiteX29-1285" fmla="*/ 1976721 w 3502463"/>
                  <a:gd name="connsiteY29-1286" fmla="*/ 286028 h 4877658"/>
                  <a:gd name="connsiteX30-1287" fmla="*/ 2472863 w 3502463"/>
                  <a:gd name="connsiteY30-1288" fmla="*/ 0 h 487765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Lst>
                <a:rect l="l" t="t" r="r" b="b"/>
                <a:pathLst>
                  <a:path w="3502463" h="4877658">
                    <a:moveTo>
                      <a:pt x="2472863" y="0"/>
                    </a:moveTo>
                    <a:lnTo>
                      <a:pt x="3499190" y="596298"/>
                    </a:lnTo>
                    <a:lnTo>
                      <a:pt x="3500515" y="595634"/>
                    </a:lnTo>
                    <a:cubicBezTo>
                      <a:pt x="3501164" y="785653"/>
                      <a:pt x="3501814" y="975672"/>
                      <a:pt x="3502463" y="1165691"/>
                    </a:cubicBezTo>
                    <a:lnTo>
                      <a:pt x="1525120" y="4590390"/>
                    </a:lnTo>
                    <a:lnTo>
                      <a:pt x="1028894" y="4877004"/>
                    </a:lnTo>
                    <a:cubicBezTo>
                      <a:pt x="1028702" y="4789939"/>
                      <a:pt x="1028509" y="4702874"/>
                      <a:pt x="1028317" y="4615809"/>
                    </a:cubicBezTo>
                    <a:cubicBezTo>
                      <a:pt x="1028307" y="4703092"/>
                      <a:pt x="1028298" y="4790375"/>
                      <a:pt x="1028288" y="4877658"/>
                    </a:cubicBezTo>
                    <a:lnTo>
                      <a:pt x="1952" y="4280690"/>
                    </a:lnTo>
                    <a:cubicBezTo>
                      <a:pt x="1301" y="4090880"/>
                      <a:pt x="651" y="3901071"/>
                      <a:pt x="0" y="3711261"/>
                    </a:cubicBezTo>
                    <a:lnTo>
                      <a:pt x="0" y="3709945"/>
                    </a:lnTo>
                    <a:lnTo>
                      <a:pt x="496141" y="3423262"/>
                    </a:lnTo>
                    <a:lnTo>
                      <a:pt x="498785" y="3423239"/>
                    </a:lnTo>
                    <a:lnTo>
                      <a:pt x="497453" y="2853810"/>
                    </a:lnTo>
                    <a:lnTo>
                      <a:pt x="497453" y="2852493"/>
                    </a:lnTo>
                    <a:lnTo>
                      <a:pt x="991341" y="2566746"/>
                    </a:lnTo>
                    <a:lnTo>
                      <a:pt x="989692" y="2565787"/>
                    </a:lnTo>
                    <a:lnTo>
                      <a:pt x="988360" y="1996358"/>
                    </a:lnTo>
                    <a:lnTo>
                      <a:pt x="988360" y="1995040"/>
                    </a:lnTo>
                    <a:lnTo>
                      <a:pt x="1483867" y="1708358"/>
                    </a:lnTo>
                    <a:lnTo>
                      <a:pt x="1487147" y="1709037"/>
                    </a:lnTo>
                    <a:cubicBezTo>
                      <a:pt x="1486706" y="1520520"/>
                      <a:pt x="1486266" y="1332004"/>
                      <a:pt x="1485825" y="1143487"/>
                    </a:cubicBezTo>
                    <a:cubicBezTo>
                      <a:pt x="1485821" y="1143485"/>
                      <a:pt x="1485818" y="1143482"/>
                      <a:pt x="1485814" y="1143480"/>
                    </a:cubicBezTo>
                    <a:cubicBezTo>
                      <a:pt x="1485817" y="1143478"/>
                      <a:pt x="1485821" y="1143476"/>
                      <a:pt x="1485824" y="1143474"/>
                    </a:cubicBezTo>
                    <a:cubicBezTo>
                      <a:pt x="1485821" y="1141951"/>
                      <a:pt x="1485817" y="1140429"/>
                      <a:pt x="1485814" y="1138906"/>
                    </a:cubicBezTo>
                    <a:lnTo>
                      <a:pt x="1489763" y="1141203"/>
                    </a:lnTo>
                    <a:lnTo>
                      <a:pt x="1979723" y="858739"/>
                    </a:lnTo>
                    <a:lnTo>
                      <a:pt x="1978674" y="858130"/>
                    </a:lnTo>
                    <a:cubicBezTo>
                      <a:pt x="1978023" y="668086"/>
                      <a:pt x="1977373" y="478043"/>
                      <a:pt x="1976722" y="287999"/>
                    </a:cubicBezTo>
                    <a:cubicBezTo>
                      <a:pt x="1976722" y="287342"/>
                      <a:pt x="1976721" y="286685"/>
                      <a:pt x="1976721" y="286028"/>
                    </a:cubicBezTo>
                    <a:lnTo>
                      <a:pt x="2472863" y="0"/>
                    </a:lnTo>
                    <a:close/>
                  </a:path>
                </a:pathLst>
              </a:custGeom>
              <a:solidFill>
                <a:schemeClr val="accent3">
                  <a:lumMod val="75000"/>
                </a:schemeClr>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Figure"/>
              <p:cNvSpPr/>
              <p:nvPr/>
            </p:nvSpPr>
            <p:spPr>
              <a:xfrm>
                <a:off x="4202793" y="5543785"/>
                <a:ext cx="1028288" cy="116639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41" y="10545"/>
                    </a:lnTo>
                    <a:lnTo>
                      <a:pt x="0" y="0"/>
                    </a:lnTo>
                    <a:lnTo>
                      <a:pt x="21573" y="11042"/>
                    </a:lnTo>
                    <a:close/>
                  </a:path>
                </a:pathLst>
              </a:custGeom>
              <a:solidFill>
                <a:schemeClr val="accent3"/>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Figure"/>
              <p:cNvSpPr/>
              <p:nvPr/>
            </p:nvSpPr>
            <p:spPr>
              <a:xfrm>
                <a:off x="4700246" y="4686334"/>
                <a:ext cx="1027634" cy="116639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8" y="10545"/>
                    </a:lnTo>
                    <a:lnTo>
                      <a:pt x="0" y="0"/>
                    </a:lnTo>
                    <a:lnTo>
                      <a:pt x="21572" y="11042"/>
                    </a:lnTo>
                    <a:close/>
                  </a:path>
                </a:pathLst>
              </a:custGeom>
              <a:solidFill>
                <a:schemeClr val="accent3"/>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 name="Figure"/>
              <p:cNvSpPr/>
              <p:nvPr/>
            </p:nvSpPr>
            <p:spPr>
              <a:xfrm>
                <a:off x="5191153" y="3828882"/>
                <a:ext cx="1027634" cy="116639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8" y="10545"/>
                    </a:lnTo>
                    <a:lnTo>
                      <a:pt x="0" y="0"/>
                    </a:lnTo>
                    <a:lnTo>
                      <a:pt x="21572" y="11042"/>
                    </a:lnTo>
                    <a:close/>
                  </a:path>
                </a:pathLst>
              </a:custGeom>
              <a:solidFill>
                <a:schemeClr val="accent3"/>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Figure"/>
              <p:cNvSpPr/>
              <p:nvPr/>
            </p:nvSpPr>
            <p:spPr>
              <a:xfrm>
                <a:off x="5688607" y="2971430"/>
                <a:ext cx="1028288" cy="116639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8" y="10558"/>
                    </a:lnTo>
                    <a:lnTo>
                      <a:pt x="0" y="0"/>
                    </a:lnTo>
                    <a:lnTo>
                      <a:pt x="21559" y="11055"/>
                    </a:lnTo>
                    <a:close/>
                  </a:path>
                </a:pathLst>
              </a:custGeom>
              <a:solidFill>
                <a:schemeClr val="accent3"/>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Figure"/>
              <p:cNvSpPr/>
              <p:nvPr/>
            </p:nvSpPr>
            <p:spPr>
              <a:xfrm>
                <a:off x="5230427" y="2428158"/>
                <a:ext cx="2474829" cy="4281370"/>
              </a:xfrm>
              <a:custGeom>
                <a:avLst/>
                <a:gdLst/>
                <a:ahLst/>
                <a:cxnLst>
                  <a:cxn ang="0">
                    <a:pos x="wd2" y="hd2"/>
                  </a:cxn>
                  <a:cxn ang="5400000">
                    <a:pos x="wd2" y="hd2"/>
                  </a:cxn>
                  <a:cxn ang="10800000">
                    <a:pos x="wd2" y="hd2"/>
                  </a:cxn>
                  <a:cxn ang="16200000">
                    <a:pos x="wd2" y="hd2"/>
                  </a:cxn>
                </a:cxnLst>
                <a:rect l="0" t="0" r="r" b="b"/>
                <a:pathLst>
                  <a:path w="21600" h="21600" extrusionOk="0">
                    <a:moveTo>
                      <a:pt x="21583" y="0"/>
                    </a:moveTo>
                    <a:lnTo>
                      <a:pt x="21600" y="2876"/>
                    </a:lnTo>
                    <a:lnTo>
                      <a:pt x="4342" y="20154"/>
                    </a:lnTo>
                    <a:lnTo>
                      <a:pt x="11" y="21600"/>
                    </a:lnTo>
                    <a:lnTo>
                      <a:pt x="0" y="18724"/>
                    </a:lnTo>
                    <a:lnTo>
                      <a:pt x="4325" y="17281"/>
                    </a:lnTo>
                    <a:lnTo>
                      <a:pt x="4313" y="14404"/>
                    </a:lnTo>
                    <a:lnTo>
                      <a:pt x="8638" y="12961"/>
                    </a:lnTo>
                    <a:lnTo>
                      <a:pt x="8626" y="10085"/>
                    </a:lnTo>
                    <a:lnTo>
                      <a:pt x="12957" y="8639"/>
                    </a:lnTo>
                    <a:lnTo>
                      <a:pt x="12939" y="5766"/>
                    </a:lnTo>
                    <a:lnTo>
                      <a:pt x="17270" y="4319"/>
                    </a:lnTo>
                    <a:lnTo>
                      <a:pt x="17253" y="1446"/>
                    </a:lnTo>
                    <a:close/>
                  </a:path>
                </a:pathLst>
              </a:custGeom>
              <a:solidFill>
                <a:schemeClr val="accent3">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Figure"/>
              <p:cNvSpPr/>
              <p:nvPr/>
            </p:nvSpPr>
            <p:spPr>
              <a:xfrm>
                <a:off x="6179515" y="2120523"/>
                <a:ext cx="1028288" cy="116639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41" y="10558"/>
                    </a:lnTo>
                    <a:lnTo>
                      <a:pt x="0" y="0"/>
                    </a:lnTo>
                    <a:lnTo>
                      <a:pt x="21559" y="11055"/>
                    </a:lnTo>
                    <a:close/>
                  </a:path>
                </a:pathLst>
              </a:custGeom>
              <a:solidFill>
                <a:schemeClr val="accent3"/>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3" name="Group 6"/>
            <p:cNvGrpSpPr/>
            <p:nvPr/>
          </p:nvGrpSpPr>
          <p:grpSpPr>
            <a:xfrm>
              <a:off x="2167847" y="1386621"/>
              <a:ext cx="2551694" cy="4764301"/>
              <a:chOff x="4020998" y="1053618"/>
              <a:chExt cx="2814919" cy="5255773"/>
            </a:xfrm>
          </p:grpSpPr>
          <p:sp>
            <p:nvSpPr>
              <p:cNvPr id="14" name="Figure"/>
              <p:cNvSpPr/>
              <p:nvPr/>
            </p:nvSpPr>
            <p:spPr>
              <a:xfrm>
                <a:off x="4152800" y="1574552"/>
                <a:ext cx="2504242" cy="4734839"/>
              </a:xfrm>
              <a:custGeom>
                <a:avLst/>
                <a:gdLst/>
                <a:ahLst/>
                <a:cxnLst>
                  <a:cxn ang="0">
                    <a:pos x="wd2" y="hd2"/>
                  </a:cxn>
                  <a:cxn ang="5400000">
                    <a:pos x="wd2" y="hd2"/>
                  </a:cxn>
                  <a:cxn ang="10800000">
                    <a:pos x="wd2" y="hd2"/>
                  </a:cxn>
                  <a:cxn ang="16200000">
                    <a:pos x="wd2" y="hd2"/>
                  </a:cxn>
                </a:cxnLst>
                <a:rect l="0" t="0" r="r" b="b"/>
                <a:pathLst>
                  <a:path w="21600" h="21600" extrusionOk="0">
                    <a:moveTo>
                      <a:pt x="21584" y="0"/>
                    </a:moveTo>
                    <a:lnTo>
                      <a:pt x="21600" y="2525"/>
                    </a:lnTo>
                    <a:lnTo>
                      <a:pt x="17518" y="3785"/>
                    </a:lnTo>
                    <a:lnTo>
                      <a:pt x="17518" y="6273"/>
                    </a:lnTo>
                    <a:lnTo>
                      <a:pt x="13431" y="7530"/>
                    </a:lnTo>
                    <a:lnTo>
                      <a:pt x="13431" y="10018"/>
                    </a:lnTo>
                    <a:lnTo>
                      <a:pt x="9344" y="11275"/>
                    </a:lnTo>
                    <a:lnTo>
                      <a:pt x="9344" y="13763"/>
                    </a:lnTo>
                    <a:lnTo>
                      <a:pt x="5257" y="15020"/>
                    </a:lnTo>
                    <a:lnTo>
                      <a:pt x="5257" y="17508"/>
                    </a:lnTo>
                    <a:lnTo>
                      <a:pt x="1169" y="18765"/>
                    </a:lnTo>
                    <a:lnTo>
                      <a:pt x="1169" y="21256"/>
                    </a:lnTo>
                    <a:lnTo>
                      <a:pt x="16" y="21600"/>
                    </a:lnTo>
                    <a:lnTo>
                      <a:pt x="0" y="18428"/>
                    </a:lnTo>
                    <a:lnTo>
                      <a:pt x="4103" y="17176"/>
                    </a:lnTo>
                    <a:lnTo>
                      <a:pt x="4087" y="14683"/>
                    </a:lnTo>
                    <a:lnTo>
                      <a:pt x="8191" y="13431"/>
                    </a:lnTo>
                    <a:lnTo>
                      <a:pt x="8180" y="10937"/>
                    </a:lnTo>
                    <a:lnTo>
                      <a:pt x="12278" y="9683"/>
                    </a:lnTo>
                    <a:lnTo>
                      <a:pt x="12267" y="7192"/>
                    </a:lnTo>
                    <a:lnTo>
                      <a:pt x="16371" y="5938"/>
                    </a:lnTo>
                    <a:lnTo>
                      <a:pt x="16354" y="3447"/>
                    </a:lnTo>
                    <a:lnTo>
                      <a:pt x="20458" y="2193"/>
                    </a:lnTo>
                    <a:lnTo>
                      <a:pt x="20447" y="346"/>
                    </a:lnTo>
                    <a:close/>
                  </a:path>
                </a:pathLst>
              </a:custGeom>
              <a:solidFill>
                <a:schemeClr val="accent4"/>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5" name="Figure"/>
              <p:cNvSpPr/>
              <p:nvPr/>
            </p:nvSpPr>
            <p:spPr>
              <a:xfrm>
                <a:off x="4020998" y="5265014"/>
                <a:ext cx="606918" cy="350845"/>
              </a:xfrm>
              <a:custGeom>
                <a:avLst/>
                <a:gdLst/>
                <a:ahLst/>
                <a:cxnLst>
                  <a:cxn ang="0">
                    <a:pos x="wd2" y="hd2"/>
                  </a:cxn>
                  <a:cxn ang="5400000">
                    <a:pos x="wd2" y="hd2"/>
                  </a:cxn>
                  <a:cxn ang="10800000">
                    <a:pos x="wd2" y="hd2"/>
                  </a:cxn>
                  <a:cxn ang="16200000">
                    <a:pos x="wd2" y="hd2"/>
                  </a:cxn>
                </a:cxnLst>
                <a:rect l="0" t="0" r="r" b="b"/>
                <a:pathLst>
                  <a:path w="21600" h="21600" extrusionOk="0">
                    <a:moveTo>
                      <a:pt x="4668" y="21600"/>
                    </a:moveTo>
                    <a:lnTo>
                      <a:pt x="0" y="16925"/>
                    </a:lnTo>
                    <a:lnTo>
                      <a:pt x="16932" y="0"/>
                    </a:lnTo>
                    <a:lnTo>
                      <a:pt x="21600" y="4714"/>
                    </a:lnTo>
                    <a:close/>
                  </a:path>
                </a:pathLst>
              </a:custGeom>
              <a:solidFill>
                <a:schemeClr val="accent4">
                  <a:lumMod val="60000"/>
                  <a:lumOff val="4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Figure"/>
              <p:cNvSpPr/>
              <p:nvPr/>
            </p:nvSpPr>
            <p:spPr>
              <a:xfrm>
                <a:off x="4020998" y="5534895"/>
                <a:ext cx="133057" cy="77135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306" y="19456"/>
                    </a:lnTo>
                    <a:lnTo>
                      <a:pt x="0" y="0"/>
                    </a:lnTo>
                    <a:lnTo>
                      <a:pt x="21294" y="2127"/>
                    </a:lnTo>
                    <a:close/>
                  </a:path>
                </a:pathLst>
              </a:custGeom>
              <a:solidFill>
                <a:schemeClr val="accent4">
                  <a:lumMod val="75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Figure"/>
              <p:cNvSpPr/>
              <p:nvPr/>
            </p:nvSpPr>
            <p:spPr>
              <a:xfrm>
                <a:off x="4497996" y="4442819"/>
                <a:ext cx="606918" cy="350845"/>
              </a:xfrm>
              <a:custGeom>
                <a:avLst/>
                <a:gdLst/>
                <a:ahLst/>
                <a:cxnLst>
                  <a:cxn ang="0">
                    <a:pos x="wd2" y="hd2"/>
                  </a:cxn>
                  <a:cxn ang="5400000">
                    <a:pos x="wd2" y="hd2"/>
                  </a:cxn>
                  <a:cxn ang="10800000">
                    <a:pos x="wd2" y="hd2"/>
                  </a:cxn>
                  <a:cxn ang="16200000">
                    <a:pos x="wd2" y="hd2"/>
                  </a:cxn>
                </a:cxnLst>
                <a:rect l="0" t="0" r="r" b="b"/>
                <a:pathLst>
                  <a:path w="21600" h="21600" extrusionOk="0">
                    <a:moveTo>
                      <a:pt x="4668" y="21600"/>
                    </a:moveTo>
                    <a:lnTo>
                      <a:pt x="0" y="16925"/>
                    </a:lnTo>
                    <a:lnTo>
                      <a:pt x="16932" y="0"/>
                    </a:lnTo>
                    <a:lnTo>
                      <a:pt x="21600" y="4714"/>
                    </a:lnTo>
                    <a:close/>
                  </a:path>
                </a:pathLst>
              </a:custGeom>
              <a:solidFill>
                <a:schemeClr val="accent4">
                  <a:lumMod val="60000"/>
                  <a:lumOff val="4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8" name="Figure"/>
              <p:cNvSpPr/>
              <p:nvPr/>
            </p:nvSpPr>
            <p:spPr>
              <a:xfrm>
                <a:off x="4497996" y="4718976"/>
                <a:ext cx="133057" cy="62261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306" y="18944"/>
                    </a:lnTo>
                    <a:lnTo>
                      <a:pt x="0" y="0"/>
                    </a:lnTo>
                    <a:lnTo>
                      <a:pt x="21294" y="2635"/>
                    </a:lnTo>
                    <a:close/>
                  </a:path>
                </a:pathLst>
              </a:custGeom>
              <a:solidFill>
                <a:schemeClr val="accent4">
                  <a:lumMod val="75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9" name="Figure"/>
              <p:cNvSpPr/>
              <p:nvPr/>
            </p:nvSpPr>
            <p:spPr>
              <a:xfrm>
                <a:off x="4968719" y="3620624"/>
                <a:ext cx="606290" cy="350845"/>
              </a:xfrm>
              <a:custGeom>
                <a:avLst/>
                <a:gdLst/>
                <a:ahLst/>
                <a:cxnLst>
                  <a:cxn ang="0">
                    <a:pos x="wd2" y="hd2"/>
                  </a:cxn>
                  <a:cxn ang="5400000">
                    <a:pos x="wd2" y="hd2"/>
                  </a:cxn>
                  <a:cxn ang="10800000">
                    <a:pos x="wd2" y="hd2"/>
                  </a:cxn>
                  <a:cxn ang="16200000">
                    <a:pos x="wd2" y="hd2"/>
                  </a:cxn>
                </a:cxnLst>
                <a:rect l="0" t="0" r="r" b="b"/>
                <a:pathLst>
                  <a:path w="21600" h="21600" extrusionOk="0">
                    <a:moveTo>
                      <a:pt x="4673" y="21600"/>
                    </a:moveTo>
                    <a:lnTo>
                      <a:pt x="0" y="16886"/>
                    </a:lnTo>
                    <a:lnTo>
                      <a:pt x="16927" y="0"/>
                    </a:lnTo>
                    <a:lnTo>
                      <a:pt x="21600" y="4675"/>
                    </a:lnTo>
                    <a:close/>
                  </a:path>
                </a:pathLst>
              </a:custGeom>
              <a:solidFill>
                <a:schemeClr val="accent4">
                  <a:lumMod val="60000"/>
                  <a:lumOff val="4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Figure"/>
              <p:cNvSpPr/>
              <p:nvPr/>
            </p:nvSpPr>
            <p:spPr>
              <a:xfrm>
                <a:off x="4968718" y="3896781"/>
                <a:ext cx="132431" cy="62323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05" y="18946"/>
                    </a:lnTo>
                    <a:lnTo>
                      <a:pt x="0" y="0"/>
                    </a:lnTo>
                    <a:lnTo>
                      <a:pt x="21395" y="2654"/>
                    </a:lnTo>
                    <a:close/>
                  </a:path>
                </a:pathLst>
              </a:custGeom>
              <a:solidFill>
                <a:schemeClr val="accent4">
                  <a:lumMod val="75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4" name="Figure"/>
              <p:cNvSpPr/>
              <p:nvPr/>
            </p:nvSpPr>
            <p:spPr>
              <a:xfrm>
                <a:off x="5445716" y="3074586"/>
                <a:ext cx="132431" cy="62261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05" y="18965"/>
                    </a:lnTo>
                    <a:lnTo>
                      <a:pt x="0" y="0"/>
                    </a:lnTo>
                    <a:lnTo>
                      <a:pt x="21395" y="2656"/>
                    </a:lnTo>
                    <a:close/>
                  </a:path>
                </a:pathLst>
              </a:custGeom>
              <a:solidFill>
                <a:schemeClr val="accent4">
                  <a:lumMod val="75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5" name="Figure"/>
              <p:cNvSpPr/>
              <p:nvPr/>
            </p:nvSpPr>
            <p:spPr>
              <a:xfrm>
                <a:off x="5445717" y="2798429"/>
                <a:ext cx="606918" cy="350845"/>
              </a:xfrm>
              <a:custGeom>
                <a:avLst/>
                <a:gdLst/>
                <a:ahLst/>
                <a:cxnLst>
                  <a:cxn ang="0">
                    <a:pos x="wd2" y="hd2"/>
                  </a:cxn>
                  <a:cxn ang="5400000">
                    <a:pos x="wd2" y="hd2"/>
                  </a:cxn>
                  <a:cxn ang="10800000">
                    <a:pos x="wd2" y="hd2"/>
                  </a:cxn>
                  <a:cxn ang="16200000">
                    <a:pos x="wd2" y="hd2"/>
                  </a:cxn>
                </a:cxnLst>
                <a:rect l="0" t="0" r="r" b="b"/>
                <a:pathLst>
                  <a:path w="21600" h="21600" extrusionOk="0">
                    <a:moveTo>
                      <a:pt x="4668" y="21600"/>
                    </a:moveTo>
                    <a:lnTo>
                      <a:pt x="0" y="16886"/>
                    </a:lnTo>
                    <a:lnTo>
                      <a:pt x="16909" y="0"/>
                    </a:lnTo>
                    <a:lnTo>
                      <a:pt x="21600" y="4675"/>
                    </a:lnTo>
                    <a:close/>
                  </a:path>
                </a:pathLst>
              </a:custGeom>
              <a:solidFill>
                <a:schemeClr val="accent4">
                  <a:lumMod val="60000"/>
                  <a:lumOff val="4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6" name="Figure"/>
              <p:cNvSpPr/>
              <p:nvPr/>
            </p:nvSpPr>
            <p:spPr>
              <a:xfrm>
                <a:off x="5916440" y="1976234"/>
                <a:ext cx="606918" cy="350845"/>
              </a:xfrm>
              <a:custGeom>
                <a:avLst/>
                <a:gdLst/>
                <a:ahLst/>
                <a:cxnLst>
                  <a:cxn ang="0">
                    <a:pos x="wd2" y="hd2"/>
                  </a:cxn>
                  <a:cxn ang="5400000">
                    <a:pos x="wd2" y="hd2"/>
                  </a:cxn>
                  <a:cxn ang="10800000">
                    <a:pos x="wd2" y="hd2"/>
                  </a:cxn>
                  <a:cxn ang="16200000">
                    <a:pos x="wd2" y="hd2"/>
                  </a:cxn>
                </a:cxnLst>
                <a:rect l="0" t="0" r="r" b="b"/>
                <a:pathLst>
                  <a:path w="21600" h="21600" extrusionOk="0">
                    <a:moveTo>
                      <a:pt x="4668" y="21600"/>
                    </a:moveTo>
                    <a:lnTo>
                      <a:pt x="0" y="16886"/>
                    </a:lnTo>
                    <a:lnTo>
                      <a:pt x="16932" y="0"/>
                    </a:lnTo>
                    <a:lnTo>
                      <a:pt x="21600" y="4675"/>
                    </a:lnTo>
                    <a:close/>
                  </a:path>
                </a:pathLst>
              </a:custGeom>
              <a:solidFill>
                <a:schemeClr val="accent4">
                  <a:lumMod val="60000"/>
                  <a:lumOff val="4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7" name="Figure"/>
              <p:cNvSpPr/>
              <p:nvPr/>
            </p:nvSpPr>
            <p:spPr>
              <a:xfrm>
                <a:off x="5916440" y="2252391"/>
                <a:ext cx="133057" cy="62261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04" y="18965"/>
                    </a:lnTo>
                    <a:lnTo>
                      <a:pt x="0" y="0"/>
                    </a:lnTo>
                    <a:lnTo>
                      <a:pt x="21294" y="2656"/>
                    </a:lnTo>
                    <a:close/>
                  </a:path>
                </a:pathLst>
              </a:custGeom>
              <a:solidFill>
                <a:schemeClr val="accent4">
                  <a:lumMod val="75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8" name="Figure"/>
              <p:cNvSpPr/>
              <p:nvPr/>
            </p:nvSpPr>
            <p:spPr>
              <a:xfrm>
                <a:off x="6462478" y="1053618"/>
                <a:ext cx="373439" cy="702318"/>
              </a:xfrm>
              <a:custGeom>
                <a:avLst/>
                <a:gdLst/>
                <a:ahLst/>
                <a:cxnLst>
                  <a:cxn ang="0">
                    <a:pos x="wd2" y="hd2"/>
                  </a:cxn>
                  <a:cxn ang="5400000">
                    <a:pos x="wd2" y="hd2"/>
                  </a:cxn>
                  <a:cxn ang="10800000">
                    <a:pos x="wd2" y="hd2"/>
                  </a:cxn>
                  <a:cxn ang="16200000">
                    <a:pos x="wd2" y="hd2"/>
                  </a:cxn>
                </a:cxnLst>
                <a:rect l="0" t="0" r="r" b="b"/>
                <a:pathLst>
                  <a:path w="21600" h="21600" extrusionOk="0">
                    <a:moveTo>
                      <a:pt x="0" y="2355"/>
                    </a:moveTo>
                    <a:lnTo>
                      <a:pt x="7587" y="0"/>
                    </a:lnTo>
                    <a:lnTo>
                      <a:pt x="21600" y="19245"/>
                    </a:lnTo>
                    <a:lnTo>
                      <a:pt x="14013" y="21600"/>
                    </a:lnTo>
                    <a:close/>
                  </a:path>
                </a:pathLst>
              </a:custGeom>
              <a:solidFill>
                <a:schemeClr val="accent4">
                  <a:lumMod val="60000"/>
                  <a:lumOff val="4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9" name="Figure"/>
              <p:cNvSpPr/>
              <p:nvPr/>
            </p:nvSpPr>
            <p:spPr>
              <a:xfrm>
                <a:off x="6217701" y="1128933"/>
                <a:ext cx="487042" cy="924500"/>
              </a:xfrm>
              <a:custGeom>
                <a:avLst/>
                <a:gdLst/>
                <a:ahLst/>
                <a:cxnLst>
                  <a:cxn ang="0">
                    <a:pos x="wd2" y="hd2"/>
                  </a:cxn>
                  <a:cxn ang="5400000">
                    <a:pos x="wd2" y="hd2"/>
                  </a:cxn>
                  <a:cxn ang="10800000">
                    <a:pos x="wd2" y="hd2"/>
                  </a:cxn>
                  <a:cxn ang="16200000">
                    <a:pos x="wd2" y="hd2"/>
                  </a:cxn>
                </a:cxnLst>
                <a:rect l="0" t="0" r="r" b="b"/>
                <a:pathLst>
                  <a:path w="21600" h="21600" extrusionOk="0">
                    <a:moveTo>
                      <a:pt x="21600" y="14620"/>
                    </a:moveTo>
                    <a:lnTo>
                      <a:pt x="10856" y="0"/>
                    </a:lnTo>
                    <a:lnTo>
                      <a:pt x="0" y="8036"/>
                    </a:lnTo>
                    <a:lnTo>
                      <a:pt x="7877" y="10441"/>
                    </a:lnTo>
                    <a:lnTo>
                      <a:pt x="7933" y="19826"/>
                    </a:lnTo>
                    <a:lnTo>
                      <a:pt x="13751" y="21600"/>
                    </a:lnTo>
                    <a:lnTo>
                      <a:pt x="13695" y="12200"/>
                    </a:lnTo>
                    <a:close/>
                  </a:path>
                </a:pathLst>
              </a:custGeom>
              <a:solidFill>
                <a:schemeClr val="accent4">
                  <a:lumMod val="75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0" name="Group 32"/>
            <p:cNvGrpSpPr/>
            <p:nvPr/>
          </p:nvGrpSpPr>
          <p:grpSpPr>
            <a:xfrm>
              <a:off x="2989251" y="2888410"/>
              <a:ext cx="1787141" cy="3140970"/>
              <a:chOff x="4686300" y="3898900"/>
              <a:chExt cx="4085590" cy="7180581"/>
            </a:xfrm>
          </p:grpSpPr>
          <p:sp>
            <p:nvSpPr>
              <p:cNvPr id="31" name="Figure"/>
              <p:cNvSpPr/>
              <p:nvPr/>
            </p:nvSpPr>
            <p:spPr>
              <a:xfrm>
                <a:off x="4686300" y="10553700"/>
                <a:ext cx="205741" cy="525781"/>
              </a:xfrm>
              <a:custGeom>
                <a:avLst/>
                <a:gdLst/>
                <a:ahLst/>
                <a:cxnLst>
                  <a:cxn ang="0">
                    <a:pos x="wd2" y="hd2"/>
                  </a:cxn>
                  <a:cxn ang="5400000">
                    <a:pos x="wd2" y="hd2"/>
                  </a:cxn>
                  <a:cxn ang="10800000">
                    <a:pos x="wd2" y="hd2"/>
                  </a:cxn>
                  <a:cxn ang="16200000">
                    <a:pos x="wd2" y="hd2"/>
                  </a:cxn>
                </a:cxnLst>
                <a:rect l="0" t="0" r="r" b="b"/>
                <a:pathLst>
                  <a:path w="21600" h="21600" extrusionOk="0">
                    <a:moveTo>
                      <a:pt x="21467" y="0"/>
                    </a:moveTo>
                    <a:lnTo>
                      <a:pt x="21600" y="19513"/>
                    </a:lnTo>
                    <a:lnTo>
                      <a:pt x="12400" y="21600"/>
                    </a:lnTo>
                    <a:lnTo>
                      <a:pt x="12267" y="10330"/>
                    </a:lnTo>
                    <a:lnTo>
                      <a:pt x="12400" y="8452"/>
                    </a:lnTo>
                    <a:lnTo>
                      <a:pt x="12533" y="6417"/>
                    </a:lnTo>
                    <a:cubicBezTo>
                      <a:pt x="11067" y="7461"/>
                      <a:pt x="10000" y="8139"/>
                      <a:pt x="9333" y="8504"/>
                    </a:cubicBezTo>
                    <a:lnTo>
                      <a:pt x="4400" y="11426"/>
                    </a:lnTo>
                    <a:lnTo>
                      <a:pt x="0" y="9965"/>
                    </a:lnTo>
                    <a:lnTo>
                      <a:pt x="13867" y="1826"/>
                    </a:lnTo>
                    <a:lnTo>
                      <a:pt x="21467" y="0"/>
                    </a:lnTo>
                    <a:close/>
                  </a:path>
                </a:pathLst>
              </a:custGeom>
              <a:solidFill>
                <a:srgbClr val="FFFFFF"/>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2" name="Figure"/>
              <p:cNvSpPr/>
              <p:nvPr/>
            </p:nvSpPr>
            <p:spPr>
              <a:xfrm>
                <a:off x="5651499" y="8889999"/>
                <a:ext cx="292101" cy="589281"/>
              </a:xfrm>
              <a:custGeom>
                <a:avLst/>
                <a:gdLst/>
                <a:ahLst/>
                <a:cxnLst>
                  <a:cxn ang="0">
                    <a:pos x="wd2" y="hd2"/>
                  </a:cxn>
                  <a:cxn ang="5400000">
                    <a:pos x="wd2" y="hd2"/>
                  </a:cxn>
                  <a:cxn ang="10800000">
                    <a:pos x="wd2" y="hd2"/>
                  </a:cxn>
                  <a:cxn ang="16200000">
                    <a:pos x="wd2" y="hd2"/>
                  </a:cxn>
                </a:cxnLst>
                <a:rect l="0" t="0" r="r" b="b"/>
                <a:pathLst>
                  <a:path w="21600" h="21600" extrusionOk="0">
                    <a:moveTo>
                      <a:pt x="10988" y="838"/>
                    </a:moveTo>
                    <a:cubicBezTo>
                      <a:pt x="12866" y="279"/>
                      <a:pt x="14556" y="0"/>
                      <a:pt x="16059" y="0"/>
                    </a:cubicBezTo>
                    <a:cubicBezTo>
                      <a:pt x="17562" y="0"/>
                      <a:pt x="18689" y="186"/>
                      <a:pt x="19440" y="698"/>
                    </a:cubicBezTo>
                    <a:cubicBezTo>
                      <a:pt x="20285" y="1164"/>
                      <a:pt x="20661" y="1862"/>
                      <a:pt x="20661" y="2793"/>
                    </a:cubicBezTo>
                    <a:cubicBezTo>
                      <a:pt x="20661" y="3584"/>
                      <a:pt x="20379" y="4422"/>
                      <a:pt x="19910" y="5260"/>
                    </a:cubicBezTo>
                    <a:cubicBezTo>
                      <a:pt x="19440" y="6098"/>
                      <a:pt x="18689" y="7029"/>
                      <a:pt x="17656" y="8053"/>
                    </a:cubicBezTo>
                    <a:cubicBezTo>
                      <a:pt x="16623" y="9078"/>
                      <a:pt x="14838" y="10660"/>
                      <a:pt x="12209" y="12755"/>
                    </a:cubicBezTo>
                    <a:lnTo>
                      <a:pt x="8264" y="15967"/>
                    </a:lnTo>
                    <a:lnTo>
                      <a:pt x="8264" y="16153"/>
                    </a:lnTo>
                    <a:lnTo>
                      <a:pt x="21600" y="12336"/>
                    </a:lnTo>
                    <a:lnTo>
                      <a:pt x="21600" y="15409"/>
                    </a:lnTo>
                    <a:lnTo>
                      <a:pt x="282" y="21600"/>
                    </a:lnTo>
                    <a:lnTo>
                      <a:pt x="282" y="19040"/>
                    </a:lnTo>
                    <a:lnTo>
                      <a:pt x="7889" y="12429"/>
                    </a:lnTo>
                    <a:cubicBezTo>
                      <a:pt x="10143" y="10474"/>
                      <a:pt x="11645" y="9124"/>
                      <a:pt x="12303" y="8379"/>
                    </a:cubicBezTo>
                    <a:cubicBezTo>
                      <a:pt x="12960" y="7681"/>
                      <a:pt x="13523" y="7029"/>
                      <a:pt x="13805" y="6517"/>
                    </a:cubicBezTo>
                    <a:cubicBezTo>
                      <a:pt x="14087" y="6005"/>
                      <a:pt x="14275" y="5493"/>
                      <a:pt x="14275" y="5028"/>
                    </a:cubicBezTo>
                    <a:cubicBezTo>
                      <a:pt x="14275" y="4329"/>
                      <a:pt x="13899" y="3910"/>
                      <a:pt x="13242" y="3771"/>
                    </a:cubicBezTo>
                    <a:cubicBezTo>
                      <a:pt x="12584" y="3631"/>
                      <a:pt x="11645" y="3724"/>
                      <a:pt x="10518" y="4050"/>
                    </a:cubicBezTo>
                    <a:cubicBezTo>
                      <a:pt x="9297" y="4376"/>
                      <a:pt x="8170" y="4888"/>
                      <a:pt x="7043" y="5493"/>
                    </a:cubicBezTo>
                    <a:cubicBezTo>
                      <a:pt x="5917" y="6145"/>
                      <a:pt x="4790" y="6890"/>
                      <a:pt x="3569" y="7821"/>
                    </a:cubicBezTo>
                    <a:lnTo>
                      <a:pt x="0" y="6471"/>
                    </a:lnTo>
                    <a:cubicBezTo>
                      <a:pt x="1503" y="5307"/>
                      <a:pt x="2723" y="4422"/>
                      <a:pt x="3757" y="3864"/>
                    </a:cubicBezTo>
                    <a:cubicBezTo>
                      <a:pt x="4696" y="3259"/>
                      <a:pt x="5823" y="2746"/>
                      <a:pt x="6950" y="2234"/>
                    </a:cubicBezTo>
                    <a:cubicBezTo>
                      <a:pt x="8264" y="1722"/>
                      <a:pt x="9579" y="1257"/>
                      <a:pt x="10988" y="838"/>
                    </a:cubicBezTo>
                    <a:close/>
                  </a:path>
                </a:pathLst>
              </a:custGeom>
              <a:solidFill>
                <a:srgbClr val="FFFFFF"/>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3" name="Figure"/>
              <p:cNvSpPr/>
              <p:nvPr/>
            </p:nvSpPr>
            <p:spPr>
              <a:xfrm>
                <a:off x="6629400" y="7239000"/>
                <a:ext cx="288292" cy="571602"/>
              </a:xfrm>
              <a:custGeom>
                <a:avLst/>
                <a:gdLst/>
                <a:ahLst/>
                <a:cxnLst>
                  <a:cxn ang="0">
                    <a:pos x="wd2" y="hd2"/>
                  </a:cxn>
                  <a:cxn ang="5400000">
                    <a:pos x="wd2" y="hd2"/>
                  </a:cxn>
                  <a:cxn ang="10800000">
                    <a:pos x="wd2" y="hd2"/>
                  </a:cxn>
                  <a:cxn ang="16200000">
                    <a:pos x="wd2" y="hd2"/>
                  </a:cxn>
                </a:cxnLst>
                <a:rect l="0" t="0" r="r" b="b"/>
                <a:pathLst>
                  <a:path w="21600" h="21461" extrusionOk="0">
                    <a:moveTo>
                      <a:pt x="10277" y="1148"/>
                    </a:moveTo>
                    <a:cubicBezTo>
                      <a:pt x="13512" y="195"/>
                      <a:pt x="15986" y="-139"/>
                      <a:pt x="17889" y="52"/>
                    </a:cubicBezTo>
                    <a:cubicBezTo>
                      <a:pt x="19792" y="242"/>
                      <a:pt x="20648" y="1053"/>
                      <a:pt x="20648" y="2388"/>
                    </a:cubicBezTo>
                    <a:cubicBezTo>
                      <a:pt x="20648" y="3485"/>
                      <a:pt x="20078" y="4629"/>
                      <a:pt x="18936" y="5726"/>
                    </a:cubicBezTo>
                    <a:cubicBezTo>
                      <a:pt x="17794" y="6870"/>
                      <a:pt x="16176" y="7872"/>
                      <a:pt x="13988" y="8778"/>
                    </a:cubicBezTo>
                    <a:lnTo>
                      <a:pt x="13988" y="8873"/>
                    </a:lnTo>
                    <a:cubicBezTo>
                      <a:pt x="16462" y="8348"/>
                      <a:pt x="18365" y="8205"/>
                      <a:pt x="19697" y="8539"/>
                    </a:cubicBezTo>
                    <a:cubicBezTo>
                      <a:pt x="21029" y="8873"/>
                      <a:pt x="21600" y="9588"/>
                      <a:pt x="21600" y="10780"/>
                    </a:cubicBezTo>
                    <a:cubicBezTo>
                      <a:pt x="21600" y="12497"/>
                      <a:pt x="20553" y="14118"/>
                      <a:pt x="18365" y="15739"/>
                    </a:cubicBezTo>
                    <a:cubicBezTo>
                      <a:pt x="16176" y="17313"/>
                      <a:pt x="13131" y="18695"/>
                      <a:pt x="9135" y="19840"/>
                    </a:cubicBezTo>
                    <a:cubicBezTo>
                      <a:pt x="5804" y="20793"/>
                      <a:pt x="2759" y="21366"/>
                      <a:pt x="190" y="21461"/>
                    </a:cubicBezTo>
                    <a:lnTo>
                      <a:pt x="190" y="18266"/>
                    </a:lnTo>
                    <a:cubicBezTo>
                      <a:pt x="1427" y="18266"/>
                      <a:pt x="2759" y="18171"/>
                      <a:pt x="4187" y="17980"/>
                    </a:cubicBezTo>
                    <a:cubicBezTo>
                      <a:pt x="5614" y="17789"/>
                      <a:pt x="7041" y="17456"/>
                      <a:pt x="8469" y="17074"/>
                    </a:cubicBezTo>
                    <a:cubicBezTo>
                      <a:pt x="10657" y="16454"/>
                      <a:pt x="12180" y="15787"/>
                      <a:pt x="13226" y="15072"/>
                    </a:cubicBezTo>
                    <a:cubicBezTo>
                      <a:pt x="14273" y="14356"/>
                      <a:pt x="14749" y="13546"/>
                      <a:pt x="14749" y="12592"/>
                    </a:cubicBezTo>
                    <a:cubicBezTo>
                      <a:pt x="14749" y="11734"/>
                      <a:pt x="14178" y="11352"/>
                      <a:pt x="12941" y="11305"/>
                    </a:cubicBezTo>
                    <a:cubicBezTo>
                      <a:pt x="11799" y="11305"/>
                      <a:pt x="9896" y="11686"/>
                      <a:pt x="7232" y="12401"/>
                    </a:cubicBezTo>
                    <a:lnTo>
                      <a:pt x="4853" y="13069"/>
                    </a:lnTo>
                    <a:lnTo>
                      <a:pt x="4853" y="10160"/>
                    </a:lnTo>
                    <a:lnTo>
                      <a:pt x="7232" y="9445"/>
                    </a:lnTo>
                    <a:cubicBezTo>
                      <a:pt x="9611" y="8730"/>
                      <a:pt x="11418" y="8062"/>
                      <a:pt x="12465" y="7395"/>
                    </a:cubicBezTo>
                    <a:cubicBezTo>
                      <a:pt x="13607" y="6727"/>
                      <a:pt x="14083" y="5917"/>
                      <a:pt x="14083" y="5058"/>
                    </a:cubicBezTo>
                    <a:cubicBezTo>
                      <a:pt x="14083" y="3723"/>
                      <a:pt x="12560" y="3437"/>
                      <a:pt x="9706" y="4295"/>
                    </a:cubicBezTo>
                    <a:cubicBezTo>
                      <a:pt x="8659" y="4582"/>
                      <a:pt x="7612" y="4963"/>
                      <a:pt x="6566" y="5488"/>
                    </a:cubicBezTo>
                    <a:cubicBezTo>
                      <a:pt x="5519" y="6012"/>
                      <a:pt x="4377" y="6680"/>
                      <a:pt x="3045" y="7490"/>
                    </a:cubicBezTo>
                    <a:lnTo>
                      <a:pt x="0" y="5774"/>
                    </a:lnTo>
                    <a:cubicBezTo>
                      <a:pt x="3045" y="3866"/>
                      <a:pt x="6375" y="2293"/>
                      <a:pt x="10277" y="1148"/>
                    </a:cubicBezTo>
                    <a:close/>
                  </a:path>
                </a:pathLst>
              </a:custGeom>
              <a:solidFill>
                <a:srgbClr val="FFFFFF"/>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4" name="Figure"/>
              <p:cNvSpPr/>
              <p:nvPr/>
            </p:nvSpPr>
            <p:spPr>
              <a:xfrm>
                <a:off x="7518399" y="5537200"/>
                <a:ext cx="311153" cy="528321"/>
              </a:xfrm>
              <a:custGeom>
                <a:avLst/>
                <a:gdLst/>
                <a:ahLst/>
                <a:cxnLst>
                  <a:cxn ang="0">
                    <a:pos x="wd2" y="hd2"/>
                  </a:cxn>
                  <a:cxn ang="5400000">
                    <a:pos x="wd2" y="hd2"/>
                  </a:cxn>
                  <a:cxn ang="10800000">
                    <a:pos x="wd2" y="hd2"/>
                  </a:cxn>
                  <a:cxn ang="16200000">
                    <a:pos x="wd2" y="hd2"/>
                  </a:cxn>
                </a:cxnLst>
                <a:rect l="0" t="0" r="r" b="b"/>
                <a:pathLst>
                  <a:path w="21600" h="21600" extrusionOk="0">
                    <a:moveTo>
                      <a:pt x="18162" y="12254"/>
                    </a:moveTo>
                    <a:lnTo>
                      <a:pt x="21600" y="11060"/>
                    </a:lnTo>
                    <a:lnTo>
                      <a:pt x="21600" y="14227"/>
                    </a:lnTo>
                    <a:lnTo>
                      <a:pt x="18162" y="15421"/>
                    </a:lnTo>
                    <a:lnTo>
                      <a:pt x="18162" y="19471"/>
                    </a:lnTo>
                    <a:lnTo>
                      <a:pt x="12255" y="21496"/>
                    </a:lnTo>
                    <a:lnTo>
                      <a:pt x="12255" y="17446"/>
                    </a:lnTo>
                    <a:lnTo>
                      <a:pt x="0" y="21600"/>
                    </a:lnTo>
                    <a:lnTo>
                      <a:pt x="0" y="18744"/>
                    </a:lnTo>
                    <a:lnTo>
                      <a:pt x="12519" y="1921"/>
                    </a:lnTo>
                    <a:lnTo>
                      <a:pt x="18073" y="0"/>
                    </a:lnTo>
                    <a:lnTo>
                      <a:pt x="18162" y="12254"/>
                    </a:lnTo>
                    <a:close/>
                    <a:moveTo>
                      <a:pt x="12255" y="8567"/>
                    </a:moveTo>
                    <a:cubicBezTo>
                      <a:pt x="12343" y="7477"/>
                      <a:pt x="12343" y="6854"/>
                      <a:pt x="12431" y="6698"/>
                    </a:cubicBezTo>
                    <a:lnTo>
                      <a:pt x="12255" y="6750"/>
                    </a:lnTo>
                    <a:cubicBezTo>
                      <a:pt x="11814" y="7633"/>
                      <a:pt x="11197" y="8567"/>
                      <a:pt x="10491" y="9450"/>
                    </a:cubicBezTo>
                    <a:lnTo>
                      <a:pt x="5290" y="16615"/>
                    </a:lnTo>
                    <a:lnTo>
                      <a:pt x="12166" y="14279"/>
                    </a:lnTo>
                    <a:lnTo>
                      <a:pt x="12166" y="11008"/>
                    </a:lnTo>
                    <a:cubicBezTo>
                      <a:pt x="12167" y="10437"/>
                      <a:pt x="12255" y="9606"/>
                      <a:pt x="12255" y="8567"/>
                    </a:cubicBezTo>
                    <a:lnTo>
                      <a:pt x="12255" y="8567"/>
                    </a:lnTo>
                    <a:close/>
                  </a:path>
                </a:pathLst>
              </a:custGeom>
              <a:solidFill>
                <a:srgbClr val="FFFFFF"/>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Figure"/>
              <p:cNvSpPr/>
              <p:nvPr/>
            </p:nvSpPr>
            <p:spPr>
              <a:xfrm>
                <a:off x="8496299" y="3898900"/>
                <a:ext cx="275591" cy="598258"/>
              </a:xfrm>
              <a:custGeom>
                <a:avLst/>
                <a:gdLst/>
                <a:ahLst/>
                <a:cxnLst>
                  <a:cxn ang="0">
                    <a:pos x="wd2" y="hd2"/>
                  </a:cxn>
                  <a:cxn ang="5400000">
                    <a:pos x="wd2" y="hd2"/>
                  </a:cxn>
                  <a:cxn ang="10800000">
                    <a:pos x="wd2" y="hd2"/>
                  </a:cxn>
                  <a:cxn ang="16200000">
                    <a:pos x="wd2" y="hd2"/>
                  </a:cxn>
                </a:cxnLst>
                <a:rect l="0" t="0" r="r" b="b"/>
                <a:pathLst>
                  <a:path w="21600" h="21557" extrusionOk="0">
                    <a:moveTo>
                      <a:pt x="19311" y="0"/>
                    </a:moveTo>
                    <a:lnTo>
                      <a:pt x="19311" y="3066"/>
                    </a:lnTo>
                    <a:lnTo>
                      <a:pt x="7764" y="6132"/>
                    </a:lnTo>
                    <a:lnTo>
                      <a:pt x="7167" y="9656"/>
                    </a:lnTo>
                    <a:lnTo>
                      <a:pt x="7963" y="9381"/>
                    </a:lnTo>
                    <a:cubicBezTo>
                      <a:pt x="8859" y="9015"/>
                      <a:pt x="9954" y="8695"/>
                      <a:pt x="11347" y="8329"/>
                    </a:cubicBezTo>
                    <a:cubicBezTo>
                      <a:pt x="14433" y="7505"/>
                      <a:pt x="17021" y="7322"/>
                      <a:pt x="18813" y="7734"/>
                    </a:cubicBezTo>
                    <a:cubicBezTo>
                      <a:pt x="20704" y="8192"/>
                      <a:pt x="21600" y="9198"/>
                      <a:pt x="21600" y="10800"/>
                    </a:cubicBezTo>
                    <a:cubicBezTo>
                      <a:pt x="21600" y="12722"/>
                      <a:pt x="20505" y="14461"/>
                      <a:pt x="18315" y="16108"/>
                    </a:cubicBezTo>
                    <a:cubicBezTo>
                      <a:pt x="16125" y="17710"/>
                      <a:pt x="12940" y="19083"/>
                      <a:pt x="8759" y="20181"/>
                    </a:cubicBezTo>
                    <a:cubicBezTo>
                      <a:pt x="5176" y="21142"/>
                      <a:pt x="2289" y="21600"/>
                      <a:pt x="0" y="21554"/>
                    </a:cubicBezTo>
                    <a:lnTo>
                      <a:pt x="0" y="18442"/>
                    </a:lnTo>
                    <a:cubicBezTo>
                      <a:pt x="1194" y="18442"/>
                      <a:pt x="2488" y="18351"/>
                      <a:pt x="4081" y="18168"/>
                    </a:cubicBezTo>
                    <a:cubicBezTo>
                      <a:pt x="5674" y="17939"/>
                      <a:pt x="7067" y="17664"/>
                      <a:pt x="8461" y="17298"/>
                    </a:cubicBezTo>
                    <a:cubicBezTo>
                      <a:pt x="12642" y="16200"/>
                      <a:pt x="14732" y="14736"/>
                      <a:pt x="14732" y="12905"/>
                    </a:cubicBezTo>
                    <a:cubicBezTo>
                      <a:pt x="14732" y="11166"/>
                      <a:pt x="12542" y="10892"/>
                      <a:pt x="8262" y="12036"/>
                    </a:cubicBezTo>
                    <a:cubicBezTo>
                      <a:pt x="7465" y="12264"/>
                      <a:pt x="6669" y="12493"/>
                      <a:pt x="5674" y="12859"/>
                    </a:cubicBezTo>
                    <a:cubicBezTo>
                      <a:pt x="4778" y="13180"/>
                      <a:pt x="3982" y="13500"/>
                      <a:pt x="3384" y="13729"/>
                    </a:cubicBezTo>
                    <a:lnTo>
                      <a:pt x="697" y="13683"/>
                    </a:lnTo>
                    <a:lnTo>
                      <a:pt x="1891" y="4622"/>
                    </a:lnTo>
                    <a:lnTo>
                      <a:pt x="19311" y="0"/>
                    </a:lnTo>
                    <a:close/>
                  </a:path>
                </a:pathLst>
              </a:custGeom>
              <a:solidFill>
                <a:srgbClr val="FFFFFF"/>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grpSp>
        <p:nvGrpSpPr>
          <p:cNvPr id="65" name="组合 64"/>
          <p:cNvGrpSpPr/>
          <p:nvPr/>
        </p:nvGrpSpPr>
        <p:grpSpPr>
          <a:xfrm>
            <a:off x="5970402" y="1829266"/>
            <a:ext cx="4428774" cy="711733"/>
            <a:chOff x="8273143" y="1761489"/>
            <a:chExt cx="4428774" cy="711733"/>
          </a:xfrm>
        </p:grpSpPr>
        <p:sp>
          <p:nvSpPr>
            <p:cNvPr id="66" name="矩形: 圆角 65"/>
            <p:cNvSpPr/>
            <p:nvPr/>
          </p:nvSpPr>
          <p:spPr>
            <a:xfrm>
              <a:off x="8273143" y="1919182"/>
              <a:ext cx="286265" cy="28626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7" name="文本框 66"/>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8" name="组合 67"/>
          <p:cNvGrpSpPr/>
          <p:nvPr/>
        </p:nvGrpSpPr>
        <p:grpSpPr>
          <a:xfrm>
            <a:off x="5970402" y="2708073"/>
            <a:ext cx="4428774" cy="711733"/>
            <a:chOff x="8273143" y="1761489"/>
            <a:chExt cx="4428774" cy="711733"/>
          </a:xfrm>
        </p:grpSpPr>
        <p:sp>
          <p:nvSpPr>
            <p:cNvPr id="69" name="矩形: 圆角 68"/>
            <p:cNvSpPr/>
            <p:nvPr/>
          </p:nvSpPr>
          <p:spPr>
            <a:xfrm>
              <a:off x="8273143" y="1919182"/>
              <a:ext cx="286265" cy="28626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0" name="文本框 69"/>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1" name="组合 70"/>
          <p:cNvGrpSpPr/>
          <p:nvPr/>
        </p:nvGrpSpPr>
        <p:grpSpPr>
          <a:xfrm>
            <a:off x="5970402" y="3586881"/>
            <a:ext cx="4428774" cy="711733"/>
            <a:chOff x="8273143" y="1761489"/>
            <a:chExt cx="4428774" cy="711733"/>
          </a:xfrm>
        </p:grpSpPr>
        <p:sp>
          <p:nvSpPr>
            <p:cNvPr id="72" name="矩形: 圆角 71"/>
            <p:cNvSpPr/>
            <p:nvPr/>
          </p:nvSpPr>
          <p:spPr>
            <a:xfrm>
              <a:off x="8273143" y="1919182"/>
              <a:ext cx="286265" cy="28626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3" name="文本框 72"/>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4" name="组合 73"/>
          <p:cNvGrpSpPr/>
          <p:nvPr/>
        </p:nvGrpSpPr>
        <p:grpSpPr>
          <a:xfrm>
            <a:off x="5970402" y="4465689"/>
            <a:ext cx="4428774" cy="711733"/>
            <a:chOff x="8273143" y="1761489"/>
            <a:chExt cx="4428774" cy="711733"/>
          </a:xfrm>
        </p:grpSpPr>
        <p:sp>
          <p:nvSpPr>
            <p:cNvPr id="75" name="矩形: 圆角 74"/>
            <p:cNvSpPr/>
            <p:nvPr/>
          </p:nvSpPr>
          <p:spPr>
            <a:xfrm>
              <a:off x="8273143" y="1919182"/>
              <a:ext cx="286265" cy="28626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6" name="文本框 75"/>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7" name="组合 76"/>
          <p:cNvGrpSpPr/>
          <p:nvPr/>
        </p:nvGrpSpPr>
        <p:grpSpPr>
          <a:xfrm>
            <a:off x="5970402" y="5344496"/>
            <a:ext cx="4428774" cy="711733"/>
            <a:chOff x="8273143" y="1761489"/>
            <a:chExt cx="4428774" cy="711733"/>
          </a:xfrm>
        </p:grpSpPr>
        <p:sp>
          <p:nvSpPr>
            <p:cNvPr id="78" name="矩形: 圆角 77"/>
            <p:cNvSpPr/>
            <p:nvPr/>
          </p:nvSpPr>
          <p:spPr>
            <a:xfrm>
              <a:off x="8273143" y="1919182"/>
              <a:ext cx="286265" cy="286265"/>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9" name="文本框 78"/>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fade">
                                      <p:cBhvr>
                                        <p:cTn id="11" dur="500"/>
                                        <p:tgtEl>
                                          <p:spTgt spid="6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74"/>
                                        </p:tgtEl>
                                        <p:attrNameLst>
                                          <p:attrName>style.visibility</p:attrName>
                                        </p:attrNameLst>
                                      </p:cBhvr>
                                      <p:to>
                                        <p:strVal val="visible"/>
                                      </p:to>
                                    </p:set>
                                    <p:animEffect transition="in" filter="fade">
                                      <p:cBhvr>
                                        <p:cTn id="23" dur="500"/>
                                        <p:tgtEl>
                                          <p:spTgt spid="74"/>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fade">
                                      <p:cBhvr>
                                        <p:cTn id="2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79621" y="1725333"/>
            <a:ext cx="9420432" cy="4535250"/>
            <a:chOff x="1379621" y="1236738"/>
            <a:chExt cx="9420432" cy="4535250"/>
          </a:xfrm>
        </p:grpSpPr>
        <p:grpSp>
          <p:nvGrpSpPr>
            <p:cNvPr id="6" name="组合 5"/>
            <p:cNvGrpSpPr/>
            <p:nvPr/>
          </p:nvGrpSpPr>
          <p:grpSpPr>
            <a:xfrm>
              <a:off x="2854029" y="1545130"/>
              <a:ext cx="2847411" cy="2876550"/>
              <a:chOff x="1922526" y="662512"/>
              <a:chExt cx="2847411" cy="2876550"/>
            </a:xfrm>
          </p:grpSpPr>
          <p:sp>
            <p:nvSpPr>
              <p:cNvPr id="11" name="平行四边形 10"/>
              <p:cNvSpPr/>
              <p:nvPr/>
            </p:nvSpPr>
            <p:spPr>
              <a:xfrm flipH="1">
                <a:off x="3164096" y="2568575"/>
                <a:ext cx="1605841" cy="481752"/>
              </a:xfrm>
              <a:prstGeom prst="parallelogram">
                <a:avLst>
                  <a:gd name="adj" fmla="val 63945"/>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p>
                <a:pPr algn="ctr"/>
                <a:endParaRPr sz="2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平行四边形 11"/>
              <p:cNvSpPr/>
              <p:nvPr/>
            </p:nvSpPr>
            <p:spPr>
              <a:xfrm>
                <a:off x="2851120" y="2568575"/>
                <a:ext cx="1605841" cy="970487"/>
              </a:xfrm>
              <a:prstGeom prst="parallelogram">
                <a:avLst>
                  <a:gd name="adj" fmla="val 38669"/>
                </a:avLst>
              </a:prstGeom>
            </p:spPr>
            <p:style>
              <a:lnRef idx="1">
                <a:schemeClr val="accent4"/>
              </a:lnRef>
              <a:fillRef idx="2">
                <a:schemeClr val="accent4"/>
              </a:fillRef>
              <a:effectRef idx="1">
                <a:schemeClr val="accent4"/>
              </a:effectRef>
              <a:fontRef idx="minor">
                <a:schemeClr val="dk1"/>
              </a:fontRef>
            </p:style>
            <p:txBody>
              <a:bodyPr anchor="ctr"/>
              <a:lstStyle/>
              <a:p>
                <a:pPr algn="ctr"/>
                <a:endParaRPr sz="2400" dirty="0">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13" name="组合 12"/>
              <p:cNvGrpSpPr/>
              <p:nvPr/>
            </p:nvGrpSpPr>
            <p:grpSpPr>
              <a:xfrm>
                <a:off x="1922526" y="662512"/>
                <a:ext cx="2150430" cy="2876550"/>
                <a:chOff x="1922526" y="662512"/>
                <a:chExt cx="2150430" cy="2876550"/>
              </a:xfrm>
              <a:solidFill>
                <a:schemeClr val="accent2"/>
              </a:solidFill>
            </p:grpSpPr>
            <p:sp>
              <p:nvSpPr>
                <p:cNvPr id="14" name="等腰三角形 13"/>
                <p:cNvSpPr/>
                <p:nvPr/>
              </p:nvSpPr>
              <p:spPr>
                <a:xfrm flipH="1">
                  <a:off x="1922526" y="662512"/>
                  <a:ext cx="2150430" cy="1368456"/>
                </a:xfrm>
                <a:prstGeom prst="triangle">
                  <a:avLst>
                    <a:gd name="adj" fmla="val 65232"/>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p>
                  <a:pPr algn="ctr"/>
                  <a:endParaRPr sz="2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5" name="平行四边形 14"/>
                <p:cNvSpPr/>
                <p:nvPr/>
              </p:nvSpPr>
              <p:spPr>
                <a:xfrm flipH="1">
                  <a:off x="2371923" y="2023986"/>
                  <a:ext cx="1701033" cy="1515076"/>
                </a:xfrm>
                <a:prstGeom prst="parallelogram">
                  <a:avLst>
                    <a:gd name="adj" fmla="val 30532"/>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p>
                  <a:pPr algn="ctr"/>
                  <a:endParaRPr sz="2400"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grpSp>
          <p:nvGrpSpPr>
            <p:cNvPr id="17" name="组合 16"/>
            <p:cNvGrpSpPr/>
            <p:nvPr/>
          </p:nvGrpSpPr>
          <p:grpSpPr>
            <a:xfrm flipH="1" flipV="1">
              <a:off x="6780077" y="2568575"/>
              <a:ext cx="2847412" cy="2876551"/>
              <a:chOff x="2074926" y="1130300"/>
              <a:chExt cx="2847411" cy="2876550"/>
            </a:xfrm>
          </p:grpSpPr>
          <p:sp>
            <p:nvSpPr>
              <p:cNvPr id="25" name="平行四边形 24"/>
              <p:cNvSpPr/>
              <p:nvPr/>
            </p:nvSpPr>
            <p:spPr>
              <a:xfrm>
                <a:off x="2074926" y="3036363"/>
                <a:ext cx="1605841" cy="481752"/>
              </a:xfrm>
              <a:prstGeom prst="parallelogram">
                <a:avLst>
                  <a:gd name="adj" fmla="val 6394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nchor="ctr"/>
              <a:lstStyle/>
              <a:p>
                <a:pPr algn="ctr"/>
                <a:endParaRPr sz="2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6" name="平行四边形 25"/>
              <p:cNvSpPr/>
              <p:nvPr/>
            </p:nvSpPr>
            <p:spPr>
              <a:xfrm flipH="1">
                <a:off x="2387902" y="3036363"/>
                <a:ext cx="1605841" cy="970487"/>
              </a:xfrm>
              <a:prstGeom prst="parallelogram">
                <a:avLst>
                  <a:gd name="adj" fmla="val 38669"/>
                </a:avLst>
              </a:prstGeom>
            </p:spPr>
            <p:style>
              <a:lnRef idx="1">
                <a:schemeClr val="accent5"/>
              </a:lnRef>
              <a:fillRef idx="2">
                <a:schemeClr val="accent5"/>
              </a:fillRef>
              <a:effectRef idx="1">
                <a:schemeClr val="accent5"/>
              </a:effectRef>
              <a:fontRef idx="minor">
                <a:schemeClr val="dk1"/>
              </a:fontRef>
            </p:style>
            <p:txBody>
              <a:bodyPr anchor="ctr"/>
              <a:lstStyle/>
              <a:p>
                <a:pPr algn="ctr"/>
                <a:endParaRPr sz="2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7" name="等腰三角形 26"/>
              <p:cNvSpPr/>
              <p:nvPr/>
            </p:nvSpPr>
            <p:spPr>
              <a:xfrm>
                <a:off x="2771907" y="1130300"/>
                <a:ext cx="2150430" cy="1368456"/>
              </a:xfrm>
              <a:prstGeom prst="triangle">
                <a:avLst>
                  <a:gd name="adj" fmla="val 65232"/>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nchor="ctr"/>
              <a:lstStyle/>
              <a:p>
                <a:pPr algn="ctr"/>
                <a:endParaRPr sz="2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8" name="平行四边形 27"/>
              <p:cNvSpPr/>
              <p:nvPr/>
            </p:nvSpPr>
            <p:spPr>
              <a:xfrm>
                <a:off x="2771907" y="2491774"/>
                <a:ext cx="1701033" cy="1515076"/>
              </a:xfrm>
              <a:prstGeom prst="parallelogram">
                <a:avLst>
                  <a:gd name="adj" fmla="val 30532"/>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nchor="ctr"/>
              <a:lstStyle/>
              <a:p>
                <a:pPr algn="ctr"/>
                <a:endParaRPr sz="2400"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6" name="组合 15"/>
            <p:cNvGrpSpPr/>
            <p:nvPr/>
          </p:nvGrpSpPr>
          <p:grpSpPr>
            <a:xfrm flipH="1">
              <a:off x="1379621" y="4684519"/>
              <a:ext cx="4166270" cy="1087469"/>
              <a:chOff x="8273143" y="1832098"/>
              <a:chExt cx="4166270" cy="1087469"/>
            </a:xfrm>
          </p:grpSpPr>
          <p:sp>
            <p:nvSpPr>
              <p:cNvPr id="18" name="矩形: 圆角 17"/>
              <p:cNvSpPr/>
              <p:nvPr/>
            </p:nvSpPr>
            <p:spPr>
              <a:xfrm>
                <a:off x="8273143" y="1919182"/>
                <a:ext cx="413657" cy="413657"/>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9" name="文本框 18"/>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文本框 22"/>
              <p:cNvSpPr txBox="1"/>
              <p:nvPr/>
            </p:nvSpPr>
            <p:spPr>
              <a:xfrm>
                <a:off x="8868836" y="2213733"/>
                <a:ext cx="3570577" cy="705834"/>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4" name="组合 23"/>
            <p:cNvGrpSpPr/>
            <p:nvPr/>
          </p:nvGrpSpPr>
          <p:grpSpPr>
            <a:xfrm>
              <a:off x="6633783" y="1236738"/>
              <a:ext cx="4166270" cy="1087469"/>
              <a:chOff x="8478469" y="1832098"/>
              <a:chExt cx="4166270" cy="1087469"/>
            </a:xfrm>
          </p:grpSpPr>
          <p:sp>
            <p:nvSpPr>
              <p:cNvPr id="29" name="矩形: 圆角 28"/>
              <p:cNvSpPr/>
              <p:nvPr/>
            </p:nvSpPr>
            <p:spPr>
              <a:xfrm>
                <a:off x="8478469" y="1919182"/>
                <a:ext cx="413657" cy="41365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0" name="文本框 29"/>
              <p:cNvSpPr txBox="1"/>
              <p:nvPr/>
            </p:nvSpPr>
            <p:spPr>
              <a:xfrm>
                <a:off x="9074160"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1" name="文本框 30"/>
              <p:cNvSpPr txBox="1"/>
              <p:nvPr/>
            </p:nvSpPr>
            <p:spPr>
              <a:xfrm>
                <a:off x="9074162" y="2213733"/>
                <a:ext cx="3570577" cy="705834"/>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p:cNvGrpSpPr/>
          <p:nvPr/>
        </p:nvGrpSpPr>
        <p:grpSpPr>
          <a:xfrm>
            <a:off x="8161483" y="1832098"/>
            <a:ext cx="3254516" cy="1416534"/>
            <a:chOff x="8273143" y="1832098"/>
            <a:chExt cx="3254516" cy="1416534"/>
          </a:xfrm>
        </p:grpSpPr>
        <p:sp>
          <p:nvSpPr>
            <p:cNvPr id="51" name="矩形: 圆角 50"/>
            <p:cNvSpPr/>
            <p:nvPr/>
          </p:nvSpPr>
          <p:spPr>
            <a:xfrm>
              <a:off x="8273143" y="1919182"/>
              <a:ext cx="413657" cy="41365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2" name="文本框 51"/>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3" name="文本框 52"/>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4" name="组合 53"/>
          <p:cNvGrpSpPr/>
          <p:nvPr/>
        </p:nvGrpSpPr>
        <p:grpSpPr>
          <a:xfrm>
            <a:off x="8161483" y="4275348"/>
            <a:ext cx="3254516" cy="1416534"/>
            <a:chOff x="8273143" y="1832098"/>
            <a:chExt cx="3254516" cy="1416534"/>
          </a:xfrm>
        </p:grpSpPr>
        <p:sp>
          <p:nvSpPr>
            <p:cNvPr id="55" name="矩形: 圆角 54"/>
            <p:cNvSpPr/>
            <p:nvPr/>
          </p:nvSpPr>
          <p:spPr>
            <a:xfrm>
              <a:off x="8273143" y="1919182"/>
              <a:ext cx="413657" cy="41365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6" name="文本框 55"/>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7" name="文本框 56"/>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8" name="组合 57"/>
          <p:cNvGrpSpPr/>
          <p:nvPr/>
        </p:nvGrpSpPr>
        <p:grpSpPr>
          <a:xfrm flipH="1">
            <a:off x="843138" y="1832098"/>
            <a:ext cx="3254516" cy="1416534"/>
            <a:chOff x="8273143" y="1832098"/>
            <a:chExt cx="3254516" cy="1416534"/>
          </a:xfrm>
        </p:grpSpPr>
        <p:sp>
          <p:nvSpPr>
            <p:cNvPr id="59" name="矩形: 圆角 58"/>
            <p:cNvSpPr/>
            <p:nvPr/>
          </p:nvSpPr>
          <p:spPr>
            <a:xfrm>
              <a:off x="8273143" y="1919182"/>
              <a:ext cx="413657" cy="41365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0" name="文本框 59"/>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1" name="文本框 60"/>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2" name="组合 61"/>
          <p:cNvGrpSpPr/>
          <p:nvPr/>
        </p:nvGrpSpPr>
        <p:grpSpPr>
          <a:xfrm flipH="1">
            <a:off x="843138" y="4275348"/>
            <a:ext cx="3254516" cy="1416534"/>
            <a:chOff x="8273143" y="1832098"/>
            <a:chExt cx="3254516" cy="1416534"/>
          </a:xfrm>
        </p:grpSpPr>
        <p:sp>
          <p:nvSpPr>
            <p:cNvPr id="63" name="矩形: 圆角 62"/>
            <p:cNvSpPr/>
            <p:nvPr/>
          </p:nvSpPr>
          <p:spPr>
            <a:xfrm>
              <a:off x="8273143" y="1919182"/>
              <a:ext cx="413657" cy="413657"/>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4" name="文本框 63"/>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5" name="文本框 64"/>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 name="组合 2"/>
          <p:cNvGrpSpPr/>
          <p:nvPr/>
        </p:nvGrpSpPr>
        <p:grpSpPr>
          <a:xfrm>
            <a:off x="5100306" y="1420808"/>
            <a:ext cx="1991387" cy="4341881"/>
            <a:chOff x="5100306" y="1420808"/>
            <a:chExt cx="1991387" cy="4341881"/>
          </a:xfrm>
        </p:grpSpPr>
        <p:grpSp>
          <p:nvGrpSpPr>
            <p:cNvPr id="2" name="组合 1"/>
            <p:cNvGrpSpPr/>
            <p:nvPr/>
          </p:nvGrpSpPr>
          <p:grpSpPr>
            <a:xfrm>
              <a:off x="5100306" y="1420808"/>
              <a:ext cx="1991387" cy="4341881"/>
              <a:chOff x="733860" y="1304764"/>
              <a:chExt cx="1991387" cy="4341881"/>
            </a:xfrm>
          </p:grpSpPr>
          <p:sp>
            <p:nvSpPr>
              <p:cNvPr id="6" name="任意多边形: 形状 4"/>
              <p:cNvSpPr/>
              <p:nvPr/>
            </p:nvSpPr>
            <p:spPr>
              <a:xfrm rot="2700000">
                <a:off x="1400549" y="3731137"/>
                <a:ext cx="756535" cy="1490811"/>
              </a:xfrm>
              <a:custGeom>
                <a:avLst/>
                <a:gdLst>
                  <a:gd name="connsiteX0" fmla="*/ 0 w 568579"/>
                  <a:gd name="connsiteY0" fmla="*/ 0 h 1248267"/>
                  <a:gd name="connsiteX1" fmla="*/ 568579 w 568579"/>
                  <a:gd name="connsiteY1" fmla="*/ 0 h 1248267"/>
                  <a:gd name="connsiteX2" fmla="*/ 568579 w 568579"/>
                  <a:gd name="connsiteY2" fmla="*/ 1248267 h 1248267"/>
                  <a:gd name="connsiteX3" fmla="*/ 0 w 568579"/>
                  <a:gd name="connsiteY3" fmla="*/ 1248267 h 1248267"/>
                  <a:gd name="connsiteX4" fmla="*/ 0 w 568579"/>
                  <a:gd name="connsiteY4" fmla="*/ 0 h 1248267"/>
                  <a:gd name="connsiteX0-1" fmla="*/ 7309 w 575888"/>
                  <a:gd name="connsiteY0-2" fmla="*/ 0 h 1248267"/>
                  <a:gd name="connsiteX1-3" fmla="*/ 575888 w 575888"/>
                  <a:gd name="connsiteY1-4" fmla="*/ 0 h 1248267"/>
                  <a:gd name="connsiteX2-5" fmla="*/ 575888 w 575888"/>
                  <a:gd name="connsiteY2-6" fmla="*/ 1248267 h 1248267"/>
                  <a:gd name="connsiteX3-7" fmla="*/ 7309 w 575888"/>
                  <a:gd name="connsiteY3-8" fmla="*/ 1248267 h 1248267"/>
                  <a:gd name="connsiteX4-9" fmla="*/ 0 w 575888"/>
                  <a:gd name="connsiteY4-10" fmla="*/ 608803 h 1248267"/>
                  <a:gd name="connsiteX5" fmla="*/ 7309 w 575888"/>
                  <a:gd name="connsiteY5" fmla="*/ 0 h 1248267"/>
                  <a:gd name="connsiteX0-11" fmla="*/ 256511 w 575888"/>
                  <a:gd name="connsiteY0-12" fmla="*/ 114498 h 1248267"/>
                  <a:gd name="connsiteX1-13" fmla="*/ 575888 w 575888"/>
                  <a:gd name="connsiteY1-14" fmla="*/ 0 h 1248267"/>
                  <a:gd name="connsiteX2-15" fmla="*/ 575888 w 575888"/>
                  <a:gd name="connsiteY2-16" fmla="*/ 1248267 h 1248267"/>
                  <a:gd name="connsiteX3-17" fmla="*/ 7309 w 575888"/>
                  <a:gd name="connsiteY3-18" fmla="*/ 1248267 h 1248267"/>
                  <a:gd name="connsiteX4-19" fmla="*/ 0 w 575888"/>
                  <a:gd name="connsiteY4-20" fmla="*/ 608803 h 1248267"/>
                  <a:gd name="connsiteX5-21" fmla="*/ 256511 w 575888"/>
                  <a:gd name="connsiteY5-22" fmla="*/ 114498 h 1248267"/>
                  <a:gd name="connsiteX0-23" fmla="*/ 256511 w 575888"/>
                  <a:gd name="connsiteY0-24" fmla="*/ 114498 h 1248267"/>
                  <a:gd name="connsiteX1-25" fmla="*/ 575888 w 575888"/>
                  <a:gd name="connsiteY1-26" fmla="*/ 0 h 1248267"/>
                  <a:gd name="connsiteX2-27" fmla="*/ 563576 w 575888"/>
                  <a:gd name="connsiteY2-28" fmla="*/ 216347 h 1248267"/>
                  <a:gd name="connsiteX3-29" fmla="*/ 575888 w 575888"/>
                  <a:gd name="connsiteY3-30" fmla="*/ 1248267 h 1248267"/>
                  <a:gd name="connsiteX4-31" fmla="*/ 7309 w 575888"/>
                  <a:gd name="connsiteY4-32" fmla="*/ 1248267 h 1248267"/>
                  <a:gd name="connsiteX5-33" fmla="*/ 0 w 575888"/>
                  <a:gd name="connsiteY5-34" fmla="*/ 608803 h 1248267"/>
                  <a:gd name="connsiteX6" fmla="*/ 256511 w 575888"/>
                  <a:gd name="connsiteY6" fmla="*/ 114498 h 1248267"/>
                  <a:gd name="connsiteX0-35" fmla="*/ 256511 w 575888"/>
                  <a:gd name="connsiteY0-36" fmla="*/ 1062 h 1134831"/>
                  <a:gd name="connsiteX1-37" fmla="*/ 445438 w 575888"/>
                  <a:gd name="connsiteY1-38" fmla="*/ 0 h 1134831"/>
                  <a:gd name="connsiteX2-39" fmla="*/ 563576 w 575888"/>
                  <a:gd name="connsiteY2-40" fmla="*/ 102911 h 1134831"/>
                  <a:gd name="connsiteX3-41" fmla="*/ 575888 w 575888"/>
                  <a:gd name="connsiteY3-42" fmla="*/ 1134831 h 1134831"/>
                  <a:gd name="connsiteX4-43" fmla="*/ 7309 w 575888"/>
                  <a:gd name="connsiteY4-44" fmla="*/ 1134831 h 1134831"/>
                  <a:gd name="connsiteX5-45" fmla="*/ 0 w 575888"/>
                  <a:gd name="connsiteY5-46" fmla="*/ 495367 h 1134831"/>
                  <a:gd name="connsiteX6-47" fmla="*/ 256511 w 575888"/>
                  <a:gd name="connsiteY6-48" fmla="*/ 1062 h 11348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575888" h="1134831">
                    <a:moveTo>
                      <a:pt x="256511" y="1062"/>
                    </a:moveTo>
                    <a:lnTo>
                      <a:pt x="445438" y="0"/>
                    </a:lnTo>
                    <a:lnTo>
                      <a:pt x="563576" y="102911"/>
                    </a:lnTo>
                    <a:lnTo>
                      <a:pt x="575888" y="1134831"/>
                    </a:lnTo>
                    <a:lnTo>
                      <a:pt x="7309" y="1134831"/>
                    </a:lnTo>
                    <a:cubicBezTo>
                      <a:pt x="4873" y="921676"/>
                      <a:pt x="2436" y="708522"/>
                      <a:pt x="0" y="495367"/>
                    </a:cubicBezTo>
                    <a:cubicBezTo>
                      <a:pt x="2436" y="292433"/>
                      <a:pt x="254075" y="203996"/>
                      <a:pt x="256511" y="1062"/>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7" name="任意多边形: 形状 5"/>
              <p:cNvSpPr/>
              <p:nvPr/>
            </p:nvSpPr>
            <p:spPr>
              <a:xfrm rot="2700000">
                <a:off x="1363989" y="2599859"/>
                <a:ext cx="756535" cy="1639830"/>
              </a:xfrm>
              <a:custGeom>
                <a:avLst/>
                <a:gdLst>
                  <a:gd name="connsiteX0" fmla="*/ 0 w 568579"/>
                  <a:gd name="connsiteY0" fmla="*/ 0 h 1248267"/>
                  <a:gd name="connsiteX1" fmla="*/ 568579 w 568579"/>
                  <a:gd name="connsiteY1" fmla="*/ 0 h 1248267"/>
                  <a:gd name="connsiteX2" fmla="*/ 568579 w 568579"/>
                  <a:gd name="connsiteY2" fmla="*/ 1248267 h 1248267"/>
                  <a:gd name="connsiteX3" fmla="*/ 0 w 568579"/>
                  <a:gd name="connsiteY3" fmla="*/ 1248267 h 1248267"/>
                  <a:gd name="connsiteX4" fmla="*/ 0 w 568579"/>
                  <a:gd name="connsiteY4" fmla="*/ 0 h 1248267"/>
                  <a:gd name="connsiteX0-1" fmla="*/ 7309 w 575888"/>
                  <a:gd name="connsiteY0-2" fmla="*/ 0 h 1248267"/>
                  <a:gd name="connsiteX1-3" fmla="*/ 575888 w 575888"/>
                  <a:gd name="connsiteY1-4" fmla="*/ 0 h 1248267"/>
                  <a:gd name="connsiteX2-5" fmla="*/ 575888 w 575888"/>
                  <a:gd name="connsiteY2-6" fmla="*/ 1248267 h 1248267"/>
                  <a:gd name="connsiteX3-7" fmla="*/ 7309 w 575888"/>
                  <a:gd name="connsiteY3-8" fmla="*/ 1248267 h 1248267"/>
                  <a:gd name="connsiteX4-9" fmla="*/ 0 w 575888"/>
                  <a:gd name="connsiteY4-10" fmla="*/ 608803 h 1248267"/>
                  <a:gd name="connsiteX5" fmla="*/ 7309 w 575888"/>
                  <a:gd name="connsiteY5" fmla="*/ 0 h 1248267"/>
                  <a:gd name="connsiteX0-11" fmla="*/ 256511 w 575888"/>
                  <a:gd name="connsiteY0-12" fmla="*/ 114498 h 1248267"/>
                  <a:gd name="connsiteX1-13" fmla="*/ 575888 w 575888"/>
                  <a:gd name="connsiteY1-14" fmla="*/ 0 h 1248267"/>
                  <a:gd name="connsiteX2-15" fmla="*/ 575888 w 575888"/>
                  <a:gd name="connsiteY2-16" fmla="*/ 1248267 h 1248267"/>
                  <a:gd name="connsiteX3-17" fmla="*/ 7309 w 575888"/>
                  <a:gd name="connsiteY3-18" fmla="*/ 1248267 h 1248267"/>
                  <a:gd name="connsiteX4-19" fmla="*/ 0 w 575888"/>
                  <a:gd name="connsiteY4-20" fmla="*/ 608803 h 1248267"/>
                  <a:gd name="connsiteX5-21" fmla="*/ 256511 w 575888"/>
                  <a:gd name="connsiteY5-22" fmla="*/ 114498 h 12482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575888" h="1248267">
                    <a:moveTo>
                      <a:pt x="256511" y="114498"/>
                    </a:moveTo>
                    <a:lnTo>
                      <a:pt x="575888" y="0"/>
                    </a:lnTo>
                    <a:lnTo>
                      <a:pt x="575888" y="1248267"/>
                    </a:lnTo>
                    <a:lnTo>
                      <a:pt x="7309" y="1248267"/>
                    </a:lnTo>
                    <a:cubicBezTo>
                      <a:pt x="4873" y="1035112"/>
                      <a:pt x="2436" y="821958"/>
                      <a:pt x="0" y="608803"/>
                    </a:cubicBezTo>
                    <a:cubicBezTo>
                      <a:pt x="2436" y="405869"/>
                      <a:pt x="254075" y="317432"/>
                      <a:pt x="256511" y="114498"/>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 name="矩形 7"/>
              <p:cNvSpPr/>
              <p:nvPr/>
            </p:nvSpPr>
            <p:spPr>
              <a:xfrm rot="2700000">
                <a:off x="1307766" y="1559649"/>
                <a:ext cx="746934" cy="163983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 name="流程图: 存储数据 7"/>
              <p:cNvSpPr/>
              <p:nvPr/>
            </p:nvSpPr>
            <p:spPr>
              <a:xfrm rot="16200000">
                <a:off x="1294216" y="885473"/>
                <a:ext cx="870673" cy="1991386"/>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 name="椭圆 10"/>
              <p:cNvSpPr/>
              <p:nvPr/>
            </p:nvSpPr>
            <p:spPr>
              <a:xfrm>
                <a:off x="733860" y="1304764"/>
                <a:ext cx="1991387" cy="28806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6" name="流程图: 存储数据 9"/>
              <p:cNvSpPr/>
              <p:nvPr/>
            </p:nvSpPr>
            <p:spPr>
              <a:xfrm rot="16200000">
                <a:off x="1344115" y="2184008"/>
                <a:ext cx="787349" cy="1800808"/>
              </a:xfrm>
              <a:prstGeom prst="flowChartOnlineStorag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35" name="流程图: 存储数据 10"/>
              <p:cNvSpPr/>
              <p:nvPr/>
            </p:nvSpPr>
            <p:spPr>
              <a:xfrm rot="16200000">
                <a:off x="1354192" y="3273816"/>
                <a:ext cx="702917" cy="1607697"/>
              </a:xfrm>
              <a:prstGeom prst="flowChartOnlineStorag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39" name="任意多边形: 形状 3"/>
              <p:cNvSpPr/>
              <p:nvPr/>
            </p:nvSpPr>
            <p:spPr>
              <a:xfrm rot="2700000">
                <a:off x="1613624" y="4966887"/>
                <a:ext cx="513403" cy="846113"/>
              </a:xfrm>
              <a:custGeom>
                <a:avLst/>
                <a:gdLst>
                  <a:gd name="connsiteX0" fmla="*/ 0 w 549463"/>
                  <a:gd name="connsiteY0" fmla="*/ 0 h 905541"/>
                  <a:gd name="connsiteX1" fmla="*/ 549463 w 549463"/>
                  <a:gd name="connsiteY1" fmla="*/ 0 h 905541"/>
                  <a:gd name="connsiteX2" fmla="*/ 549463 w 549463"/>
                  <a:gd name="connsiteY2" fmla="*/ 905541 h 905541"/>
                  <a:gd name="connsiteX3" fmla="*/ 0 w 549463"/>
                  <a:gd name="connsiteY3" fmla="*/ 905541 h 905541"/>
                  <a:gd name="connsiteX4" fmla="*/ 0 w 549463"/>
                  <a:gd name="connsiteY4" fmla="*/ 0 h 905541"/>
                  <a:gd name="connsiteX0-1" fmla="*/ 0 w 549463"/>
                  <a:gd name="connsiteY0-2" fmla="*/ 0 h 905541"/>
                  <a:gd name="connsiteX1-3" fmla="*/ 549463 w 549463"/>
                  <a:gd name="connsiteY1-4" fmla="*/ 0 h 905541"/>
                  <a:gd name="connsiteX2-5" fmla="*/ 549463 w 549463"/>
                  <a:gd name="connsiteY2-6" fmla="*/ 905541 h 905541"/>
                  <a:gd name="connsiteX3-7" fmla="*/ 86853 w 549463"/>
                  <a:gd name="connsiteY3-8" fmla="*/ 722183 h 905541"/>
                  <a:gd name="connsiteX4-9" fmla="*/ 0 w 549463"/>
                  <a:gd name="connsiteY4-10" fmla="*/ 0 h 90554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49463" h="905541">
                    <a:moveTo>
                      <a:pt x="0" y="0"/>
                    </a:moveTo>
                    <a:lnTo>
                      <a:pt x="549463" y="0"/>
                    </a:lnTo>
                    <a:lnTo>
                      <a:pt x="549463" y="905541"/>
                    </a:lnTo>
                    <a:lnTo>
                      <a:pt x="86853" y="722183"/>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40" name="流程图: 存储数据 11"/>
              <p:cNvSpPr/>
              <p:nvPr/>
            </p:nvSpPr>
            <p:spPr>
              <a:xfrm rot="16200000">
                <a:off x="1392547" y="4337280"/>
                <a:ext cx="626203" cy="1432239"/>
              </a:xfrm>
              <a:prstGeom prst="flowChartOnlineStorag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pic>
          <p:nvPicPr>
            <p:cNvPr id="66" name="图形 65" descr="上升趋势条形图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06459" y="3041433"/>
              <a:ext cx="379077" cy="379077"/>
            </a:xfrm>
            <a:prstGeom prst="rect">
              <a:avLst/>
            </a:prstGeom>
          </p:spPr>
        </p:pic>
        <p:pic>
          <p:nvPicPr>
            <p:cNvPr id="67" name="图形 66" descr="区块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4696" y="1829672"/>
              <a:ext cx="379077" cy="379077"/>
            </a:xfrm>
            <a:prstGeom prst="rect">
              <a:avLst/>
            </a:prstGeom>
          </p:spPr>
        </p:pic>
        <p:pic>
          <p:nvPicPr>
            <p:cNvPr id="68" name="图形 67" descr="书籍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14696" y="4080878"/>
              <a:ext cx="369490" cy="369490"/>
            </a:xfrm>
            <a:prstGeom prst="rect">
              <a:avLst/>
            </a:prstGeom>
          </p:spPr>
        </p:pic>
        <p:pic>
          <p:nvPicPr>
            <p:cNvPr id="69" name="图形 68" descr="盒子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4283" y="5054884"/>
              <a:ext cx="369490" cy="36949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500"/>
                                        <p:tgtEl>
                                          <p:spTgt spid="5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500"/>
                                        <p:tgtEl>
                                          <p:spTgt spid="6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fade">
                                      <p:cBhvr>
                                        <p:cTn id="2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262555" y="1538597"/>
            <a:ext cx="3971104" cy="4542850"/>
            <a:chOff x="3977361" y="1538597"/>
            <a:chExt cx="3971104" cy="4542850"/>
          </a:xfrm>
        </p:grpSpPr>
        <p:sp>
          <p:nvSpPr>
            <p:cNvPr id="6" name="íśļïḍé"/>
            <p:cNvSpPr/>
            <p:nvPr/>
          </p:nvSpPr>
          <p:spPr bwMode="auto">
            <a:xfrm>
              <a:off x="4910056" y="5647465"/>
              <a:ext cx="1839545" cy="433982"/>
            </a:xfrm>
            <a:custGeom>
              <a:avLst/>
              <a:gdLst>
                <a:gd name="T0" fmla="*/ 1446 w 1446"/>
                <a:gd name="T1" fmla="*/ 0 h 475"/>
                <a:gd name="T2" fmla="*/ 1446 w 1446"/>
                <a:gd name="T3" fmla="*/ 273 h 475"/>
                <a:gd name="T4" fmla="*/ 723 w 1446"/>
                <a:gd name="T5" fmla="*/ 475 h 475"/>
                <a:gd name="T6" fmla="*/ 0 w 1446"/>
                <a:gd name="T7" fmla="*/ 273 h 475"/>
                <a:gd name="T8" fmla="*/ 0 w 1446"/>
                <a:gd name="T9" fmla="*/ 0 h 475"/>
                <a:gd name="T10" fmla="*/ 723 w 1446"/>
                <a:gd name="T11" fmla="*/ 84 h 475"/>
                <a:gd name="T12" fmla="*/ 1446 w 1446"/>
                <a:gd name="T13" fmla="*/ 0 h 475"/>
              </a:gdLst>
              <a:ahLst/>
              <a:cxnLst>
                <a:cxn ang="0">
                  <a:pos x="T0" y="T1"/>
                </a:cxn>
                <a:cxn ang="0">
                  <a:pos x="T2" y="T3"/>
                </a:cxn>
                <a:cxn ang="0">
                  <a:pos x="T4" y="T5"/>
                </a:cxn>
                <a:cxn ang="0">
                  <a:pos x="T6" y="T7"/>
                </a:cxn>
                <a:cxn ang="0">
                  <a:pos x="T8" y="T9"/>
                </a:cxn>
                <a:cxn ang="0">
                  <a:pos x="T10" y="T11"/>
                </a:cxn>
                <a:cxn ang="0">
                  <a:pos x="T12" y="T13"/>
                </a:cxn>
              </a:cxnLst>
              <a:rect l="0" t="0" r="r" b="b"/>
              <a:pathLst>
                <a:path w="1446" h="475">
                  <a:moveTo>
                    <a:pt x="1446" y="0"/>
                  </a:moveTo>
                  <a:cubicBezTo>
                    <a:pt x="1446" y="273"/>
                    <a:pt x="1446" y="273"/>
                    <a:pt x="1446" y="273"/>
                  </a:cubicBezTo>
                  <a:cubicBezTo>
                    <a:pt x="1446" y="384"/>
                    <a:pt x="1122" y="475"/>
                    <a:pt x="723" y="475"/>
                  </a:cubicBezTo>
                  <a:cubicBezTo>
                    <a:pt x="324" y="475"/>
                    <a:pt x="0" y="384"/>
                    <a:pt x="0" y="273"/>
                  </a:cubicBezTo>
                  <a:cubicBezTo>
                    <a:pt x="0" y="0"/>
                    <a:pt x="0" y="0"/>
                    <a:pt x="0" y="0"/>
                  </a:cubicBezTo>
                  <a:cubicBezTo>
                    <a:pt x="0" y="0"/>
                    <a:pt x="440" y="84"/>
                    <a:pt x="723" y="84"/>
                  </a:cubicBezTo>
                  <a:cubicBezTo>
                    <a:pt x="967" y="84"/>
                    <a:pt x="1446" y="0"/>
                    <a:pt x="1446" y="0"/>
                  </a:cubicBezTo>
                </a:path>
              </a:pathLst>
            </a:custGeom>
            <a:solidFill>
              <a:srgbClr val="C1C1C1"/>
            </a:solidFill>
            <a:ln w="9525">
              <a:noFill/>
              <a:round/>
            </a:ln>
          </p:spPr>
          <p:txBody>
            <a:bodyPr vert="horz" wrap="square" lIns="91440" tIns="45720" rIns="91440" bIns="45720" numCol="1" anchor="b" anchorCtr="0" compatLnSpc="1">
              <a:normAutofit/>
            </a:bodyPr>
            <a:lstStyle/>
            <a:p>
              <a:pPr algn="ctr">
                <a:spcBef>
                  <a:spcPct val="0"/>
                </a:spcBef>
              </a:pPr>
              <a:endParaRPr lang="en-US" altLang="zh-CN" sz="1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îşľîḋe"/>
            <p:cNvSpPr/>
            <p:nvPr/>
          </p:nvSpPr>
          <p:spPr bwMode="auto">
            <a:xfrm>
              <a:off x="4910056" y="5456163"/>
              <a:ext cx="1839545" cy="369788"/>
            </a:xfrm>
            <a:prstGeom prst="ellipse">
              <a:avLst/>
            </a:prstGeom>
            <a:ln>
              <a:noFill/>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normAutofit fontScale="70000" lnSpcReduction="2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íśḻîḋê"/>
            <p:cNvSpPr/>
            <p:nvPr/>
          </p:nvSpPr>
          <p:spPr bwMode="auto">
            <a:xfrm>
              <a:off x="5341326" y="5570712"/>
              <a:ext cx="977006" cy="140689"/>
            </a:xfrm>
            <a:prstGeom prst="ellipse">
              <a:avLst/>
            </a:prstGeom>
            <a:solidFill>
              <a:schemeClr val="bg1"/>
            </a:solidFill>
            <a:ln>
              <a:noFill/>
            </a:ln>
          </p:spPr>
          <p:txBody>
            <a:bodyPr vert="horz" wrap="square" lIns="91440" tIns="45720" rIns="91440" bIns="45720" numCol="1" anchor="t" anchorCtr="0" compatLnSpc="1">
              <a:normAutofit fontScale="25000" lnSpcReduction="2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íSļiḍé"/>
            <p:cNvSpPr/>
            <p:nvPr/>
          </p:nvSpPr>
          <p:spPr>
            <a:xfrm>
              <a:off x="4584466" y="5624649"/>
              <a:ext cx="451210" cy="451213"/>
            </a:xfrm>
            <a:prstGeom prst="ellipse">
              <a:avLst/>
            </a:prstGeom>
          </p:spPr>
          <p:style>
            <a:lnRef idx="3">
              <a:schemeClr val="lt1"/>
            </a:lnRef>
            <a:fillRef idx="1">
              <a:schemeClr val="accent6"/>
            </a:fillRef>
            <a:effectRef idx="1">
              <a:schemeClr val="accent6"/>
            </a:effectRef>
            <a:fontRef idx="minor">
              <a:schemeClr val="lt1"/>
            </a:fontRef>
          </p:style>
          <p:txBody>
            <a:bodyPr wrap="square" lIns="91440" tIns="45720" rIns="91440" bIns="45720" rtlCol="0" anchor="ctr">
              <a:normAutofit fontScale="92500" lnSpcReduction="20000"/>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en-US" altLang="zh-CN" dirty="0">
                  <a:latin typeface="思源黑体" panose="020B0500000000000000" pitchFamily="34" charset="-122"/>
                  <a:ea typeface="思源黑体" panose="020B0500000000000000" pitchFamily="34" charset="-122"/>
                  <a:sym typeface="思源黑体" panose="020B0500000000000000" pitchFamily="34" charset="-122"/>
                </a:rPr>
                <a:t>6</a:t>
              </a:r>
              <a:endParaRPr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 name="íṩļiḍe"/>
            <p:cNvSpPr/>
            <p:nvPr/>
          </p:nvSpPr>
          <p:spPr bwMode="auto">
            <a:xfrm>
              <a:off x="4802562" y="5079260"/>
              <a:ext cx="2054538" cy="484701"/>
            </a:xfrm>
            <a:custGeom>
              <a:avLst/>
              <a:gdLst>
                <a:gd name="T0" fmla="*/ 1446 w 1446"/>
                <a:gd name="T1" fmla="*/ 0 h 475"/>
                <a:gd name="T2" fmla="*/ 1446 w 1446"/>
                <a:gd name="T3" fmla="*/ 273 h 475"/>
                <a:gd name="T4" fmla="*/ 723 w 1446"/>
                <a:gd name="T5" fmla="*/ 475 h 475"/>
                <a:gd name="T6" fmla="*/ 0 w 1446"/>
                <a:gd name="T7" fmla="*/ 273 h 475"/>
                <a:gd name="T8" fmla="*/ 0 w 1446"/>
                <a:gd name="T9" fmla="*/ 0 h 475"/>
                <a:gd name="T10" fmla="*/ 723 w 1446"/>
                <a:gd name="T11" fmla="*/ 84 h 475"/>
                <a:gd name="T12" fmla="*/ 1446 w 1446"/>
                <a:gd name="T13" fmla="*/ 0 h 475"/>
              </a:gdLst>
              <a:ahLst/>
              <a:cxnLst>
                <a:cxn ang="0">
                  <a:pos x="T0" y="T1"/>
                </a:cxn>
                <a:cxn ang="0">
                  <a:pos x="T2" y="T3"/>
                </a:cxn>
                <a:cxn ang="0">
                  <a:pos x="T4" y="T5"/>
                </a:cxn>
                <a:cxn ang="0">
                  <a:pos x="T6" y="T7"/>
                </a:cxn>
                <a:cxn ang="0">
                  <a:pos x="T8" y="T9"/>
                </a:cxn>
                <a:cxn ang="0">
                  <a:pos x="T10" y="T11"/>
                </a:cxn>
                <a:cxn ang="0">
                  <a:pos x="T12" y="T13"/>
                </a:cxn>
              </a:cxnLst>
              <a:rect l="0" t="0" r="r" b="b"/>
              <a:pathLst>
                <a:path w="1446" h="475">
                  <a:moveTo>
                    <a:pt x="1446" y="0"/>
                  </a:moveTo>
                  <a:cubicBezTo>
                    <a:pt x="1446" y="273"/>
                    <a:pt x="1446" y="273"/>
                    <a:pt x="1446" y="273"/>
                  </a:cubicBezTo>
                  <a:cubicBezTo>
                    <a:pt x="1446" y="384"/>
                    <a:pt x="1122" y="475"/>
                    <a:pt x="723" y="475"/>
                  </a:cubicBezTo>
                  <a:cubicBezTo>
                    <a:pt x="324" y="475"/>
                    <a:pt x="0" y="384"/>
                    <a:pt x="0" y="273"/>
                  </a:cubicBezTo>
                  <a:cubicBezTo>
                    <a:pt x="0" y="0"/>
                    <a:pt x="0" y="0"/>
                    <a:pt x="0" y="0"/>
                  </a:cubicBezTo>
                  <a:cubicBezTo>
                    <a:pt x="0" y="0"/>
                    <a:pt x="440" y="84"/>
                    <a:pt x="723" y="84"/>
                  </a:cubicBezTo>
                  <a:cubicBezTo>
                    <a:pt x="967" y="84"/>
                    <a:pt x="1446" y="0"/>
                    <a:pt x="1446" y="0"/>
                  </a:cubicBezTo>
                </a:path>
              </a:pathLst>
            </a:custGeom>
            <a:solidFill>
              <a:srgbClr val="5BD438"/>
            </a:solidFill>
            <a:ln w="9525">
              <a:noFill/>
              <a:round/>
            </a:ln>
          </p:spPr>
          <p:txBody>
            <a:bodyPr vert="horz" wrap="square" lIns="91440" tIns="45720" rIns="91440" bIns="45720" numCol="1" anchor="b" anchorCtr="0" compatLnSpc="1">
              <a:normAutofit/>
            </a:bodyPr>
            <a:lstStyle/>
            <a:p>
              <a:pPr algn="ctr">
                <a:spcBef>
                  <a:spcPct val="0"/>
                </a:spcBef>
              </a:pPr>
              <a:endParaRPr lang="en-US" altLang="zh-CN" sz="16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 name="ïś1ïḍê"/>
            <p:cNvSpPr/>
            <p:nvPr/>
          </p:nvSpPr>
          <p:spPr bwMode="auto">
            <a:xfrm>
              <a:off x="4802562" y="4865601"/>
              <a:ext cx="2054538" cy="413004"/>
            </a:xfrm>
            <a:prstGeom prst="ellipse">
              <a:avLst/>
            </a:prstGeom>
            <a:ln>
              <a:noFill/>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normAutofit fontScale="85000" lnSpcReduction="2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5" name="iṣ1ídè"/>
            <p:cNvSpPr/>
            <p:nvPr/>
          </p:nvSpPr>
          <p:spPr bwMode="auto">
            <a:xfrm>
              <a:off x="5284235" y="4993537"/>
              <a:ext cx="1091191" cy="157131"/>
            </a:xfrm>
            <a:prstGeom prst="ellipse">
              <a:avLst/>
            </a:prstGeom>
            <a:solidFill>
              <a:srgbClr val="F6F8F8"/>
            </a:solidFill>
            <a:ln>
              <a:noFill/>
            </a:ln>
          </p:spPr>
          <p:txBody>
            <a:bodyPr vert="horz" wrap="square" lIns="91440" tIns="45720" rIns="91440" bIns="45720" numCol="1" anchor="t" anchorCtr="0" compatLnSpc="1">
              <a:normAutofit fontScale="25000" lnSpcReduction="2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ïṧḷîḍè"/>
            <p:cNvSpPr/>
            <p:nvPr/>
          </p:nvSpPr>
          <p:spPr>
            <a:xfrm>
              <a:off x="6623985" y="5010868"/>
              <a:ext cx="451209" cy="451212"/>
            </a:xfrm>
            <a:prstGeom prst="ellipse">
              <a:avLst/>
            </a:prstGeom>
          </p:spPr>
          <p:style>
            <a:lnRef idx="3">
              <a:schemeClr val="lt1"/>
            </a:lnRef>
            <a:fillRef idx="1">
              <a:schemeClr val="accent5"/>
            </a:fillRef>
            <a:effectRef idx="1">
              <a:schemeClr val="accent5"/>
            </a:effectRef>
            <a:fontRef idx="minor">
              <a:schemeClr val="lt1"/>
            </a:fontRef>
          </p:style>
          <p:txBody>
            <a:bodyPr wrap="square" lIns="91440" tIns="45720" rIns="91440" bIns="45720" rtlCol="0" anchor="ctr">
              <a:normAutofit fontScale="92500" lnSpcReduction="20000"/>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en-US" altLang="zh-CN" dirty="0">
                  <a:latin typeface="思源黑体" panose="020B0500000000000000" pitchFamily="34" charset="-122"/>
                  <a:ea typeface="思源黑体" panose="020B0500000000000000" pitchFamily="34" charset="-122"/>
                  <a:sym typeface="思源黑体" panose="020B0500000000000000" pitchFamily="34" charset="-122"/>
                </a:rPr>
                <a:t>5</a:t>
              </a:r>
              <a:endParaRPr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îSļiḋê"/>
            <p:cNvSpPr/>
            <p:nvPr/>
          </p:nvSpPr>
          <p:spPr bwMode="auto">
            <a:xfrm>
              <a:off x="4652885" y="4538317"/>
              <a:ext cx="2353889" cy="555324"/>
            </a:xfrm>
            <a:custGeom>
              <a:avLst/>
              <a:gdLst>
                <a:gd name="T0" fmla="*/ 1446 w 1446"/>
                <a:gd name="T1" fmla="*/ 0 h 475"/>
                <a:gd name="T2" fmla="*/ 1446 w 1446"/>
                <a:gd name="T3" fmla="*/ 273 h 475"/>
                <a:gd name="T4" fmla="*/ 723 w 1446"/>
                <a:gd name="T5" fmla="*/ 475 h 475"/>
                <a:gd name="T6" fmla="*/ 0 w 1446"/>
                <a:gd name="T7" fmla="*/ 273 h 475"/>
                <a:gd name="T8" fmla="*/ 0 w 1446"/>
                <a:gd name="T9" fmla="*/ 0 h 475"/>
                <a:gd name="T10" fmla="*/ 723 w 1446"/>
                <a:gd name="T11" fmla="*/ 84 h 475"/>
                <a:gd name="T12" fmla="*/ 1446 w 1446"/>
                <a:gd name="T13" fmla="*/ 0 h 475"/>
              </a:gdLst>
              <a:ahLst/>
              <a:cxnLst>
                <a:cxn ang="0">
                  <a:pos x="T0" y="T1"/>
                </a:cxn>
                <a:cxn ang="0">
                  <a:pos x="T2" y="T3"/>
                </a:cxn>
                <a:cxn ang="0">
                  <a:pos x="T4" y="T5"/>
                </a:cxn>
                <a:cxn ang="0">
                  <a:pos x="T6" y="T7"/>
                </a:cxn>
                <a:cxn ang="0">
                  <a:pos x="T8" y="T9"/>
                </a:cxn>
                <a:cxn ang="0">
                  <a:pos x="T10" y="T11"/>
                </a:cxn>
                <a:cxn ang="0">
                  <a:pos x="T12" y="T13"/>
                </a:cxn>
              </a:cxnLst>
              <a:rect l="0" t="0" r="r" b="b"/>
              <a:pathLst>
                <a:path w="1446" h="475">
                  <a:moveTo>
                    <a:pt x="1446" y="0"/>
                  </a:moveTo>
                  <a:cubicBezTo>
                    <a:pt x="1446" y="273"/>
                    <a:pt x="1446" y="273"/>
                    <a:pt x="1446" y="273"/>
                  </a:cubicBezTo>
                  <a:cubicBezTo>
                    <a:pt x="1446" y="384"/>
                    <a:pt x="1122" y="475"/>
                    <a:pt x="723" y="475"/>
                  </a:cubicBezTo>
                  <a:cubicBezTo>
                    <a:pt x="324" y="475"/>
                    <a:pt x="0" y="384"/>
                    <a:pt x="0" y="273"/>
                  </a:cubicBezTo>
                  <a:cubicBezTo>
                    <a:pt x="0" y="0"/>
                    <a:pt x="0" y="0"/>
                    <a:pt x="0" y="0"/>
                  </a:cubicBezTo>
                  <a:cubicBezTo>
                    <a:pt x="0" y="0"/>
                    <a:pt x="440" y="84"/>
                    <a:pt x="723" y="84"/>
                  </a:cubicBezTo>
                  <a:cubicBezTo>
                    <a:pt x="967" y="84"/>
                    <a:pt x="1446" y="0"/>
                    <a:pt x="1446" y="0"/>
                  </a:cubicBezTo>
                </a:path>
              </a:pathLst>
            </a:custGeom>
            <a:solidFill>
              <a:srgbClr val="02BB9A"/>
            </a:solidFill>
            <a:ln w="9525">
              <a:noFill/>
              <a:round/>
            </a:ln>
          </p:spPr>
          <p:txBody>
            <a:bodyPr vert="horz" wrap="square" lIns="91440" tIns="45720" rIns="91440" bIns="45720" numCol="1" anchor="b" anchorCtr="0" compatLnSpc="1">
              <a:normAutofit/>
            </a:bodyPr>
            <a:lstStyle/>
            <a:p>
              <a:pPr algn="ctr">
                <a:spcBef>
                  <a:spcPct val="0"/>
                </a:spcBef>
              </a:pPr>
              <a:endParaRPr lang="en-US" altLang="zh-CN"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4" name="í$ḻîďê"/>
            <p:cNvSpPr/>
            <p:nvPr/>
          </p:nvSpPr>
          <p:spPr bwMode="auto">
            <a:xfrm>
              <a:off x="4652885" y="4239992"/>
              <a:ext cx="2353889" cy="473180"/>
            </a:xfrm>
            <a:prstGeom prst="ellipse">
              <a:avLst/>
            </a:prstGeom>
            <a:ln>
              <a:noFill/>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anchor="t" anchorCtr="0" compatLnSpc="1">
              <a:normAutofit fontScale="92500" lnSpcReduction="1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5" name="ïṡḷïďé"/>
            <p:cNvSpPr/>
            <p:nvPr/>
          </p:nvSpPr>
          <p:spPr bwMode="auto">
            <a:xfrm>
              <a:off x="5204739" y="4386569"/>
              <a:ext cx="1250181" cy="180025"/>
            </a:xfrm>
            <a:prstGeom prst="ellipse">
              <a:avLst/>
            </a:prstGeom>
            <a:solidFill>
              <a:srgbClr val="F6F8F8"/>
            </a:solidFill>
            <a:ln>
              <a:noFill/>
            </a:ln>
          </p:spPr>
          <p:txBody>
            <a:bodyPr vert="horz" wrap="square" lIns="91440" tIns="45720" rIns="91440" bIns="45720" numCol="1" anchor="t" anchorCtr="0" compatLnSpc="1">
              <a:normAutofit fontScale="25000" lnSpcReduction="2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7" name="íṣ1îḓé"/>
            <p:cNvSpPr/>
            <p:nvPr/>
          </p:nvSpPr>
          <p:spPr>
            <a:xfrm>
              <a:off x="4327295" y="4490359"/>
              <a:ext cx="451210" cy="451213"/>
            </a:xfrm>
            <a:prstGeom prst="ellipse">
              <a:avLst/>
            </a:prstGeom>
          </p:spPr>
          <p:style>
            <a:lnRef idx="3">
              <a:schemeClr val="lt1"/>
            </a:lnRef>
            <a:fillRef idx="1">
              <a:schemeClr val="accent4"/>
            </a:fillRef>
            <a:effectRef idx="1">
              <a:schemeClr val="accent4"/>
            </a:effectRef>
            <a:fontRef idx="minor">
              <a:schemeClr val="lt1"/>
            </a:fontRef>
          </p:style>
          <p:txBody>
            <a:bodyPr wrap="square" lIns="91440" tIns="45720" rIns="91440" bIns="45720" rtlCol="0" anchor="ctr">
              <a:normAutofit fontScale="92500" lnSpcReduction="20000"/>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en-US" altLang="zh-CN" dirty="0">
                  <a:latin typeface="思源黑体" panose="020B0500000000000000" pitchFamily="34" charset="-122"/>
                  <a:ea typeface="思源黑体" panose="020B0500000000000000" pitchFamily="34" charset="-122"/>
                  <a:sym typeface="思源黑体" panose="020B0500000000000000" pitchFamily="34" charset="-122"/>
                </a:rPr>
                <a:t>4</a:t>
              </a:r>
              <a:endParaRPr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0" name="íṧľïḋè"/>
            <p:cNvSpPr/>
            <p:nvPr/>
          </p:nvSpPr>
          <p:spPr bwMode="auto">
            <a:xfrm>
              <a:off x="4478985" y="3743767"/>
              <a:ext cx="2701688" cy="637376"/>
            </a:xfrm>
            <a:custGeom>
              <a:avLst/>
              <a:gdLst>
                <a:gd name="T0" fmla="*/ 1446 w 1446"/>
                <a:gd name="T1" fmla="*/ 0 h 475"/>
                <a:gd name="T2" fmla="*/ 1446 w 1446"/>
                <a:gd name="T3" fmla="*/ 273 h 475"/>
                <a:gd name="T4" fmla="*/ 723 w 1446"/>
                <a:gd name="T5" fmla="*/ 475 h 475"/>
                <a:gd name="T6" fmla="*/ 0 w 1446"/>
                <a:gd name="T7" fmla="*/ 273 h 475"/>
                <a:gd name="T8" fmla="*/ 0 w 1446"/>
                <a:gd name="T9" fmla="*/ 0 h 475"/>
                <a:gd name="T10" fmla="*/ 723 w 1446"/>
                <a:gd name="T11" fmla="*/ 84 h 475"/>
                <a:gd name="T12" fmla="*/ 1446 w 1446"/>
                <a:gd name="T13" fmla="*/ 0 h 475"/>
              </a:gdLst>
              <a:ahLst/>
              <a:cxnLst>
                <a:cxn ang="0">
                  <a:pos x="T0" y="T1"/>
                </a:cxn>
                <a:cxn ang="0">
                  <a:pos x="T2" y="T3"/>
                </a:cxn>
                <a:cxn ang="0">
                  <a:pos x="T4" y="T5"/>
                </a:cxn>
                <a:cxn ang="0">
                  <a:pos x="T6" y="T7"/>
                </a:cxn>
                <a:cxn ang="0">
                  <a:pos x="T8" y="T9"/>
                </a:cxn>
                <a:cxn ang="0">
                  <a:pos x="T10" y="T11"/>
                </a:cxn>
                <a:cxn ang="0">
                  <a:pos x="T12" y="T13"/>
                </a:cxn>
              </a:cxnLst>
              <a:rect l="0" t="0" r="r" b="b"/>
              <a:pathLst>
                <a:path w="1446" h="475">
                  <a:moveTo>
                    <a:pt x="1446" y="0"/>
                  </a:moveTo>
                  <a:cubicBezTo>
                    <a:pt x="1446" y="273"/>
                    <a:pt x="1446" y="273"/>
                    <a:pt x="1446" y="273"/>
                  </a:cubicBezTo>
                  <a:cubicBezTo>
                    <a:pt x="1446" y="384"/>
                    <a:pt x="1122" y="475"/>
                    <a:pt x="723" y="475"/>
                  </a:cubicBezTo>
                  <a:cubicBezTo>
                    <a:pt x="324" y="475"/>
                    <a:pt x="0" y="384"/>
                    <a:pt x="0" y="273"/>
                  </a:cubicBezTo>
                  <a:cubicBezTo>
                    <a:pt x="0" y="0"/>
                    <a:pt x="0" y="0"/>
                    <a:pt x="0" y="0"/>
                  </a:cubicBezTo>
                  <a:cubicBezTo>
                    <a:pt x="0" y="0"/>
                    <a:pt x="440" y="84"/>
                    <a:pt x="723" y="84"/>
                  </a:cubicBezTo>
                  <a:cubicBezTo>
                    <a:pt x="967" y="84"/>
                    <a:pt x="1446" y="0"/>
                    <a:pt x="1446" y="0"/>
                  </a:cubicBezTo>
                </a:path>
              </a:pathLst>
            </a:custGeom>
            <a:solidFill>
              <a:srgbClr val="1FABF4"/>
            </a:solidFill>
            <a:ln w="9525">
              <a:noFill/>
              <a:round/>
            </a:ln>
          </p:spPr>
          <p:txBody>
            <a:bodyPr vert="horz" wrap="square" lIns="91440" tIns="45720" rIns="91440" bIns="45720" numCol="1" anchor="b" anchorCtr="0" compatLnSpc="1">
              <a:normAutofit/>
            </a:bodyPr>
            <a:lstStyle/>
            <a:p>
              <a:pPr algn="ctr">
                <a:spcBef>
                  <a:spcPct val="0"/>
                </a:spcBef>
              </a:pPr>
              <a:endParaRPr lang="en-US" altLang="zh-CN"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1" name="išlíďê"/>
            <p:cNvSpPr/>
            <p:nvPr/>
          </p:nvSpPr>
          <p:spPr bwMode="auto">
            <a:xfrm>
              <a:off x="4478984" y="3462807"/>
              <a:ext cx="2701687" cy="543094"/>
            </a:xfrm>
            <a:prstGeom prst="ellipse">
              <a:avLst/>
            </a:prstGeom>
            <a:ln>
              <a:no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normAutofit/>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2" name="í$ḻïḓê"/>
            <p:cNvSpPr/>
            <p:nvPr/>
          </p:nvSpPr>
          <p:spPr bwMode="auto">
            <a:xfrm>
              <a:off x="5112379" y="3631043"/>
              <a:ext cx="1434902" cy="206625"/>
            </a:xfrm>
            <a:prstGeom prst="ellipse">
              <a:avLst/>
            </a:prstGeom>
            <a:solidFill>
              <a:srgbClr val="F6F8F8"/>
            </a:solidFill>
            <a:ln>
              <a:noFill/>
            </a:ln>
          </p:spPr>
          <p:txBody>
            <a:bodyPr vert="horz" wrap="square" lIns="91440" tIns="45720" rIns="91440" bIns="45720" numCol="1" anchor="t" anchorCtr="0" compatLnSpc="1">
              <a:normAutofit fontScale="25000" lnSpcReduction="2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4" name="îṩľiḑe"/>
            <p:cNvSpPr/>
            <p:nvPr/>
          </p:nvSpPr>
          <p:spPr>
            <a:xfrm>
              <a:off x="6947558" y="3726482"/>
              <a:ext cx="451210" cy="451213"/>
            </a:xfrm>
            <a:prstGeom prst="ellipse">
              <a:avLst/>
            </a:prstGeom>
          </p:spPr>
          <p:style>
            <a:lnRef idx="3">
              <a:schemeClr val="lt1"/>
            </a:lnRef>
            <a:fillRef idx="1">
              <a:schemeClr val="accent3"/>
            </a:fillRef>
            <a:effectRef idx="1">
              <a:schemeClr val="accent3"/>
            </a:effectRef>
            <a:fontRef idx="minor">
              <a:schemeClr val="lt1"/>
            </a:fontRef>
          </p:style>
          <p:txBody>
            <a:bodyPr wrap="square" lIns="91440" tIns="45720" rIns="91440" bIns="45720" rtlCol="0" anchor="ctr">
              <a:normAutofit fontScale="92500" lnSpcReduction="20000"/>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en-US" altLang="zh-CN" dirty="0">
                  <a:latin typeface="思源黑体" panose="020B0500000000000000" pitchFamily="34" charset="-122"/>
                  <a:ea typeface="思源黑体" panose="020B0500000000000000" pitchFamily="34" charset="-122"/>
                  <a:sym typeface="思源黑体" panose="020B0500000000000000" pitchFamily="34" charset="-122"/>
                </a:rPr>
                <a:t>3</a:t>
              </a:r>
              <a:endParaRPr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îsľïḋe"/>
            <p:cNvSpPr/>
            <p:nvPr/>
          </p:nvSpPr>
          <p:spPr bwMode="auto">
            <a:xfrm>
              <a:off x="4347028" y="2904319"/>
              <a:ext cx="2965606" cy="699639"/>
            </a:xfrm>
            <a:custGeom>
              <a:avLst/>
              <a:gdLst>
                <a:gd name="T0" fmla="*/ 1446 w 1446"/>
                <a:gd name="T1" fmla="*/ 0 h 475"/>
                <a:gd name="T2" fmla="*/ 1446 w 1446"/>
                <a:gd name="T3" fmla="*/ 273 h 475"/>
                <a:gd name="T4" fmla="*/ 723 w 1446"/>
                <a:gd name="T5" fmla="*/ 475 h 475"/>
                <a:gd name="T6" fmla="*/ 0 w 1446"/>
                <a:gd name="T7" fmla="*/ 273 h 475"/>
                <a:gd name="T8" fmla="*/ 0 w 1446"/>
                <a:gd name="T9" fmla="*/ 0 h 475"/>
                <a:gd name="T10" fmla="*/ 723 w 1446"/>
                <a:gd name="T11" fmla="*/ 84 h 475"/>
                <a:gd name="T12" fmla="*/ 1446 w 1446"/>
                <a:gd name="T13" fmla="*/ 0 h 475"/>
              </a:gdLst>
              <a:ahLst/>
              <a:cxnLst>
                <a:cxn ang="0">
                  <a:pos x="T0" y="T1"/>
                </a:cxn>
                <a:cxn ang="0">
                  <a:pos x="T2" y="T3"/>
                </a:cxn>
                <a:cxn ang="0">
                  <a:pos x="T4" y="T5"/>
                </a:cxn>
                <a:cxn ang="0">
                  <a:pos x="T6" y="T7"/>
                </a:cxn>
                <a:cxn ang="0">
                  <a:pos x="T8" y="T9"/>
                </a:cxn>
                <a:cxn ang="0">
                  <a:pos x="T10" y="T11"/>
                </a:cxn>
                <a:cxn ang="0">
                  <a:pos x="T12" y="T13"/>
                </a:cxn>
              </a:cxnLst>
              <a:rect l="0" t="0" r="r" b="b"/>
              <a:pathLst>
                <a:path w="1446" h="475">
                  <a:moveTo>
                    <a:pt x="1446" y="0"/>
                  </a:moveTo>
                  <a:cubicBezTo>
                    <a:pt x="1446" y="273"/>
                    <a:pt x="1446" y="273"/>
                    <a:pt x="1446" y="273"/>
                  </a:cubicBezTo>
                  <a:cubicBezTo>
                    <a:pt x="1446" y="384"/>
                    <a:pt x="1122" y="475"/>
                    <a:pt x="723" y="475"/>
                  </a:cubicBezTo>
                  <a:cubicBezTo>
                    <a:pt x="324" y="475"/>
                    <a:pt x="0" y="384"/>
                    <a:pt x="0" y="273"/>
                  </a:cubicBezTo>
                  <a:cubicBezTo>
                    <a:pt x="0" y="0"/>
                    <a:pt x="0" y="0"/>
                    <a:pt x="0" y="0"/>
                  </a:cubicBezTo>
                  <a:cubicBezTo>
                    <a:pt x="0" y="0"/>
                    <a:pt x="440" y="84"/>
                    <a:pt x="723" y="84"/>
                  </a:cubicBezTo>
                  <a:cubicBezTo>
                    <a:pt x="967" y="84"/>
                    <a:pt x="1446" y="0"/>
                    <a:pt x="1446" y="0"/>
                  </a:cubicBezTo>
                </a:path>
              </a:pathLst>
            </a:custGeom>
            <a:solidFill>
              <a:srgbClr val="0076DB"/>
            </a:solidFill>
            <a:ln w="9525">
              <a:noFill/>
              <a:round/>
            </a:ln>
          </p:spPr>
          <p:txBody>
            <a:bodyPr vert="horz" wrap="square" lIns="91440" tIns="45720" rIns="91440" bIns="45720" numCol="1" anchor="b" anchorCtr="0" compatLnSpc="1">
              <a:normAutofit/>
            </a:bodyPr>
            <a:lstStyle/>
            <a:p>
              <a:pPr algn="ctr">
                <a:spcBef>
                  <a:spcPct val="0"/>
                </a:spcBef>
              </a:pPr>
              <a:endParaRPr lang="en-US" altLang="zh-CN" sz="20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8" name="îşlíḓe"/>
            <p:cNvSpPr/>
            <p:nvPr/>
          </p:nvSpPr>
          <p:spPr bwMode="auto">
            <a:xfrm>
              <a:off x="4347027" y="2595913"/>
              <a:ext cx="2965605" cy="596147"/>
            </a:xfrm>
            <a:prstGeom prst="ellipse">
              <a:avLst/>
            </a:prstGeom>
            <a:ln>
              <a:noFill/>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normAutofit/>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9" name="ísḷiḋé"/>
            <p:cNvSpPr/>
            <p:nvPr/>
          </p:nvSpPr>
          <p:spPr bwMode="auto">
            <a:xfrm>
              <a:off x="5042296" y="2780583"/>
              <a:ext cx="1575072" cy="226809"/>
            </a:xfrm>
            <a:prstGeom prst="ellipse">
              <a:avLst/>
            </a:prstGeom>
            <a:solidFill>
              <a:srgbClr val="F6F8F8"/>
            </a:solidFill>
            <a:ln>
              <a:noFill/>
            </a:ln>
          </p:spPr>
          <p:txBody>
            <a:bodyPr vert="horz" wrap="square" lIns="91440" tIns="45720" rIns="91440" bIns="45720" numCol="1" anchor="t" anchorCtr="0" compatLnSpc="1">
              <a:normAutofit fontScale="25000" lnSpcReduction="2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1" name="îṥḻiḓè"/>
            <p:cNvSpPr/>
            <p:nvPr/>
          </p:nvSpPr>
          <p:spPr>
            <a:xfrm>
              <a:off x="3977361" y="2885344"/>
              <a:ext cx="495286" cy="495291"/>
            </a:xfrm>
            <a:prstGeom prst="ellipse">
              <a:avLst/>
            </a:prstGeom>
          </p:spPr>
          <p:style>
            <a:lnRef idx="3">
              <a:schemeClr val="lt1"/>
            </a:lnRef>
            <a:fillRef idx="1">
              <a:schemeClr val="accent2"/>
            </a:fillRef>
            <a:effectRef idx="1">
              <a:schemeClr val="accent2"/>
            </a:effectRef>
            <a:fontRef idx="minor">
              <a:schemeClr val="lt1"/>
            </a:fontRef>
          </p:style>
          <p:txBody>
            <a:bodyPr wrap="square" lIns="91440" tIns="45720" rIns="91440" bIns="45720" rtlCol="0" anchor="ctr">
              <a:normAutofit lnSpcReduction="10000"/>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en-US" altLang="zh-CN" dirty="0">
                  <a:latin typeface="思源黑体" panose="020B0500000000000000" pitchFamily="34" charset="-122"/>
                  <a:ea typeface="思源黑体" panose="020B0500000000000000" pitchFamily="34" charset="-122"/>
                  <a:sym typeface="思源黑体" panose="020B0500000000000000" pitchFamily="34" charset="-122"/>
                </a:rPr>
                <a:t>2</a:t>
              </a:r>
              <a:endParaRPr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4" name="i$1ïḑê"/>
            <p:cNvSpPr/>
            <p:nvPr/>
          </p:nvSpPr>
          <p:spPr bwMode="auto">
            <a:xfrm>
              <a:off x="4066920" y="1905262"/>
              <a:ext cx="3525815" cy="831801"/>
            </a:xfrm>
            <a:custGeom>
              <a:avLst/>
              <a:gdLst>
                <a:gd name="T0" fmla="*/ 1446 w 1446"/>
                <a:gd name="T1" fmla="*/ 0 h 475"/>
                <a:gd name="T2" fmla="*/ 1446 w 1446"/>
                <a:gd name="T3" fmla="*/ 273 h 475"/>
                <a:gd name="T4" fmla="*/ 723 w 1446"/>
                <a:gd name="T5" fmla="*/ 475 h 475"/>
                <a:gd name="T6" fmla="*/ 0 w 1446"/>
                <a:gd name="T7" fmla="*/ 273 h 475"/>
                <a:gd name="T8" fmla="*/ 0 w 1446"/>
                <a:gd name="T9" fmla="*/ 0 h 475"/>
                <a:gd name="T10" fmla="*/ 723 w 1446"/>
                <a:gd name="T11" fmla="*/ 84 h 475"/>
                <a:gd name="T12" fmla="*/ 1446 w 1446"/>
                <a:gd name="T13" fmla="*/ 0 h 475"/>
              </a:gdLst>
              <a:ahLst/>
              <a:cxnLst>
                <a:cxn ang="0">
                  <a:pos x="T0" y="T1"/>
                </a:cxn>
                <a:cxn ang="0">
                  <a:pos x="T2" y="T3"/>
                </a:cxn>
                <a:cxn ang="0">
                  <a:pos x="T4" y="T5"/>
                </a:cxn>
                <a:cxn ang="0">
                  <a:pos x="T6" y="T7"/>
                </a:cxn>
                <a:cxn ang="0">
                  <a:pos x="T8" y="T9"/>
                </a:cxn>
                <a:cxn ang="0">
                  <a:pos x="T10" y="T11"/>
                </a:cxn>
                <a:cxn ang="0">
                  <a:pos x="T12" y="T13"/>
                </a:cxn>
              </a:cxnLst>
              <a:rect l="0" t="0" r="r" b="b"/>
              <a:pathLst>
                <a:path w="1446" h="475">
                  <a:moveTo>
                    <a:pt x="1446" y="0"/>
                  </a:moveTo>
                  <a:cubicBezTo>
                    <a:pt x="1446" y="273"/>
                    <a:pt x="1446" y="273"/>
                    <a:pt x="1446" y="273"/>
                  </a:cubicBezTo>
                  <a:cubicBezTo>
                    <a:pt x="1446" y="384"/>
                    <a:pt x="1122" y="475"/>
                    <a:pt x="723" y="475"/>
                  </a:cubicBezTo>
                  <a:cubicBezTo>
                    <a:pt x="324" y="475"/>
                    <a:pt x="0" y="384"/>
                    <a:pt x="0" y="273"/>
                  </a:cubicBezTo>
                  <a:cubicBezTo>
                    <a:pt x="0" y="0"/>
                    <a:pt x="0" y="0"/>
                    <a:pt x="0" y="0"/>
                  </a:cubicBezTo>
                  <a:cubicBezTo>
                    <a:pt x="0" y="0"/>
                    <a:pt x="440" y="84"/>
                    <a:pt x="723" y="84"/>
                  </a:cubicBezTo>
                  <a:cubicBezTo>
                    <a:pt x="967" y="84"/>
                    <a:pt x="1446" y="0"/>
                    <a:pt x="1446" y="0"/>
                  </a:cubicBezTo>
                </a:path>
              </a:pathLst>
            </a:custGeom>
            <a:solidFill>
              <a:srgbClr val="015EBE"/>
            </a:solidFill>
            <a:ln w="9525">
              <a:noFill/>
              <a:round/>
            </a:ln>
          </p:spPr>
          <p:txBody>
            <a:bodyPr vert="horz" wrap="square" lIns="91440" tIns="45720" rIns="91440" bIns="45720" numCol="1" anchor="b" anchorCtr="0" compatLnSpc="1">
              <a:normAutofit/>
            </a:bodyPr>
            <a:lstStyle/>
            <a:p>
              <a:pPr algn="ctr">
                <a:spcBef>
                  <a:spcPct val="0"/>
                </a:spcBef>
              </a:pPr>
              <a:endParaRPr lang="en-US" altLang="zh-CN" sz="2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5" name="íṡḻïḋê"/>
            <p:cNvSpPr/>
            <p:nvPr/>
          </p:nvSpPr>
          <p:spPr bwMode="auto">
            <a:xfrm>
              <a:off x="4066919" y="1538597"/>
              <a:ext cx="3525814" cy="708760"/>
            </a:xfrm>
            <a:prstGeom prst="ellipse">
              <a:avLst/>
            </a:prstGeom>
            <a:ln>
              <a:noFill/>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normAutofit/>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6" name="î$ḷíḓè"/>
            <p:cNvSpPr/>
            <p:nvPr/>
          </p:nvSpPr>
          <p:spPr bwMode="auto">
            <a:xfrm>
              <a:off x="4893525" y="1758152"/>
              <a:ext cx="1872606" cy="269655"/>
            </a:xfrm>
            <a:prstGeom prst="ellipse">
              <a:avLst/>
            </a:prstGeom>
            <a:solidFill>
              <a:srgbClr val="F6F8F8"/>
            </a:solidFill>
            <a:ln>
              <a:noFill/>
            </a:ln>
          </p:spPr>
          <p:txBody>
            <a:bodyPr vert="horz" wrap="square" lIns="91440" tIns="45720" rIns="91440" bIns="45720" numCol="1" anchor="t" anchorCtr="0" compatLnSpc="1">
              <a:normAutofit fontScale="40000" lnSpcReduction="20000"/>
            </a:bodyPr>
            <a:lstStyle/>
            <a:p>
              <a:endParaRPr lang="id-ID"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8" name="îşḻîḋè"/>
            <p:cNvSpPr/>
            <p:nvPr/>
          </p:nvSpPr>
          <p:spPr>
            <a:xfrm>
              <a:off x="7359618" y="1882703"/>
              <a:ext cx="588847" cy="588852"/>
            </a:xfrm>
            <a:prstGeom prst="ellipse">
              <a:avLst/>
            </a:prstGeom>
          </p:spPr>
          <p:style>
            <a:lnRef idx="3">
              <a:schemeClr val="lt1"/>
            </a:lnRef>
            <a:fillRef idx="1">
              <a:schemeClr val="accent1"/>
            </a:fillRef>
            <a:effectRef idx="1">
              <a:schemeClr val="accent1"/>
            </a:effectRef>
            <a:fontRef idx="minor">
              <a:schemeClr val="lt1"/>
            </a:fontRef>
          </p:style>
          <p:txBody>
            <a:bodyPr wrap="square" lIns="91440" tIns="45720" rIns="91440" bIns="45720" rtlCol="0" anchor="ctr">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en-US" altLang="zh-CN" dirty="0">
                  <a:latin typeface="思源黑体" panose="020B0500000000000000" pitchFamily="34" charset="-122"/>
                  <a:ea typeface="思源黑体" panose="020B0500000000000000" pitchFamily="34" charset="-122"/>
                  <a:sym typeface="思源黑体" panose="020B0500000000000000" pitchFamily="34" charset="-122"/>
                </a:rPr>
                <a:t>1</a:t>
              </a:r>
              <a:endParaRPr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56" name="文本框 55"/>
          <p:cNvSpPr txBox="1"/>
          <p:nvPr/>
        </p:nvSpPr>
        <p:spPr>
          <a:xfrm>
            <a:off x="8424369" y="2208714"/>
            <a:ext cx="2555785" cy="1029000"/>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7" name="文本框 56"/>
          <p:cNvSpPr txBox="1"/>
          <p:nvPr/>
        </p:nvSpPr>
        <p:spPr>
          <a:xfrm>
            <a:off x="8424369" y="3363851"/>
            <a:ext cx="2555785" cy="1029000"/>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8" name="文本框 57"/>
          <p:cNvSpPr txBox="1"/>
          <p:nvPr/>
        </p:nvSpPr>
        <p:spPr>
          <a:xfrm>
            <a:off x="8424369" y="4518988"/>
            <a:ext cx="2555785" cy="1029000"/>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9" name="文本框 58"/>
          <p:cNvSpPr txBox="1"/>
          <p:nvPr/>
        </p:nvSpPr>
        <p:spPr>
          <a:xfrm>
            <a:off x="1247229" y="2212423"/>
            <a:ext cx="2555785" cy="1029000"/>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0" name="文本框 59"/>
          <p:cNvSpPr txBox="1"/>
          <p:nvPr/>
        </p:nvSpPr>
        <p:spPr>
          <a:xfrm>
            <a:off x="1247229" y="3367560"/>
            <a:ext cx="2555785" cy="1029000"/>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1" name="文本框 60"/>
          <p:cNvSpPr txBox="1"/>
          <p:nvPr/>
        </p:nvSpPr>
        <p:spPr>
          <a:xfrm>
            <a:off x="1247229" y="4522697"/>
            <a:ext cx="2555785" cy="1029000"/>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500"/>
                                        <p:tgtEl>
                                          <p:spTgt spid="5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500"/>
                                        <p:tgtEl>
                                          <p:spTgt spid="5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58" grpId="0"/>
      <p:bldP spid="59" grpId="0"/>
      <p:bldP spid="60" grpId="0"/>
      <p:bldP spid="6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30096" y="1785397"/>
            <a:ext cx="10546310" cy="4040242"/>
            <a:chOff x="1130096" y="1785397"/>
            <a:chExt cx="10546310" cy="4040242"/>
          </a:xfrm>
        </p:grpSpPr>
        <p:grpSp>
          <p:nvGrpSpPr>
            <p:cNvPr id="5" name="Group 55"/>
            <p:cNvGrpSpPr/>
            <p:nvPr/>
          </p:nvGrpSpPr>
          <p:grpSpPr>
            <a:xfrm>
              <a:off x="1130096" y="1785397"/>
              <a:ext cx="5635072" cy="4040242"/>
              <a:chOff x="5405792" y="3223407"/>
              <a:chExt cx="3870326" cy="2774951"/>
            </a:xfrm>
          </p:grpSpPr>
          <p:sp>
            <p:nvSpPr>
              <p:cNvPr id="6" name="Freeform 91"/>
              <p:cNvSpPr/>
              <p:nvPr/>
            </p:nvSpPr>
            <p:spPr bwMode="auto">
              <a:xfrm>
                <a:off x="7010755" y="3223407"/>
                <a:ext cx="1471613" cy="458788"/>
              </a:xfrm>
              <a:custGeom>
                <a:avLst/>
                <a:gdLst>
                  <a:gd name="T0" fmla="*/ 0 w 927"/>
                  <a:gd name="T1" fmla="*/ 0 h 289"/>
                  <a:gd name="T2" fmla="*/ 927 w 927"/>
                  <a:gd name="T3" fmla="*/ 0 h 289"/>
                  <a:gd name="T4" fmla="*/ 843 w 927"/>
                  <a:gd name="T5" fmla="*/ 145 h 289"/>
                  <a:gd name="T6" fmla="*/ 927 w 927"/>
                  <a:gd name="T7" fmla="*/ 289 h 289"/>
                  <a:gd name="T8" fmla="*/ 0 w 927"/>
                  <a:gd name="T9" fmla="*/ 289 h 289"/>
                  <a:gd name="T10" fmla="*/ 0 w 927"/>
                  <a:gd name="T11" fmla="*/ 0 h 289"/>
                </a:gdLst>
                <a:ahLst/>
                <a:cxnLst>
                  <a:cxn ang="0">
                    <a:pos x="T0" y="T1"/>
                  </a:cxn>
                  <a:cxn ang="0">
                    <a:pos x="T2" y="T3"/>
                  </a:cxn>
                  <a:cxn ang="0">
                    <a:pos x="T4" y="T5"/>
                  </a:cxn>
                  <a:cxn ang="0">
                    <a:pos x="T6" y="T7"/>
                  </a:cxn>
                  <a:cxn ang="0">
                    <a:pos x="T8" y="T9"/>
                  </a:cxn>
                  <a:cxn ang="0">
                    <a:pos x="T10" y="T11"/>
                  </a:cxn>
                </a:cxnLst>
                <a:rect l="0" t="0" r="r" b="b"/>
                <a:pathLst>
                  <a:path w="927" h="289">
                    <a:moveTo>
                      <a:pt x="0" y="0"/>
                    </a:moveTo>
                    <a:lnTo>
                      <a:pt x="927" y="0"/>
                    </a:lnTo>
                    <a:lnTo>
                      <a:pt x="843" y="145"/>
                    </a:lnTo>
                    <a:lnTo>
                      <a:pt x="927" y="289"/>
                    </a:lnTo>
                    <a:lnTo>
                      <a:pt x="0" y="289"/>
                    </a:lnTo>
                    <a:lnTo>
                      <a:pt x="0" y="0"/>
                    </a:lnTo>
                    <a:close/>
                  </a:path>
                </a:pathLst>
              </a:custGeom>
              <a:solidFill>
                <a:schemeClr val="accent6"/>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Freeform 92"/>
              <p:cNvSpPr/>
              <p:nvPr/>
            </p:nvSpPr>
            <p:spPr bwMode="auto">
              <a:xfrm>
                <a:off x="7010755" y="3947307"/>
                <a:ext cx="1735138" cy="458788"/>
              </a:xfrm>
              <a:custGeom>
                <a:avLst/>
                <a:gdLst>
                  <a:gd name="T0" fmla="*/ 0 w 1093"/>
                  <a:gd name="T1" fmla="*/ 0 h 289"/>
                  <a:gd name="T2" fmla="*/ 1093 w 1093"/>
                  <a:gd name="T3" fmla="*/ 0 h 289"/>
                  <a:gd name="T4" fmla="*/ 1009 w 1093"/>
                  <a:gd name="T5" fmla="*/ 145 h 289"/>
                  <a:gd name="T6" fmla="*/ 1093 w 1093"/>
                  <a:gd name="T7" fmla="*/ 289 h 289"/>
                  <a:gd name="T8" fmla="*/ 0 w 1093"/>
                  <a:gd name="T9" fmla="*/ 289 h 289"/>
                  <a:gd name="T10" fmla="*/ 0 w 1093"/>
                  <a:gd name="T11" fmla="*/ 0 h 289"/>
                </a:gdLst>
                <a:ahLst/>
                <a:cxnLst>
                  <a:cxn ang="0">
                    <a:pos x="T0" y="T1"/>
                  </a:cxn>
                  <a:cxn ang="0">
                    <a:pos x="T2" y="T3"/>
                  </a:cxn>
                  <a:cxn ang="0">
                    <a:pos x="T4" y="T5"/>
                  </a:cxn>
                  <a:cxn ang="0">
                    <a:pos x="T6" y="T7"/>
                  </a:cxn>
                  <a:cxn ang="0">
                    <a:pos x="T8" y="T9"/>
                  </a:cxn>
                  <a:cxn ang="0">
                    <a:pos x="T10" y="T11"/>
                  </a:cxn>
                </a:cxnLst>
                <a:rect l="0" t="0" r="r" b="b"/>
                <a:pathLst>
                  <a:path w="1093" h="289">
                    <a:moveTo>
                      <a:pt x="0" y="0"/>
                    </a:moveTo>
                    <a:lnTo>
                      <a:pt x="1093" y="0"/>
                    </a:lnTo>
                    <a:lnTo>
                      <a:pt x="1009" y="145"/>
                    </a:lnTo>
                    <a:lnTo>
                      <a:pt x="1093" y="289"/>
                    </a:lnTo>
                    <a:lnTo>
                      <a:pt x="0" y="289"/>
                    </a:lnTo>
                    <a:lnTo>
                      <a:pt x="0" y="0"/>
                    </a:lnTo>
                    <a:close/>
                  </a:path>
                </a:pathLst>
              </a:custGeom>
              <a:solidFill>
                <a:schemeClr val="accent5"/>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Freeform 93"/>
              <p:cNvSpPr/>
              <p:nvPr/>
            </p:nvSpPr>
            <p:spPr bwMode="auto">
              <a:xfrm>
                <a:off x="7010755" y="4669620"/>
                <a:ext cx="1998663" cy="460375"/>
              </a:xfrm>
              <a:custGeom>
                <a:avLst/>
                <a:gdLst>
                  <a:gd name="T0" fmla="*/ 0 w 1259"/>
                  <a:gd name="T1" fmla="*/ 0 h 290"/>
                  <a:gd name="T2" fmla="*/ 1259 w 1259"/>
                  <a:gd name="T3" fmla="*/ 0 h 290"/>
                  <a:gd name="T4" fmla="*/ 1177 w 1259"/>
                  <a:gd name="T5" fmla="*/ 155 h 290"/>
                  <a:gd name="T6" fmla="*/ 1259 w 1259"/>
                  <a:gd name="T7" fmla="*/ 290 h 290"/>
                  <a:gd name="T8" fmla="*/ 0 w 1259"/>
                  <a:gd name="T9" fmla="*/ 290 h 290"/>
                  <a:gd name="T10" fmla="*/ 0 w 1259"/>
                  <a:gd name="T11" fmla="*/ 0 h 290"/>
                </a:gdLst>
                <a:ahLst/>
                <a:cxnLst>
                  <a:cxn ang="0">
                    <a:pos x="T0" y="T1"/>
                  </a:cxn>
                  <a:cxn ang="0">
                    <a:pos x="T2" y="T3"/>
                  </a:cxn>
                  <a:cxn ang="0">
                    <a:pos x="T4" y="T5"/>
                  </a:cxn>
                  <a:cxn ang="0">
                    <a:pos x="T6" y="T7"/>
                  </a:cxn>
                  <a:cxn ang="0">
                    <a:pos x="T8" y="T9"/>
                  </a:cxn>
                  <a:cxn ang="0">
                    <a:pos x="T10" y="T11"/>
                  </a:cxn>
                </a:cxnLst>
                <a:rect l="0" t="0" r="r" b="b"/>
                <a:pathLst>
                  <a:path w="1259" h="290">
                    <a:moveTo>
                      <a:pt x="0" y="0"/>
                    </a:moveTo>
                    <a:lnTo>
                      <a:pt x="1259" y="0"/>
                    </a:lnTo>
                    <a:lnTo>
                      <a:pt x="1177" y="155"/>
                    </a:lnTo>
                    <a:lnTo>
                      <a:pt x="1259" y="290"/>
                    </a:lnTo>
                    <a:lnTo>
                      <a:pt x="0" y="290"/>
                    </a:lnTo>
                    <a:lnTo>
                      <a:pt x="0" y="0"/>
                    </a:lnTo>
                    <a:close/>
                  </a:path>
                </a:pathLst>
              </a:custGeom>
              <a:solidFill>
                <a:schemeClr val="accent4"/>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 name="Freeform 94"/>
              <p:cNvSpPr/>
              <p:nvPr/>
            </p:nvSpPr>
            <p:spPr bwMode="auto">
              <a:xfrm>
                <a:off x="7010755" y="5393520"/>
                <a:ext cx="2265363" cy="458788"/>
              </a:xfrm>
              <a:custGeom>
                <a:avLst/>
                <a:gdLst>
                  <a:gd name="T0" fmla="*/ 0 w 1427"/>
                  <a:gd name="T1" fmla="*/ 0 h 289"/>
                  <a:gd name="T2" fmla="*/ 1427 w 1427"/>
                  <a:gd name="T3" fmla="*/ 0 h 289"/>
                  <a:gd name="T4" fmla="*/ 1343 w 1427"/>
                  <a:gd name="T5" fmla="*/ 145 h 289"/>
                  <a:gd name="T6" fmla="*/ 1427 w 1427"/>
                  <a:gd name="T7" fmla="*/ 289 h 289"/>
                  <a:gd name="T8" fmla="*/ 0 w 1427"/>
                  <a:gd name="T9" fmla="*/ 289 h 289"/>
                  <a:gd name="T10" fmla="*/ 0 w 1427"/>
                  <a:gd name="T11" fmla="*/ 0 h 289"/>
                </a:gdLst>
                <a:ahLst/>
                <a:cxnLst>
                  <a:cxn ang="0">
                    <a:pos x="T0" y="T1"/>
                  </a:cxn>
                  <a:cxn ang="0">
                    <a:pos x="T2" y="T3"/>
                  </a:cxn>
                  <a:cxn ang="0">
                    <a:pos x="T4" y="T5"/>
                  </a:cxn>
                  <a:cxn ang="0">
                    <a:pos x="T6" y="T7"/>
                  </a:cxn>
                  <a:cxn ang="0">
                    <a:pos x="T8" y="T9"/>
                  </a:cxn>
                  <a:cxn ang="0">
                    <a:pos x="T10" y="T11"/>
                  </a:cxn>
                </a:cxnLst>
                <a:rect l="0" t="0" r="r" b="b"/>
                <a:pathLst>
                  <a:path w="1427" h="289">
                    <a:moveTo>
                      <a:pt x="0" y="0"/>
                    </a:moveTo>
                    <a:lnTo>
                      <a:pt x="1427" y="0"/>
                    </a:lnTo>
                    <a:lnTo>
                      <a:pt x="1343" y="145"/>
                    </a:lnTo>
                    <a:lnTo>
                      <a:pt x="1427" y="289"/>
                    </a:lnTo>
                    <a:lnTo>
                      <a:pt x="0" y="289"/>
                    </a:lnTo>
                    <a:lnTo>
                      <a:pt x="0" y="0"/>
                    </a:lnTo>
                    <a:close/>
                  </a:path>
                </a:pathLst>
              </a:custGeom>
              <a:solidFill>
                <a:schemeClr val="accent2"/>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Freeform 82"/>
              <p:cNvSpPr/>
              <p:nvPr/>
            </p:nvSpPr>
            <p:spPr bwMode="auto">
              <a:xfrm>
                <a:off x="5796317" y="4669620"/>
                <a:ext cx="2816225" cy="1328738"/>
              </a:xfrm>
              <a:custGeom>
                <a:avLst/>
                <a:gdLst>
                  <a:gd name="T0" fmla="*/ 237 w 1774"/>
                  <a:gd name="T1" fmla="*/ 0 h 837"/>
                  <a:gd name="T2" fmla="*/ 1555 w 1774"/>
                  <a:gd name="T3" fmla="*/ 456 h 837"/>
                  <a:gd name="T4" fmla="*/ 1774 w 1774"/>
                  <a:gd name="T5" fmla="*/ 837 h 837"/>
                  <a:gd name="T6" fmla="*/ 0 w 1774"/>
                  <a:gd name="T7" fmla="*/ 411 h 837"/>
                  <a:gd name="T8" fmla="*/ 237 w 1774"/>
                  <a:gd name="T9" fmla="*/ 0 h 837"/>
                </a:gdLst>
                <a:ahLst/>
                <a:cxnLst>
                  <a:cxn ang="0">
                    <a:pos x="T0" y="T1"/>
                  </a:cxn>
                  <a:cxn ang="0">
                    <a:pos x="T2" y="T3"/>
                  </a:cxn>
                  <a:cxn ang="0">
                    <a:pos x="T4" y="T5"/>
                  </a:cxn>
                  <a:cxn ang="0">
                    <a:pos x="T6" y="T7"/>
                  </a:cxn>
                  <a:cxn ang="0">
                    <a:pos x="T8" y="T9"/>
                  </a:cxn>
                </a:cxnLst>
                <a:rect l="0" t="0" r="r" b="b"/>
                <a:pathLst>
                  <a:path w="1774" h="837">
                    <a:moveTo>
                      <a:pt x="237" y="0"/>
                    </a:moveTo>
                    <a:lnTo>
                      <a:pt x="1555" y="456"/>
                    </a:lnTo>
                    <a:lnTo>
                      <a:pt x="1774" y="837"/>
                    </a:lnTo>
                    <a:lnTo>
                      <a:pt x="0" y="411"/>
                    </a:lnTo>
                    <a:lnTo>
                      <a:pt x="237" y="0"/>
                    </a:lnTo>
                    <a:close/>
                  </a:path>
                </a:pathLst>
              </a:custGeom>
              <a:solidFill>
                <a:schemeClr val="tx1">
                  <a:lumMod val="75000"/>
                  <a:lumOff val="25000"/>
                </a:schemeClr>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Freeform 83"/>
              <p:cNvSpPr/>
              <p:nvPr/>
            </p:nvSpPr>
            <p:spPr bwMode="auto">
              <a:xfrm>
                <a:off x="6213830" y="3947307"/>
                <a:ext cx="2009775" cy="1374775"/>
              </a:xfrm>
              <a:custGeom>
                <a:avLst/>
                <a:gdLst>
                  <a:gd name="T0" fmla="*/ 237 w 1266"/>
                  <a:gd name="T1" fmla="*/ 0 h 866"/>
                  <a:gd name="T2" fmla="*/ 1029 w 1266"/>
                  <a:gd name="T3" fmla="*/ 455 h 866"/>
                  <a:gd name="T4" fmla="*/ 1266 w 1266"/>
                  <a:gd name="T5" fmla="*/ 866 h 866"/>
                  <a:gd name="T6" fmla="*/ 0 w 1266"/>
                  <a:gd name="T7" fmla="*/ 411 h 866"/>
                  <a:gd name="T8" fmla="*/ 237 w 1266"/>
                  <a:gd name="T9" fmla="*/ 0 h 866"/>
                </a:gdLst>
                <a:ahLst/>
                <a:cxnLst>
                  <a:cxn ang="0">
                    <a:pos x="T0" y="T1"/>
                  </a:cxn>
                  <a:cxn ang="0">
                    <a:pos x="T2" y="T3"/>
                  </a:cxn>
                  <a:cxn ang="0">
                    <a:pos x="T4" y="T5"/>
                  </a:cxn>
                  <a:cxn ang="0">
                    <a:pos x="T6" y="T7"/>
                  </a:cxn>
                  <a:cxn ang="0">
                    <a:pos x="T8" y="T9"/>
                  </a:cxn>
                </a:cxnLst>
                <a:rect l="0" t="0" r="r" b="b"/>
                <a:pathLst>
                  <a:path w="1266" h="866">
                    <a:moveTo>
                      <a:pt x="237" y="0"/>
                    </a:moveTo>
                    <a:lnTo>
                      <a:pt x="1029" y="455"/>
                    </a:lnTo>
                    <a:lnTo>
                      <a:pt x="1266" y="866"/>
                    </a:lnTo>
                    <a:lnTo>
                      <a:pt x="0" y="411"/>
                    </a:lnTo>
                    <a:lnTo>
                      <a:pt x="237" y="0"/>
                    </a:lnTo>
                    <a:close/>
                  </a:path>
                </a:pathLst>
              </a:custGeom>
              <a:solidFill>
                <a:schemeClr val="tx1">
                  <a:lumMod val="75000"/>
                  <a:lumOff val="25000"/>
                </a:schemeClr>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Freeform 84"/>
              <p:cNvSpPr/>
              <p:nvPr/>
            </p:nvSpPr>
            <p:spPr bwMode="auto">
              <a:xfrm>
                <a:off x="6629755" y="3223407"/>
                <a:ext cx="1176338" cy="1376363"/>
              </a:xfrm>
              <a:custGeom>
                <a:avLst/>
                <a:gdLst>
                  <a:gd name="T0" fmla="*/ 238 w 741"/>
                  <a:gd name="T1" fmla="*/ 0 h 867"/>
                  <a:gd name="T2" fmla="*/ 504 w 741"/>
                  <a:gd name="T3" fmla="*/ 456 h 867"/>
                  <a:gd name="T4" fmla="*/ 741 w 741"/>
                  <a:gd name="T5" fmla="*/ 867 h 867"/>
                  <a:gd name="T6" fmla="*/ 0 w 741"/>
                  <a:gd name="T7" fmla="*/ 411 h 867"/>
                  <a:gd name="T8" fmla="*/ 238 w 741"/>
                  <a:gd name="T9" fmla="*/ 0 h 867"/>
                </a:gdLst>
                <a:ahLst/>
                <a:cxnLst>
                  <a:cxn ang="0">
                    <a:pos x="T0" y="T1"/>
                  </a:cxn>
                  <a:cxn ang="0">
                    <a:pos x="T2" y="T3"/>
                  </a:cxn>
                  <a:cxn ang="0">
                    <a:pos x="T4" y="T5"/>
                  </a:cxn>
                  <a:cxn ang="0">
                    <a:pos x="T6" y="T7"/>
                  </a:cxn>
                  <a:cxn ang="0">
                    <a:pos x="T8" y="T9"/>
                  </a:cxn>
                </a:cxnLst>
                <a:rect l="0" t="0" r="r" b="b"/>
                <a:pathLst>
                  <a:path w="741" h="867">
                    <a:moveTo>
                      <a:pt x="238" y="0"/>
                    </a:moveTo>
                    <a:lnTo>
                      <a:pt x="504" y="456"/>
                    </a:lnTo>
                    <a:lnTo>
                      <a:pt x="741" y="867"/>
                    </a:lnTo>
                    <a:lnTo>
                      <a:pt x="0" y="411"/>
                    </a:lnTo>
                    <a:lnTo>
                      <a:pt x="238" y="0"/>
                    </a:lnTo>
                    <a:close/>
                  </a:path>
                </a:pathLst>
              </a:custGeom>
              <a:solidFill>
                <a:schemeClr val="tx1">
                  <a:lumMod val="75000"/>
                  <a:lumOff val="25000"/>
                </a:schemeClr>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 name="Freeform 85"/>
              <p:cNvSpPr/>
              <p:nvPr/>
            </p:nvSpPr>
            <p:spPr bwMode="auto">
              <a:xfrm>
                <a:off x="6629755" y="3223407"/>
                <a:ext cx="758825" cy="652463"/>
              </a:xfrm>
              <a:custGeom>
                <a:avLst/>
                <a:gdLst>
                  <a:gd name="T0" fmla="*/ 238 w 478"/>
                  <a:gd name="T1" fmla="*/ 0 h 411"/>
                  <a:gd name="T2" fmla="*/ 241 w 478"/>
                  <a:gd name="T3" fmla="*/ 0 h 411"/>
                  <a:gd name="T4" fmla="*/ 478 w 478"/>
                  <a:gd name="T5" fmla="*/ 411 h 411"/>
                  <a:gd name="T6" fmla="*/ 0 w 478"/>
                  <a:gd name="T7" fmla="*/ 411 h 411"/>
                  <a:gd name="T8" fmla="*/ 238 w 478"/>
                  <a:gd name="T9" fmla="*/ 0 h 411"/>
                </a:gdLst>
                <a:ahLst/>
                <a:cxnLst>
                  <a:cxn ang="0">
                    <a:pos x="T0" y="T1"/>
                  </a:cxn>
                  <a:cxn ang="0">
                    <a:pos x="T2" y="T3"/>
                  </a:cxn>
                  <a:cxn ang="0">
                    <a:pos x="T4" y="T5"/>
                  </a:cxn>
                  <a:cxn ang="0">
                    <a:pos x="T6" y="T7"/>
                  </a:cxn>
                  <a:cxn ang="0">
                    <a:pos x="T8" y="T9"/>
                  </a:cxn>
                </a:cxnLst>
                <a:rect l="0" t="0" r="r" b="b"/>
                <a:pathLst>
                  <a:path w="478" h="411">
                    <a:moveTo>
                      <a:pt x="238" y="0"/>
                    </a:moveTo>
                    <a:lnTo>
                      <a:pt x="241" y="0"/>
                    </a:lnTo>
                    <a:lnTo>
                      <a:pt x="478" y="411"/>
                    </a:lnTo>
                    <a:lnTo>
                      <a:pt x="0" y="411"/>
                    </a:lnTo>
                    <a:lnTo>
                      <a:pt x="238" y="0"/>
                    </a:lnTo>
                    <a:close/>
                  </a:path>
                </a:pathLst>
              </a:custGeom>
              <a:solidFill>
                <a:schemeClr val="accent6"/>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 name="Freeform 86"/>
              <p:cNvSpPr/>
              <p:nvPr/>
            </p:nvSpPr>
            <p:spPr bwMode="auto">
              <a:xfrm>
                <a:off x="6213830" y="3947307"/>
                <a:ext cx="1592263" cy="652463"/>
              </a:xfrm>
              <a:custGeom>
                <a:avLst/>
                <a:gdLst>
                  <a:gd name="T0" fmla="*/ 237 w 1003"/>
                  <a:gd name="T1" fmla="*/ 0 h 411"/>
                  <a:gd name="T2" fmla="*/ 766 w 1003"/>
                  <a:gd name="T3" fmla="*/ 0 h 411"/>
                  <a:gd name="T4" fmla="*/ 1003 w 1003"/>
                  <a:gd name="T5" fmla="*/ 411 h 411"/>
                  <a:gd name="T6" fmla="*/ 0 w 1003"/>
                  <a:gd name="T7" fmla="*/ 411 h 411"/>
                  <a:gd name="T8" fmla="*/ 237 w 1003"/>
                  <a:gd name="T9" fmla="*/ 0 h 411"/>
                </a:gdLst>
                <a:ahLst/>
                <a:cxnLst>
                  <a:cxn ang="0">
                    <a:pos x="T0" y="T1"/>
                  </a:cxn>
                  <a:cxn ang="0">
                    <a:pos x="T2" y="T3"/>
                  </a:cxn>
                  <a:cxn ang="0">
                    <a:pos x="T4" y="T5"/>
                  </a:cxn>
                  <a:cxn ang="0">
                    <a:pos x="T6" y="T7"/>
                  </a:cxn>
                  <a:cxn ang="0">
                    <a:pos x="T8" y="T9"/>
                  </a:cxn>
                </a:cxnLst>
                <a:rect l="0" t="0" r="r" b="b"/>
                <a:pathLst>
                  <a:path w="1003" h="411">
                    <a:moveTo>
                      <a:pt x="237" y="0"/>
                    </a:moveTo>
                    <a:lnTo>
                      <a:pt x="766" y="0"/>
                    </a:lnTo>
                    <a:lnTo>
                      <a:pt x="1003" y="411"/>
                    </a:lnTo>
                    <a:lnTo>
                      <a:pt x="0" y="411"/>
                    </a:lnTo>
                    <a:lnTo>
                      <a:pt x="237" y="0"/>
                    </a:lnTo>
                    <a:close/>
                  </a:path>
                </a:pathLst>
              </a:custGeom>
              <a:solidFill>
                <a:schemeClr val="accent5"/>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5" name="Freeform 87"/>
              <p:cNvSpPr/>
              <p:nvPr/>
            </p:nvSpPr>
            <p:spPr bwMode="auto">
              <a:xfrm>
                <a:off x="5796317" y="4669620"/>
                <a:ext cx="2427288" cy="652463"/>
              </a:xfrm>
              <a:custGeom>
                <a:avLst/>
                <a:gdLst>
                  <a:gd name="T0" fmla="*/ 237 w 1529"/>
                  <a:gd name="T1" fmla="*/ 0 h 411"/>
                  <a:gd name="T2" fmla="*/ 1292 w 1529"/>
                  <a:gd name="T3" fmla="*/ 0 h 411"/>
                  <a:gd name="T4" fmla="*/ 1529 w 1529"/>
                  <a:gd name="T5" fmla="*/ 411 h 411"/>
                  <a:gd name="T6" fmla="*/ 0 w 1529"/>
                  <a:gd name="T7" fmla="*/ 411 h 411"/>
                  <a:gd name="T8" fmla="*/ 237 w 1529"/>
                  <a:gd name="T9" fmla="*/ 0 h 411"/>
                </a:gdLst>
                <a:ahLst/>
                <a:cxnLst>
                  <a:cxn ang="0">
                    <a:pos x="T0" y="T1"/>
                  </a:cxn>
                  <a:cxn ang="0">
                    <a:pos x="T2" y="T3"/>
                  </a:cxn>
                  <a:cxn ang="0">
                    <a:pos x="T4" y="T5"/>
                  </a:cxn>
                  <a:cxn ang="0">
                    <a:pos x="T6" y="T7"/>
                  </a:cxn>
                  <a:cxn ang="0">
                    <a:pos x="T8" y="T9"/>
                  </a:cxn>
                </a:cxnLst>
                <a:rect l="0" t="0" r="r" b="b"/>
                <a:pathLst>
                  <a:path w="1529" h="411">
                    <a:moveTo>
                      <a:pt x="237" y="0"/>
                    </a:moveTo>
                    <a:lnTo>
                      <a:pt x="1292" y="0"/>
                    </a:lnTo>
                    <a:lnTo>
                      <a:pt x="1529" y="411"/>
                    </a:lnTo>
                    <a:lnTo>
                      <a:pt x="0" y="411"/>
                    </a:lnTo>
                    <a:lnTo>
                      <a:pt x="237" y="0"/>
                    </a:lnTo>
                    <a:close/>
                  </a:path>
                </a:pathLst>
              </a:custGeom>
              <a:solidFill>
                <a:schemeClr val="accent4"/>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Freeform 88"/>
              <p:cNvSpPr/>
              <p:nvPr/>
            </p:nvSpPr>
            <p:spPr bwMode="auto">
              <a:xfrm>
                <a:off x="5405792" y="5393520"/>
                <a:ext cx="3206750" cy="604838"/>
              </a:xfrm>
              <a:custGeom>
                <a:avLst/>
                <a:gdLst>
                  <a:gd name="T0" fmla="*/ 220 w 2020"/>
                  <a:gd name="T1" fmla="*/ 0 h 381"/>
                  <a:gd name="T2" fmla="*/ 1801 w 2020"/>
                  <a:gd name="T3" fmla="*/ 0 h 381"/>
                  <a:gd name="T4" fmla="*/ 2020 w 2020"/>
                  <a:gd name="T5" fmla="*/ 378 h 381"/>
                  <a:gd name="T6" fmla="*/ 2020 w 2020"/>
                  <a:gd name="T7" fmla="*/ 381 h 381"/>
                  <a:gd name="T8" fmla="*/ 0 w 2020"/>
                  <a:gd name="T9" fmla="*/ 381 h 381"/>
                  <a:gd name="T10" fmla="*/ 220 w 2020"/>
                  <a:gd name="T11" fmla="*/ 0 h 381"/>
                </a:gdLst>
                <a:ahLst/>
                <a:cxnLst>
                  <a:cxn ang="0">
                    <a:pos x="T0" y="T1"/>
                  </a:cxn>
                  <a:cxn ang="0">
                    <a:pos x="T2" y="T3"/>
                  </a:cxn>
                  <a:cxn ang="0">
                    <a:pos x="T4" y="T5"/>
                  </a:cxn>
                  <a:cxn ang="0">
                    <a:pos x="T6" y="T7"/>
                  </a:cxn>
                  <a:cxn ang="0">
                    <a:pos x="T8" y="T9"/>
                  </a:cxn>
                  <a:cxn ang="0">
                    <a:pos x="T10" y="T11"/>
                  </a:cxn>
                </a:cxnLst>
                <a:rect l="0" t="0" r="r" b="b"/>
                <a:pathLst>
                  <a:path w="2020" h="381">
                    <a:moveTo>
                      <a:pt x="220" y="0"/>
                    </a:moveTo>
                    <a:lnTo>
                      <a:pt x="1801" y="0"/>
                    </a:lnTo>
                    <a:lnTo>
                      <a:pt x="2020" y="378"/>
                    </a:lnTo>
                    <a:lnTo>
                      <a:pt x="2020" y="381"/>
                    </a:lnTo>
                    <a:lnTo>
                      <a:pt x="0" y="381"/>
                    </a:lnTo>
                    <a:lnTo>
                      <a:pt x="220" y="0"/>
                    </a:lnTo>
                    <a:close/>
                  </a:path>
                </a:pathLst>
              </a:custGeom>
              <a:solidFill>
                <a:schemeClr val="accent2"/>
              </a:soli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Freeform 89"/>
              <p:cNvSpPr/>
              <p:nvPr/>
            </p:nvSpPr>
            <p:spPr bwMode="auto">
              <a:xfrm>
                <a:off x="7007580" y="5393520"/>
                <a:ext cx="1604963" cy="604838"/>
              </a:xfrm>
              <a:custGeom>
                <a:avLst/>
                <a:gdLst>
                  <a:gd name="T0" fmla="*/ 0 w 1011"/>
                  <a:gd name="T1" fmla="*/ 0 h 381"/>
                  <a:gd name="T2" fmla="*/ 792 w 1011"/>
                  <a:gd name="T3" fmla="*/ 0 h 381"/>
                  <a:gd name="T4" fmla="*/ 959 w 1011"/>
                  <a:gd name="T5" fmla="*/ 289 h 381"/>
                  <a:gd name="T6" fmla="*/ 1011 w 1011"/>
                  <a:gd name="T7" fmla="*/ 378 h 381"/>
                  <a:gd name="T8" fmla="*/ 1011 w 1011"/>
                  <a:gd name="T9" fmla="*/ 381 h 381"/>
                  <a:gd name="T10" fmla="*/ 0 w 1011"/>
                  <a:gd name="T11" fmla="*/ 381 h 381"/>
                  <a:gd name="T12" fmla="*/ 0 w 1011"/>
                  <a:gd name="T13" fmla="*/ 0 h 381"/>
                </a:gdLst>
                <a:ahLst/>
                <a:cxnLst>
                  <a:cxn ang="0">
                    <a:pos x="T0" y="T1"/>
                  </a:cxn>
                  <a:cxn ang="0">
                    <a:pos x="T2" y="T3"/>
                  </a:cxn>
                  <a:cxn ang="0">
                    <a:pos x="T4" y="T5"/>
                  </a:cxn>
                  <a:cxn ang="0">
                    <a:pos x="T6" y="T7"/>
                  </a:cxn>
                  <a:cxn ang="0">
                    <a:pos x="T8" y="T9"/>
                  </a:cxn>
                  <a:cxn ang="0">
                    <a:pos x="T10" y="T11"/>
                  </a:cxn>
                  <a:cxn ang="0">
                    <a:pos x="T12" y="T13"/>
                  </a:cxn>
                </a:cxnLst>
                <a:rect l="0" t="0" r="r" b="b"/>
                <a:pathLst>
                  <a:path w="1011" h="381">
                    <a:moveTo>
                      <a:pt x="0" y="0"/>
                    </a:moveTo>
                    <a:lnTo>
                      <a:pt x="792" y="0"/>
                    </a:lnTo>
                    <a:lnTo>
                      <a:pt x="959" y="289"/>
                    </a:lnTo>
                    <a:lnTo>
                      <a:pt x="1011" y="378"/>
                    </a:lnTo>
                    <a:lnTo>
                      <a:pt x="1011" y="381"/>
                    </a:lnTo>
                    <a:lnTo>
                      <a:pt x="0" y="381"/>
                    </a:lnTo>
                    <a:lnTo>
                      <a:pt x="0" y="0"/>
                    </a:lnTo>
                    <a:close/>
                  </a:path>
                </a:pathLst>
              </a:cu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0" scaled="1"/>
                <a:tileRect/>
              </a:gra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8" name="Freeform 90"/>
              <p:cNvSpPr/>
              <p:nvPr/>
            </p:nvSpPr>
            <p:spPr bwMode="auto">
              <a:xfrm>
                <a:off x="7007580" y="4669620"/>
                <a:ext cx="1216025" cy="652463"/>
              </a:xfrm>
              <a:custGeom>
                <a:avLst/>
                <a:gdLst>
                  <a:gd name="T0" fmla="*/ 0 w 766"/>
                  <a:gd name="T1" fmla="*/ 0 h 411"/>
                  <a:gd name="T2" fmla="*/ 529 w 766"/>
                  <a:gd name="T3" fmla="*/ 0 h 411"/>
                  <a:gd name="T4" fmla="*/ 766 w 766"/>
                  <a:gd name="T5" fmla="*/ 411 h 411"/>
                  <a:gd name="T6" fmla="*/ 0 w 766"/>
                  <a:gd name="T7" fmla="*/ 411 h 411"/>
                  <a:gd name="T8" fmla="*/ 0 w 766"/>
                  <a:gd name="T9" fmla="*/ 0 h 411"/>
                </a:gdLst>
                <a:ahLst/>
                <a:cxnLst>
                  <a:cxn ang="0">
                    <a:pos x="T0" y="T1"/>
                  </a:cxn>
                  <a:cxn ang="0">
                    <a:pos x="T2" y="T3"/>
                  </a:cxn>
                  <a:cxn ang="0">
                    <a:pos x="T4" y="T5"/>
                  </a:cxn>
                  <a:cxn ang="0">
                    <a:pos x="T6" y="T7"/>
                  </a:cxn>
                  <a:cxn ang="0">
                    <a:pos x="T8" y="T9"/>
                  </a:cxn>
                </a:cxnLst>
                <a:rect l="0" t="0" r="r" b="b"/>
                <a:pathLst>
                  <a:path w="766" h="411">
                    <a:moveTo>
                      <a:pt x="0" y="0"/>
                    </a:moveTo>
                    <a:lnTo>
                      <a:pt x="529" y="0"/>
                    </a:lnTo>
                    <a:lnTo>
                      <a:pt x="766" y="411"/>
                    </a:lnTo>
                    <a:lnTo>
                      <a:pt x="0" y="411"/>
                    </a:lnTo>
                    <a:lnTo>
                      <a:pt x="0" y="0"/>
                    </a:lnTo>
                    <a:close/>
                  </a:path>
                </a:pathLst>
              </a:cu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9" name="Freeform 91"/>
              <p:cNvSpPr/>
              <p:nvPr/>
            </p:nvSpPr>
            <p:spPr bwMode="auto">
              <a:xfrm>
                <a:off x="7007580" y="3947307"/>
                <a:ext cx="798513" cy="652463"/>
              </a:xfrm>
              <a:custGeom>
                <a:avLst/>
                <a:gdLst>
                  <a:gd name="T0" fmla="*/ 0 w 503"/>
                  <a:gd name="T1" fmla="*/ 0 h 411"/>
                  <a:gd name="T2" fmla="*/ 266 w 503"/>
                  <a:gd name="T3" fmla="*/ 0 h 411"/>
                  <a:gd name="T4" fmla="*/ 503 w 503"/>
                  <a:gd name="T5" fmla="*/ 411 h 411"/>
                  <a:gd name="T6" fmla="*/ 0 w 503"/>
                  <a:gd name="T7" fmla="*/ 411 h 411"/>
                  <a:gd name="T8" fmla="*/ 0 w 503"/>
                  <a:gd name="T9" fmla="*/ 0 h 411"/>
                </a:gdLst>
                <a:ahLst/>
                <a:cxnLst>
                  <a:cxn ang="0">
                    <a:pos x="T0" y="T1"/>
                  </a:cxn>
                  <a:cxn ang="0">
                    <a:pos x="T2" y="T3"/>
                  </a:cxn>
                  <a:cxn ang="0">
                    <a:pos x="T4" y="T5"/>
                  </a:cxn>
                  <a:cxn ang="0">
                    <a:pos x="T6" y="T7"/>
                  </a:cxn>
                  <a:cxn ang="0">
                    <a:pos x="T8" y="T9"/>
                  </a:cxn>
                </a:cxnLst>
                <a:rect l="0" t="0" r="r" b="b"/>
                <a:pathLst>
                  <a:path w="503" h="411">
                    <a:moveTo>
                      <a:pt x="0" y="0"/>
                    </a:moveTo>
                    <a:lnTo>
                      <a:pt x="266" y="0"/>
                    </a:lnTo>
                    <a:lnTo>
                      <a:pt x="503" y="411"/>
                    </a:lnTo>
                    <a:lnTo>
                      <a:pt x="0" y="411"/>
                    </a:lnTo>
                    <a:lnTo>
                      <a:pt x="0" y="0"/>
                    </a:lnTo>
                    <a:close/>
                  </a:path>
                </a:pathLst>
              </a:custGeom>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0" scaled="1"/>
                <a:tileRect/>
              </a:gra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Freeform 92"/>
              <p:cNvSpPr/>
              <p:nvPr/>
            </p:nvSpPr>
            <p:spPr bwMode="auto">
              <a:xfrm>
                <a:off x="7007580" y="3223407"/>
                <a:ext cx="381000" cy="652463"/>
              </a:xfrm>
              <a:custGeom>
                <a:avLst/>
                <a:gdLst>
                  <a:gd name="T0" fmla="*/ 0 w 240"/>
                  <a:gd name="T1" fmla="*/ 0 h 411"/>
                  <a:gd name="T2" fmla="*/ 3 w 240"/>
                  <a:gd name="T3" fmla="*/ 0 h 411"/>
                  <a:gd name="T4" fmla="*/ 171 w 240"/>
                  <a:gd name="T5" fmla="*/ 289 h 411"/>
                  <a:gd name="T6" fmla="*/ 240 w 240"/>
                  <a:gd name="T7" fmla="*/ 411 h 411"/>
                  <a:gd name="T8" fmla="*/ 0 w 240"/>
                  <a:gd name="T9" fmla="*/ 411 h 411"/>
                  <a:gd name="T10" fmla="*/ 0 w 240"/>
                  <a:gd name="T11" fmla="*/ 0 h 411"/>
                </a:gdLst>
                <a:ahLst/>
                <a:cxnLst>
                  <a:cxn ang="0">
                    <a:pos x="T0" y="T1"/>
                  </a:cxn>
                  <a:cxn ang="0">
                    <a:pos x="T2" y="T3"/>
                  </a:cxn>
                  <a:cxn ang="0">
                    <a:pos x="T4" y="T5"/>
                  </a:cxn>
                  <a:cxn ang="0">
                    <a:pos x="T6" y="T7"/>
                  </a:cxn>
                  <a:cxn ang="0">
                    <a:pos x="T8" y="T9"/>
                  </a:cxn>
                  <a:cxn ang="0">
                    <a:pos x="T10" y="T11"/>
                  </a:cxn>
                </a:cxnLst>
                <a:rect l="0" t="0" r="r" b="b"/>
                <a:pathLst>
                  <a:path w="240" h="411">
                    <a:moveTo>
                      <a:pt x="0" y="0"/>
                    </a:moveTo>
                    <a:lnTo>
                      <a:pt x="3" y="0"/>
                    </a:lnTo>
                    <a:lnTo>
                      <a:pt x="171" y="289"/>
                    </a:lnTo>
                    <a:lnTo>
                      <a:pt x="240" y="411"/>
                    </a:lnTo>
                    <a:lnTo>
                      <a:pt x="0" y="411"/>
                    </a:lnTo>
                    <a:lnTo>
                      <a:pt x="0" y="0"/>
                    </a:lnTo>
                    <a:close/>
                  </a:path>
                </a:pathLst>
              </a:cu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0" scaled="1"/>
                <a:tileRect/>
              </a:gradFill>
              <a:ln w="0">
                <a:noFill/>
                <a:prstDash val="solid"/>
                <a:round/>
              </a:ln>
            </p:spPr>
            <p:txBody>
              <a:bodyPr vert="horz" wrap="square" lIns="91299" tIns="45649" rIns="91299" bIns="45649" numCol="1" anchor="t" anchorCtr="0" compatLnSpc="1"/>
              <a:lstStyle/>
              <a:p>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2" name="组合 71"/>
            <p:cNvGrpSpPr/>
            <p:nvPr/>
          </p:nvGrpSpPr>
          <p:grpSpPr>
            <a:xfrm>
              <a:off x="7247632" y="4964736"/>
              <a:ext cx="4428774" cy="711733"/>
              <a:chOff x="8273143" y="1761489"/>
              <a:chExt cx="4428774" cy="711733"/>
            </a:xfrm>
          </p:grpSpPr>
          <p:sp>
            <p:nvSpPr>
              <p:cNvPr id="73" name="矩形: 圆角 72"/>
              <p:cNvSpPr/>
              <p:nvPr/>
            </p:nvSpPr>
            <p:spPr>
              <a:xfrm>
                <a:off x="8273143" y="1919182"/>
                <a:ext cx="286265" cy="28626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4" name="文本框 73"/>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5" name="组合 74"/>
            <p:cNvGrpSpPr/>
            <p:nvPr/>
          </p:nvGrpSpPr>
          <p:grpSpPr>
            <a:xfrm>
              <a:off x="5993177" y="1802035"/>
              <a:ext cx="4428774" cy="711733"/>
              <a:chOff x="8273143" y="1761489"/>
              <a:chExt cx="4428774" cy="711733"/>
            </a:xfrm>
          </p:grpSpPr>
          <p:sp>
            <p:nvSpPr>
              <p:cNvPr id="76" name="矩形: 圆角 75"/>
              <p:cNvSpPr/>
              <p:nvPr/>
            </p:nvSpPr>
            <p:spPr>
              <a:xfrm>
                <a:off x="8273143" y="1919182"/>
                <a:ext cx="286265" cy="286265"/>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7" name="文本框 76"/>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8" name="组合 77"/>
            <p:cNvGrpSpPr/>
            <p:nvPr/>
          </p:nvGrpSpPr>
          <p:grpSpPr>
            <a:xfrm>
              <a:off x="6342034" y="2816990"/>
              <a:ext cx="4428774" cy="711733"/>
              <a:chOff x="8273143" y="1761489"/>
              <a:chExt cx="4428774" cy="711733"/>
            </a:xfrm>
          </p:grpSpPr>
          <p:sp>
            <p:nvSpPr>
              <p:cNvPr id="79" name="矩形: 圆角 78"/>
              <p:cNvSpPr/>
              <p:nvPr/>
            </p:nvSpPr>
            <p:spPr>
              <a:xfrm>
                <a:off x="8273143" y="1919182"/>
                <a:ext cx="286265" cy="286265"/>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0" name="文本框 79"/>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81" name="组合 80"/>
            <p:cNvGrpSpPr/>
            <p:nvPr/>
          </p:nvGrpSpPr>
          <p:grpSpPr>
            <a:xfrm>
              <a:off x="6791729" y="3914243"/>
              <a:ext cx="4428774" cy="711733"/>
              <a:chOff x="8273143" y="1761489"/>
              <a:chExt cx="4428774" cy="711733"/>
            </a:xfrm>
          </p:grpSpPr>
          <p:sp>
            <p:nvSpPr>
              <p:cNvPr id="82" name="矩形: 圆角 81"/>
              <p:cNvSpPr/>
              <p:nvPr/>
            </p:nvSpPr>
            <p:spPr>
              <a:xfrm>
                <a:off x="8273143" y="1919182"/>
                <a:ext cx="286265" cy="28626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3" name="文本框 82"/>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pic>
          <p:nvPicPr>
            <p:cNvPr id="87" name="图形 86" descr="光圈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74960" y="3029232"/>
              <a:ext cx="368441" cy="368441"/>
            </a:xfrm>
            <a:prstGeom prst="rect">
              <a:avLst/>
            </a:prstGeom>
          </p:spPr>
        </p:pic>
        <p:pic>
          <p:nvPicPr>
            <p:cNvPr id="88" name="图形 87" descr="上升趋势条形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6519" y="1971667"/>
              <a:ext cx="368441" cy="368441"/>
            </a:xfrm>
            <a:prstGeom prst="rect">
              <a:avLst/>
            </a:prstGeom>
          </p:spPr>
        </p:pic>
        <p:pic>
          <p:nvPicPr>
            <p:cNvPr id="89" name="图形 88" descr="盒子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8814" y="4071936"/>
              <a:ext cx="359123" cy="359123"/>
            </a:xfrm>
            <a:prstGeom prst="rect">
              <a:avLst/>
            </a:prstGeom>
          </p:spPr>
        </p:pic>
        <p:pic>
          <p:nvPicPr>
            <p:cNvPr id="90" name="图形 89" descr="公文包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51084" y="5085999"/>
              <a:ext cx="359123" cy="359123"/>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414883" y="2379797"/>
            <a:ext cx="3430270" cy="2794635"/>
            <a:chOff x="4414883" y="2777763"/>
            <a:chExt cx="3430270" cy="2794635"/>
          </a:xfrm>
        </p:grpSpPr>
        <p:grpSp>
          <p:nvGrpSpPr>
            <p:cNvPr id="41" name="Group 5"/>
            <p:cNvGrpSpPr/>
            <p:nvPr/>
          </p:nvGrpSpPr>
          <p:grpSpPr>
            <a:xfrm>
              <a:off x="4414883" y="3331483"/>
              <a:ext cx="3430270" cy="2240915"/>
              <a:chOff x="3635339" y="3927743"/>
              <a:chExt cx="4939703" cy="3226721"/>
            </a:xfrm>
          </p:grpSpPr>
          <p:sp>
            <p:nvSpPr>
              <p:cNvPr id="42" name="Freeform 8"/>
              <p:cNvSpPr/>
              <p:nvPr/>
            </p:nvSpPr>
            <p:spPr bwMode="auto">
              <a:xfrm>
                <a:off x="4011913" y="3927743"/>
                <a:ext cx="4175167" cy="1996667"/>
              </a:xfrm>
              <a:custGeom>
                <a:avLst/>
                <a:gdLst>
                  <a:gd name="T0" fmla="*/ 596 w 1194"/>
                  <a:gd name="T1" fmla="*/ 0 h 571"/>
                  <a:gd name="T2" fmla="*/ 1194 w 1194"/>
                  <a:gd name="T3" fmla="*/ 286 h 571"/>
                  <a:gd name="T4" fmla="*/ 596 w 1194"/>
                  <a:gd name="T5" fmla="*/ 571 h 571"/>
                  <a:gd name="T6" fmla="*/ 0 w 1194"/>
                  <a:gd name="T7" fmla="*/ 286 h 571"/>
                  <a:gd name="T8" fmla="*/ 596 w 1194"/>
                  <a:gd name="T9" fmla="*/ 0 h 571"/>
                </a:gdLst>
                <a:ahLst/>
                <a:cxnLst>
                  <a:cxn ang="0">
                    <a:pos x="T0" y="T1"/>
                  </a:cxn>
                  <a:cxn ang="0">
                    <a:pos x="T2" y="T3"/>
                  </a:cxn>
                  <a:cxn ang="0">
                    <a:pos x="T4" y="T5"/>
                  </a:cxn>
                  <a:cxn ang="0">
                    <a:pos x="T6" y="T7"/>
                  </a:cxn>
                  <a:cxn ang="0">
                    <a:pos x="T8" y="T9"/>
                  </a:cxn>
                </a:cxnLst>
                <a:rect l="0" t="0" r="r" b="b"/>
                <a:pathLst>
                  <a:path w="1194" h="571">
                    <a:moveTo>
                      <a:pt x="596" y="0"/>
                    </a:moveTo>
                    <a:lnTo>
                      <a:pt x="1194" y="286"/>
                    </a:lnTo>
                    <a:lnTo>
                      <a:pt x="596" y="571"/>
                    </a:lnTo>
                    <a:lnTo>
                      <a:pt x="0" y="286"/>
                    </a:lnTo>
                    <a:lnTo>
                      <a:pt x="596" y="0"/>
                    </a:lnTo>
                    <a:close/>
                  </a:path>
                </a:pathLst>
              </a:custGeom>
              <a:ln>
                <a:noFill/>
              </a:ln>
            </p:spPr>
            <p:style>
              <a:lnRef idx="1">
                <a:schemeClr val="accent4"/>
              </a:lnRef>
              <a:fillRef idx="2">
                <a:schemeClr val="accent4"/>
              </a:fillRef>
              <a:effectRef idx="1">
                <a:schemeClr val="accent4"/>
              </a:effectRef>
              <a:fontRef idx="minor">
                <a:schemeClr val="dk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3" name="Freeform 9"/>
              <p:cNvSpPr/>
              <p:nvPr/>
            </p:nvSpPr>
            <p:spPr bwMode="auto">
              <a:xfrm>
                <a:off x="6096000" y="4931857"/>
                <a:ext cx="2091080" cy="1650484"/>
              </a:xfrm>
              <a:custGeom>
                <a:avLst/>
                <a:gdLst>
                  <a:gd name="T0" fmla="*/ 0 w 598"/>
                  <a:gd name="T1" fmla="*/ 472 h 472"/>
                  <a:gd name="T2" fmla="*/ 598 w 598"/>
                  <a:gd name="T3" fmla="*/ 187 h 472"/>
                  <a:gd name="T4" fmla="*/ 598 w 598"/>
                  <a:gd name="T5" fmla="*/ 0 h 472"/>
                  <a:gd name="T6" fmla="*/ 0 w 598"/>
                  <a:gd name="T7" fmla="*/ 285 h 472"/>
                  <a:gd name="T8" fmla="*/ 0 w 598"/>
                  <a:gd name="T9" fmla="*/ 472 h 472"/>
                </a:gdLst>
                <a:ahLst/>
                <a:cxnLst>
                  <a:cxn ang="0">
                    <a:pos x="T0" y="T1"/>
                  </a:cxn>
                  <a:cxn ang="0">
                    <a:pos x="T2" y="T3"/>
                  </a:cxn>
                  <a:cxn ang="0">
                    <a:pos x="T4" y="T5"/>
                  </a:cxn>
                  <a:cxn ang="0">
                    <a:pos x="T6" y="T7"/>
                  </a:cxn>
                  <a:cxn ang="0">
                    <a:pos x="T8" y="T9"/>
                  </a:cxn>
                </a:cxnLst>
                <a:rect l="0" t="0" r="r" b="b"/>
                <a:pathLst>
                  <a:path w="598" h="472">
                    <a:moveTo>
                      <a:pt x="0" y="472"/>
                    </a:moveTo>
                    <a:lnTo>
                      <a:pt x="598" y="187"/>
                    </a:lnTo>
                    <a:lnTo>
                      <a:pt x="598" y="0"/>
                    </a:lnTo>
                    <a:lnTo>
                      <a:pt x="0" y="285"/>
                    </a:lnTo>
                    <a:lnTo>
                      <a:pt x="0" y="472"/>
                    </a:lnTo>
                    <a:close/>
                  </a:path>
                </a:pathLst>
              </a:custGeom>
              <a:ln>
                <a:noFill/>
              </a:ln>
            </p:spPr>
            <p:style>
              <a:lnRef idx="1">
                <a:schemeClr val="accent4"/>
              </a:lnRef>
              <a:fillRef idx="2">
                <a:schemeClr val="accent4"/>
              </a:fillRef>
              <a:effectRef idx="1">
                <a:schemeClr val="accent4"/>
              </a:effectRef>
              <a:fontRef idx="minor">
                <a:schemeClr val="dk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4" name="Freeform 10"/>
              <p:cNvSpPr/>
              <p:nvPr/>
            </p:nvSpPr>
            <p:spPr bwMode="auto">
              <a:xfrm>
                <a:off x="4011913" y="4931857"/>
                <a:ext cx="2084087" cy="1650484"/>
              </a:xfrm>
              <a:custGeom>
                <a:avLst/>
                <a:gdLst>
                  <a:gd name="T0" fmla="*/ 596 w 596"/>
                  <a:gd name="T1" fmla="*/ 472 h 472"/>
                  <a:gd name="T2" fmla="*/ 0 w 596"/>
                  <a:gd name="T3" fmla="*/ 187 h 472"/>
                  <a:gd name="T4" fmla="*/ 0 w 596"/>
                  <a:gd name="T5" fmla="*/ 0 h 472"/>
                  <a:gd name="T6" fmla="*/ 596 w 596"/>
                  <a:gd name="T7" fmla="*/ 285 h 472"/>
                  <a:gd name="T8" fmla="*/ 596 w 596"/>
                  <a:gd name="T9" fmla="*/ 472 h 472"/>
                </a:gdLst>
                <a:ahLst/>
                <a:cxnLst>
                  <a:cxn ang="0">
                    <a:pos x="T0" y="T1"/>
                  </a:cxn>
                  <a:cxn ang="0">
                    <a:pos x="T2" y="T3"/>
                  </a:cxn>
                  <a:cxn ang="0">
                    <a:pos x="T4" y="T5"/>
                  </a:cxn>
                  <a:cxn ang="0">
                    <a:pos x="T6" y="T7"/>
                  </a:cxn>
                  <a:cxn ang="0">
                    <a:pos x="T8" y="T9"/>
                  </a:cxn>
                </a:cxnLst>
                <a:rect l="0" t="0" r="r" b="b"/>
                <a:pathLst>
                  <a:path w="596" h="472">
                    <a:moveTo>
                      <a:pt x="596" y="472"/>
                    </a:moveTo>
                    <a:lnTo>
                      <a:pt x="0" y="187"/>
                    </a:lnTo>
                    <a:lnTo>
                      <a:pt x="0" y="0"/>
                    </a:lnTo>
                    <a:lnTo>
                      <a:pt x="596" y="285"/>
                    </a:lnTo>
                    <a:lnTo>
                      <a:pt x="596" y="472"/>
                    </a:lnTo>
                    <a:close/>
                  </a:path>
                </a:pathLst>
              </a:custGeom>
              <a:ln>
                <a:noFill/>
              </a:ln>
            </p:spPr>
            <p:style>
              <a:lnRef idx="1">
                <a:schemeClr val="accent4"/>
              </a:lnRef>
              <a:fillRef idx="3">
                <a:schemeClr val="accent4"/>
              </a:fillRef>
              <a:effectRef idx="2">
                <a:schemeClr val="accent4"/>
              </a:effectRef>
              <a:fontRef idx="minor">
                <a:schemeClr val="lt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pic>
            <p:nvPicPr>
              <p:cNvPr id="45" name="Picture 73"/>
              <p:cNvPicPr>
                <a:picLocks noChangeAspect="1"/>
              </p:cNvPicPr>
              <p:nvPr/>
            </p:nvPicPr>
            <p:blipFill>
              <a:blip r:embed="rId1">
                <a:lum bright="70000" contrast="-70000"/>
              </a:blip>
              <a:stretch>
                <a:fillRect/>
              </a:stretch>
            </p:blipFill>
            <p:spPr>
              <a:xfrm rot="3881599" flipH="1">
                <a:off x="6838678" y="5418100"/>
                <a:ext cx="1138782" cy="2333946"/>
              </a:xfrm>
              <a:prstGeom prst="rect">
                <a:avLst/>
              </a:prstGeom>
              <a:ln>
                <a:noFill/>
              </a:ln>
            </p:spPr>
          </p:pic>
          <p:pic>
            <p:nvPicPr>
              <p:cNvPr id="46" name="Picture 74"/>
              <p:cNvPicPr>
                <a:picLocks noChangeAspect="1"/>
              </p:cNvPicPr>
              <p:nvPr/>
            </p:nvPicPr>
            <p:blipFill>
              <a:blip r:embed="rId1">
                <a:lum bright="70000" contrast="-70000"/>
              </a:blip>
              <a:stretch>
                <a:fillRect/>
              </a:stretch>
            </p:blipFill>
            <p:spPr>
              <a:xfrm rot="6949502" flipH="1">
                <a:off x="4232921" y="5415368"/>
                <a:ext cx="1138782" cy="2333946"/>
              </a:xfrm>
              <a:prstGeom prst="rect">
                <a:avLst/>
              </a:prstGeom>
              <a:ln>
                <a:noFill/>
              </a:ln>
            </p:spPr>
          </p:pic>
        </p:grpSp>
        <p:grpSp>
          <p:nvGrpSpPr>
            <p:cNvPr id="47" name="Group 4"/>
            <p:cNvGrpSpPr/>
            <p:nvPr/>
          </p:nvGrpSpPr>
          <p:grpSpPr>
            <a:xfrm>
              <a:off x="5098974" y="3222262"/>
              <a:ext cx="2051439" cy="1362023"/>
              <a:chOff x="4620355" y="3770387"/>
              <a:chExt cx="2954788" cy="1961699"/>
            </a:xfrm>
          </p:grpSpPr>
          <p:sp>
            <p:nvSpPr>
              <p:cNvPr id="48" name="Freeform 11"/>
              <p:cNvSpPr/>
              <p:nvPr/>
            </p:nvSpPr>
            <p:spPr bwMode="auto">
              <a:xfrm>
                <a:off x="4620355" y="3770387"/>
                <a:ext cx="2954788" cy="1412703"/>
              </a:xfrm>
              <a:custGeom>
                <a:avLst/>
                <a:gdLst>
                  <a:gd name="T0" fmla="*/ 422 w 845"/>
                  <a:gd name="T1" fmla="*/ 0 h 404"/>
                  <a:gd name="T2" fmla="*/ 845 w 845"/>
                  <a:gd name="T3" fmla="*/ 202 h 404"/>
                  <a:gd name="T4" fmla="*/ 422 w 845"/>
                  <a:gd name="T5" fmla="*/ 404 h 404"/>
                  <a:gd name="T6" fmla="*/ 0 w 845"/>
                  <a:gd name="T7" fmla="*/ 202 h 404"/>
                  <a:gd name="T8" fmla="*/ 422 w 845"/>
                  <a:gd name="T9" fmla="*/ 0 h 404"/>
                </a:gdLst>
                <a:ahLst/>
                <a:cxnLst>
                  <a:cxn ang="0">
                    <a:pos x="T0" y="T1"/>
                  </a:cxn>
                  <a:cxn ang="0">
                    <a:pos x="T2" y="T3"/>
                  </a:cxn>
                  <a:cxn ang="0">
                    <a:pos x="T4" y="T5"/>
                  </a:cxn>
                  <a:cxn ang="0">
                    <a:pos x="T6" y="T7"/>
                  </a:cxn>
                  <a:cxn ang="0">
                    <a:pos x="T8" y="T9"/>
                  </a:cxn>
                </a:cxnLst>
                <a:rect l="0" t="0" r="r" b="b"/>
                <a:pathLst>
                  <a:path w="845" h="404">
                    <a:moveTo>
                      <a:pt x="422" y="0"/>
                    </a:moveTo>
                    <a:lnTo>
                      <a:pt x="845" y="202"/>
                    </a:lnTo>
                    <a:lnTo>
                      <a:pt x="422" y="404"/>
                    </a:lnTo>
                    <a:lnTo>
                      <a:pt x="0" y="202"/>
                    </a:lnTo>
                    <a:lnTo>
                      <a:pt x="422" y="0"/>
                    </a:lnTo>
                    <a:close/>
                  </a:path>
                </a:pathLst>
              </a:custGeom>
              <a:ln>
                <a:noFill/>
              </a:ln>
            </p:spPr>
            <p:style>
              <a:lnRef idx="1">
                <a:schemeClr val="accent3"/>
              </a:lnRef>
              <a:fillRef idx="2">
                <a:schemeClr val="accent3"/>
              </a:fillRef>
              <a:effectRef idx="1">
                <a:schemeClr val="accent3"/>
              </a:effectRef>
              <a:fontRef idx="minor">
                <a:schemeClr val="dk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9" name="Freeform 12"/>
              <p:cNvSpPr/>
              <p:nvPr/>
            </p:nvSpPr>
            <p:spPr bwMode="auto">
              <a:xfrm>
                <a:off x="6096000" y="4459255"/>
                <a:ext cx="1479142" cy="1272831"/>
              </a:xfrm>
              <a:custGeom>
                <a:avLst/>
                <a:gdLst>
                  <a:gd name="T0" fmla="*/ 0 w 423"/>
                  <a:gd name="T1" fmla="*/ 364 h 364"/>
                  <a:gd name="T2" fmla="*/ 423 w 423"/>
                  <a:gd name="T3" fmla="*/ 162 h 364"/>
                  <a:gd name="T4" fmla="*/ 423 w 423"/>
                  <a:gd name="T5" fmla="*/ 0 h 364"/>
                  <a:gd name="T6" fmla="*/ 0 w 423"/>
                  <a:gd name="T7" fmla="*/ 202 h 364"/>
                  <a:gd name="T8" fmla="*/ 0 w 423"/>
                  <a:gd name="T9" fmla="*/ 364 h 364"/>
                </a:gdLst>
                <a:ahLst/>
                <a:cxnLst>
                  <a:cxn ang="0">
                    <a:pos x="T0" y="T1"/>
                  </a:cxn>
                  <a:cxn ang="0">
                    <a:pos x="T2" y="T3"/>
                  </a:cxn>
                  <a:cxn ang="0">
                    <a:pos x="T4" y="T5"/>
                  </a:cxn>
                  <a:cxn ang="0">
                    <a:pos x="T6" y="T7"/>
                  </a:cxn>
                  <a:cxn ang="0">
                    <a:pos x="T8" y="T9"/>
                  </a:cxn>
                </a:cxnLst>
                <a:rect l="0" t="0" r="r" b="b"/>
                <a:pathLst>
                  <a:path w="423" h="364">
                    <a:moveTo>
                      <a:pt x="0" y="364"/>
                    </a:moveTo>
                    <a:lnTo>
                      <a:pt x="423" y="162"/>
                    </a:lnTo>
                    <a:lnTo>
                      <a:pt x="423" y="0"/>
                    </a:lnTo>
                    <a:lnTo>
                      <a:pt x="0" y="202"/>
                    </a:lnTo>
                    <a:lnTo>
                      <a:pt x="0" y="364"/>
                    </a:lnTo>
                    <a:close/>
                  </a:path>
                </a:pathLst>
              </a:custGeom>
              <a:ln>
                <a:noFill/>
              </a:ln>
            </p:spPr>
            <p:style>
              <a:lnRef idx="1">
                <a:schemeClr val="accent3"/>
              </a:lnRef>
              <a:fillRef idx="2">
                <a:schemeClr val="accent3"/>
              </a:fillRef>
              <a:effectRef idx="1">
                <a:schemeClr val="accent3"/>
              </a:effectRef>
              <a:fontRef idx="minor">
                <a:schemeClr val="dk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0" name="Freeform 13"/>
              <p:cNvSpPr/>
              <p:nvPr/>
            </p:nvSpPr>
            <p:spPr bwMode="auto">
              <a:xfrm>
                <a:off x="4620355" y="4459255"/>
                <a:ext cx="1475645" cy="1272831"/>
              </a:xfrm>
              <a:custGeom>
                <a:avLst/>
                <a:gdLst>
                  <a:gd name="T0" fmla="*/ 422 w 422"/>
                  <a:gd name="T1" fmla="*/ 364 h 364"/>
                  <a:gd name="T2" fmla="*/ 0 w 422"/>
                  <a:gd name="T3" fmla="*/ 162 h 364"/>
                  <a:gd name="T4" fmla="*/ 0 w 422"/>
                  <a:gd name="T5" fmla="*/ 0 h 364"/>
                  <a:gd name="T6" fmla="*/ 422 w 422"/>
                  <a:gd name="T7" fmla="*/ 202 h 364"/>
                  <a:gd name="T8" fmla="*/ 422 w 422"/>
                  <a:gd name="T9" fmla="*/ 364 h 364"/>
                </a:gdLst>
                <a:ahLst/>
                <a:cxnLst>
                  <a:cxn ang="0">
                    <a:pos x="T0" y="T1"/>
                  </a:cxn>
                  <a:cxn ang="0">
                    <a:pos x="T2" y="T3"/>
                  </a:cxn>
                  <a:cxn ang="0">
                    <a:pos x="T4" y="T5"/>
                  </a:cxn>
                  <a:cxn ang="0">
                    <a:pos x="T6" y="T7"/>
                  </a:cxn>
                  <a:cxn ang="0">
                    <a:pos x="T8" y="T9"/>
                  </a:cxn>
                </a:cxnLst>
                <a:rect l="0" t="0" r="r" b="b"/>
                <a:pathLst>
                  <a:path w="422" h="364">
                    <a:moveTo>
                      <a:pt x="422" y="364"/>
                    </a:moveTo>
                    <a:lnTo>
                      <a:pt x="0" y="162"/>
                    </a:lnTo>
                    <a:lnTo>
                      <a:pt x="0" y="0"/>
                    </a:lnTo>
                    <a:lnTo>
                      <a:pt x="422" y="202"/>
                    </a:lnTo>
                    <a:lnTo>
                      <a:pt x="422" y="364"/>
                    </a:lnTo>
                    <a:close/>
                  </a:path>
                </a:pathLst>
              </a:custGeom>
              <a:ln>
                <a:noFill/>
              </a:ln>
            </p:spPr>
            <p:style>
              <a:lnRef idx="1">
                <a:schemeClr val="accent3"/>
              </a:lnRef>
              <a:fillRef idx="3">
                <a:schemeClr val="accent3"/>
              </a:fillRef>
              <a:effectRef idx="2">
                <a:schemeClr val="accent3"/>
              </a:effectRef>
              <a:fontRef idx="minor">
                <a:schemeClr val="lt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3" name="Group 3"/>
            <p:cNvGrpSpPr/>
            <p:nvPr/>
          </p:nvGrpSpPr>
          <p:grpSpPr>
            <a:xfrm>
              <a:off x="5402694" y="3005727"/>
              <a:ext cx="1447291" cy="1058976"/>
              <a:chOff x="5057453" y="3459173"/>
              <a:chExt cx="2084087" cy="1524600"/>
            </a:xfrm>
          </p:grpSpPr>
          <p:sp>
            <p:nvSpPr>
              <p:cNvPr id="54" name="Freeform 14"/>
              <p:cNvSpPr/>
              <p:nvPr/>
            </p:nvSpPr>
            <p:spPr bwMode="auto">
              <a:xfrm>
                <a:off x="5057453" y="3459173"/>
                <a:ext cx="2084087" cy="996585"/>
              </a:xfrm>
              <a:custGeom>
                <a:avLst/>
                <a:gdLst>
                  <a:gd name="T0" fmla="*/ 297 w 596"/>
                  <a:gd name="T1" fmla="*/ 0 h 285"/>
                  <a:gd name="T2" fmla="*/ 596 w 596"/>
                  <a:gd name="T3" fmla="*/ 142 h 285"/>
                  <a:gd name="T4" fmla="*/ 297 w 596"/>
                  <a:gd name="T5" fmla="*/ 285 h 285"/>
                  <a:gd name="T6" fmla="*/ 0 w 596"/>
                  <a:gd name="T7" fmla="*/ 142 h 285"/>
                  <a:gd name="T8" fmla="*/ 297 w 596"/>
                  <a:gd name="T9" fmla="*/ 0 h 285"/>
                </a:gdLst>
                <a:ahLst/>
                <a:cxnLst>
                  <a:cxn ang="0">
                    <a:pos x="T0" y="T1"/>
                  </a:cxn>
                  <a:cxn ang="0">
                    <a:pos x="T2" y="T3"/>
                  </a:cxn>
                  <a:cxn ang="0">
                    <a:pos x="T4" y="T5"/>
                  </a:cxn>
                  <a:cxn ang="0">
                    <a:pos x="T6" y="T7"/>
                  </a:cxn>
                  <a:cxn ang="0">
                    <a:pos x="T8" y="T9"/>
                  </a:cxn>
                </a:cxnLst>
                <a:rect l="0" t="0" r="r" b="b"/>
                <a:pathLst>
                  <a:path w="596" h="285">
                    <a:moveTo>
                      <a:pt x="297" y="0"/>
                    </a:moveTo>
                    <a:lnTo>
                      <a:pt x="596" y="142"/>
                    </a:lnTo>
                    <a:lnTo>
                      <a:pt x="297" y="285"/>
                    </a:lnTo>
                    <a:lnTo>
                      <a:pt x="0" y="142"/>
                    </a:lnTo>
                    <a:lnTo>
                      <a:pt x="297" y="0"/>
                    </a:lnTo>
                    <a:close/>
                  </a:path>
                </a:pathLst>
              </a:custGeom>
              <a:ln>
                <a:noFill/>
              </a:ln>
            </p:spPr>
            <p:style>
              <a:lnRef idx="1">
                <a:schemeClr val="accent2"/>
              </a:lnRef>
              <a:fillRef idx="2">
                <a:schemeClr val="accent2"/>
              </a:fillRef>
              <a:effectRef idx="1">
                <a:schemeClr val="accent2"/>
              </a:effectRef>
              <a:fontRef idx="minor">
                <a:schemeClr val="dk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5" name="Freeform 15"/>
              <p:cNvSpPr/>
              <p:nvPr/>
            </p:nvSpPr>
            <p:spPr bwMode="auto">
              <a:xfrm>
                <a:off x="6096000" y="3945227"/>
                <a:ext cx="1045540" cy="1038546"/>
              </a:xfrm>
              <a:custGeom>
                <a:avLst/>
                <a:gdLst>
                  <a:gd name="T0" fmla="*/ 0 w 299"/>
                  <a:gd name="T1" fmla="*/ 297 h 297"/>
                  <a:gd name="T2" fmla="*/ 299 w 299"/>
                  <a:gd name="T3" fmla="*/ 155 h 297"/>
                  <a:gd name="T4" fmla="*/ 299 w 299"/>
                  <a:gd name="T5" fmla="*/ 0 h 297"/>
                  <a:gd name="T6" fmla="*/ 0 w 299"/>
                  <a:gd name="T7" fmla="*/ 143 h 297"/>
                  <a:gd name="T8" fmla="*/ 0 w 299"/>
                  <a:gd name="T9" fmla="*/ 297 h 297"/>
                </a:gdLst>
                <a:ahLst/>
                <a:cxnLst>
                  <a:cxn ang="0">
                    <a:pos x="T0" y="T1"/>
                  </a:cxn>
                  <a:cxn ang="0">
                    <a:pos x="T2" y="T3"/>
                  </a:cxn>
                  <a:cxn ang="0">
                    <a:pos x="T4" y="T5"/>
                  </a:cxn>
                  <a:cxn ang="0">
                    <a:pos x="T6" y="T7"/>
                  </a:cxn>
                  <a:cxn ang="0">
                    <a:pos x="T8" y="T9"/>
                  </a:cxn>
                </a:cxnLst>
                <a:rect l="0" t="0" r="r" b="b"/>
                <a:pathLst>
                  <a:path w="299" h="297">
                    <a:moveTo>
                      <a:pt x="0" y="297"/>
                    </a:moveTo>
                    <a:lnTo>
                      <a:pt x="299" y="155"/>
                    </a:lnTo>
                    <a:lnTo>
                      <a:pt x="299" y="0"/>
                    </a:lnTo>
                    <a:lnTo>
                      <a:pt x="0" y="143"/>
                    </a:lnTo>
                    <a:lnTo>
                      <a:pt x="0" y="297"/>
                    </a:lnTo>
                    <a:close/>
                  </a:path>
                </a:pathLst>
              </a:custGeom>
              <a:ln>
                <a:noFill/>
              </a:ln>
            </p:spPr>
            <p:style>
              <a:lnRef idx="1">
                <a:schemeClr val="accent2"/>
              </a:lnRef>
              <a:fillRef idx="2">
                <a:schemeClr val="accent2"/>
              </a:fillRef>
              <a:effectRef idx="1">
                <a:schemeClr val="accent2"/>
              </a:effectRef>
              <a:fontRef idx="minor">
                <a:schemeClr val="dk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6" name="Freeform 16"/>
              <p:cNvSpPr/>
              <p:nvPr/>
            </p:nvSpPr>
            <p:spPr bwMode="auto">
              <a:xfrm>
                <a:off x="5057453" y="3945227"/>
                <a:ext cx="1038547" cy="1038546"/>
              </a:xfrm>
              <a:custGeom>
                <a:avLst/>
                <a:gdLst>
                  <a:gd name="T0" fmla="*/ 297 w 297"/>
                  <a:gd name="T1" fmla="*/ 297 h 297"/>
                  <a:gd name="T2" fmla="*/ 0 w 297"/>
                  <a:gd name="T3" fmla="*/ 155 h 297"/>
                  <a:gd name="T4" fmla="*/ 0 w 297"/>
                  <a:gd name="T5" fmla="*/ 0 h 297"/>
                  <a:gd name="T6" fmla="*/ 297 w 297"/>
                  <a:gd name="T7" fmla="*/ 143 h 297"/>
                  <a:gd name="T8" fmla="*/ 297 w 297"/>
                  <a:gd name="T9" fmla="*/ 297 h 297"/>
                </a:gdLst>
                <a:ahLst/>
                <a:cxnLst>
                  <a:cxn ang="0">
                    <a:pos x="T0" y="T1"/>
                  </a:cxn>
                  <a:cxn ang="0">
                    <a:pos x="T2" y="T3"/>
                  </a:cxn>
                  <a:cxn ang="0">
                    <a:pos x="T4" y="T5"/>
                  </a:cxn>
                  <a:cxn ang="0">
                    <a:pos x="T6" y="T7"/>
                  </a:cxn>
                  <a:cxn ang="0">
                    <a:pos x="T8" y="T9"/>
                  </a:cxn>
                </a:cxnLst>
                <a:rect l="0" t="0" r="r" b="b"/>
                <a:pathLst>
                  <a:path w="297" h="297">
                    <a:moveTo>
                      <a:pt x="297" y="297"/>
                    </a:moveTo>
                    <a:lnTo>
                      <a:pt x="0" y="155"/>
                    </a:lnTo>
                    <a:lnTo>
                      <a:pt x="0" y="0"/>
                    </a:lnTo>
                    <a:lnTo>
                      <a:pt x="297" y="143"/>
                    </a:lnTo>
                    <a:lnTo>
                      <a:pt x="297" y="297"/>
                    </a:lnTo>
                    <a:close/>
                  </a:path>
                </a:pathLst>
              </a:custGeom>
              <a:ln>
                <a:noFill/>
              </a:ln>
            </p:spPr>
            <p:style>
              <a:lnRef idx="1">
                <a:schemeClr val="accent2"/>
              </a:lnRef>
              <a:fillRef idx="3">
                <a:schemeClr val="accent2"/>
              </a:fillRef>
              <a:effectRef idx="2">
                <a:schemeClr val="accent2"/>
              </a:effectRef>
              <a:fontRef idx="minor">
                <a:schemeClr val="lt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9" name="Group 2"/>
            <p:cNvGrpSpPr/>
            <p:nvPr/>
          </p:nvGrpSpPr>
          <p:grpSpPr>
            <a:xfrm>
              <a:off x="5541486" y="2777763"/>
              <a:ext cx="1165579" cy="808394"/>
              <a:chOff x="5256770" y="3130475"/>
              <a:chExt cx="1678459" cy="1164431"/>
            </a:xfrm>
          </p:grpSpPr>
          <p:sp>
            <p:nvSpPr>
              <p:cNvPr id="60" name="Freeform 17"/>
              <p:cNvSpPr/>
              <p:nvPr/>
            </p:nvSpPr>
            <p:spPr bwMode="auto">
              <a:xfrm>
                <a:off x="5256770" y="3130475"/>
                <a:ext cx="1678459" cy="1164431"/>
              </a:xfrm>
              <a:custGeom>
                <a:avLst/>
                <a:gdLst>
                  <a:gd name="T0" fmla="*/ 240 w 480"/>
                  <a:gd name="T1" fmla="*/ 0 h 333"/>
                  <a:gd name="T2" fmla="*/ 480 w 480"/>
                  <a:gd name="T3" fmla="*/ 219 h 333"/>
                  <a:gd name="T4" fmla="*/ 240 w 480"/>
                  <a:gd name="T5" fmla="*/ 333 h 333"/>
                  <a:gd name="T6" fmla="*/ 0 w 480"/>
                  <a:gd name="T7" fmla="*/ 219 h 333"/>
                  <a:gd name="T8" fmla="*/ 240 w 480"/>
                  <a:gd name="T9" fmla="*/ 0 h 333"/>
                </a:gdLst>
                <a:ahLst/>
                <a:cxnLst>
                  <a:cxn ang="0">
                    <a:pos x="T0" y="T1"/>
                  </a:cxn>
                  <a:cxn ang="0">
                    <a:pos x="T2" y="T3"/>
                  </a:cxn>
                  <a:cxn ang="0">
                    <a:pos x="T4" y="T5"/>
                  </a:cxn>
                  <a:cxn ang="0">
                    <a:pos x="T6" y="T7"/>
                  </a:cxn>
                  <a:cxn ang="0">
                    <a:pos x="T8" y="T9"/>
                  </a:cxn>
                </a:cxnLst>
                <a:rect l="0" t="0" r="r" b="b"/>
                <a:pathLst>
                  <a:path w="480" h="333">
                    <a:moveTo>
                      <a:pt x="240" y="0"/>
                    </a:moveTo>
                    <a:lnTo>
                      <a:pt x="480" y="219"/>
                    </a:lnTo>
                    <a:lnTo>
                      <a:pt x="240" y="333"/>
                    </a:lnTo>
                    <a:lnTo>
                      <a:pt x="0" y="219"/>
                    </a:lnTo>
                    <a:lnTo>
                      <a:pt x="240" y="0"/>
                    </a:lnTo>
                    <a:close/>
                  </a:path>
                </a:pathLst>
              </a:custGeom>
              <a:ln>
                <a:noFill/>
              </a:ln>
            </p:spPr>
            <p:style>
              <a:lnRef idx="1">
                <a:schemeClr val="accent1"/>
              </a:lnRef>
              <a:fillRef idx="2">
                <a:schemeClr val="accent1"/>
              </a:fillRef>
              <a:effectRef idx="1">
                <a:schemeClr val="accent1"/>
              </a:effectRef>
              <a:fontRef idx="minor">
                <a:schemeClr val="dk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1" name="Freeform 18"/>
              <p:cNvSpPr/>
              <p:nvPr/>
            </p:nvSpPr>
            <p:spPr bwMode="auto">
              <a:xfrm>
                <a:off x="5256770" y="3130475"/>
                <a:ext cx="839230" cy="1164431"/>
              </a:xfrm>
              <a:custGeom>
                <a:avLst/>
                <a:gdLst>
                  <a:gd name="T0" fmla="*/ 240 w 240"/>
                  <a:gd name="T1" fmla="*/ 0 h 333"/>
                  <a:gd name="T2" fmla="*/ 240 w 240"/>
                  <a:gd name="T3" fmla="*/ 333 h 333"/>
                  <a:gd name="T4" fmla="*/ 0 w 240"/>
                  <a:gd name="T5" fmla="*/ 219 h 333"/>
                  <a:gd name="T6" fmla="*/ 240 w 240"/>
                  <a:gd name="T7" fmla="*/ 0 h 333"/>
                </a:gdLst>
                <a:ahLst/>
                <a:cxnLst>
                  <a:cxn ang="0">
                    <a:pos x="T0" y="T1"/>
                  </a:cxn>
                  <a:cxn ang="0">
                    <a:pos x="T2" y="T3"/>
                  </a:cxn>
                  <a:cxn ang="0">
                    <a:pos x="T4" y="T5"/>
                  </a:cxn>
                  <a:cxn ang="0">
                    <a:pos x="T6" y="T7"/>
                  </a:cxn>
                </a:cxnLst>
                <a:rect l="0" t="0" r="r" b="b"/>
                <a:pathLst>
                  <a:path w="240" h="333">
                    <a:moveTo>
                      <a:pt x="240" y="0"/>
                    </a:moveTo>
                    <a:lnTo>
                      <a:pt x="240" y="333"/>
                    </a:lnTo>
                    <a:lnTo>
                      <a:pt x="0" y="219"/>
                    </a:lnTo>
                    <a:lnTo>
                      <a:pt x="240" y="0"/>
                    </a:lnTo>
                    <a:close/>
                  </a:path>
                </a:pathLst>
              </a:custGeom>
              <a:ln>
                <a:noFill/>
              </a:ln>
            </p:spPr>
            <p:style>
              <a:lnRef idx="1">
                <a:schemeClr val="accent1"/>
              </a:lnRef>
              <a:fillRef idx="3">
                <a:schemeClr val="accent1"/>
              </a:fillRef>
              <a:effectRef idx="2">
                <a:schemeClr val="accent1"/>
              </a:effectRef>
              <a:fontRef idx="minor">
                <a:schemeClr val="lt1"/>
              </a:fontRef>
            </p:style>
            <p:txBody>
              <a:bodyPr vert="horz" wrap="square" lIns="68580" tIns="34290" rIns="68580" bIns="34290" numCol="1" anchor="t" anchorCtr="0" compatLnSpc="1"/>
              <a:lstStyle/>
              <a:p>
                <a:endParaRPr lang="en-US" sz="1350"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grpSp>
        <p:nvGrpSpPr>
          <p:cNvPr id="80" name="组合 79"/>
          <p:cNvGrpSpPr/>
          <p:nvPr/>
        </p:nvGrpSpPr>
        <p:grpSpPr>
          <a:xfrm>
            <a:off x="8161483" y="1832098"/>
            <a:ext cx="3254516" cy="1416534"/>
            <a:chOff x="8273143" y="1832098"/>
            <a:chExt cx="3254516" cy="1416534"/>
          </a:xfrm>
        </p:grpSpPr>
        <p:sp>
          <p:nvSpPr>
            <p:cNvPr id="81" name="矩形: 圆角 80"/>
            <p:cNvSpPr/>
            <p:nvPr/>
          </p:nvSpPr>
          <p:spPr>
            <a:xfrm>
              <a:off x="8273143" y="1919182"/>
              <a:ext cx="413657" cy="41365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2" name="文本框 81"/>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3" name="文本框 82"/>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84" name="组合 83"/>
          <p:cNvGrpSpPr/>
          <p:nvPr/>
        </p:nvGrpSpPr>
        <p:grpSpPr>
          <a:xfrm>
            <a:off x="8161483" y="4275348"/>
            <a:ext cx="3254516" cy="1416534"/>
            <a:chOff x="8273143" y="1832098"/>
            <a:chExt cx="3254516" cy="1416534"/>
          </a:xfrm>
        </p:grpSpPr>
        <p:sp>
          <p:nvSpPr>
            <p:cNvPr id="85" name="矩形: 圆角 84"/>
            <p:cNvSpPr/>
            <p:nvPr/>
          </p:nvSpPr>
          <p:spPr>
            <a:xfrm>
              <a:off x="8273143" y="1919182"/>
              <a:ext cx="413657" cy="41365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6" name="文本框 85"/>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7" name="文本框 86"/>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88" name="组合 87"/>
          <p:cNvGrpSpPr/>
          <p:nvPr/>
        </p:nvGrpSpPr>
        <p:grpSpPr>
          <a:xfrm flipH="1">
            <a:off x="843138" y="1832098"/>
            <a:ext cx="3254516" cy="1416534"/>
            <a:chOff x="8273143" y="1832098"/>
            <a:chExt cx="3254516" cy="1416534"/>
          </a:xfrm>
        </p:grpSpPr>
        <p:sp>
          <p:nvSpPr>
            <p:cNvPr id="89" name="矩形: 圆角 88"/>
            <p:cNvSpPr/>
            <p:nvPr/>
          </p:nvSpPr>
          <p:spPr>
            <a:xfrm>
              <a:off x="8273143" y="1919182"/>
              <a:ext cx="413657" cy="41365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0" name="文本框 89"/>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1" name="文本框 90"/>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92" name="组合 91"/>
          <p:cNvGrpSpPr/>
          <p:nvPr/>
        </p:nvGrpSpPr>
        <p:grpSpPr>
          <a:xfrm flipH="1">
            <a:off x="843138" y="4275348"/>
            <a:ext cx="3254516" cy="1416534"/>
            <a:chOff x="8273143" y="1832098"/>
            <a:chExt cx="3254516" cy="1416534"/>
          </a:xfrm>
        </p:grpSpPr>
        <p:sp>
          <p:nvSpPr>
            <p:cNvPr id="93" name="矩形: 圆角 92"/>
            <p:cNvSpPr/>
            <p:nvPr/>
          </p:nvSpPr>
          <p:spPr>
            <a:xfrm>
              <a:off x="8273143" y="1919182"/>
              <a:ext cx="413657" cy="413657"/>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4" name="文本框 93"/>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5" name="文本框 94"/>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8"/>
                                        </p:tgtEl>
                                        <p:attrNameLst>
                                          <p:attrName>style.visibility</p:attrName>
                                        </p:attrNameLst>
                                      </p:cBhvr>
                                      <p:to>
                                        <p:strVal val="visible"/>
                                      </p:to>
                                    </p:set>
                                    <p:animEffect transition="in" filter="fade">
                                      <p:cBhvr>
                                        <p:cTn id="11" dur="500"/>
                                        <p:tgtEl>
                                          <p:spTgt spid="8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fade">
                                      <p:cBhvr>
                                        <p:cTn id="15" dur="500"/>
                                        <p:tgtEl>
                                          <p:spTgt spid="9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80"/>
                                        </p:tgtEl>
                                        <p:attrNameLst>
                                          <p:attrName>style.visibility</p:attrName>
                                        </p:attrNameLst>
                                      </p:cBhvr>
                                      <p:to>
                                        <p:strVal val="visible"/>
                                      </p:to>
                                    </p:set>
                                    <p:animEffect transition="in" filter="fade">
                                      <p:cBhvr>
                                        <p:cTn id="19" dur="500"/>
                                        <p:tgtEl>
                                          <p:spTgt spid="8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fade">
                                      <p:cBhvr>
                                        <p:cTn id="23"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965967" y="1818219"/>
            <a:ext cx="5546697" cy="4101953"/>
            <a:chOff x="965967" y="1818219"/>
            <a:chExt cx="5546697" cy="4101953"/>
          </a:xfrm>
        </p:grpSpPr>
        <p:sp>
          <p:nvSpPr>
            <p:cNvPr id="57" name="1"/>
            <p:cNvSpPr/>
            <p:nvPr/>
          </p:nvSpPr>
          <p:spPr bwMode="auto">
            <a:xfrm>
              <a:off x="2308509" y="2059784"/>
              <a:ext cx="2852321" cy="829216"/>
            </a:xfrm>
            <a:custGeom>
              <a:avLst/>
              <a:gdLst/>
              <a:ahLst/>
              <a:cxnLst>
                <a:cxn ang="0">
                  <a:pos x="1228" y="0"/>
                </a:cxn>
                <a:cxn ang="0">
                  <a:pos x="848" y="357"/>
                </a:cxn>
                <a:cxn ang="0">
                  <a:pos x="368" y="357"/>
                </a:cxn>
                <a:cxn ang="0">
                  <a:pos x="0" y="0"/>
                </a:cxn>
                <a:cxn ang="0">
                  <a:pos x="1228" y="0"/>
                </a:cxn>
              </a:cxnLst>
              <a:rect l="0" t="0" r="r" b="b"/>
              <a:pathLst>
                <a:path w="1228" h="357">
                  <a:moveTo>
                    <a:pt x="1228" y="0"/>
                  </a:moveTo>
                  <a:lnTo>
                    <a:pt x="848" y="357"/>
                  </a:lnTo>
                  <a:lnTo>
                    <a:pt x="368" y="357"/>
                  </a:lnTo>
                  <a:lnTo>
                    <a:pt x="0" y="0"/>
                  </a:lnTo>
                  <a:lnTo>
                    <a:pt x="1228" y="0"/>
                  </a:lnTo>
                  <a:close/>
                </a:path>
              </a:pathLst>
            </a:custGeom>
            <a:ln>
              <a:noFill/>
            </a:ln>
          </p:spPr>
          <p:style>
            <a:lnRef idx="1">
              <a:schemeClr val="accent1"/>
            </a:lnRef>
            <a:fillRef idx="2">
              <a:schemeClr val="accent1"/>
            </a:fillRef>
            <a:effectRef idx="1">
              <a:schemeClr val="accent1"/>
            </a:effectRef>
            <a:fontRef idx="minor">
              <a:schemeClr val="dk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8" name="1"/>
            <p:cNvSpPr/>
            <p:nvPr/>
          </p:nvSpPr>
          <p:spPr bwMode="auto">
            <a:xfrm>
              <a:off x="2308509" y="1818219"/>
              <a:ext cx="2852321" cy="241565"/>
            </a:xfrm>
            <a:prstGeom prst="rect">
              <a:avLst/>
            </a:prstGeom>
            <a:ln>
              <a:noFill/>
            </a:ln>
          </p:spPr>
          <p:style>
            <a:lnRef idx="1">
              <a:schemeClr val="accent1"/>
            </a:lnRef>
            <a:fillRef idx="3">
              <a:schemeClr val="accent1"/>
            </a:fillRef>
            <a:effectRef idx="2">
              <a:schemeClr val="accent1"/>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5" name="1"/>
            <p:cNvSpPr/>
            <p:nvPr/>
          </p:nvSpPr>
          <p:spPr bwMode="auto">
            <a:xfrm>
              <a:off x="1639561" y="3040429"/>
              <a:ext cx="4190218" cy="315892"/>
            </a:xfrm>
            <a:custGeom>
              <a:avLst/>
              <a:gdLst/>
              <a:ahLst/>
              <a:cxnLst>
                <a:cxn ang="0">
                  <a:pos x="1804" y="0"/>
                </a:cxn>
                <a:cxn ang="0">
                  <a:pos x="1248" y="136"/>
                </a:cxn>
                <a:cxn ang="0">
                  <a:pos x="544" y="136"/>
                </a:cxn>
                <a:cxn ang="0">
                  <a:pos x="0" y="0"/>
                </a:cxn>
                <a:cxn ang="0">
                  <a:pos x="1804" y="0"/>
                </a:cxn>
              </a:cxnLst>
              <a:rect l="0" t="0" r="r" b="b"/>
              <a:pathLst>
                <a:path w="1804" h="136">
                  <a:moveTo>
                    <a:pt x="1804" y="0"/>
                  </a:moveTo>
                  <a:lnTo>
                    <a:pt x="1248" y="136"/>
                  </a:lnTo>
                  <a:lnTo>
                    <a:pt x="544" y="136"/>
                  </a:lnTo>
                  <a:lnTo>
                    <a:pt x="0" y="0"/>
                  </a:lnTo>
                  <a:lnTo>
                    <a:pt x="1804" y="0"/>
                  </a:lnTo>
                  <a:close/>
                </a:path>
              </a:pathLst>
            </a:custGeom>
            <a:ln>
              <a:noFill/>
            </a:ln>
          </p:spPr>
          <p:style>
            <a:lnRef idx="1">
              <a:schemeClr val="accent2"/>
            </a:lnRef>
            <a:fillRef idx="2">
              <a:schemeClr val="accent2"/>
            </a:fillRef>
            <a:effectRef idx="1">
              <a:schemeClr val="accent2"/>
            </a:effectRef>
            <a:fontRef idx="minor">
              <a:schemeClr val="dk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6" name="1"/>
            <p:cNvSpPr/>
            <p:nvPr/>
          </p:nvSpPr>
          <p:spPr bwMode="auto">
            <a:xfrm>
              <a:off x="1630270" y="2798865"/>
              <a:ext cx="4176282" cy="241564"/>
            </a:xfrm>
            <a:custGeom>
              <a:avLst/>
              <a:gdLst/>
              <a:ahLst/>
              <a:cxnLst>
                <a:cxn ang="0">
                  <a:pos x="0" y="0"/>
                </a:cxn>
                <a:cxn ang="0">
                  <a:pos x="1041" y="0"/>
                </a:cxn>
                <a:cxn ang="0">
                  <a:pos x="1041" y="60"/>
                </a:cxn>
                <a:cxn ang="0">
                  <a:pos x="0" y="60"/>
                </a:cxn>
                <a:cxn ang="0">
                  <a:pos x="0" y="0"/>
                </a:cxn>
              </a:cxnLst>
              <a:rect l="0" t="0" r="r" b="b"/>
              <a:pathLst>
                <a:path w="1041" h="60">
                  <a:moveTo>
                    <a:pt x="0" y="0"/>
                  </a:moveTo>
                  <a:cubicBezTo>
                    <a:pt x="347" y="0"/>
                    <a:pt x="694" y="0"/>
                    <a:pt x="1041" y="0"/>
                  </a:cubicBezTo>
                  <a:cubicBezTo>
                    <a:pt x="1041" y="20"/>
                    <a:pt x="1041" y="40"/>
                    <a:pt x="1041" y="60"/>
                  </a:cubicBezTo>
                  <a:cubicBezTo>
                    <a:pt x="694" y="60"/>
                    <a:pt x="347" y="60"/>
                    <a:pt x="0" y="60"/>
                  </a:cubicBezTo>
                  <a:cubicBezTo>
                    <a:pt x="0" y="40"/>
                    <a:pt x="0" y="20"/>
                    <a:pt x="0" y="0"/>
                  </a:cubicBezTo>
                  <a:close/>
                </a:path>
              </a:pathLst>
            </a:custGeom>
            <a:ln>
              <a:noFill/>
            </a:ln>
          </p:spPr>
          <p:style>
            <a:lnRef idx="1">
              <a:schemeClr val="accent2"/>
            </a:lnRef>
            <a:fillRef idx="3">
              <a:schemeClr val="accent2"/>
            </a:fillRef>
            <a:effectRef idx="2">
              <a:schemeClr val="accent2"/>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3" name="1"/>
            <p:cNvSpPr/>
            <p:nvPr/>
          </p:nvSpPr>
          <p:spPr bwMode="auto">
            <a:xfrm>
              <a:off x="970612" y="3593233"/>
              <a:ext cx="5525793" cy="53422"/>
            </a:xfrm>
            <a:custGeom>
              <a:avLst/>
              <a:gdLst/>
              <a:ahLst/>
              <a:cxnLst>
                <a:cxn ang="0">
                  <a:pos x="0" y="23"/>
                </a:cxn>
                <a:cxn ang="0">
                  <a:pos x="720" y="0"/>
                </a:cxn>
                <a:cxn ang="0">
                  <a:pos x="1648" y="0"/>
                </a:cxn>
                <a:cxn ang="0">
                  <a:pos x="2379" y="23"/>
                </a:cxn>
                <a:cxn ang="0">
                  <a:pos x="0" y="23"/>
                </a:cxn>
              </a:cxnLst>
              <a:rect l="0" t="0" r="r" b="b"/>
              <a:pathLst>
                <a:path w="2379" h="23">
                  <a:moveTo>
                    <a:pt x="0" y="23"/>
                  </a:moveTo>
                  <a:lnTo>
                    <a:pt x="720" y="0"/>
                  </a:lnTo>
                  <a:lnTo>
                    <a:pt x="1648" y="0"/>
                  </a:lnTo>
                  <a:lnTo>
                    <a:pt x="2379" y="23"/>
                  </a:lnTo>
                  <a:lnTo>
                    <a:pt x="0" y="23"/>
                  </a:lnTo>
                  <a:close/>
                </a:path>
              </a:pathLst>
            </a:custGeom>
            <a:ln>
              <a:noFill/>
            </a:ln>
          </p:spPr>
          <p:style>
            <a:lnRef idx="1">
              <a:schemeClr val="accent3"/>
            </a:lnRef>
            <a:fillRef idx="2">
              <a:schemeClr val="accent3"/>
            </a:fillRef>
            <a:effectRef idx="1">
              <a:schemeClr val="accent3"/>
            </a:effectRef>
            <a:fontRef idx="minor">
              <a:schemeClr val="dk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4" name="1"/>
            <p:cNvSpPr/>
            <p:nvPr/>
          </p:nvSpPr>
          <p:spPr bwMode="auto">
            <a:xfrm>
              <a:off x="965967" y="3646657"/>
              <a:ext cx="5546697" cy="239240"/>
            </a:xfrm>
            <a:prstGeom prst="rect">
              <a:avLst/>
            </a:prstGeom>
            <a:ln>
              <a:noFill/>
            </a:ln>
          </p:spPr>
          <p:style>
            <a:lnRef idx="1">
              <a:schemeClr val="accent3"/>
            </a:lnRef>
            <a:fillRef idx="3">
              <a:schemeClr val="accent3"/>
            </a:fillRef>
            <a:effectRef idx="2">
              <a:schemeClr val="accent3"/>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1" name="1"/>
            <p:cNvSpPr/>
            <p:nvPr/>
          </p:nvSpPr>
          <p:spPr bwMode="auto">
            <a:xfrm>
              <a:off x="2308509" y="4542789"/>
              <a:ext cx="2852321" cy="1135818"/>
            </a:xfrm>
            <a:custGeom>
              <a:avLst/>
              <a:gdLst/>
              <a:ahLst/>
              <a:cxnLst>
                <a:cxn ang="0">
                  <a:pos x="1228" y="489"/>
                </a:cxn>
                <a:cxn ang="0">
                  <a:pos x="848" y="0"/>
                </a:cxn>
                <a:cxn ang="0">
                  <a:pos x="368" y="0"/>
                </a:cxn>
                <a:cxn ang="0">
                  <a:pos x="0" y="489"/>
                </a:cxn>
                <a:cxn ang="0">
                  <a:pos x="1228" y="489"/>
                </a:cxn>
              </a:cxnLst>
              <a:rect l="0" t="0" r="r" b="b"/>
              <a:pathLst>
                <a:path w="1228" h="489">
                  <a:moveTo>
                    <a:pt x="1228" y="489"/>
                  </a:moveTo>
                  <a:lnTo>
                    <a:pt x="848" y="0"/>
                  </a:lnTo>
                  <a:lnTo>
                    <a:pt x="368" y="0"/>
                  </a:lnTo>
                  <a:lnTo>
                    <a:pt x="0" y="489"/>
                  </a:lnTo>
                  <a:lnTo>
                    <a:pt x="1228" y="489"/>
                  </a:lnTo>
                  <a:close/>
                </a:path>
              </a:pathLst>
            </a:custGeom>
            <a:ln>
              <a:noFill/>
            </a:ln>
          </p:spPr>
          <p:style>
            <a:lnRef idx="1">
              <a:schemeClr val="accent5"/>
            </a:lnRef>
            <a:fillRef idx="2">
              <a:schemeClr val="accent5"/>
            </a:fillRef>
            <a:effectRef idx="1">
              <a:schemeClr val="accent5"/>
            </a:effectRef>
            <a:fontRef idx="minor">
              <a:schemeClr val="dk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2" name="1"/>
            <p:cNvSpPr/>
            <p:nvPr/>
          </p:nvSpPr>
          <p:spPr bwMode="auto">
            <a:xfrm>
              <a:off x="2308509" y="5678607"/>
              <a:ext cx="2852321" cy="241565"/>
            </a:xfrm>
            <a:prstGeom prst="rect">
              <a:avLst/>
            </a:prstGeom>
            <a:ln>
              <a:noFill/>
            </a:ln>
          </p:spPr>
          <p:style>
            <a:lnRef idx="1">
              <a:schemeClr val="accent5"/>
            </a:lnRef>
            <a:fillRef idx="3">
              <a:schemeClr val="accent5"/>
            </a:fillRef>
            <a:effectRef idx="2">
              <a:schemeClr val="accent5"/>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9" name="1"/>
            <p:cNvSpPr/>
            <p:nvPr/>
          </p:nvSpPr>
          <p:spPr bwMode="auto">
            <a:xfrm>
              <a:off x="1639560" y="4042414"/>
              <a:ext cx="4190218" cy="622494"/>
            </a:xfrm>
            <a:custGeom>
              <a:avLst/>
              <a:gdLst/>
              <a:ahLst/>
              <a:cxnLst>
                <a:cxn ang="0">
                  <a:pos x="1804" y="268"/>
                </a:cxn>
                <a:cxn ang="0">
                  <a:pos x="1248" y="0"/>
                </a:cxn>
                <a:cxn ang="0">
                  <a:pos x="544" y="0"/>
                </a:cxn>
                <a:cxn ang="0">
                  <a:pos x="0" y="268"/>
                </a:cxn>
                <a:cxn ang="0">
                  <a:pos x="1804" y="268"/>
                </a:cxn>
              </a:cxnLst>
              <a:rect l="0" t="0" r="r" b="b"/>
              <a:pathLst>
                <a:path w="1804" h="268">
                  <a:moveTo>
                    <a:pt x="1804" y="268"/>
                  </a:moveTo>
                  <a:lnTo>
                    <a:pt x="1248" y="0"/>
                  </a:lnTo>
                  <a:lnTo>
                    <a:pt x="544" y="0"/>
                  </a:lnTo>
                  <a:lnTo>
                    <a:pt x="0" y="268"/>
                  </a:lnTo>
                  <a:lnTo>
                    <a:pt x="1804" y="268"/>
                  </a:lnTo>
                  <a:close/>
                </a:path>
              </a:pathLst>
            </a:custGeom>
            <a:ln>
              <a:noFill/>
            </a:ln>
          </p:spPr>
          <p:style>
            <a:lnRef idx="1">
              <a:schemeClr val="accent4"/>
            </a:lnRef>
            <a:fillRef idx="2">
              <a:schemeClr val="accent4"/>
            </a:fillRef>
            <a:effectRef idx="1">
              <a:schemeClr val="accent4"/>
            </a:effectRef>
            <a:fontRef idx="minor">
              <a:schemeClr val="dk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0" name="1"/>
            <p:cNvSpPr/>
            <p:nvPr/>
          </p:nvSpPr>
          <p:spPr bwMode="auto">
            <a:xfrm>
              <a:off x="1634915" y="4664908"/>
              <a:ext cx="4204154" cy="236919"/>
            </a:xfrm>
            <a:custGeom>
              <a:avLst/>
              <a:gdLst/>
              <a:ahLst/>
              <a:cxnLst>
                <a:cxn ang="0">
                  <a:pos x="0" y="59"/>
                </a:cxn>
                <a:cxn ang="0">
                  <a:pos x="1048" y="59"/>
                </a:cxn>
                <a:cxn ang="0">
                  <a:pos x="1048" y="0"/>
                </a:cxn>
                <a:cxn ang="0">
                  <a:pos x="0" y="0"/>
                </a:cxn>
                <a:cxn ang="0">
                  <a:pos x="0" y="59"/>
                </a:cxn>
              </a:cxnLst>
              <a:rect l="0" t="0" r="r" b="b"/>
              <a:pathLst>
                <a:path w="1048" h="59">
                  <a:moveTo>
                    <a:pt x="0" y="59"/>
                  </a:moveTo>
                  <a:cubicBezTo>
                    <a:pt x="350" y="59"/>
                    <a:pt x="699" y="59"/>
                    <a:pt x="1048" y="59"/>
                  </a:cubicBezTo>
                  <a:cubicBezTo>
                    <a:pt x="1048" y="40"/>
                    <a:pt x="1048" y="20"/>
                    <a:pt x="1048" y="0"/>
                  </a:cubicBezTo>
                  <a:cubicBezTo>
                    <a:pt x="699" y="0"/>
                    <a:pt x="350" y="0"/>
                    <a:pt x="0" y="0"/>
                  </a:cubicBezTo>
                  <a:cubicBezTo>
                    <a:pt x="0" y="20"/>
                    <a:pt x="0" y="40"/>
                    <a:pt x="0" y="59"/>
                  </a:cubicBezTo>
                  <a:close/>
                </a:path>
              </a:pathLst>
            </a:custGeom>
            <a:ln>
              <a:noFill/>
            </a:ln>
          </p:spPr>
          <p:style>
            <a:lnRef idx="1">
              <a:schemeClr val="accent4"/>
            </a:lnRef>
            <a:fillRef idx="3">
              <a:schemeClr val="accent4"/>
            </a:fillRef>
            <a:effectRef idx="2">
              <a:schemeClr val="accent4"/>
            </a:effectRef>
            <a:fontRef idx="minor">
              <a:schemeClr val="lt1"/>
            </a:fontRef>
          </p:style>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5" name="组合 74"/>
          <p:cNvGrpSpPr/>
          <p:nvPr/>
        </p:nvGrpSpPr>
        <p:grpSpPr>
          <a:xfrm>
            <a:off x="6803116" y="1707334"/>
            <a:ext cx="4428774" cy="4226963"/>
            <a:chOff x="6803116" y="1707334"/>
            <a:chExt cx="4428774" cy="4226963"/>
          </a:xfrm>
        </p:grpSpPr>
        <p:grpSp>
          <p:nvGrpSpPr>
            <p:cNvPr id="60" name="组合 59"/>
            <p:cNvGrpSpPr/>
            <p:nvPr/>
          </p:nvGrpSpPr>
          <p:grpSpPr>
            <a:xfrm>
              <a:off x="6803116" y="1707334"/>
              <a:ext cx="4428774" cy="711733"/>
              <a:chOff x="8273143" y="1761489"/>
              <a:chExt cx="4428774" cy="711733"/>
            </a:xfrm>
          </p:grpSpPr>
          <p:sp>
            <p:nvSpPr>
              <p:cNvPr id="61" name="矩形: 圆角 60"/>
              <p:cNvSpPr/>
              <p:nvPr/>
            </p:nvSpPr>
            <p:spPr>
              <a:xfrm>
                <a:off x="8273143" y="1919182"/>
                <a:ext cx="286265" cy="28626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2" name="文本框 61"/>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3" name="组合 62"/>
            <p:cNvGrpSpPr/>
            <p:nvPr/>
          </p:nvGrpSpPr>
          <p:grpSpPr>
            <a:xfrm>
              <a:off x="6803116" y="2586141"/>
              <a:ext cx="4428774" cy="711733"/>
              <a:chOff x="8273143" y="1761489"/>
              <a:chExt cx="4428774" cy="711733"/>
            </a:xfrm>
          </p:grpSpPr>
          <p:sp>
            <p:nvSpPr>
              <p:cNvPr id="64" name="矩形: 圆角 63"/>
              <p:cNvSpPr/>
              <p:nvPr/>
            </p:nvSpPr>
            <p:spPr>
              <a:xfrm>
                <a:off x="8273143" y="1919182"/>
                <a:ext cx="286265" cy="28626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5" name="文本框 64"/>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6" name="组合 65"/>
            <p:cNvGrpSpPr/>
            <p:nvPr/>
          </p:nvGrpSpPr>
          <p:grpSpPr>
            <a:xfrm>
              <a:off x="6803116" y="3464949"/>
              <a:ext cx="4428774" cy="711733"/>
              <a:chOff x="8273143" y="1761489"/>
              <a:chExt cx="4428774" cy="711733"/>
            </a:xfrm>
          </p:grpSpPr>
          <p:sp>
            <p:nvSpPr>
              <p:cNvPr id="67" name="矩形: 圆角 66"/>
              <p:cNvSpPr/>
              <p:nvPr/>
            </p:nvSpPr>
            <p:spPr>
              <a:xfrm>
                <a:off x="8273143" y="1919182"/>
                <a:ext cx="286265" cy="28626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8" name="文本框 67"/>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9" name="组合 68"/>
            <p:cNvGrpSpPr/>
            <p:nvPr/>
          </p:nvGrpSpPr>
          <p:grpSpPr>
            <a:xfrm>
              <a:off x="6803116" y="4343757"/>
              <a:ext cx="4428774" cy="711733"/>
              <a:chOff x="8273143" y="1761489"/>
              <a:chExt cx="4428774" cy="711733"/>
            </a:xfrm>
          </p:grpSpPr>
          <p:sp>
            <p:nvSpPr>
              <p:cNvPr id="70" name="矩形: 圆角 69"/>
              <p:cNvSpPr/>
              <p:nvPr/>
            </p:nvSpPr>
            <p:spPr>
              <a:xfrm>
                <a:off x="8273143" y="1919182"/>
                <a:ext cx="286265" cy="28626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1" name="文本框 70"/>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2" name="组合 71"/>
            <p:cNvGrpSpPr/>
            <p:nvPr/>
          </p:nvGrpSpPr>
          <p:grpSpPr>
            <a:xfrm>
              <a:off x="6803116" y="5222564"/>
              <a:ext cx="4428774" cy="711733"/>
              <a:chOff x="8273143" y="1761489"/>
              <a:chExt cx="4428774" cy="711733"/>
            </a:xfrm>
          </p:grpSpPr>
          <p:sp>
            <p:nvSpPr>
              <p:cNvPr id="73" name="矩形: 圆角 72"/>
              <p:cNvSpPr/>
              <p:nvPr/>
            </p:nvSpPr>
            <p:spPr>
              <a:xfrm>
                <a:off x="8273143" y="1919182"/>
                <a:ext cx="286265" cy="286265"/>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4" name="文本框 73"/>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fade">
                                      <p:cBhvr>
                                        <p:cTn id="11"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191490" y="1353850"/>
            <a:ext cx="9857470" cy="4549496"/>
            <a:chOff x="1191490" y="1583126"/>
            <a:chExt cx="9857470" cy="4549496"/>
          </a:xfrm>
        </p:grpSpPr>
        <p:grpSp>
          <p:nvGrpSpPr>
            <p:cNvPr id="2" name="组合 1"/>
            <p:cNvGrpSpPr/>
            <p:nvPr/>
          </p:nvGrpSpPr>
          <p:grpSpPr>
            <a:xfrm>
              <a:off x="5579675" y="1583126"/>
              <a:ext cx="5469285" cy="4549496"/>
              <a:chOff x="5579675" y="1684617"/>
              <a:chExt cx="5469285" cy="4549496"/>
            </a:xfrm>
          </p:grpSpPr>
          <p:sp>
            <p:nvSpPr>
              <p:cNvPr id="5" name="Rectangle 251"/>
              <p:cNvSpPr>
                <a:spLocks noChangeArrowheads="1"/>
              </p:cNvSpPr>
              <p:nvPr/>
            </p:nvSpPr>
            <p:spPr bwMode="auto">
              <a:xfrm>
                <a:off x="5579676" y="2380168"/>
                <a:ext cx="4642245" cy="752385"/>
              </a:xfrm>
              <a:prstGeom prst="rect">
                <a:avLst/>
              </a:prstGeom>
              <a:solidFill>
                <a:schemeClr val="accent5"/>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 name="Rectangle 252"/>
              <p:cNvSpPr>
                <a:spLocks noChangeArrowheads="1"/>
              </p:cNvSpPr>
              <p:nvPr/>
            </p:nvSpPr>
            <p:spPr bwMode="auto">
              <a:xfrm>
                <a:off x="5579676" y="3132553"/>
                <a:ext cx="4642245" cy="752385"/>
              </a:xfrm>
              <a:prstGeom prst="rect">
                <a:avLst/>
              </a:prstGeom>
              <a:solidFill>
                <a:schemeClr val="accent4"/>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Rectangle 253"/>
              <p:cNvSpPr>
                <a:spLocks noChangeArrowheads="1"/>
              </p:cNvSpPr>
              <p:nvPr/>
            </p:nvSpPr>
            <p:spPr bwMode="auto">
              <a:xfrm>
                <a:off x="5579675" y="3884938"/>
                <a:ext cx="4231095" cy="749679"/>
              </a:xfrm>
              <a:prstGeom prst="rect">
                <a:avLst/>
              </a:prstGeom>
              <a:solidFill>
                <a:schemeClr val="accent3"/>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Rectangle 254"/>
              <p:cNvSpPr>
                <a:spLocks noChangeArrowheads="1"/>
              </p:cNvSpPr>
              <p:nvPr/>
            </p:nvSpPr>
            <p:spPr bwMode="auto">
              <a:xfrm>
                <a:off x="5579676" y="4626498"/>
                <a:ext cx="3872493" cy="752385"/>
              </a:xfrm>
              <a:prstGeom prst="rect">
                <a:avLst/>
              </a:prstGeom>
              <a:solidFill>
                <a:schemeClr val="accent2"/>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 name="Rectangle 255"/>
              <p:cNvSpPr>
                <a:spLocks noChangeArrowheads="1"/>
              </p:cNvSpPr>
              <p:nvPr/>
            </p:nvSpPr>
            <p:spPr bwMode="auto">
              <a:xfrm>
                <a:off x="5579675" y="5380237"/>
                <a:ext cx="3504421" cy="752385"/>
              </a:xfrm>
              <a:prstGeom prst="rect">
                <a:avLst/>
              </a:prstGeom>
              <a:solidFill>
                <a:schemeClr val="accent1"/>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10" name="Group 19576"/>
              <p:cNvGrpSpPr/>
              <p:nvPr/>
            </p:nvGrpSpPr>
            <p:grpSpPr>
              <a:xfrm>
                <a:off x="8726850" y="5380237"/>
                <a:ext cx="1033854" cy="853876"/>
                <a:chOff x="6129338" y="5092701"/>
                <a:chExt cx="1212851" cy="1001712"/>
              </a:xfrm>
            </p:grpSpPr>
            <p:sp>
              <p:nvSpPr>
                <p:cNvPr id="11" name="Freeform 256"/>
                <p:cNvSpPr/>
                <p:nvPr/>
              </p:nvSpPr>
              <p:spPr bwMode="auto">
                <a:xfrm>
                  <a:off x="6129338" y="5249863"/>
                  <a:ext cx="585788" cy="844550"/>
                </a:xfrm>
                <a:custGeom>
                  <a:avLst/>
                  <a:gdLst>
                    <a:gd name="T0" fmla="*/ 0 w 369"/>
                    <a:gd name="T1" fmla="*/ 457 h 532"/>
                    <a:gd name="T2" fmla="*/ 0 w 369"/>
                    <a:gd name="T3" fmla="*/ 0 h 532"/>
                    <a:gd name="T4" fmla="*/ 369 w 369"/>
                    <a:gd name="T5" fmla="*/ 77 h 532"/>
                    <a:gd name="T6" fmla="*/ 369 w 369"/>
                    <a:gd name="T7" fmla="*/ 532 h 532"/>
                    <a:gd name="T8" fmla="*/ 0 w 369"/>
                    <a:gd name="T9" fmla="*/ 457 h 532"/>
                  </a:gdLst>
                  <a:ahLst/>
                  <a:cxnLst>
                    <a:cxn ang="0">
                      <a:pos x="T0" y="T1"/>
                    </a:cxn>
                    <a:cxn ang="0">
                      <a:pos x="T2" y="T3"/>
                    </a:cxn>
                    <a:cxn ang="0">
                      <a:pos x="T4" y="T5"/>
                    </a:cxn>
                    <a:cxn ang="0">
                      <a:pos x="T6" y="T7"/>
                    </a:cxn>
                    <a:cxn ang="0">
                      <a:pos x="T8" y="T9"/>
                    </a:cxn>
                  </a:cxnLst>
                  <a:rect l="0" t="0" r="r" b="b"/>
                  <a:pathLst>
                    <a:path w="369" h="532">
                      <a:moveTo>
                        <a:pt x="0" y="457"/>
                      </a:moveTo>
                      <a:lnTo>
                        <a:pt x="0" y="0"/>
                      </a:lnTo>
                      <a:lnTo>
                        <a:pt x="369" y="77"/>
                      </a:lnTo>
                      <a:lnTo>
                        <a:pt x="369" y="532"/>
                      </a:lnTo>
                      <a:lnTo>
                        <a:pt x="0" y="457"/>
                      </a:lnTo>
                      <a:close/>
                    </a:path>
                  </a:pathLst>
                </a:custGeom>
                <a:solidFill>
                  <a:schemeClr val="accent1">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Freeform 257"/>
                <p:cNvSpPr/>
                <p:nvPr/>
              </p:nvSpPr>
              <p:spPr bwMode="auto">
                <a:xfrm>
                  <a:off x="6129338" y="5092701"/>
                  <a:ext cx="1016000" cy="279400"/>
                </a:xfrm>
                <a:custGeom>
                  <a:avLst/>
                  <a:gdLst>
                    <a:gd name="T0" fmla="*/ 271 w 640"/>
                    <a:gd name="T1" fmla="*/ 0 h 176"/>
                    <a:gd name="T2" fmla="*/ 0 w 640"/>
                    <a:gd name="T3" fmla="*/ 99 h 176"/>
                    <a:gd name="T4" fmla="*/ 369 w 640"/>
                    <a:gd name="T5" fmla="*/ 176 h 176"/>
                    <a:gd name="T6" fmla="*/ 640 w 640"/>
                    <a:gd name="T7" fmla="*/ 77 h 176"/>
                    <a:gd name="T8" fmla="*/ 271 w 640"/>
                    <a:gd name="T9" fmla="*/ 0 h 176"/>
                  </a:gdLst>
                  <a:ahLst/>
                  <a:cxnLst>
                    <a:cxn ang="0">
                      <a:pos x="T0" y="T1"/>
                    </a:cxn>
                    <a:cxn ang="0">
                      <a:pos x="T2" y="T3"/>
                    </a:cxn>
                    <a:cxn ang="0">
                      <a:pos x="T4" y="T5"/>
                    </a:cxn>
                    <a:cxn ang="0">
                      <a:pos x="T6" y="T7"/>
                    </a:cxn>
                    <a:cxn ang="0">
                      <a:pos x="T8" y="T9"/>
                    </a:cxn>
                  </a:cxnLst>
                  <a:rect l="0" t="0" r="r" b="b"/>
                  <a:pathLst>
                    <a:path w="640" h="176">
                      <a:moveTo>
                        <a:pt x="271" y="0"/>
                      </a:moveTo>
                      <a:lnTo>
                        <a:pt x="0" y="99"/>
                      </a:lnTo>
                      <a:lnTo>
                        <a:pt x="369" y="176"/>
                      </a:lnTo>
                      <a:lnTo>
                        <a:pt x="640" y="77"/>
                      </a:lnTo>
                      <a:lnTo>
                        <a:pt x="271" y="0"/>
                      </a:ln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 name="Freeform 258"/>
                <p:cNvSpPr/>
                <p:nvPr/>
              </p:nvSpPr>
              <p:spPr bwMode="auto">
                <a:xfrm>
                  <a:off x="6715126" y="5214938"/>
                  <a:ext cx="627063" cy="879475"/>
                </a:xfrm>
                <a:custGeom>
                  <a:avLst/>
                  <a:gdLst>
                    <a:gd name="T0" fmla="*/ 0 w 395"/>
                    <a:gd name="T1" fmla="*/ 554 h 554"/>
                    <a:gd name="T2" fmla="*/ 0 w 395"/>
                    <a:gd name="T3" fmla="*/ 99 h 554"/>
                    <a:gd name="T4" fmla="*/ 271 w 395"/>
                    <a:gd name="T5" fmla="*/ 0 h 554"/>
                    <a:gd name="T6" fmla="*/ 395 w 395"/>
                    <a:gd name="T7" fmla="*/ 99 h 554"/>
                    <a:gd name="T8" fmla="*/ 130 w 395"/>
                    <a:gd name="T9" fmla="*/ 187 h 554"/>
                    <a:gd name="T10" fmla="*/ 130 w 395"/>
                    <a:gd name="T11" fmla="*/ 508 h 554"/>
                    <a:gd name="T12" fmla="*/ 0 w 395"/>
                    <a:gd name="T13" fmla="*/ 554 h 554"/>
                  </a:gdLst>
                  <a:ahLst/>
                  <a:cxnLst>
                    <a:cxn ang="0">
                      <a:pos x="T0" y="T1"/>
                    </a:cxn>
                    <a:cxn ang="0">
                      <a:pos x="T2" y="T3"/>
                    </a:cxn>
                    <a:cxn ang="0">
                      <a:pos x="T4" y="T5"/>
                    </a:cxn>
                    <a:cxn ang="0">
                      <a:pos x="T6" y="T7"/>
                    </a:cxn>
                    <a:cxn ang="0">
                      <a:pos x="T8" y="T9"/>
                    </a:cxn>
                    <a:cxn ang="0">
                      <a:pos x="T10" y="T11"/>
                    </a:cxn>
                    <a:cxn ang="0">
                      <a:pos x="T12" y="T13"/>
                    </a:cxn>
                  </a:cxnLst>
                  <a:rect l="0" t="0" r="r" b="b"/>
                  <a:pathLst>
                    <a:path w="395" h="554">
                      <a:moveTo>
                        <a:pt x="0" y="554"/>
                      </a:moveTo>
                      <a:lnTo>
                        <a:pt x="0" y="99"/>
                      </a:lnTo>
                      <a:lnTo>
                        <a:pt x="271" y="0"/>
                      </a:lnTo>
                      <a:lnTo>
                        <a:pt x="395" y="99"/>
                      </a:lnTo>
                      <a:lnTo>
                        <a:pt x="130" y="187"/>
                      </a:lnTo>
                      <a:lnTo>
                        <a:pt x="130" y="508"/>
                      </a:lnTo>
                      <a:lnTo>
                        <a:pt x="0" y="554"/>
                      </a:lnTo>
                      <a:close/>
                    </a:path>
                  </a:pathLst>
                </a:custGeom>
                <a:solidFill>
                  <a:schemeClr val="accent1"/>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4" name="Group 19578"/>
              <p:cNvGrpSpPr/>
              <p:nvPr/>
            </p:nvGrpSpPr>
            <p:grpSpPr>
              <a:xfrm>
                <a:off x="9090864" y="4627852"/>
                <a:ext cx="1032500" cy="990551"/>
                <a:chOff x="6556376" y="4210051"/>
                <a:chExt cx="1211262" cy="1162050"/>
              </a:xfrm>
            </p:grpSpPr>
            <p:sp>
              <p:nvSpPr>
                <p:cNvPr id="15" name="Freeform 259"/>
                <p:cNvSpPr/>
                <p:nvPr/>
              </p:nvSpPr>
              <p:spPr bwMode="auto">
                <a:xfrm>
                  <a:off x="6556376" y="4367213"/>
                  <a:ext cx="585788" cy="847725"/>
                </a:xfrm>
                <a:custGeom>
                  <a:avLst/>
                  <a:gdLst>
                    <a:gd name="T0" fmla="*/ 0 w 369"/>
                    <a:gd name="T1" fmla="*/ 457 h 534"/>
                    <a:gd name="T2" fmla="*/ 0 w 369"/>
                    <a:gd name="T3" fmla="*/ 0 h 534"/>
                    <a:gd name="T4" fmla="*/ 369 w 369"/>
                    <a:gd name="T5" fmla="*/ 76 h 534"/>
                    <a:gd name="T6" fmla="*/ 369 w 369"/>
                    <a:gd name="T7" fmla="*/ 534 h 534"/>
                    <a:gd name="T8" fmla="*/ 0 w 369"/>
                    <a:gd name="T9" fmla="*/ 457 h 534"/>
                  </a:gdLst>
                  <a:ahLst/>
                  <a:cxnLst>
                    <a:cxn ang="0">
                      <a:pos x="T0" y="T1"/>
                    </a:cxn>
                    <a:cxn ang="0">
                      <a:pos x="T2" y="T3"/>
                    </a:cxn>
                    <a:cxn ang="0">
                      <a:pos x="T4" y="T5"/>
                    </a:cxn>
                    <a:cxn ang="0">
                      <a:pos x="T6" y="T7"/>
                    </a:cxn>
                    <a:cxn ang="0">
                      <a:pos x="T8" y="T9"/>
                    </a:cxn>
                  </a:cxnLst>
                  <a:rect l="0" t="0" r="r" b="b"/>
                  <a:pathLst>
                    <a:path w="369" h="534">
                      <a:moveTo>
                        <a:pt x="0" y="457"/>
                      </a:moveTo>
                      <a:lnTo>
                        <a:pt x="0" y="0"/>
                      </a:lnTo>
                      <a:lnTo>
                        <a:pt x="369" y="76"/>
                      </a:lnTo>
                      <a:lnTo>
                        <a:pt x="369" y="534"/>
                      </a:lnTo>
                      <a:lnTo>
                        <a:pt x="0" y="457"/>
                      </a:lnTo>
                      <a:close/>
                    </a:path>
                  </a:pathLst>
                </a:custGeom>
                <a:solidFill>
                  <a:schemeClr val="accent2">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Freeform 260"/>
                <p:cNvSpPr/>
                <p:nvPr/>
              </p:nvSpPr>
              <p:spPr bwMode="auto">
                <a:xfrm>
                  <a:off x="6556376" y="4210051"/>
                  <a:ext cx="1014413" cy="277813"/>
                </a:xfrm>
                <a:custGeom>
                  <a:avLst/>
                  <a:gdLst>
                    <a:gd name="T0" fmla="*/ 267 w 639"/>
                    <a:gd name="T1" fmla="*/ 0 h 175"/>
                    <a:gd name="T2" fmla="*/ 0 w 639"/>
                    <a:gd name="T3" fmla="*/ 99 h 175"/>
                    <a:gd name="T4" fmla="*/ 369 w 639"/>
                    <a:gd name="T5" fmla="*/ 175 h 175"/>
                    <a:gd name="T6" fmla="*/ 639 w 639"/>
                    <a:gd name="T7" fmla="*/ 77 h 175"/>
                    <a:gd name="T8" fmla="*/ 267 w 639"/>
                    <a:gd name="T9" fmla="*/ 0 h 175"/>
                  </a:gdLst>
                  <a:ahLst/>
                  <a:cxnLst>
                    <a:cxn ang="0">
                      <a:pos x="T0" y="T1"/>
                    </a:cxn>
                    <a:cxn ang="0">
                      <a:pos x="T2" y="T3"/>
                    </a:cxn>
                    <a:cxn ang="0">
                      <a:pos x="T4" y="T5"/>
                    </a:cxn>
                    <a:cxn ang="0">
                      <a:pos x="T6" y="T7"/>
                    </a:cxn>
                    <a:cxn ang="0">
                      <a:pos x="T8" y="T9"/>
                    </a:cxn>
                  </a:cxnLst>
                  <a:rect l="0" t="0" r="r" b="b"/>
                  <a:pathLst>
                    <a:path w="639" h="175">
                      <a:moveTo>
                        <a:pt x="267" y="0"/>
                      </a:moveTo>
                      <a:lnTo>
                        <a:pt x="0" y="99"/>
                      </a:lnTo>
                      <a:lnTo>
                        <a:pt x="369" y="175"/>
                      </a:lnTo>
                      <a:lnTo>
                        <a:pt x="639" y="77"/>
                      </a:lnTo>
                      <a:lnTo>
                        <a:pt x="267" y="0"/>
                      </a:lnTo>
                      <a:close/>
                    </a:path>
                  </a:pathLst>
                </a:custGeom>
                <a:solidFill>
                  <a:schemeClr val="accent2">
                    <a:lumMod val="60000"/>
                    <a:lumOff val="40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Freeform 261"/>
                <p:cNvSpPr/>
                <p:nvPr/>
              </p:nvSpPr>
              <p:spPr bwMode="auto">
                <a:xfrm>
                  <a:off x="7142163" y="4332288"/>
                  <a:ext cx="625475" cy="1039813"/>
                </a:xfrm>
                <a:custGeom>
                  <a:avLst/>
                  <a:gdLst>
                    <a:gd name="T0" fmla="*/ 0 w 394"/>
                    <a:gd name="T1" fmla="*/ 556 h 655"/>
                    <a:gd name="T2" fmla="*/ 0 w 394"/>
                    <a:gd name="T3" fmla="*/ 98 h 655"/>
                    <a:gd name="T4" fmla="*/ 270 w 394"/>
                    <a:gd name="T5" fmla="*/ 0 h 655"/>
                    <a:gd name="T6" fmla="*/ 394 w 394"/>
                    <a:gd name="T7" fmla="*/ 98 h 655"/>
                    <a:gd name="T8" fmla="*/ 129 w 394"/>
                    <a:gd name="T9" fmla="*/ 187 h 655"/>
                    <a:gd name="T10" fmla="*/ 129 w 394"/>
                    <a:gd name="T11" fmla="*/ 655 h 655"/>
                    <a:gd name="T12" fmla="*/ 0 w 394"/>
                    <a:gd name="T13" fmla="*/ 556 h 655"/>
                  </a:gdLst>
                  <a:ahLst/>
                  <a:cxnLst>
                    <a:cxn ang="0">
                      <a:pos x="T0" y="T1"/>
                    </a:cxn>
                    <a:cxn ang="0">
                      <a:pos x="T2" y="T3"/>
                    </a:cxn>
                    <a:cxn ang="0">
                      <a:pos x="T4" y="T5"/>
                    </a:cxn>
                    <a:cxn ang="0">
                      <a:pos x="T6" y="T7"/>
                    </a:cxn>
                    <a:cxn ang="0">
                      <a:pos x="T8" y="T9"/>
                    </a:cxn>
                    <a:cxn ang="0">
                      <a:pos x="T10" y="T11"/>
                    </a:cxn>
                    <a:cxn ang="0">
                      <a:pos x="T12" y="T13"/>
                    </a:cxn>
                  </a:cxnLst>
                  <a:rect l="0" t="0" r="r" b="b"/>
                  <a:pathLst>
                    <a:path w="394" h="655">
                      <a:moveTo>
                        <a:pt x="0" y="556"/>
                      </a:moveTo>
                      <a:lnTo>
                        <a:pt x="0" y="98"/>
                      </a:lnTo>
                      <a:lnTo>
                        <a:pt x="270" y="0"/>
                      </a:lnTo>
                      <a:lnTo>
                        <a:pt x="394" y="98"/>
                      </a:lnTo>
                      <a:lnTo>
                        <a:pt x="129" y="187"/>
                      </a:lnTo>
                      <a:lnTo>
                        <a:pt x="129" y="655"/>
                      </a:lnTo>
                      <a:lnTo>
                        <a:pt x="0" y="556"/>
                      </a:lnTo>
                      <a:close/>
                    </a:path>
                  </a:pathLst>
                </a:custGeom>
                <a:solidFill>
                  <a:schemeClr val="accent2"/>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8" name="Group 19580"/>
              <p:cNvGrpSpPr/>
              <p:nvPr/>
            </p:nvGrpSpPr>
            <p:grpSpPr>
              <a:xfrm>
                <a:off x="9452171" y="3880879"/>
                <a:ext cx="1031148" cy="983784"/>
                <a:chOff x="6980238" y="3333751"/>
                <a:chExt cx="1209676" cy="1154112"/>
              </a:xfrm>
            </p:grpSpPr>
            <p:sp>
              <p:nvSpPr>
                <p:cNvPr id="19" name="Freeform 262"/>
                <p:cNvSpPr/>
                <p:nvPr/>
              </p:nvSpPr>
              <p:spPr bwMode="auto">
                <a:xfrm>
                  <a:off x="6980238" y="3484563"/>
                  <a:ext cx="582613" cy="847725"/>
                </a:xfrm>
                <a:custGeom>
                  <a:avLst/>
                  <a:gdLst>
                    <a:gd name="T0" fmla="*/ 0 w 367"/>
                    <a:gd name="T1" fmla="*/ 457 h 534"/>
                    <a:gd name="T2" fmla="*/ 0 w 367"/>
                    <a:gd name="T3" fmla="*/ 0 h 534"/>
                    <a:gd name="T4" fmla="*/ 367 w 367"/>
                    <a:gd name="T5" fmla="*/ 76 h 534"/>
                    <a:gd name="T6" fmla="*/ 367 w 367"/>
                    <a:gd name="T7" fmla="*/ 534 h 534"/>
                    <a:gd name="T8" fmla="*/ 0 w 367"/>
                    <a:gd name="T9" fmla="*/ 457 h 534"/>
                  </a:gdLst>
                  <a:ahLst/>
                  <a:cxnLst>
                    <a:cxn ang="0">
                      <a:pos x="T0" y="T1"/>
                    </a:cxn>
                    <a:cxn ang="0">
                      <a:pos x="T2" y="T3"/>
                    </a:cxn>
                    <a:cxn ang="0">
                      <a:pos x="T4" y="T5"/>
                    </a:cxn>
                    <a:cxn ang="0">
                      <a:pos x="T6" y="T7"/>
                    </a:cxn>
                    <a:cxn ang="0">
                      <a:pos x="T8" y="T9"/>
                    </a:cxn>
                  </a:cxnLst>
                  <a:rect l="0" t="0" r="r" b="b"/>
                  <a:pathLst>
                    <a:path w="367" h="534">
                      <a:moveTo>
                        <a:pt x="0" y="457"/>
                      </a:moveTo>
                      <a:lnTo>
                        <a:pt x="0" y="0"/>
                      </a:lnTo>
                      <a:lnTo>
                        <a:pt x="367" y="76"/>
                      </a:lnTo>
                      <a:lnTo>
                        <a:pt x="367" y="534"/>
                      </a:lnTo>
                      <a:lnTo>
                        <a:pt x="0" y="457"/>
                      </a:lnTo>
                      <a:close/>
                    </a:path>
                  </a:pathLst>
                </a:custGeom>
                <a:solidFill>
                  <a:schemeClr val="accent3">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Freeform 263"/>
                <p:cNvSpPr/>
                <p:nvPr/>
              </p:nvSpPr>
              <p:spPr bwMode="auto">
                <a:xfrm>
                  <a:off x="6980238" y="3333751"/>
                  <a:ext cx="1012825" cy="271463"/>
                </a:xfrm>
                <a:custGeom>
                  <a:avLst/>
                  <a:gdLst>
                    <a:gd name="T0" fmla="*/ 267 w 638"/>
                    <a:gd name="T1" fmla="*/ 0 h 171"/>
                    <a:gd name="T2" fmla="*/ 0 w 638"/>
                    <a:gd name="T3" fmla="*/ 95 h 171"/>
                    <a:gd name="T4" fmla="*/ 367 w 638"/>
                    <a:gd name="T5" fmla="*/ 171 h 171"/>
                    <a:gd name="T6" fmla="*/ 638 w 638"/>
                    <a:gd name="T7" fmla="*/ 73 h 171"/>
                    <a:gd name="T8" fmla="*/ 267 w 638"/>
                    <a:gd name="T9" fmla="*/ 0 h 171"/>
                  </a:gdLst>
                  <a:ahLst/>
                  <a:cxnLst>
                    <a:cxn ang="0">
                      <a:pos x="T0" y="T1"/>
                    </a:cxn>
                    <a:cxn ang="0">
                      <a:pos x="T2" y="T3"/>
                    </a:cxn>
                    <a:cxn ang="0">
                      <a:pos x="T4" y="T5"/>
                    </a:cxn>
                    <a:cxn ang="0">
                      <a:pos x="T6" y="T7"/>
                    </a:cxn>
                    <a:cxn ang="0">
                      <a:pos x="T8" y="T9"/>
                    </a:cxn>
                  </a:cxnLst>
                  <a:rect l="0" t="0" r="r" b="b"/>
                  <a:pathLst>
                    <a:path w="638" h="171">
                      <a:moveTo>
                        <a:pt x="267" y="0"/>
                      </a:moveTo>
                      <a:lnTo>
                        <a:pt x="0" y="95"/>
                      </a:lnTo>
                      <a:lnTo>
                        <a:pt x="367" y="171"/>
                      </a:lnTo>
                      <a:lnTo>
                        <a:pt x="638" y="73"/>
                      </a:lnTo>
                      <a:lnTo>
                        <a:pt x="267" y="0"/>
                      </a:lnTo>
                      <a:close/>
                    </a:path>
                  </a:pathLst>
                </a:custGeom>
                <a:solidFill>
                  <a:schemeClr val="accent3">
                    <a:lumMod val="60000"/>
                    <a:lumOff val="40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4" name="Freeform 264"/>
                <p:cNvSpPr/>
                <p:nvPr/>
              </p:nvSpPr>
              <p:spPr bwMode="auto">
                <a:xfrm>
                  <a:off x="7562851" y="3449638"/>
                  <a:ext cx="627063" cy="1038225"/>
                </a:xfrm>
                <a:custGeom>
                  <a:avLst/>
                  <a:gdLst>
                    <a:gd name="T0" fmla="*/ 0 w 395"/>
                    <a:gd name="T1" fmla="*/ 556 h 654"/>
                    <a:gd name="T2" fmla="*/ 0 w 395"/>
                    <a:gd name="T3" fmla="*/ 98 h 654"/>
                    <a:gd name="T4" fmla="*/ 271 w 395"/>
                    <a:gd name="T5" fmla="*/ 0 h 654"/>
                    <a:gd name="T6" fmla="*/ 395 w 395"/>
                    <a:gd name="T7" fmla="*/ 98 h 654"/>
                    <a:gd name="T8" fmla="*/ 129 w 395"/>
                    <a:gd name="T9" fmla="*/ 189 h 654"/>
                    <a:gd name="T10" fmla="*/ 129 w 395"/>
                    <a:gd name="T11" fmla="*/ 654 h 654"/>
                    <a:gd name="T12" fmla="*/ 0 w 395"/>
                    <a:gd name="T13" fmla="*/ 556 h 654"/>
                  </a:gdLst>
                  <a:ahLst/>
                  <a:cxnLst>
                    <a:cxn ang="0">
                      <a:pos x="T0" y="T1"/>
                    </a:cxn>
                    <a:cxn ang="0">
                      <a:pos x="T2" y="T3"/>
                    </a:cxn>
                    <a:cxn ang="0">
                      <a:pos x="T4" y="T5"/>
                    </a:cxn>
                    <a:cxn ang="0">
                      <a:pos x="T6" y="T7"/>
                    </a:cxn>
                    <a:cxn ang="0">
                      <a:pos x="T8" y="T9"/>
                    </a:cxn>
                    <a:cxn ang="0">
                      <a:pos x="T10" y="T11"/>
                    </a:cxn>
                    <a:cxn ang="0">
                      <a:pos x="T12" y="T13"/>
                    </a:cxn>
                  </a:cxnLst>
                  <a:rect l="0" t="0" r="r" b="b"/>
                  <a:pathLst>
                    <a:path w="395" h="654">
                      <a:moveTo>
                        <a:pt x="0" y="556"/>
                      </a:moveTo>
                      <a:lnTo>
                        <a:pt x="0" y="98"/>
                      </a:lnTo>
                      <a:lnTo>
                        <a:pt x="271" y="0"/>
                      </a:lnTo>
                      <a:lnTo>
                        <a:pt x="395" y="98"/>
                      </a:lnTo>
                      <a:lnTo>
                        <a:pt x="129" y="189"/>
                      </a:lnTo>
                      <a:lnTo>
                        <a:pt x="129" y="654"/>
                      </a:lnTo>
                      <a:lnTo>
                        <a:pt x="0" y="556"/>
                      </a:lnTo>
                      <a:close/>
                    </a:path>
                  </a:pathLst>
                </a:custGeom>
                <a:solidFill>
                  <a:schemeClr val="accent3"/>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5" name="Group 19582"/>
              <p:cNvGrpSpPr/>
              <p:nvPr/>
            </p:nvGrpSpPr>
            <p:grpSpPr>
              <a:xfrm>
                <a:off x="9810772" y="3129847"/>
                <a:ext cx="1033853" cy="985139"/>
                <a:chOff x="7400926" y="2452688"/>
                <a:chExt cx="1212850" cy="1155701"/>
              </a:xfrm>
            </p:grpSpPr>
            <p:sp>
              <p:nvSpPr>
                <p:cNvPr id="26" name="Freeform 265"/>
                <p:cNvSpPr/>
                <p:nvPr/>
              </p:nvSpPr>
              <p:spPr bwMode="auto">
                <a:xfrm>
                  <a:off x="7400926" y="2605088"/>
                  <a:ext cx="585788" cy="846138"/>
                </a:xfrm>
                <a:custGeom>
                  <a:avLst/>
                  <a:gdLst>
                    <a:gd name="T0" fmla="*/ 0 w 369"/>
                    <a:gd name="T1" fmla="*/ 457 h 533"/>
                    <a:gd name="T2" fmla="*/ 0 w 369"/>
                    <a:gd name="T3" fmla="*/ 0 h 533"/>
                    <a:gd name="T4" fmla="*/ 369 w 369"/>
                    <a:gd name="T5" fmla="*/ 76 h 533"/>
                    <a:gd name="T6" fmla="*/ 369 w 369"/>
                    <a:gd name="T7" fmla="*/ 533 h 533"/>
                    <a:gd name="T8" fmla="*/ 0 w 369"/>
                    <a:gd name="T9" fmla="*/ 457 h 533"/>
                  </a:gdLst>
                  <a:ahLst/>
                  <a:cxnLst>
                    <a:cxn ang="0">
                      <a:pos x="T0" y="T1"/>
                    </a:cxn>
                    <a:cxn ang="0">
                      <a:pos x="T2" y="T3"/>
                    </a:cxn>
                    <a:cxn ang="0">
                      <a:pos x="T4" y="T5"/>
                    </a:cxn>
                    <a:cxn ang="0">
                      <a:pos x="T6" y="T7"/>
                    </a:cxn>
                    <a:cxn ang="0">
                      <a:pos x="T8" y="T9"/>
                    </a:cxn>
                  </a:cxnLst>
                  <a:rect l="0" t="0" r="r" b="b"/>
                  <a:pathLst>
                    <a:path w="369" h="533">
                      <a:moveTo>
                        <a:pt x="0" y="457"/>
                      </a:moveTo>
                      <a:lnTo>
                        <a:pt x="0" y="0"/>
                      </a:lnTo>
                      <a:lnTo>
                        <a:pt x="369" y="76"/>
                      </a:lnTo>
                      <a:lnTo>
                        <a:pt x="369" y="533"/>
                      </a:lnTo>
                      <a:lnTo>
                        <a:pt x="0" y="457"/>
                      </a:lnTo>
                      <a:close/>
                    </a:path>
                  </a:pathLst>
                </a:custGeom>
                <a:solidFill>
                  <a:schemeClr val="accent4">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7" name="Freeform 266"/>
                <p:cNvSpPr/>
                <p:nvPr/>
              </p:nvSpPr>
              <p:spPr bwMode="auto">
                <a:xfrm>
                  <a:off x="7400926" y="2452688"/>
                  <a:ext cx="1016000" cy="273050"/>
                </a:xfrm>
                <a:custGeom>
                  <a:avLst/>
                  <a:gdLst>
                    <a:gd name="T0" fmla="*/ 269 w 640"/>
                    <a:gd name="T1" fmla="*/ 0 h 172"/>
                    <a:gd name="T2" fmla="*/ 0 w 640"/>
                    <a:gd name="T3" fmla="*/ 96 h 172"/>
                    <a:gd name="T4" fmla="*/ 369 w 640"/>
                    <a:gd name="T5" fmla="*/ 172 h 172"/>
                    <a:gd name="T6" fmla="*/ 640 w 640"/>
                    <a:gd name="T7" fmla="*/ 73 h 172"/>
                    <a:gd name="T8" fmla="*/ 269 w 640"/>
                    <a:gd name="T9" fmla="*/ 0 h 172"/>
                  </a:gdLst>
                  <a:ahLst/>
                  <a:cxnLst>
                    <a:cxn ang="0">
                      <a:pos x="T0" y="T1"/>
                    </a:cxn>
                    <a:cxn ang="0">
                      <a:pos x="T2" y="T3"/>
                    </a:cxn>
                    <a:cxn ang="0">
                      <a:pos x="T4" y="T5"/>
                    </a:cxn>
                    <a:cxn ang="0">
                      <a:pos x="T6" y="T7"/>
                    </a:cxn>
                    <a:cxn ang="0">
                      <a:pos x="T8" y="T9"/>
                    </a:cxn>
                  </a:cxnLst>
                  <a:rect l="0" t="0" r="r" b="b"/>
                  <a:pathLst>
                    <a:path w="640" h="172">
                      <a:moveTo>
                        <a:pt x="269" y="0"/>
                      </a:moveTo>
                      <a:lnTo>
                        <a:pt x="0" y="96"/>
                      </a:lnTo>
                      <a:lnTo>
                        <a:pt x="369" y="172"/>
                      </a:lnTo>
                      <a:lnTo>
                        <a:pt x="640" y="73"/>
                      </a:lnTo>
                      <a:lnTo>
                        <a:pt x="269" y="0"/>
                      </a:lnTo>
                      <a:close/>
                    </a:path>
                  </a:pathLst>
                </a:custGeom>
                <a:solidFill>
                  <a:schemeClr val="accent4">
                    <a:lumMod val="60000"/>
                    <a:lumOff val="40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8" name="Freeform 267"/>
                <p:cNvSpPr/>
                <p:nvPr/>
              </p:nvSpPr>
              <p:spPr bwMode="auto">
                <a:xfrm>
                  <a:off x="7986713" y="2568576"/>
                  <a:ext cx="627063" cy="1039813"/>
                </a:xfrm>
                <a:custGeom>
                  <a:avLst/>
                  <a:gdLst>
                    <a:gd name="T0" fmla="*/ 0 w 395"/>
                    <a:gd name="T1" fmla="*/ 556 h 655"/>
                    <a:gd name="T2" fmla="*/ 0 w 395"/>
                    <a:gd name="T3" fmla="*/ 99 h 655"/>
                    <a:gd name="T4" fmla="*/ 271 w 395"/>
                    <a:gd name="T5" fmla="*/ 0 h 655"/>
                    <a:gd name="T6" fmla="*/ 395 w 395"/>
                    <a:gd name="T7" fmla="*/ 99 h 655"/>
                    <a:gd name="T8" fmla="*/ 129 w 395"/>
                    <a:gd name="T9" fmla="*/ 189 h 655"/>
                    <a:gd name="T10" fmla="*/ 128 w 395"/>
                    <a:gd name="T11" fmla="*/ 655 h 655"/>
                    <a:gd name="T12" fmla="*/ 0 w 395"/>
                    <a:gd name="T13" fmla="*/ 556 h 655"/>
                  </a:gdLst>
                  <a:ahLst/>
                  <a:cxnLst>
                    <a:cxn ang="0">
                      <a:pos x="T0" y="T1"/>
                    </a:cxn>
                    <a:cxn ang="0">
                      <a:pos x="T2" y="T3"/>
                    </a:cxn>
                    <a:cxn ang="0">
                      <a:pos x="T4" y="T5"/>
                    </a:cxn>
                    <a:cxn ang="0">
                      <a:pos x="T6" y="T7"/>
                    </a:cxn>
                    <a:cxn ang="0">
                      <a:pos x="T8" y="T9"/>
                    </a:cxn>
                    <a:cxn ang="0">
                      <a:pos x="T10" y="T11"/>
                    </a:cxn>
                    <a:cxn ang="0">
                      <a:pos x="T12" y="T13"/>
                    </a:cxn>
                  </a:cxnLst>
                  <a:rect l="0" t="0" r="r" b="b"/>
                  <a:pathLst>
                    <a:path w="395" h="655">
                      <a:moveTo>
                        <a:pt x="0" y="556"/>
                      </a:moveTo>
                      <a:lnTo>
                        <a:pt x="0" y="99"/>
                      </a:lnTo>
                      <a:lnTo>
                        <a:pt x="271" y="0"/>
                      </a:lnTo>
                      <a:lnTo>
                        <a:pt x="395" y="99"/>
                      </a:lnTo>
                      <a:lnTo>
                        <a:pt x="129" y="189"/>
                      </a:lnTo>
                      <a:lnTo>
                        <a:pt x="128" y="655"/>
                      </a:lnTo>
                      <a:lnTo>
                        <a:pt x="0" y="556"/>
                      </a:lnTo>
                      <a:close/>
                    </a:path>
                  </a:pathLst>
                </a:custGeom>
                <a:solidFill>
                  <a:schemeClr val="accent4"/>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9" name="Group 19584"/>
              <p:cNvGrpSpPr/>
              <p:nvPr/>
            </p:nvGrpSpPr>
            <p:grpSpPr>
              <a:xfrm>
                <a:off x="9969097" y="1684617"/>
                <a:ext cx="1079863" cy="1682042"/>
                <a:chOff x="7586663" y="757238"/>
                <a:chExt cx="1266825" cy="1973263"/>
              </a:xfrm>
            </p:grpSpPr>
            <p:sp>
              <p:nvSpPr>
                <p:cNvPr id="30" name="Freeform 268"/>
                <p:cNvSpPr/>
                <p:nvPr/>
              </p:nvSpPr>
              <p:spPr bwMode="auto">
                <a:xfrm>
                  <a:off x="8413751" y="1847851"/>
                  <a:ext cx="204788" cy="882650"/>
                </a:xfrm>
                <a:custGeom>
                  <a:avLst/>
                  <a:gdLst>
                    <a:gd name="T0" fmla="*/ 0 w 129"/>
                    <a:gd name="T1" fmla="*/ 458 h 556"/>
                    <a:gd name="T2" fmla="*/ 0 w 129"/>
                    <a:gd name="T3" fmla="*/ 0 h 556"/>
                    <a:gd name="T4" fmla="*/ 129 w 129"/>
                    <a:gd name="T5" fmla="*/ 0 h 556"/>
                    <a:gd name="T6" fmla="*/ 127 w 129"/>
                    <a:gd name="T7" fmla="*/ 556 h 556"/>
                    <a:gd name="T8" fmla="*/ 0 w 129"/>
                    <a:gd name="T9" fmla="*/ 458 h 556"/>
                  </a:gdLst>
                  <a:ahLst/>
                  <a:cxnLst>
                    <a:cxn ang="0">
                      <a:pos x="T0" y="T1"/>
                    </a:cxn>
                    <a:cxn ang="0">
                      <a:pos x="T2" y="T3"/>
                    </a:cxn>
                    <a:cxn ang="0">
                      <a:pos x="T4" y="T5"/>
                    </a:cxn>
                    <a:cxn ang="0">
                      <a:pos x="T6" y="T7"/>
                    </a:cxn>
                    <a:cxn ang="0">
                      <a:pos x="T8" y="T9"/>
                    </a:cxn>
                  </a:cxnLst>
                  <a:rect l="0" t="0" r="r" b="b"/>
                  <a:pathLst>
                    <a:path w="129" h="556">
                      <a:moveTo>
                        <a:pt x="0" y="458"/>
                      </a:moveTo>
                      <a:lnTo>
                        <a:pt x="0" y="0"/>
                      </a:lnTo>
                      <a:lnTo>
                        <a:pt x="129" y="0"/>
                      </a:lnTo>
                      <a:lnTo>
                        <a:pt x="127" y="556"/>
                      </a:lnTo>
                      <a:lnTo>
                        <a:pt x="0" y="458"/>
                      </a:lnTo>
                      <a:close/>
                    </a:path>
                  </a:pathLst>
                </a:custGeom>
                <a:solidFill>
                  <a:schemeClr val="accent5"/>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1" name="Freeform 269"/>
                <p:cNvSpPr/>
                <p:nvPr/>
              </p:nvSpPr>
              <p:spPr bwMode="auto">
                <a:xfrm>
                  <a:off x="7586663" y="806451"/>
                  <a:ext cx="1073150" cy="1768475"/>
                </a:xfrm>
                <a:custGeom>
                  <a:avLst/>
                  <a:gdLst>
                    <a:gd name="T0" fmla="*/ 676 w 676"/>
                    <a:gd name="T1" fmla="*/ 701 h 1114"/>
                    <a:gd name="T2" fmla="*/ 380 w 676"/>
                    <a:gd name="T3" fmla="*/ 0 h 1114"/>
                    <a:gd name="T4" fmla="*/ 0 w 676"/>
                    <a:gd name="T5" fmla="*/ 542 h 1114"/>
                    <a:gd name="T6" fmla="*/ 152 w 676"/>
                    <a:gd name="T7" fmla="*/ 582 h 1114"/>
                    <a:gd name="T8" fmla="*/ 152 w 676"/>
                    <a:gd name="T9" fmla="*/ 1037 h 1114"/>
                    <a:gd name="T10" fmla="*/ 521 w 676"/>
                    <a:gd name="T11" fmla="*/ 1114 h 1114"/>
                    <a:gd name="T12" fmla="*/ 521 w 676"/>
                    <a:gd name="T13" fmla="*/ 660 h 1114"/>
                    <a:gd name="T14" fmla="*/ 676 w 676"/>
                    <a:gd name="T15" fmla="*/ 701 h 1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6" h="1114">
                      <a:moveTo>
                        <a:pt x="676" y="701"/>
                      </a:moveTo>
                      <a:lnTo>
                        <a:pt x="380" y="0"/>
                      </a:lnTo>
                      <a:lnTo>
                        <a:pt x="0" y="542"/>
                      </a:lnTo>
                      <a:lnTo>
                        <a:pt x="152" y="582"/>
                      </a:lnTo>
                      <a:lnTo>
                        <a:pt x="152" y="1037"/>
                      </a:lnTo>
                      <a:lnTo>
                        <a:pt x="521" y="1114"/>
                      </a:lnTo>
                      <a:lnTo>
                        <a:pt x="521" y="660"/>
                      </a:lnTo>
                      <a:lnTo>
                        <a:pt x="676" y="701"/>
                      </a:lnTo>
                      <a:close/>
                    </a:path>
                  </a:pathLst>
                </a:custGeom>
                <a:solidFill>
                  <a:schemeClr val="accent5">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2" name="Freeform 270"/>
                <p:cNvSpPr/>
                <p:nvPr/>
              </p:nvSpPr>
              <p:spPr bwMode="auto">
                <a:xfrm>
                  <a:off x="8189913" y="757238"/>
                  <a:ext cx="663575" cy="1162050"/>
                </a:xfrm>
                <a:custGeom>
                  <a:avLst/>
                  <a:gdLst>
                    <a:gd name="T0" fmla="*/ 418 w 418"/>
                    <a:gd name="T1" fmla="*/ 686 h 732"/>
                    <a:gd name="T2" fmla="*/ 296 w 418"/>
                    <a:gd name="T3" fmla="*/ 732 h 732"/>
                    <a:gd name="T4" fmla="*/ 0 w 418"/>
                    <a:gd name="T5" fmla="*/ 31 h 732"/>
                    <a:gd name="T6" fmla="*/ 114 w 418"/>
                    <a:gd name="T7" fmla="*/ 0 h 732"/>
                    <a:gd name="T8" fmla="*/ 418 w 418"/>
                    <a:gd name="T9" fmla="*/ 686 h 732"/>
                  </a:gdLst>
                  <a:ahLst/>
                  <a:cxnLst>
                    <a:cxn ang="0">
                      <a:pos x="T0" y="T1"/>
                    </a:cxn>
                    <a:cxn ang="0">
                      <a:pos x="T2" y="T3"/>
                    </a:cxn>
                    <a:cxn ang="0">
                      <a:pos x="T4" y="T5"/>
                    </a:cxn>
                    <a:cxn ang="0">
                      <a:pos x="T6" y="T7"/>
                    </a:cxn>
                    <a:cxn ang="0">
                      <a:pos x="T8" y="T9"/>
                    </a:cxn>
                  </a:cxnLst>
                  <a:rect l="0" t="0" r="r" b="b"/>
                  <a:pathLst>
                    <a:path w="418" h="732">
                      <a:moveTo>
                        <a:pt x="418" y="686"/>
                      </a:moveTo>
                      <a:lnTo>
                        <a:pt x="296" y="732"/>
                      </a:lnTo>
                      <a:lnTo>
                        <a:pt x="0" y="31"/>
                      </a:lnTo>
                      <a:lnTo>
                        <a:pt x="114" y="0"/>
                      </a:lnTo>
                      <a:lnTo>
                        <a:pt x="418" y="686"/>
                      </a:lnTo>
                      <a:close/>
                    </a:path>
                  </a:pathLst>
                </a:custGeom>
                <a:solidFill>
                  <a:schemeClr val="accent5"/>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sp>
          <p:nvSpPr>
            <p:cNvPr id="33" name="文本框 32"/>
            <p:cNvSpPr txBox="1"/>
            <p:nvPr/>
          </p:nvSpPr>
          <p:spPr>
            <a:xfrm>
              <a:off x="1191490" y="2278677"/>
              <a:ext cx="3953577" cy="711733"/>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4" name="文本框 33"/>
            <p:cNvSpPr txBox="1"/>
            <p:nvPr/>
          </p:nvSpPr>
          <p:spPr>
            <a:xfrm>
              <a:off x="1191490" y="3028356"/>
              <a:ext cx="3953577" cy="711733"/>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文本框 34"/>
            <p:cNvSpPr txBox="1"/>
            <p:nvPr/>
          </p:nvSpPr>
          <p:spPr>
            <a:xfrm>
              <a:off x="1191490" y="3772065"/>
              <a:ext cx="3953577" cy="711733"/>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文本框 35"/>
            <p:cNvSpPr txBox="1"/>
            <p:nvPr/>
          </p:nvSpPr>
          <p:spPr>
            <a:xfrm>
              <a:off x="1191490" y="4521744"/>
              <a:ext cx="3953577" cy="711733"/>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文本框 36"/>
            <p:cNvSpPr txBox="1"/>
            <p:nvPr/>
          </p:nvSpPr>
          <p:spPr>
            <a:xfrm>
              <a:off x="1191490" y="5262342"/>
              <a:ext cx="3953577" cy="711733"/>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8" name="文本框 37"/>
            <p:cNvSpPr txBox="1"/>
            <p:nvPr/>
          </p:nvSpPr>
          <p:spPr>
            <a:xfrm>
              <a:off x="5741200" y="2478260"/>
              <a:ext cx="1210588" cy="400110"/>
            </a:xfrm>
            <a:prstGeom prst="rect">
              <a:avLst/>
            </a:prstGeom>
            <a:noFill/>
          </p:spPr>
          <p:txBody>
            <a:bodyPr wrap="none" rtlCol="0">
              <a:spAutoFit/>
            </a:bodyPr>
            <a:lstStyle/>
            <a:p>
              <a:r>
                <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9" name="文本框 38"/>
            <p:cNvSpPr txBox="1"/>
            <p:nvPr/>
          </p:nvSpPr>
          <p:spPr>
            <a:xfrm>
              <a:off x="5741200" y="3226407"/>
              <a:ext cx="1210588" cy="400110"/>
            </a:xfrm>
            <a:prstGeom prst="rect">
              <a:avLst/>
            </a:prstGeom>
            <a:noFill/>
          </p:spPr>
          <p:txBody>
            <a:bodyPr wrap="none" rtlCol="0">
              <a:spAutoFit/>
            </a:bodyPr>
            <a:lstStyle/>
            <a:p>
              <a:r>
                <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0" name="文本框 39"/>
            <p:cNvSpPr txBox="1"/>
            <p:nvPr/>
          </p:nvSpPr>
          <p:spPr>
            <a:xfrm>
              <a:off x="5741200" y="3940681"/>
              <a:ext cx="1210588" cy="400110"/>
            </a:xfrm>
            <a:prstGeom prst="rect">
              <a:avLst/>
            </a:prstGeom>
            <a:noFill/>
          </p:spPr>
          <p:txBody>
            <a:bodyPr wrap="none" rtlCol="0">
              <a:spAutoFit/>
            </a:bodyPr>
            <a:lstStyle/>
            <a:p>
              <a:r>
                <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1" name="文本框 40"/>
            <p:cNvSpPr txBox="1"/>
            <p:nvPr/>
          </p:nvSpPr>
          <p:spPr>
            <a:xfrm>
              <a:off x="5741200" y="4686756"/>
              <a:ext cx="1210588" cy="400110"/>
            </a:xfrm>
            <a:prstGeom prst="rect">
              <a:avLst/>
            </a:prstGeom>
            <a:noFill/>
          </p:spPr>
          <p:txBody>
            <a:bodyPr wrap="none" rtlCol="0">
              <a:spAutoFit/>
            </a:bodyPr>
            <a:lstStyle/>
            <a:p>
              <a:r>
                <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2" name="文本框 41"/>
            <p:cNvSpPr txBox="1"/>
            <p:nvPr/>
          </p:nvSpPr>
          <p:spPr>
            <a:xfrm>
              <a:off x="5741200" y="5418153"/>
              <a:ext cx="1210588" cy="400110"/>
            </a:xfrm>
            <a:prstGeom prst="rect">
              <a:avLst/>
            </a:prstGeom>
            <a:noFill/>
          </p:spPr>
          <p:txBody>
            <a:bodyPr wrap="none" rtlCol="0">
              <a:spAutoFit/>
            </a:bodyPr>
            <a:lstStyle/>
            <a:p>
              <a:r>
                <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22512" y="1577490"/>
            <a:ext cx="10967410" cy="4849092"/>
            <a:chOff x="422512" y="1636559"/>
            <a:chExt cx="10967410" cy="4849092"/>
          </a:xfrm>
        </p:grpSpPr>
        <p:cxnSp>
          <p:nvCxnSpPr>
            <p:cNvPr id="5" name="Straight Arrow Connector 179"/>
            <p:cNvCxnSpPr/>
            <p:nvPr/>
          </p:nvCxnSpPr>
          <p:spPr>
            <a:xfrm>
              <a:off x="7092963" y="5287371"/>
              <a:ext cx="414320" cy="0"/>
            </a:xfrm>
            <a:prstGeom prst="straightConnector1">
              <a:avLst/>
            </a:prstGeom>
            <a:ln>
              <a:solidFill>
                <a:schemeClr val="accent6">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6" name="Group 8"/>
            <p:cNvGrpSpPr/>
            <p:nvPr/>
          </p:nvGrpSpPr>
          <p:grpSpPr>
            <a:xfrm>
              <a:off x="5297151" y="5513885"/>
              <a:ext cx="1597699" cy="627125"/>
              <a:chOff x="2616658" y="5607869"/>
              <a:chExt cx="1318986" cy="445879"/>
            </a:xfrm>
          </p:grpSpPr>
          <p:sp>
            <p:nvSpPr>
              <p:cNvPr id="7" name="Freeform 8"/>
              <p:cNvSpPr/>
              <p:nvPr/>
            </p:nvSpPr>
            <p:spPr bwMode="auto">
              <a:xfrm>
                <a:off x="2616658" y="5724283"/>
                <a:ext cx="1318986" cy="329465"/>
              </a:xfrm>
              <a:custGeom>
                <a:avLst/>
                <a:gdLst>
                  <a:gd name="T0" fmla="*/ 0 w 1173"/>
                  <a:gd name="T1" fmla="*/ 0 h 293"/>
                  <a:gd name="T2" fmla="*/ 4 w 1173"/>
                  <a:gd name="T3" fmla="*/ 0 h 293"/>
                  <a:gd name="T4" fmla="*/ 16 w 1173"/>
                  <a:gd name="T5" fmla="*/ 12 h 293"/>
                  <a:gd name="T6" fmla="*/ 36 w 1173"/>
                  <a:gd name="T7" fmla="*/ 23 h 293"/>
                  <a:gd name="T8" fmla="*/ 65 w 1173"/>
                  <a:gd name="T9" fmla="*/ 35 h 293"/>
                  <a:gd name="T10" fmla="*/ 101 w 1173"/>
                  <a:gd name="T11" fmla="*/ 45 h 293"/>
                  <a:gd name="T12" fmla="*/ 144 w 1173"/>
                  <a:gd name="T13" fmla="*/ 54 h 293"/>
                  <a:gd name="T14" fmla="*/ 193 w 1173"/>
                  <a:gd name="T15" fmla="*/ 63 h 293"/>
                  <a:gd name="T16" fmla="*/ 247 w 1173"/>
                  <a:gd name="T17" fmla="*/ 71 h 293"/>
                  <a:gd name="T18" fmla="*/ 308 w 1173"/>
                  <a:gd name="T19" fmla="*/ 77 h 293"/>
                  <a:gd name="T20" fmla="*/ 372 w 1173"/>
                  <a:gd name="T21" fmla="*/ 82 h 293"/>
                  <a:gd name="T22" fmla="*/ 440 w 1173"/>
                  <a:gd name="T23" fmla="*/ 86 h 293"/>
                  <a:gd name="T24" fmla="*/ 512 w 1173"/>
                  <a:gd name="T25" fmla="*/ 87 h 293"/>
                  <a:gd name="T26" fmla="*/ 587 w 1173"/>
                  <a:gd name="T27" fmla="*/ 89 h 293"/>
                  <a:gd name="T28" fmla="*/ 661 w 1173"/>
                  <a:gd name="T29" fmla="*/ 87 h 293"/>
                  <a:gd name="T30" fmla="*/ 733 w 1173"/>
                  <a:gd name="T31" fmla="*/ 86 h 293"/>
                  <a:gd name="T32" fmla="*/ 801 w 1173"/>
                  <a:gd name="T33" fmla="*/ 82 h 293"/>
                  <a:gd name="T34" fmla="*/ 866 w 1173"/>
                  <a:gd name="T35" fmla="*/ 77 h 293"/>
                  <a:gd name="T36" fmla="*/ 926 w 1173"/>
                  <a:gd name="T37" fmla="*/ 71 h 293"/>
                  <a:gd name="T38" fmla="*/ 981 w 1173"/>
                  <a:gd name="T39" fmla="*/ 63 h 293"/>
                  <a:gd name="T40" fmla="*/ 1030 w 1173"/>
                  <a:gd name="T41" fmla="*/ 54 h 293"/>
                  <a:gd name="T42" fmla="*/ 1072 w 1173"/>
                  <a:gd name="T43" fmla="*/ 45 h 293"/>
                  <a:gd name="T44" fmla="*/ 1108 w 1173"/>
                  <a:gd name="T45" fmla="*/ 35 h 293"/>
                  <a:gd name="T46" fmla="*/ 1137 w 1173"/>
                  <a:gd name="T47" fmla="*/ 23 h 293"/>
                  <a:gd name="T48" fmla="*/ 1157 w 1173"/>
                  <a:gd name="T49" fmla="*/ 12 h 293"/>
                  <a:gd name="T50" fmla="*/ 1170 w 1173"/>
                  <a:gd name="T51" fmla="*/ 0 h 293"/>
                  <a:gd name="T52" fmla="*/ 1173 w 1173"/>
                  <a:gd name="T53" fmla="*/ 0 h 293"/>
                  <a:gd name="T54" fmla="*/ 1173 w 1173"/>
                  <a:gd name="T55" fmla="*/ 193 h 293"/>
                  <a:gd name="T56" fmla="*/ 1169 w 1173"/>
                  <a:gd name="T57" fmla="*/ 206 h 293"/>
                  <a:gd name="T58" fmla="*/ 1155 w 1173"/>
                  <a:gd name="T59" fmla="*/ 217 h 293"/>
                  <a:gd name="T60" fmla="*/ 1133 w 1173"/>
                  <a:gd name="T61" fmla="*/ 229 h 293"/>
                  <a:gd name="T62" fmla="*/ 1105 w 1173"/>
                  <a:gd name="T63" fmla="*/ 240 h 293"/>
                  <a:gd name="T64" fmla="*/ 1067 w 1173"/>
                  <a:gd name="T65" fmla="*/ 249 h 293"/>
                  <a:gd name="T66" fmla="*/ 1025 w 1173"/>
                  <a:gd name="T67" fmla="*/ 260 h 293"/>
                  <a:gd name="T68" fmla="*/ 976 w 1173"/>
                  <a:gd name="T69" fmla="*/ 267 h 293"/>
                  <a:gd name="T70" fmla="*/ 922 w 1173"/>
                  <a:gd name="T71" fmla="*/ 275 h 293"/>
                  <a:gd name="T72" fmla="*/ 863 w 1173"/>
                  <a:gd name="T73" fmla="*/ 281 h 293"/>
                  <a:gd name="T74" fmla="*/ 799 w 1173"/>
                  <a:gd name="T75" fmla="*/ 285 h 293"/>
                  <a:gd name="T76" fmla="*/ 731 w 1173"/>
                  <a:gd name="T77" fmla="*/ 289 h 293"/>
                  <a:gd name="T78" fmla="*/ 660 w 1173"/>
                  <a:gd name="T79" fmla="*/ 292 h 293"/>
                  <a:gd name="T80" fmla="*/ 588 w 1173"/>
                  <a:gd name="T81" fmla="*/ 293 h 293"/>
                  <a:gd name="T82" fmla="*/ 587 w 1173"/>
                  <a:gd name="T83" fmla="*/ 293 h 293"/>
                  <a:gd name="T84" fmla="*/ 513 w 1173"/>
                  <a:gd name="T85" fmla="*/ 292 h 293"/>
                  <a:gd name="T86" fmla="*/ 443 w 1173"/>
                  <a:gd name="T87" fmla="*/ 289 h 293"/>
                  <a:gd name="T88" fmla="*/ 374 w 1173"/>
                  <a:gd name="T89" fmla="*/ 285 h 293"/>
                  <a:gd name="T90" fmla="*/ 311 w 1173"/>
                  <a:gd name="T91" fmla="*/ 281 h 293"/>
                  <a:gd name="T92" fmla="*/ 252 w 1173"/>
                  <a:gd name="T93" fmla="*/ 275 h 293"/>
                  <a:gd name="T94" fmla="*/ 197 w 1173"/>
                  <a:gd name="T95" fmla="*/ 267 h 293"/>
                  <a:gd name="T96" fmla="*/ 148 w 1173"/>
                  <a:gd name="T97" fmla="*/ 260 h 293"/>
                  <a:gd name="T98" fmla="*/ 106 w 1173"/>
                  <a:gd name="T99" fmla="*/ 249 h 293"/>
                  <a:gd name="T100" fmla="*/ 70 w 1173"/>
                  <a:gd name="T101" fmla="*/ 240 h 293"/>
                  <a:gd name="T102" fmla="*/ 40 w 1173"/>
                  <a:gd name="T103" fmla="*/ 229 h 293"/>
                  <a:gd name="T104" fmla="*/ 18 w 1173"/>
                  <a:gd name="T105" fmla="*/ 217 h 293"/>
                  <a:gd name="T106" fmla="*/ 6 w 1173"/>
                  <a:gd name="T107" fmla="*/ 206 h 293"/>
                  <a:gd name="T108" fmla="*/ 0 w 1173"/>
                  <a:gd name="T109" fmla="*/ 193 h 293"/>
                  <a:gd name="T110" fmla="*/ 0 w 1173"/>
                  <a:gd name="T111"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3" h="293">
                    <a:moveTo>
                      <a:pt x="0" y="0"/>
                    </a:moveTo>
                    <a:lnTo>
                      <a:pt x="4" y="0"/>
                    </a:lnTo>
                    <a:lnTo>
                      <a:pt x="16" y="12"/>
                    </a:lnTo>
                    <a:lnTo>
                      <a:pt x="36" y="23"/>
                    </a:lnTo>
                    <a:lnTo>
                      <a:pt x="65" y="35"/>
                    </a:lnTo>
                    <a:lnTo>
                      <a:pt x="101" y="45"/>
                    </a:lnTo>
                    <a:lnTo>
                      <a:pt x="144" y="54"/>
                    </a:lnTo>
                    <a:lnTo>
                      <a:pt x="193" y="63"/>
                    </a:lnTo>
                    <a:lnTo>
                      <a:pt x="247" y="71"/>
                    </a:lnTo>
                    <a:lnTo>
                      <a:pt x="308" y="77"/>
                    </a:lnTo>
                    <a:lnTo>
                      <a:pt x="372" y="82"/>
                    </a:lnTo>
                    <a:lnTo>
                      <a:pt x="440" y="86"/>
                    </a:lnTo>
                    <a:lnTo>
                      <a:pt x="512" y="87"/>
                    </a:lnTo>
                    <a:lnTo>
                      <a:pt x="587" y="89"/>
                    </a:lnTo>
                    <a:lnTo>
                      <a:pt x="661" y="87"/>
                    </a:lnTo>
                    <a:lnTo>
                      <a:pt x="733" y="86"/>
                    </a:lnTo>
                    <a:lnTo>
                      <a:pt x="801" y="82"/>
                    </a:lnTo>
                    <a:lnTo>
                      <a:pt x="866" y="77"/>
                    </a:lnTo>
                    <a:lnTo>
                      <a:pt x="926" y="71"/>
                    </a:lnTo>
                    <a:lnTo>
                      <a:pt x="981" y="63"/>
                    </a:lnTo>
                    <a:lnTo>
                      <a:pt x="1030" y="54"/>
                    </a:lnTo>
                    <a:lnTo>
                      <a:pt x="1072" y="45"/>
                    </a:lnTo>
                    <a:lnTo>
                      <a:pt x="1108" y="35"/>
                    </a:lnTo>
                    <a:lnTo>
                      <a:pt x="1137" y="23"/>
                    </a:lnTo>
                    <a:lnTo>
                      <a:pt x="1157" y="12"/>
                    </a:lnTo>
                    <a:lnTo>
                      <a:pt x="1170" y="0"/>
                    </a:lnTo>
                    <a:lnTo>
                      <a:pt x="1173" y="0"/>
                    </a:lnTo>
                    <a:lnTo>
                      <a:pt x="1173" y="193"/>
                    </a:lnTo>
                    <a:lnTo>
                      <a:pt x="1169" y="206"/>
                    </a:lnTo>
                    <a:lnTo>
                      <a:pt x="1155" y="217"/>
                    </a:lnTo>
                    <a:lnTo>
                      <a:pt x="1133" y="229"/>
                    </a:lnTo>
                    <a:lnTo>
                      <a:pt x="1105" y="240"/>
                    </a:lnTo>
                    <a:lnTo>
                      <a:pt x="1067" y="249"/>
                    </a:lnTo>
                    <a:lnTo>
                      <a:pt x="1025" y="260"/>
                    </a:lnTo>
                    <a:lnTo>
                      <a:pt x="976" y="267"/>
                    </a:lnTo>
                    <a:lnTo>
                      <a:pt x="922" y="275"/>
                    </a:lnTo>
                    <a:lnTo>
                      <a:pt x="863" y="281"/>
                    </a:lnTo>
                    <a:lnTo>
                      <a:pt x="799" y="285"/>
                    </a:lnTo>
                    <a:lnTo>
                      <a:pt x="731" y="289"/>
                    </a:lnTo>
                    <a:lnTo>
                      <a:pt x="660" y="292"/>
                    </a:lnTo>
                    <a:lnTo>
                      <a:pt x="588" y="293"/>
                    </a:lnTo>
                    <a:lnTo>
                      <a:pt x="587" y="293"/>
                    </a:lnTo>
                    <a:lnTo>
                      <a:pt x="513" y="292"/>
                    </a:lnTo>
                    <a:lnTo>
                      <a:pt x="443" y="289"/>
                    </a:lnTo>
                    <a:lnTo>
                      <a:pt x="374" y="285"/>
                    </a:lnTo>
                    <a:lnTo>
                      <a:pt x="311" y="281"/>
                    </a:lnTo>
                    <a:lnTo>
                      <a:pt x="252" y="275"/>
                    </a:lnTo>
                    <a:lnTo>
                      <a:pt x="197" y="267"/>
                    </a:lnTo>
                    <a:lnTo>
                      <a:pt x="148" y="260"/>
                    </a:lnTo>
                    <a:lnTo>
                      <a:pt x="106" y="249"/>
                    </a:lnTo>
                    <a:lnTo>
                      <a:pt x="70" y="240"/>
                    </a:lnTo>
                    <a:lnTo>
                      <a:pt x="40" y="229"/>
                    </a:lnTo>
                    <a:lnTo>
                      <a:pt x="18" y="217"/>
                    </a:lnTo>
                    <a:lnTo>
                      <a:pt x="6" y="206"/>
                    </a:lnTo>
                    <a:lnTo>
                      <a:pt x="0" y="193"/>
                    </a:lnTo>
                    <a:lnTo>
                      <a:pt x="0" y="0"/>
                    </a:lnTo>
                    <a:close/>
                  </a:path>
                </a:pathLst>
              </a:custGeom>
              <a:solidFill>
                <a:schemeClr val="accent1">
                  <a:lumMod val="75000"/>
                </a:schemeClr>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Freeform 9"/>
              <p:cNvSpPr/>
              <p:nvPr/>
            </p:nvSpPr>
            <p:spPr bwMode="auto">
              <a:xfrm>
                <a:off x="2616658" y="5607869"/>
                <a:ext cx="1318986" cy="223766"/>
              </a:xfrm>
              <a:custGeom>
                <a:avLst/>
                <a:gdLst>
                  <a:gd name="T0" fmla="*/ 587 w 1173"/>
                  <a:gd name="T1" fmla="*/ 0 h 199"/>
                  <a:gd name="T2" fmla="*/ 660 w 1173"/>
                  <a:gd name="T3" fmla="*/ 1 h 199"/>
                  <a:gd name="T4" fmla="*/ 731 w 1173"/>
                  <a:gd name="T5" fmla="*/ 2 h 199"/>
                  <a:gd name="T6" fmla="*/ 799 w 1173"/>
                  <a:gd name="T7" fmla="*/ 6 h 199"/>
                  <a:gd name="T8" fmla="*/ 863 w 1173"/>
                  <a:gd name="T9" fmla="*/ 11 h 199"/>
                  <a:gd name="T10" fmla="*/ 922 w 1173"/>
                  <a:gd name="T11" fmla="*/ 18 h 199"/>
                  <a:gd name="T12" fmla="*/ 976 w 1173"/>
                  <a:gd name="T13" fmla="*/ 25 h 199"/>
                  <a:gd name="T14" fmla="*/ 1025 w 1173"/>
                  <a:gd name="T15" fmla="*/ 33 h 199"/>
                  <a:gd name="T16" fmla="*/ 1067 w 1173"/>
                  <a:gd name="T17" fmla="*/ 42 h 199"/>
                  <a:gd name="T18" fmla="*/ 1105 w 1173"/>
                  <a:gd name="T19" fmla="*/ 52 h 199"/>
                  <a:gd name="T20" fmla="*/ 1133 w 1173"/>
                  <a:gd name="T21" fmla="*/ 64 h 199"/>
                  <a:gd name="T22" fmla="*/ 1155 w 1173"/>
                  <a:gd name="T23" fmla="*/ 74 h 199"/>
                  <a:gd name="T24" fmla="*/ 1169 w 1173"/>
                  <a:gd name="T25" fmla="*/ 87 h 199"/>
                  <a:gd name="T26" fmla="*/ 1173 w 1173"/>
                  <a:gd name="T27" fmla="*/ 100 h 199"/>
                  <a:gd name="T28" fmla="*/ 1173 w 1173"/>
                  <a:gd name="T29" fmla="*/ 105 h 199"/>
                  <a:gd name="T30" fmla="*/ 1170 w 1173"/>
                  <a:gd name="T31" fmla="*/ 110 h 199"/>
                  <a:gd name="T32" fmla="*/ 1157 w 1173"/>
                  <a:gd name="T33" fmla="*/ 122 h 199"/>
                  <a:gd name="T34" fmla="*/ 1137 w 1173"/>
                  <a:gd name="T35" fmla="*/ 133 h 199"/>
                  <a:gd name="T36" fmla="*/ 1108 w 1173"/>
                  <a:gd name="T37" fmla="*/ 145 h 199"/>
                  <a:gd name="T38" fmla="*/ 1072 w 1173"/>
                  <a:gd name="T39" fmla="*/ 155 h 199"/>
                  <a:gd name="T40" fmla="*/ 1030 w 1173"/>
                  <a:gd name="T41" fmla="*/ 164 h 199"/>
                  <a:gd name="T42" fmla="*/ 981 w 1173"/>
                  <a:gd name="T43" fmla="*/ 173 h 199"/>
                  <a:gd name="T44" fmla="*/ 926 w 1173"/>
                  <a:gd name="T45" fmla="*/ 181 h 199"/>
                  <a:gd name="T46" fmla="*/ 866 w 1173"/>
                  <a:gd name="T47" fmla="*/ 187 h 199"/>
                  <a:gd name="T48" fmla="*/ 801 w 1173"/>
                  <a:gd name="T49" fmla="*/ 192 h 199"/>
                  <a:gd name="T50" fmla="*/ 733 w 1173"/>
                  <a:gd name="T51" fmla="*/ 196 h 199"/>
                  <a:gd name="T52" fmla="*/ 661 w 1173"/>
                  <a:gd name="T53" fmla="*/ 197 h 199"/>
                  <a:gd name="T54" fmla="*/ 587 w 1173"/>
                  <a:gd name="T55" fmla="*/ 199 h 199"/>
                  <a:gd name="T56" fmla="*/ 512 w 1173"/>
                  <a:gd name="T57" fmla="*/ 197 h 199"/>
                  <a:gd name="T58" fmla="*/ 440 w 1173"/>
                  <a:gd name="T59" fmla="*/ 196 h 199"/>
                  <a:gd name="T60" fmla="*/ 372 w 1173"/>
                  <a:gd name="T61" fmla="*/ 192 h 199"/>
                  <a:gd name="T62" fmla="*/ 308 w 1173"/>
                  <a:gd name="T63" fmla="*/ 187 h 199"/>
                  <a:gd name="T64" fmla="*/ 247 w 1173"/>
                  <a:gd name="T65" fmla="*/ 181 h 199"/>
                  <a:gd name="T66" fmla="*/ 193 w 1173"/>
                  <a:gd name="T67" fmla="*/ 173 h 199"/>
                  <a:gd name="T68" fmla="*/ 144 w 1173"/>
                  <a:gd name="T69" fmla="*/ 164 h 199"/>
                  <a:gd name="T70" fmla="*/ 101 w 1173"/>
                  <a:gd name="T71" fmla="*/ 155 h 199"/>
                  <a:gd name="T72" fmla="*/ 65 w 1173"/>
                  <a:gd name="T73" fmla="*/ 145 h 199"/>
                  <a:gd name="T74" fmla="*/ 36 w 1173"/>
                  <a:gd name="T75" fmla="*/ 133 h 199"/>
                  <a:gd name="T76" fmla="*/ 16 w 1173"/>
                  <a:gd name="T77" fmla="*/ 122 h 199"/>
                  <a:gd name="T78" fmla="*/ 4 w 1173"/>
                  <a:gd name="T79" fmla="*/ 110 h 199"/>
                  <a:gd name="T80" fmla="*/ 2 w 1173"/>
                  <a:gd name="T81" fmla="*/ 105 h 199"/>
                  <a:gd name="T82" fmla="*/ 0 w 1173"/>
                  <a:gd name="T83" fmla="*/ 100 h 199"/>
                  <a:gd name="T84" fmla="*/ 6 w 1173"/>
                  <a:gd name="T85" fmla="*/ 87 h 199"/>
                  <a:gd name="T86" fmla="*/ 18 w 1173"/>
                  <a:gd name="T87" fmla="*/ 74 h 199"/>
                  <a:gd name="T88" fmla="*/ 40 w 1173"/>
                  <a:gd name="T89" fmla="*/ 64 h 199"/>
                  <a:gd name="T90" fmla="*/ 70 w 1173"/>
                  <a:gd name="T91" fmla="*/ 52 h 199"/>
                  <a:gd name="T92" fmla="*/ 106 w 1173"/>
                  <a:gd name="T93" fmla="*/ 42 h 199"/>
                  <a:gd name="T94" fmla="*/ 148 w 1173"/>
                  <a:gd name="T95" fmla="*/ 33 h 199"/>
                  <a:gd name="T96" fmla="*/ 197 w 1173"/>
                  <a:gd name="T97" fmla="*/ 25 h 199"/>
                  <a:gd name="T98" fmla="*/ 252 w 1173"/>
                  <a:gd name="T99" fmla="*/ 18 h 199"/>
                  <a:gd name="T100" fmla="*/ 311 w 1173"/>
                  <a:gd name="T101" fmla="*/ 11 h 199"/>
                  <a:gd name="T102" fmla="*/ 374 w 1173"/>
                  <a:gd name="T103" fmla="*/ 6 h 199"/>
                  <a:gd name="T104" fmla="*/ 443 w 1173"/>
                  <a:gd name="T105" fmla="*/ 2 h 199"/>
                  <a:gd name="T106" fmla="*/ 513 w 1173"/>
                  <a:gd name="T107" fmla="*/ 1 h 199"/>
                  <a:gd name="T108" fmla="*/ 587 w 1173"/>
                  <a:gd name="T109"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73" h="199">
                    <a:moveTo>
                      <a:pt x="587" y="0"/>
                    </a:moveTo>
                    <a:lnTo>
                      <a:pt x="660" y="1"/>
                    </a:lnTo>
                    <a:lnTo>
                      <a:pt x="731" y="2"/>
                    </a:lnTo>
                    <a:lnTo>
                      <a:pt x="799" y="6"/>
                    </a:lnTo>
                    <a:lnTo>
                      <a:pt x="863" y="11"/>
                    </a:lnTo>
                    <a:lnTo>
                      <a:pt x="922" y="18"/>
                    </a:lnTo>
                    <a:lnTo>
                      <a:pt x="976" y="25"/>
                    </a:lnTo>
                    <a:lnTo>
                      <a:pt x="1025" y="33"/>
                    </a:lnTo>
                    <a:lnTo>
                      <a:pt x="1067" y="42"/>
                    </a:lnTo>
                    <a:lnTo>
                      <a:pt x="1105" y="52"/>
                    </a:lnTo>
                    <a:lnTo>
                      <a:pt x="1133" y="64"/>
                    </a:lnTo>
                    <a:lnTo>
                      <a:pt x="1155" y="74"/>
                    </a:lnTo>
                    <a:lnTo>
                      <a:pt x="1169" y="87"/>
                    </a:lnTo>
                    <a:lnTo>
                      <a:pt x="1173" y="100"/>
                    </a:lnTo>
                    <a:lnTo>
                      <a:pt x="1173" y="105"/>
                    </a:lnTo>
                    <a:lnTo>
                      <a:pt x="1170" y="110"/>
                    </a:lnTo>
                    <a:lnTo>
                      <a:pt x="1157" y="122"/>
                    </a:lnTo>
                    <a:lnTo>
                      <a:pt x="1137" y="133"/>
                    </a:lnTo>
                    <a:lnTo>
                      <a:pt x="1108" y="145"/>
                    </a:lnTo>
                    <a:lnTo>
                      <a:pt x="1072" y="155"/>
                    </a:lnTo>
                    <a:lnTo>
                      <a:pt x="1030" y="164"/>
                    </a:lnTo>
                    <a:lnTo>
                      <a:pt x="981" y="173"/>
                    </a:lnTo>
                    <a:lnTo>
                      <a:pt x="926" y="181"/>
                    </a:lnTo>
                    <a:lnTo>
                      <a:pt x="866" y="187"/>
                    </a:lnTo>
                    <a:lnTo>
                      <a:pt x="801" y="192"/>
                    </a:lnTo>
                    <a:lnTo>
                      <a:pt x="733" y="196"/>
                    </a:lnTo>
                    <a:lnTo>
                      <a:pt x="661" y="197"/>
                    </a:lnTo>
                    <a:lnTo>
                      <a:pt x="587" y="199"/>
                    </a:lnTo>
                    <a:lnTo>
                      <a:pt x="512" y="197"/>
                    </a:lnTo>
                    <a:lnTo>
                      <a:pt x="440" y="196"/>
                    </a:lnTo>
                    <a:lnTo>
                      <a:pt x="372" y="192"/>
                    </a:lnTo>
                    <a:lnTo>
                      <a:pt x="308" y="187"/>
                    </a:lnTo>
                    <a:lnTo>
                      <a:pt x="247" y="181"/>
                    </a:lnTo>
                    <a:lnTo>
                      <a:pt x="193" y="173"/>
                    </a:lnTo>
                    <a:lnTo>
                      <a:pt x="144" y="164"/>
                    </a:lnTo>
                    <a:lnTo>
                      <a:pt x="101" y="155"/>
                    </a:lnTo>
                    <a:lnTo>
                      <a:pt x="65" y="145"/>
                    </a:lnTo>
                    <a:lnTo>
                      <a:pt x="36" y="133"/>
                    </a:lnTo>
                    <a:lnTo>
                      <a:pt x="16" y="122"/>
                    </a:lnTo>
                    <a:lnTo>
                      <a:pt x="4" y="110"/>
                    </a:lnTo>
                    <a:lnTo>
                      <a:pt x="2" y="105"/>
                    </a:lnTo>
                    <a:lnTo>
                      <a:pt x="0" y="100"/>
                    </a:lnTo>
                    <a:lnTo>
                      <a:pt x="6" y="87"/>
                    </a:lnTo>
                    <a:lnTo>
                      <a:pt x="18" y="74"/>
                    </a:lnTo>
                    <a:lnTo>
                      <a:pt x="40" y="64"/>
                    </a:lnTo>
                    <a:lnTo>
                      <a:pt x="70" y="52"/>
                    </a:lnTo>
                    <a:lnTo>
                      <a:pt x="106" y="42"/>
                    </a:lnTo>
                    <a:lnTo>
                      <a:pt x="148" y="33"/>
                    </a:lnTo>
                    <a:lnTo>
                      <a:pt x="197" y="25"/>
                    </a:lnTo>
                    <a:lnTo>
                      <a:pt x="252" y="18"/>
                    </a:lnTo>
                    <a:lnTo>
                      <a:pt x="311" y="11"/>
                    </a:lnTo>
                    <a:lnTo>
                      <a:pt x="374" y="6"/>
                    </a:lnTo>
                    <a:lnTo>
                      <a:pt x="443" y="2"/>
                    </a:lnTo>
                    <a:lnTo>
                      <a:pt x="513" y="1"/>
                    </a:lnTo>
                    <a:lnTo>
                      <a:pt x="587" y="0"/>
                    </a:lnTo>
                    <a:close/>
                  </a:path>
                </a:pathLst>
              </a:custGeom>
              <a:solidFill>
                <a:schemeClr val="accent1">
                  <a:lumMod val="50000"/>
                </a:schemeClr>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9" name="Group 7"/>
            <p:cNvGrpSpPr/>
            <p:nvPr/>
          </p:nvGrpSpPr>
          <p:grpSpPr>
            <a:xfrm>
              <a:off x="5065170" y="4905392"/>
              <a:ext cx="2061661" cy="684411"/>
              <a:chOff x="2315304" y="4996517"/>
              <a:chExt cx="1885711" cy="536608"/>
            </a:xfrm>
          </p:grpSpPr>
          <p:sp>
            <p:nvSpPr>
              <p:cNvPr id="10" name="Freeform 6"/>
              <p:cNvSpPr/>
              <p:nvPr/>
            </p:nvSpPr>
            <p:spPr bwMode="auto">
              <a:xfrm>
                <a:off x="2315304" y="5135068"/>
                <a:ext cx="1885711" cy="398057"/>
              </a:xfrm>
              <a:custGeom>
                <a:avLst/>
                <a:gdLst>
                  <a:gd name="T0" fmla="*/ 4 w 1677"/>
                  <a:gd name="T1" fmla="*/ 0 h 354"/>
                  <a:gd name="T2" fmla="*/ 41 w 1677"/>
                  <a:gd name="T3" fmla="*/ 24 h 354"/>
                  <a:gd name="T4" fmla="*/ 113 w 1677"/>
                  <a:gd name="T5" fmla="*/ 47 h 354"/>
                  <a:gd name="T6" fmla="*/ 214 w 1677"/>
                  <a:gd name="T7" fmla="*/ 68 h 354"/>
                  <a:gd name="T8" fmla="*/ 342 w 1677"/>
                  <a:gd name="T9" fmla="*/ 85 h 354"/>
                  <a:gd name="T10" fmla="*/ 491 w 1677"/>
                  <a:gd name="T11" fmla="*/ 96 h 354"/>
                  <a:gd name="T12" fmla="*/ 658 w 1677"/>
                  <a:gd name="T13" fmla="*/ 105 h 354"/>
                  <a:gd name="T14" fmla="*/ 838 w 1677"/>
                  <a:gd name="T15" fmla="*/ 108 h 354"/>
                  <a:gd name="T16" fmla="*/ 1019 w 1677"/>
                  <a:gd name="T17" fmla="*/ 105 h 354"/>
                  <a:gd name="T18" fmla="*/ 1185 w 1677"/>
                  <a:gd name="T19" fmla="*/ 96 h 354"/>
                  <a:gd name="T20" fmla="*/ 1335 w 1677"/>
                  <a:gd name="T21" fmla="*/ 85 h 354"/>
                  <a:gd name="T22" fmla="*/ 1463 w 1677"/>
                  <a:gd name="T23" fmla="*/ 68 h 354"/>
                  <a:gd name="T24" fmla="*/ 1564 w 1677"/>
                  <a:gd name="T25" fmla="*/ 47 h 354"/>
                  <a:gd name="T26" fmla="*/ 1635 w 1677"/>
                  <a:gd name="T27" fmla="*/ 24 h 354"/>
                  <a:gd name="T28" fmla="*/ 1672 w 1677"/>
                  <a:gd name="T29" fmla="*/ 0 h 354"/>
                  <a:gd name="T30" fmla="*/ 1677 w 1677"/>
                  <a:gd name="T31" fmla="*/ 234 h 354"/>
                  <a:gd name="T32" fmla="*/ 1659 w 1677"/>
                  <a:gd name="T33" fmla="*/ 258 h 354"/>
                  <a:gd name="T34" fmla="*/ 1610 w 1677"/>
                  <a:gd name="T35" fmla="*/ 281 h 354"/>
                  <a:gd name="T36" fmla="*/ 1533 w 1677"/>
                  <a:gd name="T37" fmla="*/ 302 h 354"/>
                  <a:gd name="T38" fmla="*/ 1430 w 1677"/>
                  <a:gd name="T39" fmla="*/ 320 h 354"/>
                  <a:gd name="T40" fmla="*/ 1307 w 1677"/>
                  <a:gd name="T41" fmla="*/ 334 h 354"/>
                  <a:gd name="T42" fmla="*/ 1164 w 1677"/>
                  <a:gd name="T43" fmla="*/ 345 h 354"/>
                  <a:gd name="T44" fmla="*/ 1008 w 1677"/>
                  <a:gd name="T45" fmla="*/ 352 h 354"/>
                  <a:gd name="T46" fmla="*/ 838 w 1677"/>
                  <a:gd name="T47" fmla="*/ 354 h 354"/>
                  <a:gd name="T48" fmla="*/ 669 w 1677"/>
                  <a:gd name="T49" fmla="*/ 352 h 354"/>
                  <a:gd name="T50" fmla="*/ 511 w 1677"/>
                  <a:gd name="T51" fmla="*/ 345 h 354"/>
                  <a:gd name="T52" fmla="*/ 369 w 1677"/>
                  <a:gd name="T53" fmla="*/ 334 h 354"/>
                  <a:gd name="T54" fmla="*/ 245 w 1677"/>
                  <a:gd name="T55" fmla="*/ 320 h 354"/>
                  <a:gd name="T56" fmla="*/ 142 w 1677"/>
                  <a:gd name="T57" fmla="*/ 302 h 354"/>
                  <a:gd name="T58" fmla="*/ 65 w 1677"/>
                  <a:gd name="T59" fmla="*/ 281 h 354"/>
                  <a:gd name="T60" fmla="*/ 16 w 1677"/>
                  <a:gd name="T61" fmla="*/ 258 h 354"/>
                  <a:gd name="T62" fmla="*/ 0 w 1677"/>
                  <a:gd name="T63" fmla="*/ 23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77" h="354">
                    <a:moveTo>
                      <a:pt x="0" y="0"/>
                    </a:moveTo>
                    <a:lnTo>
                      <a:pt x="4" y="0"/>
                    </a:lnTo>
                    <a:lnTo>
                      <a:pt x="18" y="13"/>
                    </a:lnTo>
                    <a:lnTo>
                      <a:pt x="41" y="24"/>
                    </a:lnTo>
                    <a:lnTo>
                      <a:pt x="73" y="36"/>
                    </a:lnTo>
                    <a:lnTo>
                      <a:pt x="113" y="47"/>
                    </a:lnTo>
                    <a:lnTo>
                      <a:pt x="159" y="58"/>
                    </a:lnTo>
                    <a:lnTo>
                      <a:pt x="214" y="68"/>
                    </a:lnTo>
                    <a:lnTo>
                      <a:pt x="275" y="76"/>
                    </a:lnTo>
                    <a:lnTo>
                      <a:pt x="342" y="85"/>
                    </a:lnTo>
                    <a:lnTo>
                      <a:pt x="414" y="91"/>
                    </a:lnTo>
                    <a:lnTo>
                      <a:pt x="491" y="96"/>
                    </a:lnTo>
                    <a:lnTo>
                      <a:pt x="572" y="101"/>
                    </a:lnTo>
                    <a:lnTo>
                      <a:pt x="658" y="105"/>
                    </a:lnTo>
                    <a:lnTo>
                      <a:pt x="747" y="106"/>
                    </a:lnTo>
                    <a:lnTo>
                      <a:pt x="838" y="108"/>
                    </a:lnTo>
                    <a:lnTo>
                      <a:pt x="930" y="106"/>
                    </a:lnTo>
                    <a:lnTo>
                      <a:pt x="1019" y="105"/>
                    </a:lnTo>
                    <a:lnTo>
                      <a:pt x="1104" y="101"/>
                    </a:lnTo>
                    <a:lnTo>
                      <a:pt x="1185" y="96"/>
                    </a:lnTo>
                    <a:lnTo>
                      <a:pt x="1262" y="91"/>
                    </a:lnTo>
                    <a:lnTo>
                      <a:pt x="1335" y="85"/>
                    </a:lnTo>
                    <a:lnTo>
                      <a:pt x="1401" y="76"/>
                    </a:lnTo>
                    <a:lnTo>
                      <a:pt x="1463" y="68"/>
                    </a:lnTo>
                    <a:lnTo>
                      <a:pt x="1517" y="58"/>
                    </a:lnTo>
                    <a:lnTo>
                      <a:pt x="1564" y="47"/>
                    </a:lnTo>
                    <a:lnTo>
                      <a:pt x="1603" y="36"/>
                    </a:lnTo>
                    <a:lnTo>
                      <a:pt x="1635" y="24"/>
                    </a:lnTo>
                    <a:lnTo>
                      <a:pt x="1658" y="13"/>
                    </a:lnTo>
                    <a:lnTo>
                      <a:pt x="1672" y="0"/>
                    </a:lnTo>
                    <a:lnTo>
                      <a:pt x="1677" y="0"/>
                    </a:lnTo>
                    <a:lnTo>
                      <a:pt x="1677" y="234"/>
                    </a:lnTo>
                    <a:lnTo>
                      <a:pt x="1672" y="246"/>
                    </a:lnTo>
                    <a:lnTo>
                      <a:pt x="1659" y="258"/>
                    </a:lnTo>
                    <a:lnTo>
                      <a:pt x="1639" y="270"/>
                    </a:lnTo>
                    <a:lnTo>
                      <a:pt x="1610" y="281"/>
                    </a:lnTo>
                    <a:lnTo>
                      <a:pt x="1576" y="291"/>
                    </a:lnTo>
                    <a:lnTo>
                      <a:pt x="1533" y="302"/>
                    </a:lnTo>
                    <a:lnTo>
                      <a:pt x="1486" y="311"/>
                    </a:lnTo>
                    <a:lnTo>
                      <a:pt x="1430" y="320"/>
                    </a:lnTo>
                    <a:lnTo>
                      <a:pt x="1371" y="327"/>
                    </a:lnTo>
                    <a:lnTo>
                      <a:pt x="1307" y="334"/>
                    </a:lnTo>
                    <a:lnTo>
                      <a:pt x="1238" y="340"/>
                    </a:lnTo>
                    <a:lnTo>
                      <a:pt x="1164" y="345"/>
                    </a:lnTo>
                    <a:lnTo>
                      <a:pt x="1087" y="349"/>
                    </a:lnTo>
                    <a:lnTo>
                      <a:pt x="1008" y="352"/>
                    </a:lnTo>
                    <a:lnTo>
                      <a:pt x="924" y="354"/>
                    </a:lnTo>
                    <a:lnTo>
                      <a:pt x="838" y="354"/>
                    </a:lnTo>
                    <a:lnTo>
                      <a:pt x="752" y="354"/>
                    </a:lnTo>
                    <a:lnTo>
                      <a:pt x="669" y="352"/>
                    </a:lnTo>
                    <a:lnTo>
                      <a:pt x="588" y="349"/>
                    </a:lnTo>
                    <a:lnTo>
                      <a:pt x="511" y="345"/>
                    </a:lnTo>
                    <a:lnTo>
                      <a:pt x="438" y="340"/>
                    </a:lnTo>
                    <a:lnTo>
                      <a:pt x="369" y="334"/>
                    </a:lnTo>
                    <a:lnTo>
                      <a:pt x="304" y="327"/>
                    </a:lnTo>
                    <a:lnTo>
                      <a:pt x="245" y="320"/>
                    </a:lnTo>
                    <a:lnTo>
                      <a:pt x="191" y="311"/>
                    </a:lnTo>
                    <a:lnTo>
                      <a:pt x="142" y="302"/>
                    </a:lnTo>
                    <a:lnTo>
                      <a:pt x="101" y="291"/>
                    </a:lnTo>
                    <a:lnTo>
                      <a:pt x="65" y="281"/>
                    </a:lnTo>
                    <a:lnTo>
                      <a:pt x="37" y="270"/>
                    </a:lnTo>
                    <a:lnTo>
                      <a:pt x="16" y="258"/>
                    </a:lnTo>
                    <a:lnTo>
                      <a:pt x="4" y="246"/>
                    </a:lnTo>
                    <a:lnTo>
                      <a:pt x="0" y="234"/>
                    </a:lnTo>
                    <a:lnTo>
                      <a:pt x="0" y="0"/>
                    </a:lnTo>
                    <a:close/>
                  </a:path>
                </a:pathLst>
              </a:custGeom>
              <a:solidFill>
                <a:schemeClr val="accent6"/>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Freeform 7"/>
              <p:cNvSpPr/>
              <p:nvPr/>
            </p:nvSpPr>
            <p:spPr bwMode="auto">
              <a:xfrm>
                <a:off x="2315304" y="4996517"/>
                <a:ext cx="1885711" cy="272118"/>
              </a:xfrm>
              <a:custGeom>
                <a:avLst/>
                <a:gdLst>
                  <a:gd name="T0" fmla="*/ 924 w 1677"/>
                  <a:gd name="T1" fmla="*/ 0 h 242"/>
                  <a:gd name="T2" fmla="*/ 1087 w 1677"/>
                  <a:gd name="T3" fmla="*/ 5 h 242"/>
                  <a:gd name="T4" fmla="*/ 1238 w 1677"/>
                  <a:gd name="T5" fmla="*/ 14 h 242"/>
                  <a:gd name="T6" fmla="*/ 1371 w 1677"/>
                  <a:gd name="T7" fmla="*/ 27 h 242"/>
                  <a:gd name="T8" fmla="*/ 1486 w 1677"/>
                  <a:gd name="T9" fmla="*/ 44 h 242"/>
                  <a:gd name="T10" fmla="*/ 1576 w 1677"/>
                  <a:gd name="T11" fmla="*/ 63 h 242"/>
                  <a:gd name="T12" fmla="*/ 1639 w 1677"/>
                  <a:gd name="T13" fmla="*/ 85 h 242"/>
                  <a:gd name="T14" fmla="*/ 1672 w 1677"/>
                  <a:gd name="T15" fmla="*/ 108 h 242"/>
                  <a:gd name="T16" fmla="*/ 1676 w 1677"/>
                  <a:gd name="T17" fmla="*/ 127 h 242"/>
                  <a:gd name="T18" fmla="*/ 1658 w 1677"/>
                  <a:gd name="T19" fmla="*/ 147 h 242"/>
                  <a:gd name="T20" fmla="*/ 1603 w 1677"/>
                  <a:gd name="T21" fmla="*/ 170 h 242"/>
                  <a:gd name="T22" fmla="*/ 1517 w 1677"/>
                  <a:gd name="T23" fmla="*/ 192 h 242"/>
                  <a:gd name="T24" fmla="*/ 1401 w 1677"/>
                  <a:gd name="T25" fmla="*/ 210 h 242"/>
                  <a:gd name="T26" fmla="*/ 1262 w 1677"/>
                  <a:gd name="T27" fmla="*/ 225 h 242"/>
                  <a:gd name="T28" fmla="*/ 1104 w 1677"/>
                  <a:gd name="T29" fmla="*/ 235 h 242"/>
                  <a:gd name="T30" fmla="*/ 930 w 1677"/>
                  <a:gd name="T31" fmla="*/ 240 h 242"/>
                  <a:gd name="T32" fmla="*/ 747 w 1677"/>
                  <a:gd name="T33" fmla="*/ 240 h 242"/>
                  <a:gd name="T34" fmla="*/ 572 w 1677"/>
                  <a:gd name="T35" fmla="*/ 235 h 242"/>
                  <a:gd name="T36" fmla="*/ 414 w 1677"/>
                  <a:gd name="T37" fmla="*/ 225 h 242"/>
                  <a:gd name="T38" fmla="*/ 275 w 1677"/>
                  <a:gd name="T39" fmla="*/ 210 h 242"/>
                  <a:gd name="T40" fmla="*/ 159 w 1677"/>
                  <a:gd name="T41" fmla="*/ 192 h 242"/>
                  <a:gd name="T42" fmla="*/ 73 w 1677"/>
                  <a:gd name="T43" fmla="*/ 170 h 242"/>
                  <a:gd name="T44" fmla="*/ 18 w 1677"/>
                  <a:gd name="T45" fmla="*/ 147 h 242"/>
                  <a:gd name="T46" fmla="*/ 1 w 1677"/>
                  <a:gd name="T47" fmla="*/ 127 h 242"/>
                  <a:gd name="T48" fmla="*/ 4 w 1677"/>
                  <a:gd name="T49" fmla="*/ 108 h 242"/>
                  <a:gd name="T50" fmla="*/ 37 w 1677"/>
                  <a:gd name="T51" fmla="*/ 85 h 242"/>
                  <a:gd name="T52" fmla="*/ 101 w 1677"/>
                  <a:gd name="T53" fmla="*/ 63 h 242"/>
                  <a:gd name="T54" fmla="*/ 191 w 1677"/>
                  <a:gd name="T55" fmla="*/ 44 h 242"/>
                  <a:gd name="T56" fmla="*/ 304 w 1677"/>
                  <a:gd name="T57" fmla="*/ 27 h 242"/>
                  <a:gd name="T58" fmla="*/ 438 w 1677"/>
                  <a:gd name="T59" fmla="*/ 14 h 242"/>
                  <a:gd name="T60" fmla="*/ 588 w 1677"/>
                  <a:gd name="T61" fmla="*/ 5 h 242"/>
                  <a:gd name="T62" fmla="*/ 752 w 1677"/>
                  <a:gd name="T63" fmla="*/ 0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77" h="242">
                    <a:moveTo>
                      <a:pt x="838" y="0"/>
                    </a:moveTo>
                    <a:lnTo>
                      <a:pt x="924" y="0"/>
                    </a:lnTo>
                    <a:lnTo>
                      <a:pt x="1008" y="3"/>
                    </a:lnTo>
                    <a:lnTo>
                      <a:pt x="1087" y="5"/>
                    </a:lnTo>
                    <a:lnTo>
                      <a:pt x="1164" y="9"/>
                    </a:lnTo>
                    <a:lnTo>
                      <a:pt x="1238" y="14"/>
                    </a:lnTo>
                    <a:lnTo>
                      <a:pt x="1307" y="21"/>
                    </a:lnTo>
                    <a:lnTo>
                      <a:pt x="1371" y="27"/>
                    </a:lnTo>
                    <a:lnTo>
                      <a:pt x="1430" y="35"/>
                    </a:lnTo>
                    <a:lnTo>
                      <a:pt x="1486" y="44"/>
                    </a:lnTo>
                    <a:lnTo>
                      <a:pt x="1533" y="53"/>
                    </a:lnTo>
                    <a:lnTo>
                      <a:pt x="1576" y="63"/>
                    </a:lnTo>
                    <a:lnTo>
                      <a:pt x="1610" y="73"/>
                    </a:lnTo>
                    <a:lnTo>
                      <a:pt x="1639" y="85"/>
                    </a:lnTo>
                    <a:lnTo>
                      <a:pt x="1659" y="96"/>
                    </a:lnTo>
                    <a:lnTo>
                      <a:pt x="1672" y="108"/>
                    </a:lnTo>
                    <a:lnTo>
                      <a:pt x="1677" y="121"/>
                    </a:lnTo>
                    <a:lnTo>
                      <a:pt x="1676" y="127"/>
                    </a:lnTo>
                    <a:lnTo>
                      <a:pt x="1672" y="134"/>
                    </a:lnTo>
                    <a:lnTo>
                      <a:pt x="1658" y="147"/>
                    </a:lnTo>
                    <a:lnTo>
                      <a:pt x="1635" y="158"/>
                    </a:lnTo>
                    <a:lnTo>
                      <a:pt x="1603" y="170"/>
                    </a:lnTo>
                    <a:lnTo>
                      <a:pt x="1564" y="181"/>
                    </a:lnTo>
                    <a:lnTo>
                      <a:pt x="1517" y="192"/>
                    </a:lnTo>
                    <a:lnTo>
                      <a:pt x="1463" y="202"/>
                    </a:lnTo>
                    <a:lnTo>
                      <a:pt x="1401" y="210"/>
                    </a:lnTo>
                    <a:lnTo>
                      <a:pt x="1335" y="219"/>
                    </a:lnTo>
                    <a:lnTo>
                      <a:pt x="1262" y="225"/>
                    </a:lnTo>
                    <a:lnTo>
                      <a:pt x="1185" y="230"/>
                    </a:lnTo>
                    <a:lnTo>
                      <a:pt x="1104" y="235"/>
                    </a:lnTo>
                    <a:lnTo>
                      <a:pt x="1019" y="239"/>
                    </a:lnTo>
                    <a:lnTo>
                      <a:pt x="930" y="240"/>
                    </a:lnTo>
                    <a:lnTo>
                      <a:pt x="838" y="242"/>
                    </a:lnTo>
                    <a:lnTo>
                      <a:pt x="747" y="240"/>
                    </a:lnTo>
                    <a:lnTo>
                      <a:pt x="658" y="239"/>
                    </a:lnTo>
                    <a:lnTo>
                      <a:pt x="572" y="235"/>
                    </a:lnTo>
                    <a:lnTo>
                      <a:pt x="491" y="230"/>
                    </a:lnTo>
                    <a:lnTo>
                      <a:pt x="414" y="225"/>
                    </a:lnTo>
                    <a:lnTo>
                      <a:pt x="342" y="219"/>
                    </a:lnTo>
                    <a:lnTo>
                      <a:pt x="275" y="210"/>
                    </a:lnTo>
                    <a:lnTo>
                      <a:pt x="214" y="202"/>
                    </a:lnTo>
                    <a:lnTo>
                      <a:pt x="159" y="192"/>
                    </a:lnTo>
                    <a:lnTo>
                      <a:pt x="113" y="181"/>
                    </a:lnTo>
                    <a:lnTo>
                      <a:pt x="73" y="170"/>
                    </a:lnTo>
                    <a:lnTo>
                      <a:pt x="41" y="158"/>
                    </a:lnTo>
                    <a:lnTo>
                      <a:pt x="18" y="147"/>
                    </a:lnTo>
                    <a:lnTo>
                      <a:pt x="4" y="134"/>
                    </a:lnTo>
                    <a:lnTo>
                      <a:pt x="1" y="127"/>
                    </a:lnTo>
                    <a:lnTo>
                      <a:pt x="0" y="121"/>
                    </a:lnTo>
                    <a:lnTo>
                      <a:pt x="4" y="108"/>
                    </a:lnTo>
                    <a:lnTo>
                      <a:pt x="16" y="96"/>
                    </a:lnTo>
                    <a:lnTo>
                      <a:pt x="37" y="85"/>
                    </a:lnTo>
                    <a:lnTo>
                      <a:pt x="65" y="73"/>
                    </a:lnTo>
                    <a:lnTo>
                      <a:pt x="101" y="63"/>
                    </a:lnTo>
                    <a:lnTo>
                      <a:pt x="142" y="53"/>
                    </a:lnTo>
                    <a:lnTo>
                      <a:pt x="191" y="44"/>
                    </a:lnTo>
                    <a:lnTo>
                      <a:pt x="245" y="35"/>
                    </a:lnTo>
                    <a:lnTo>
                      <a:pt x="304" y="27"/>
                    </a:lnTo>
                    <a:lnTo>
                      <a:pt x="369" y="21"/>
                    </a:lnTo>
                    <a:lnTo>
                      <a:pt x="438" y="14"/>
                    </a:lnTo>
                    <a:lnTo>
                      <a:pt x="511" y="9"/>
                    </a:lnTo>
                    <a:lnTo>
                      <a:pt x="588" y="5"/>
                    </a:lnTo>
                    <a:lnTo>
                      <a:pt x="669" y="3"/>
                    </a:lnTo>
                    <a:lnTo>
                      <a:pt x="752" y="0"/>
                    </a:lnTo>
                    <a:lnTo>
                      <a:pt x="838" y="0"/>
                    </a:lnTo>
                    <a:close/>
                  </a:path>
                </a:pathLst>
              </a:custGeom>
              <a:solidFill>
                <a:schemeClr val="accent6">
                  <a:lumMod val="75000"/>
                </a:schemeClr>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2" name="Group 6"/>
            <p:cNvGrpSpPr/>
            <p:nvPr/>
          </p:nvGrpSpPr>
          <p:grpSpPr>
            <a:xfrm>
              <a:off x="4869085" y="4305023"/>
              <a:ext cx="2453831" cy="666914"/>
              <a:chOff x="2147761" y="4430388"/>
              <a:chExt cx="2244411" cy="474168"/>
            </a:xfrm>
          </p:grpSpPr>
          <p:sp>
            <p:nvSpPr>
              <p:cNvPr id="13" name="Freeform 10"/>
              <p:cNvSpPr/>
              <p:nvPr/>
            </p:nvSpPr>
            <p:spPr bwMode="auto">
              <a:xfrm>
                <a:off x="2147761" y="4554850"/>
                <a:ext cx="2244411" cy="349706"/>
              </a:xfrm>
              <a:custGeom>
                <a:avLst/>
                <a:gdLst>
                  <a:gd name="T0" fmla="*/ 5 w 1996"/>
                  <a:gd name="T1" fmla="*/ 0 h 311"/>
                  <a:gd name="T2" fmla="*/ 45 w 1996"/>
                  <a:gd name="T3" fmla="*/ 21 h 311"/>
                  <a:gd name="T4" fmla="*/ 120 w 1996"/>
                  <a:gd name="T5" fmla="*/ 40 h 311"/>
                  <a:gd name="T6" fmla="*/ 228 w 1996"/>
                  <a:gd name="T7" fmla="*/ 57 h 311"/>
                  <a:gd name="T8" fmla="*/ 363 w 1996"/>
                  <a:gd name="T9" fmla="*/ 71 h 311"/>
                  <a:gd name="T10" fmla="*/ 523 w 1996"/>
                  <a:gd name="T11" fmla="*/ 83 h 311"/>
                  <a:gd name="T12" fmla="*/ 701 w 1996"/>
                  <a:gd name="T13" fmla="*/ 90 h 311"/>
                  <a:gd name="T14" fmla="*/ 896 w 1996"/>
                  <a:gd name="T15" fmla="*/ 94 h 311"/>
                  <a:gd name="T16" fmla="*/ 1100 w 1996"/>
                  <a:gd name="T17" fmla="*/ 94 h 311"/>
                  <a:gd name="T18" fmla="*/ 1294 w 1996"/>
                  <a:gd name="T19" fmla="*/ 90 h 311"/>
                  <a:gd name="T20" fmla="*/ 1474 w 1996"/>
                  <a:gd name="T21" fmla="*/ 83 h 311"/>
                  <a:gd name="T22" fmla="*/ 1632 w 1996"/>
                  <a:gd name="T23" fmla="*/ 71 h 311"/>
                  <a:gd name="T24" fmla="*/ 1768 w 1996"/>
                  <a:gd name="T25" fmla="*/ 57 h 311"/>
                  <a:gd name="T26" fmla="*/ 1875 w 1996"/>
                  <a:gd name="T27" fmla="*/ 40 h 311"/>
                  <a:gd name="T28" fmla="*/ 1951 w 1996"/>
                  <a:gd name="T29" fmla="*/ 21 h 311"/>
                  <a:gd name="T30" fmla="*/ 1991 w 1996"/>
                  <a:gd name="T31" fmla="*/ 0 h 311"/>
                  <a:gd name="T32" fmla="*/ 1996 w 1996"/>
                  <a:gd name="T33" fmla="*/ 206 h 311"/>
                  <a:gd name="T34" fmla="*/ 1978 w 1996"/>
                  <a:gd name="T35" fmla="*/ 225 h 311"/>
                  <a:gd name="T36" fmla="*/ 1927 w 1996"/>
                  <a:gd name="T37" fmla="*/ 245 h 311"/>
                  <a:gd name="T38" fmla="*/ 1844 w 1996"/>
                  <a:gd name="T39" fmla="*/ 261 h 311"/>
                  <a:gd name="T40" fmla="*/ 1735 w 1996"/>
                  <a:gd name="T41" fmla="*/ 277 h 311"/>
                  <a:gd name="T42" fmla="*/ 1603 w 1996"/>
                  <a:gd name="T43" fmla="*/ 290 h 311"/>
                  <a:gd name="T44" fmla="*/ 1448 w 1996"/>
                  <a:gd name="T45" fmla="*/ 300 h 311"/>
                  <a:gd name="T46" fmla="*/ 1279 w 1996"/>
                  <a:gd name="T47" fmla="*/ 308 h 311"/>
                  <a:gd name="T48" fmla="*/ 1094 w 1996"/>
                  <a:gd name="T49" fmla="*/ 310 h 311"/>
                  <a:gd name="T50" fmla="*/ 902 w 1996"/>
                  <a:gd name="T51" fmla="*/ 310 h 311"/>
                  <a:gd name="T52" fmla="*/ 718 w 1996"/>
                  <a:gd name="T53" fmla="*/ 308 h 311"/>
                  <a:gd name="T54" fmla="*/ 547 w 1996"/>
                  <a:gd name="T55" fmla="*/ 300 h 311"/>
                  <a:gd name="T56" fmla="*/ 394 w 1996"/>
                  <a:gd name="T57" fmla="*/ 290 h 311"/>
                  <a:gd name="T58" fmla="*/ 261 w 1996"/>
                  <a:gd name="T59" fmla="*/ 277 h 311"/>
                  <a:gd name="T60" fmla="*/ 151 w 1996"/>
                  <a:gd name="T61" fmla="*/ 261 h 311"/>
                  <a:gd name="T62" fmla="*/ 69 w 1996"/>
                  <a:gd name="T63" fmla="*/ 245 h 311"/>
                  <a:gd name="T64" fmla="*/ 18 w 1996"/>
                  <a:gd name="T65" fmla="*/ 225 h 311"/>
                  <a:gd name="T66" fmla="*/ 0 w 1996"/>
                  <a:gd name="T67" fmla="*/ 206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96" h="311">
                    <a:moveTo>
                      <a:pt x="0" y="0"/>
                    </a:moveTo>
                    <a:lnTo>
                      <a:pt x="5" y="0"/>
                    </a:lnTo>
                    <a:lnTo>
                      <a:pt x="20" y="12"/>
                    </a:lnTo>
                    <a:lnTo>
                      <a:pt x="45" y="21"/>
                    </a:lnTo>
                    <a:lnTo>
                      <a:pt x="78" y="31"/>
                    </a:lnTo>
                    <a:lnTo>
                      <a:pt x="120" y="40"/>
                    </a:lnTo>
                    <a:lnTo>
                      <a:pt x="171" y="49"/>
                    </a:lnTo>
                    <a:lnTo>
                      <a:pt x="228" y="57"/>
                    </a:lnTo>
                    <a:lnTo>
                      <a:pt x="293" y="65"/>
                    </a:lnTo>
                    <a:lnTo>
                      <a:pt x="363" y="71"/>
                    </a:lnTo>
                    <a:lnTo>
                      <a:pt x="441" y="78"/>
                    </a:lnTo>
                    <a:lnTo>
                      <a:pt x="523" y="83"/>
                    </a:lnTo>
                    <a:lnTo>
                      <a:pt x="609" y="87"/>
                    </a:lnTo>
                    <a:lnTo>
                      <a:pt x="701" y="90"/>
                    </a:lnTo>
                    <a:lnTo>
                      <a:pt x="797" y="93"/>
                    </a:lnTo>
                    <a:lnTo>
                      <a:pt x="896" y="94"/>
                    </a:lnTo>
                    <a:lnTo>
                      <a:pt x="998" y="96"/>
                    </a:lnTo>
                    <a:lnTo>
                      <a:pt x="1100" y="94"/>
                    </a:lnTo>
                    <a:lnTo>
                      <a:pt x="1199" y="93"/>
                    </a:lnTo>
                    <a:lnTo>
                      <a:pt x="1294" y="90"/>
                    </a:lnTo>
                    <a:lnTo>
                      <a:pt x="1387" y="87"/>
                    </a:lnTo>
                    <a:lnTo>
                      <a:pt x="1474" y="83"/>
                    </a:lnTo>
                    <a:lnTo>
                      <a:pt x="1556" y="78"/>
                    </a:lnTo>
                    <a:lnTo>
                      <a:pt x="1632" y="71"/>
                    </a:lnTo>
                    <a:lnTo>
                      <a:pt x="1703" y="65"/>
                    </a:lnTo>
                    <a:lnTo>
                      <a:pt x="1768" y="57"/>
                    </a:lnTo>
                    <a:lnTo>
                      <a:pt x="1825" y="49"/>
                    </a:lnTo>
                    <a:lnTo>
                      <a:pt x="1875" y="40"/>
                    </a:lnTo>
                    <a:lnTo>
                      <a:pt x="1918" y="31"/>
                    </a:lnTo>
                    <a:lnTo>
                      <a:pt x="1951" y="21"/>
                    </a:lnTo>
                    <a:lnTo>
                      <a:pt x="1975" y="12"/>
                    </a:lnTo>
                    <a:lnTo>
                      <a:pt x="1991" y="0"/>
                    </a:lnTo>
                    <a:lnTo>
                      <a:pt x="1996" y="0"/>
                    </a:lnTo>
                    <a:lnTo>
                      <a:pt x="1996" y="206"/>
                    </a:lnTo>
                    <a:lnTo>
                      <a:pt x="1992" y="216"/>
                    </a:lnTo>
                    <a:lnTo>
                      <a:pt x="1978" y="225"/>
                    </a:lnTo>
                    <a:lnTo>
                      <a:pt x="1956" y="236"/>
                    </a:lnTo>
                    <a:lnTo>
                      <a:pt x="1927" y="245"/>
                    </a:lnTo>
                    <a:lnTo>
                      <a:pt x="1889" y="254"/>
                    </a:lnTo>
                    <a:lnTo>
                      <a:pt x="1844" y="261"/>
                    </a:lnTo>
                    <a:lnTo>
                      <a:pt x="1793" y="269"/>
                    </a:lnTo>
                    <a:lnTo>
                      <a:pt x="1735" y="277"/>
                    </a:lnTo>
                    <a:lnTo>
                      <a:pt x="1672" y="283"/>
                    </a:lnTo>
                    <a:lnTo>
                      <a:pt x="1603" y="290"/>
                    </a:lnTo>
                    <a:lnTo>
                      <a:pt x="1528" y="295"/>
                    </a:lnTo>
                    <a:lnTo>
                      <a:pt x="1448" y="300"/>
                    </a:lnTo>
                    <a:lnTo>
                      <a:pt x="1365" y="304"/>
                    </a:lnTo>
                    <a:lnTo>
                      <a:pt x="1279" y="308"/>
                    </a:lnTo>
                    <a:lnTo>
                      <a:pt x="1187" y="309"/>
                    </a:lnTo>
                    <a:lnTo>
                      <a:pt x="1094" y="310"/>
                    </a:lnTo>
                    <a:lnTo>
                      <a:pt x="998" y="311"/>
                    </a:lnTo>
                    <a:lnTo>
                      <a:pt x="902" y="310"/>
                    </a:lnTo>
                    <a:lnTo>
                      <a:pt x="808" y="309"/>
                    </a:lnTo>
                    <a:lnTo>
                      <a:pt x="718" y="308"/>
                    </a:lnTo>
                    <a:lnTo>
                      <a:pt x="631" y="304"/>
                    </a:lnTo>
                    <a:lnTo>
                      <a:pt x="547" y="300"/>
                    </a:lnTo>
                    <a:lnTo>
                      <a:pt x="468" y="295"/>
                    </a:lnTo>
                    <a:lnTo>
                      <a:pt x="394" y="290"/>
                    </a:lnTo>
                    <a:lnTo>
                      <a:pt x="325" y="283"/>
                    </a:lnTo>
                    <a:lnTo>
                      <a:pt x="261" y="277"/>
                    </a:lnTo>
                    <a:lnTo>
                      <a:pt x="203" y="269"/>
                    </a:lnTo>
                    <a:lnTo>
                      <a:pt x="151" y="261"/>
                    </a:lnTo>
                    <a:lnTo>
                      <a:pt x="106" y="254"/>
                    </a:lnTo>
                    <a:lnTo>
                      <a:pt x="69" y="245"/>
                    </a:lnTo>
                    <a:lnTo>
                      <a:pt x="39" y="236"/>
                    </a:lnTo>
                    <a:lnTo>
                      <a:pt x="18" y="225"/>
                    </a:lnTo>
                    <a:lnTo>
                      <a:pt x="3" y="216"/>
                    </a:lnTo>
                    <a:lnTo>
                      <a:pt x="0" y="206"/>
                    </a:lnTo>
                    <a:lnTo>
                      <a:pt x="0" y="0"/>
                    </a:lnTo>
                    <a:close/>
                  </a:path>
                </a:pathLst>
              </a:custGeom>
              <a:solidFill>
                <a:schemeClr val="accent5"/>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 name="Freeform 11"/>
              <p:cNvSpPr/>
              <p:nvPr/>
            </p:nvSpPr>
            <p:spPr bwMode="auto">
              <a:xfrm>
                <a:off x="2147761" y="4430388"/>
                <a:ext cx="2244411" cy="237260"/>
              </a:xfrm>
              <a:custGeom>
                <a:avLst/>
                <a:gdLst>
                  <a:gd name="T0" fmla="*/ 1094 w 1996"/>
                  <a:gd name="T1" fmla="*/ 0 h 211"/>
                  <a:gd name="T2" fmla="*/ 1279 w 1996"/>
                  <a:gd name="T3" fmla="*/ 4 h 211"/>
                  <a:gd name="T4" fmla="*/ 1448 w 1996"/>
                  <a:gd name="T5" fmla="*/ 11 h 211"/>
                  <a:gd name="T6" fmla="*/ 1603 w 1996"/>
                  <a:gd name="T7" fmla="*/ 22 h 211"/>
                  <a:gd name="T8" fmla="*/ 1735 w 1996"/>
                  <a:gd name="T9" fmla="*/ 35 h 211"/>
                  <a:gd name="T10" fmla="*/ 1844 w 1996"/>
                  <a:gd name="T11" fmla="*/ 49 h 211"/>
                  <a:gd name="T12" fmla="*/ 1927 w 1996"/>
                  <a:gd name="T13" fmla="*/ 67 h 211"/>
                  <a:gd name="T14" fmla="*/ 1978 w 1996"/>
                  <a:gd name="T15" fmla="*/ 85 h 211"/>
                  <a:gd name="T16" fmla="*/ 1996 w 1996"/>
                  <a:gd name="T17" fmla="*/ 105 h 211"/>
                  <a:gd name="T18" fmla="*/ 1995 w 1996"/>
                  <a:gd name="T19" fmla="*/ 113 h 211"/>
                  <a:gd name="T20" fmla="*/ 1975 w 1996"/>
                  <a:gd name="T21" fmla="*/ 127 h 211"/>
                  <a:gd name="T22" fmla="*/ 1918 w 1996"/>
                  <a:gd name="T23" fmla="*/ 146 h 211"/>
                  <a:gd name="T24" fmla="*/ 1825 w 1996"/>
                  <a:gd name="T25" fmla="*/ 164 h 211"/>
                  <a:gd name="T26" fmla="*/ 1703 w 1996"/>
                  <a:gd name="T27" fmla="*/ 180 h 211"/>
                  <a:gd name="T28" fmla="*/ 1556 w 1996"/>
                  <a:gd name="T29" fmla="*/ 193 h 211"/>
                  <a:gd name="T30" fmla="*/ 1387 w 1996"/>
                  <a:gd name="T31" fmla="*/ 202 h 211"/>
                  <a:gd name="T32" fmla="*/ 1199 w 1996"/>
                  <a:gd name="T33" fmla="*/ 208 h 211"/>
                  <a:gd name="T34" fmla="*/ 998 w 1996"/>
                  <a:gd name="T35" fmla="*/ 211 h 211"/>
                  <a:gd name="T36" fmla="*/ 797 w 1996"/>
                  <a:gd name="T37" fmla="*/ 208 h 211"/>
                  <a:gd name="T38" fmla="*/ 609 w 1996"/>
                  <a:gd name="T39" fmla="*/ 202 h 211"/>
                  <a:gd name="T40" fmla="*/ 441 w 1996"/>
                  <a:gd name="T41" fmla="*/ 193 h 211"/>
                  <a:gd name="T42" fmla="*/ 293 w 1996"/>
                  <a:gd name="T43" fmla="*/ 180 h 211"/>
                  <a:gd name="T44" fmla="*/ 171 w 1996"/>
                  <a:gd name="T45" fmla="*/ 164 h 211"/>
                  <a:gd name="T46" fmla="*/ 78 w 1996"/>
                  <a:gd name="T47" fmla="*/ 146 h 211"/>
                  <a:gd name="T48" fmla="*/ 20 w 1996"/>
                  <a:gd name="T49" fmla="*/ 127 h 211"/>
                  <a:gd name="T50" fmla="*/ 2 w 1996"/>
                  <a:gd name="T51" fmla="*/ 113 h 211"/>
                  <a:gd name="T52" fmla="*/ 0 w 1996"/>
                  <a:gd name="T53" fmla="*/ 105 h 211"/>
                  <a:gd name="T54" fmla="*/ 18 w 1996"/>
                  <a:gd name="T55" fmla="*/ 85 h 211"/>
                  <a:gd name="T56" fmla="*/ 69 w 1996"/>
                  <a:gd name="T57" fmla="*/ 67 h 211"/>
                  <a:gd name="T58" fmla="*/ 151 w 1996"/>
                  <a:gd name="T59" fmla="*/ 49 h 211"/>
                  <a:gd name="T60" fmla="*/ 261 w 1996"/>
                  <a:gd name="T61" fmla="*/ 35 h 211"/>
                  <a:gd name="T62" fmla="*/ 394 w 1996"/>
                  <a:gd name="T63" fmla="*/ 22 h 211"/>
                  <a:gd name="T64" fmla="*/ 547 w 1996"/>
                  <a:gd name="T65" fmla="*/ 11 h 211"/>
                  <a:gd name="T66" fmla="*/ 718 w 1996"/>
                  <a:gd name="T67" fmla="*/ 4 h 211"/>
                  <a:gd name="T68" fmla="*/ 902 w 1996"/>
                  <a:gd name="T69"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96" h="211">
                    <a:moveTo>
                      <a:pt x="998" y="0"/>
                    </a:moveTo>
                    <a:lnTo>
                      <a:pt x="1094" y="0"/>
                    </a:lnTo>
                    <a:lnTo>
                      <a:pt x="1187" y="1"/>
                    </a:lnTo>
                    <a:lnTo>
                      <a:pt x="1279" y="4"/>
                    </a:lnTo>
                    <a:lnTo>
                      <a:pt x="1365" y="8"/>
                    </a:lnTo>
                    <a:lnTo>
                      <a:pt x="1448" y="11"/>
                    </a:lnTo>
                    <a:lnTo>
                      <a:pt x="1528" y="15"/>
                    </a:lnTo>
                    <a:lnTo>
                      <a:pt x="1603" y="22"/>
                    </a:lnTo>
                    <a:lnTo>
                      <a:pt x="1672" y="27"/>
                    </a:lnTo>
                    <a:lnTo>
                      <a:pt x="1735" y="35"/>
                    </a:lnTo>
                    <a:lnTo>
                      <a:pt x="1793" y="41"/>
                    </a:lnTo>
                    <a:lnTo>
                      <a:pt x="1844" y="49"/>
                    </a:lnTo>
                    <a:lnTo>
                      <a:pt x="1889" y="58"/>
                    </a:lnTo>
                    <a:lnTo>
                      <a:pt x="1927" y="67"/>
                    </a:lnTo>
                    <a:lnTo>
                      <a:pt x="1956" y="76"/>
                    </a:lnTo>
                    <a:lnTo>
                      <a:pt x="1978" y="85"/>
                    </a:lnTo>
                    <a:lnTo>
                      <a:pt x="1992" y="95"/>
                    </a:lnTo>
                    <a:lnTo>
                      <a:pt x="1996" y="105"/>
                    </a:lnTo>
                    <a:lnTo>
                      <a:pt x="1996" y="109"/>
                    </a:lnTo>
                    <a:lnTo>
                      <a:pt x="1995" y="113"/>
                    </a:lnTo>
                    <a:lnTo>
                      <a:pt x="1991" y="115"/>
                    </a:lnTo>
                    <a:lnTo>
                      <a:pt x="1975" y="127"/>
                    </a:lnTo>
                    <a:lnTo>
                      <a:pt x="1951" y="136"/>
                    </a:lnTo>
                    <a:lnTo>
                      <a:pt x="1918" y="146"/>
                    </a:lnTo>
                    <a:lnTo>
                      <a:pt x="1875" y="155"/>
                    </a:lnTo>
                    <a:lnTo>
                      <a:pt x="1825" y="164"/>
                    </a:lnTo>
                    <a:lnTo>
                      <a:pt x="1768" y="172"/>
                    </a:lnTo>
                    <a:lnTo>
                      <a:pt x="1703" y="180"/>
                    </a:lnTo>
                    <a:lnTo>
                      <a:pt x="1632" y="186"/>
                    </a:lnTo>
                    <a:lnTo>
                      <a:pt x="1556" y="193"/>
                    </a:lnTo>
                    <a:lnTo>
                      <a:pt x="1474" y="198"/>
                    </a:lnTo>
                    <a:lnTo>
                      <a:pt x="1387" y="202"/>
                    </a:lnTo>
                    <a:lnTo>
                      <a:pt x="1294" y="205"/>
                    </a:lnTo>
                    <a:lnTo>
                      <a:pt x="1199" y="208"/>
                    </a:lnTo>
                    <a:lnTo>
                      <a:pt x="1100" y="209"/>
                    </a:lnTo>
                    <a:lnTo>
                      <a:pt x="998" y="211"/>
                    </a:lnTo>
                    <a:lnTo>
                      <a:pt x="896" y="209"/>
                    </a:lnTo>
                    <a:lnTo>
                      <a:pt x="797" y="208"/>
                    </a:lnTo>
                    <a:lnTo>
                      <a:pt x="701" y="205"/>
                    </a:lnTo>
                    <a:lnTo>
                      <a:pt x="609" y="202"/>
                    </a:lnTo>
                    <a:lnTo>
                      <a:pt x="523" y="198"/>
                    </a:lnTo>
                    <a:lnTo>
                      <a:pt x="441" y="193"/>
                    </a:lnTo>
                    <a:lnTo>
                      <a:pt x="363" y="186"/>
                    </a:lnTo>
                    <a:lnTo>
                      <a:pt x="293" y="180"/>
                    </a:lnTo>
                    <a:lnTo>
                      <a:pt x="228" y="172"/>
                    </a:lnTo>
                    <a:lnTo>
                      <a:pt x="171" y="164"/>
                    </a:lnTo>
                    <a:lnTo>
                      <a:pt x="120" y="155"/>
                    </a:lnTo>
                    <a:lnTo>
                      <a:pt x="78" y="146"/>
                    </a:lnTo>
                    <a:lnTo>
                      <a:pt x="45" y="136"/>
                    </a:lnTo>
                    <a:lnTo>
                      <a:pt x="20" y="127"/>
                    </a:lnTo>
                    <a:lnTo>
                      <a:pt x="5" y="115"/>
                    </a:lnTo>
                    <a:lnTo>
                      <a:pt x="2" y="113"/>
                    </a:lnTo>
                    <a:lnTo>
                      <a:pt x="0" y="109"/>
                    </a:lnTo>
                    <a:lnTo>
                      <a:pt x="0" y="105"/>
                    </a:lnTo>
                    <a:lnTo>
                      <a:pt x="3" y="95"/>
                    </a:lnTo>
                    <a:lnTo>
                      <a:pt x="18" y="85"/>
                    </a:lnTo>
                    <a:lnTo>
                      <a:pt x="39" y="76"/>
                    </a:lnTo>
                    <a:lnTo>
                      <a:pt x="69" y="67"/>
                    </a:lnTo>
                    <a:lnTo>
                      <a:pt x="106" y="58"/>
                    </a:lnTo>
                    <a:lnTo>
                      <a:pt x="151" y="49"/>
                    </a:lnTo>
                    <a:lnTo>
                      <a:pt x="203" y="41"/>
                    </a:lnTo>
                    <a:lnTo>
                      <a:pt x="261" y="35"/>
                    </a:lnTo>
                    <a:lnTo>
                      <a:pt x="325" y="27"/>
                    </a:lnTo>
                    <a:lnTo>
                      <a:pt x="394" y="22"/>
                    </a:lnTo>
                    <a:lnTo>
                      <a:pt x="468" y="15"/>
                    </a:lnTo>
                    <a:lnTo>
                      <a:pt x="547" y="11"/>
                    </a:lnTo>
                    <a:lnTo>
                      <a:pt x="631" y="8"/>
                    </a:lnTo>
                    <a:lnTo>
                      <a:pt x="718" y="4"/>
                    </a:lnTo>
                    <a:lnTo>
                      <a:pt x="808" y="1"/>
                    </a:lnTo>
                    <a:lnTo>
                      <a:pt x="902" y="0"/>
                    </a:lnTo>
                    <a:lnTo>
                      <a:pt x="998" y="0"/>
                    </a:lnTo>
                    <a:close/>
                  </a:path>
                </a:pathLst>
              </a:custGeom>
              <a:solidFill>
                <a:schemeClr val="accent5">
                  <a:lumMod val="75000"/>
                </a:schemeClr>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5" name="Group 5"/>
            <p:cNvGrpSpPr/>
            <p:nvPr/>
          </p:nvGrpSpPr>
          <p:grpSpPr>
            <a:xfrm>
              <a:off x="4622595" y="3636702"/>
              <a:ext cx="2946811" cy="724682"/>
              <a:chOff x="1921745" y="3830458"/>
              <a:chExt cx="2695318" cy="515242"/>
            </a:xfrm>
          </p:grpSpPr>
          <p:sp>
            <p:nvSpPr>
              <p:cNvPr id="16" name="Freeform 12"/>
              <p:cNvSpPr/>
              <p:nvPr/>
            </p:nvSpPr>
            <p:spPr bwMode="auto">
              <a:xfrm>
                <a:off x="1921745" y="3963386"/>
                <a:ext cx="2695318" cy="382314"/>
              </a:xfrm>
              <a:custGeom>
                <a:avLst/>
                <a:gdLst>
                  <a:gd name="T0" fmla="*/ 7 w 2397"/>
                  <a:gd name="T1" fmla="*/ 0 h 340"/>
                  <a:gd name="T2" fmla="*/ 46 w 2397"/>
                  <a:gd name="T3" fmla="*/ 19 h 340"/>
                  <a:gd name="T4" fmla="*/ 121 w 2397"/>
                  <a:gd name="T5" fmla="*/ 38 h 340"/>
                  <a:gd name="T6" fmla="*/ 225 w 2397"/>
                  <a:gd name="T7" fmla="*/ 55 h 340"/>
                  <a:gd name="T8" fmla="*/ 356 w 2397"/>
                  <a:gd name="T9" fmla="*/ 69 h 340"/>
                  <a:gd name="T10" fmla="*/ 513 w 2397"/>
                  <a:gd name="T11" fmla="*/ 82 h 340"/>
                  <a:gd name="T12" fmla="*/ 689 w 2397"/>
                  <a:gd name="T13" fmla="*/ 92 h 340"/>
                  <a:gd name="T14" fmla="*/ 883 w 2397"/>
                  <a:gd name="T15" fmla="*/ 99 h 340"/>
                  <a:gd name="T16" fmla="*/ 1090 w 2397"/>
                  <a:gd name="T17" fmla="*/ 102 h 340"/>
                  <a:gd name="T18" fmla="*/ 1307 w 2397"/>
                  <a:gd name="T19" fmla="*/ 102 h 340"/>
                  <a:gd name="T20" fmla="*/ 1516 w 2397"/>
                  <a:gd name="T21" fmla="*/ 99 h 340"/>
                  <a:gd name="T22" fmla="*/ 1708 w 2397"/>
                  <a:gd name="T23" fmla="*/ 92 h 340"/>
                  <a:gd name="T24" fmla="*/ 1886 w 2397"/>
                  <a:gd name="T25" fmla="*/ 82 h 340"/>
                  <a:gd name="T26" fmla="*/ 2041 w 2397"/>
                  <a:gd name="T27" fmla="*/ 69 h 340"/>
                  <a:gd name="T28" fmla="*/ 2173 w 2397"/>
                  <a:gd name="T29" fmla="*/ 55 h 340"/>
                  <a:gd name="T30" fmla="*/ 2278 w 2397"/>
                  <a:gd name="T31" fmla="*/ 38 h 340"/>
                  <a:gd name="T32" fmla="*/ 2351 w 2397"/>
                  <a:gd name="T33" fmla="*/ 19 h 340"/>
                  <a:gd name="T34" fmla="*/ 2391 w 2397"/>
                  <a:gd name="T35" fmla="*/ 0 h 340"/>
                  <a:gd name="T36" fmla="*/ 2397 w 2397"/>
                  <a:gd name="T37" fmla="*/ 225 h 340"/>
                  <a:gd name="T38" fmla="*/ 2378 w 2397"/>
                  <a:gd name="T39" fmla="*/ 245 h 340"/>
                  <a:gd name="T40" fmla="*/ 2323 w 2397"/>
                  <a:gd name="T41" fmla="*/ 264 h 340"/>
                  <a:gd name="T42" fmla="*/ 2234 w 2397"/>
                  <a:gd name="T43" fmla="*/ 282 h 340"/>
                  <a:gd name="T44" fmla="*/ 2116 w 2397"/>
                  <a:gd name="T45" fmla="*/ 299 h 340"/>
                  <a:gd name="T46" fmla="*/ 1971 w 2397"/>
                  <a:gd name="T47" fmla="*/ 313 h 340"/>
                  <a:gd name="T48" fmla="*/ 1804 w 2397"/>
                  <a:gd name="T49" fmla="*/ 325 h 340"/>
                  <a:gd name="T50" fmla="*/ 1617 w 2397"/>
                  <a:gd name="T51" fmla="*/ 332 h 340"/>
                  <a:gd name="T52" fmla="*/ 1414 w 2397"/>
                  <a:gd name="T53" fmla="*/ 338 h 340"/>
                  <a:gd name="T54" fmla="*/ 1199 w 2397"/>
                  <a:gd name="T55" fmla="*/ 340 h 340"/>
                  <a:gd name="T56" fmla="*/ 983 w 2397"/>
                  <a:gd name="T57" fmla="*/ 338 h 340"/>
                  <a:gd name="T58" fmla="*/ 780 w 2397"/>
                  <a:gd name="T59" fmla="*/ 332 h 340"/>
                  <a:gd name="T60" fmla="*/ 594 w 2397"/>
                  <a:gd name="T61" fmla="*/ 325 h 340"/>
                  <a:gd name="T62" fmla="*/ 427 w 2397"/>
                  <a:gd name="T63" fmla="*/ 313 h 340"/>
                  <a:gd name="T64" fmla="*/ 282 w 2397"/>
                  <a:gd name="T65" fmla="*/ 299 h 340"/>
                  <a:gd name="T66" fmla="*/ 163 w 2397"/>
                  <a:gd name="T67" fmla="*/ 282 h 340"/>
                  <a:gd name="T68" fmla="*/ 75 w 2397"/>
                  <a:gd name="T69" fmla="*/ 264 h 340"/>
                  <a:gd name="T70" fmla="*/ 19 w 2397"/>
                  <a:gd name="T71" fmla="*/ 245 h 340"/>
                  <a:gd name="T72" fmla="*/ 0 w 2397"/>
                  <a:gd name="T73" fmla="*/ 22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97" h="340">
                    <a:moveTo>
                      <a:pt x="0" y="0"/>
                    </a:moveTo>
                    <a:lnTo>
                      <a:pt x="7" y="0"/>
                    </a:lnTo>
                    <a:lnTo>
                      <a:pt x="22" y="10"/>
                    </a:lnTo>
                    <a:lnTo>
                      <a:pt x="46" y="19"/>
                    </a:lnTo>
                    <a:lnTo>
                      <a:pt x="80" y="29"/>
                    </a:lnTo>
                    <a:lnTo>
                      <a:pt x="121" y="38"/>
                    </a:lnTo>
                    <a:lnTo>
                      <a:pt x="168" y="46"/>
                    </a:lnTo>
                    <a:lnTo>
                      <a:pt x="225" y="55"/>
                    </a:lnTo>
                    <a:lnTo>
                      <a:pt x="288" y="63"/>
                    </a:lnTo>
                    <a:lnTo>
                      <a:pt x="356" y="69"/>
                    </a:lnTo>
                    <a:lnTo>
                      <a:pt x="432" y="77"/>
                    </a:lnTo>
                    <a:lnTo>
                      <a:pt x="513" y="82"/>
                    </a:lnTo>
                    <a:lnTo>
                      <a:pt x="598" y="87"/>
                    </a:lnTo>
                    <a:lnTo>
                      <a:pt x="689" y="92"/>
                    </a:lnTo>
                    <a:lnTo>
                      <a:pt x="784" y="96"/>
                    </a:lnTo>
                    <a:lnTo>
                      <a:pt x="883" y="99"/>
                    </a:lnTo>
                    <a:lnTo>
                      <a:pt x="985" y="101"/>
                    </a:lnTo>
                    <a:lnTo>
                      <a:pt x="1090" y="102"/>
                    </a:lnTo>
                    <a:lnTo>
                      <a:pt x="1199" y="102"/>
                    </a:lnTo>
                    <a:lnTo>
                      <a:pt x="1307" y="102"/>
                    </a:lnTo>
                    <a:lnTo>
                      <a:pt x="1413" y="101"/>
                    </a:lnTo>
                    <a:lnTo>
                      <a:pt x="1516" y="99"/>
                    </a:lnTo>
                    <a:lnTo>
                      <a:pt x="1613" y="96"/>
                    </a:lnTo>
                    <a:lnTo>
                      <a:pt x="1708" y="92"/>
                    </a:lnTo>
                    <a:lnTo>
                      <a:pt x="1800" y="87"/>
                    </a:lnTo>
                    <a:lnTo>
                      <a:pt x="1886" y="82"/>
                    </a:lnTo>
                    <a:lnTo>
                      <a:pt x="1966" y="77"/>
                    </a:lnTo>
                    <a:lnTo>
                      <a:pt x="2041" y="69"/>
                    </a:lnTo>
                    <a:lnTo>
                      <a:pt x="2111" y="63"/>
                    </a:lnTo>
                    <a:lnTo>
                      <a:pt x="2173" y="55"/>
                    </a:lnTo>
                    <a:lnTo>
                      <a:pt x="2229" y="46"/>
                    </a:lnTo>
                    <a:lnTo>
                      <a:pt x="2278" y="38"/>
                    </a:lnTo>
                    <a:lnTo>
                      <a:pt x="2319" y="29"/>
                    </a:lnTo>
                    <a:lnTo>
                      <a:pt x="2351" y="19"/>
                    </a:lnTo>
                    <a:lnTo>
                      <a:pt x="2376" y="10"/>
                    </a:lnTo>
                    <a:lnTo>
                      <a:pt x="2391" y="0"/>
                    </a:lnTo>
                    <a:lnTo>
                      <a:pt x="2397" y="0"/>
                    </a:lnTo>
                    <a:lnTo>
                      <a:pt x="2397" y="225"/>
                    </a:lnTo>
                    <a:lnTo>
                      <a:pt x="2392" y="235"/>
                    </a:lnTo>
                    <a:lnTo>
                      <a:pt x="2378" y="245"/>
                    </a:lnTo>
                    <a:lnTo>
                      <a:pt x="2355" y="255"/>
                    </a:lnTo>
                    <a:lnTo>
                      <a:pt x="2323" y="264"/>
                    </a:lnTo>
                    <a:lnTo>
                      <a:pt x="2282" y="273"/>
                    </a:lnTo>
                    <a:lnTo>
                      <a:pt x="2234" y="282"/>
                    </a:lnTo>
                    <a:lnTo>
                      <a:pt x="2179" y="291"/>
                    </a:lnTo>
                    <a:lnTo>
                      <a:pt x="2116" y="299"/>
                    </a:lnTo>
                    <a:lnTo>
                      <a:pt x="2047" y="307"/>
                    </a:lnTo>
                    <a:lnTo>
                      <a:pt x="1971" y="313"/>
                    </a:lnTo>
                    <a:lnTo>
                      <a:pt x="1890" y="318"/>
                    </a:lnTo>
                    <a:lnTo>
                      <a:pt x="1804" y="325"/>
                    </a:lnTo>
                    <a:lnTo>
                      <a:pt x="1712" y="329"/>
                    </a:lnTo>
                    <a:lnTo>
                      <a:pt x="1617" y="332"/>
                    </a:lnTo>
                    <a:lnTo>
                      <a:pt x="1518" y="336"/>
                    </a:lnTo>
                    <a:lnTo>
                      <a:pt x="1414" y="338"/>
                    </a:lnTo>
                    <a:lnTo>
                      <a:pt x="1307" y="340"/>
                    </a:lnTo>
                    <a:lnTo>
                      <a:pt x="1199" y="340"/>
                    </a:lnTo>
                    <a:lnTo>
                      <a:pt x="1090" y="340"/>
                    </a:lnTo>
                    <a:lnTo>
                      <a:pt x="983" y="338"/>
                    </a:lnTo>
                    <a:lnTo>
                      <a:pt x="881" y="336"/>
                    </a:lnTo>
                    <a:lnTo>
                      <a:pt x="780" y="332"/>
                    </a:lnTo>
                    <a:lnTo>
                      <a:pt x="685" y="329"/>
                    </a:lnTo>
                    <a:lnTo>
                      <a:pt x="594" y="325"/>
                    </a:lnTo>
                    <a:lnTo>
                      <a:pt x="508" y="318"/>
                    </a:lnTo>
                    <a:lnTo>
                      <a:pt x="427" y="313"/>
                    </a:lnTo>
                    <a:lnTo>
                      <a:pt x="351" y="307"/>
                    </a:lnTo>
                    <a:lnTo>
                      <a:pt x="282" y="299"/>
                    </a:lnTo>
                    <a:lnTo>
                      <a:pt x="220" y="291"/>
                    </a:lnTo>
                    <a:lnTo>
                      <a:pt x="163" y="282"/>
                    </a:lnTo>
                    <a:lnTo>
                      <a:pt x="116" y="273"/>
                    </a:lnTo>
                    <a:lnTo>
                      <a:pt x="75" y="264"/>
                    </a:lnTo>
                    <a:lnTo>
                      <a:pt x="43" y="255"/>
                    </a:lnTo>
                    <a:lnTo>
                      <a:pt x="19" y="245"/>
                    </a:lnTo>
                    <a:lnTo>
                      <a:pt x="5" y="235"/>
                    </a:lnTo>
                    <a:lnTo>
                      <a:pt x="0" y="225"/>
                    </a:lnTo>
                    <a:lnTo>
                      <a:pt x="0" y="0"/>
                    </a:lnTo>
                    <a:close/>
                  </a:path>
                </a:pathLst>
              </a:custGeom>
              <a:solidFill>
                <a:schemeClr val="accent4"/>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Freeform 13"/>
              <p:cNvSpPr/>
              <p:nvPr/>
            </p:nvSpPr>
            <p:spPr bwMode="auto">
              <a:xfrm>
                <a:off x="1921745" y="3830458"/>
                <a:ext cx="2695318" cy="259749"/>
              </a:xfrm>
              <a:custGeom>
                <a:avLst/>
                <a:gdLst>
                  <a:gd name="T0" fmla="*/ 1307 w 2397"/>
                  <a:gd name="T1" fmla="*/ 1 h 231"/>
                  <a:gd name="T2" fmla="*/ 1518 w 2397"/>
                  <a:gd name="T3" fmla="*/ 4 h 231"/>
                  <a:gd name="T4" fmla="*/ 1712 w 2397"/>
                  <a:gd name="T5" fmla="*/ 12 h 231"/>
                  <a:gd name="T6" fmla="*/ 1890 w 2397"/>
                  <a:gd name="T7" fmla="*/ 22 h 231"/>
                  <a:gd name="T8" fmla="*/ 2047 w 2397"/>
                  <a:gd name="T9" fmla="*/ 35 h 231"/>
                  <a:gd name="T10" fmla="*/ 2179 w 2397"/>
                  <a:gd name="T11" fmla="*/ 49 h 231"/>
                  <a:gd name="T12" fmla="*/ 2282 w 2397"/>
                  <a:gd name="T13" fmla="*/ 67 h 231"/>
                  <a:gd name="T14" fmla="*/ 2355 w 2397"/>
                  <a:gd name="T15" fmla="*/ 85 h 231"/>
                  <a:gd name="T16" fmla="*/ 2392 w 2397"/>
                  <a:gd name="T17" fmla="*/ 106 h 231"/>
                  <a:gd name="T18" fmla="*/ 2397 w 2397"/>
                  <a:gd name="T19" fmla="*/ 120 h 231"/>
                  <a:gd name="T20" fmla="*/ 2391 w 2397"/>
                  <a:gd name="T21" fmla="*/ 129 h 231"/>
                  <a:gd name="T22" fmla="*/ 2351 w 2397"/>
                  <a:gd name="T23" fmla="*/ 148 h 231"/>
                  <a:gd name="T24" fmla="*/ 2278 w 2397"/>
                  <a:gd name="T25" fmla="*/ 167 h 231"/>
                  <a:gd name="T26" fmla="*/ 2173 w 2397"/>
                  <a:gd name="T27" fmla="*/ 184 h 231"/>
                  <a:gd name="T28" fmla="*/ 2041 w 2397"/>
                  <a:gd name="T29" fmla="*/ 198 h 231"/>
                  <a:gd name="T30" fmla="*/ 1886 w 2397"/>
                  <a:gd name="T31" fmla="*/ 211 h 231"/>
                  <a:gd name="T32" fmla="*/ 1708 w 2397"/>
                  <a:gd name="T33" fmla="*/ 221 h 231"/>
                  <a:gd name="T34" fmla="*/ 1516 w 2397"/>
                  <a:gd name="T35" fmla="*/ 228 h 231"/>
                  <a:gd name="T36" fmla="*/ 1307 w 2397"/>
                  <a:gd name="T37" fmla="*/ 231 h 231"/>
                  <a:gd name="T38" fmla="*/ 1090 w 2397"/>
                  <a:gd name="T39" fmla="*/ 231 h 231"/>
                  <a:gd name="T40" fmla="*/ 883 w 2397"/>
                  <a:gd name="T41" fmla="*/ 228 h 231"/>
                  <a:gd name="T42" fmla="*/ 689 w 2397"/>
                  <a:gd name="T43" fmla="*/ 221 h 231"/>
                  <a:gd name="T44" fmla="*/ 513 w 2397"/>
                  <a:gd name="T45" fmla="*/ 211 h 231"/>
                  <a:gd name="T46" fmla="*/ 356 w 2397"/>
                  <a:gd name="T47" fmla="*/ 198 h 231"/>
                  <a:gd name="T48" fmla="*/ 225 w 2397"/>
                  <a:gd name="T49" fmla="*/ 184 h 231"/>
                  <a:gd name="T50" fmla="*/ 121 w 2397"/>
                  <a:gd name="T51" fmla="*/ 167 h 231"/>
                  <a:gd name="T52" fmla="*/ 46 w 2397"/>
                  <a:gd name="T53" fmla="*/ 148 h 231"/>
                  <a:gd name="T54" fmla="*/ 7 w 2397"/>
                  <a:gd name="T55" fmla="*/ 129 h 231"/>
                  <a:gd name="T56" fmla="*/ 1 w 2397"/>
                  <a:gd name="T57" fmla="*/ 120 h 231"/>
                  <a:gd name="T58" fmla="*/ 5 w 2397"/>
                  <a:gd name="T59" fmla="*/ 106 h 231"/>
                  <a:gd name="T60" fmla="*/ 43 w 2397"/>
                  <a:gd name="T61" fmla="*/ 85 h 231"/>
                  <a:gd name="T62" fmla="*/ 116 w 2397"/>
                  <a:gd name="T63" fmla="*/ 67 h 231"/>
                  <a:gd name="T64" fmla="*/ 220 w 2397"/>
                  <a:gd name="T65" fmla="*/ 49 h 231"/>
                  <a:gd name="T66" fmla="*/ 351 w 2397"/>
                  <a:gd name="T67" fmla="*/ 35 h 231"/>
                  <a:gd name="T68" fmla="*/ 508 w 2397"/>
                  <a:gd name="T69" fmla="*/ 22 h 231"/>
                  <a:gd name="T70" fmla="*/ 685 w 2397"/>
                  <a:gd name="T71" fmla="*/ 12 h 231"/>
                  <a:gd name="T72" fmla="*/ 881 w 2397"/>
                  <a:gd name="T73" fmla="*/ 4 h 231"/>
                  <a:gd name="T74" fmla="*/ 1090 w 2397"/>
                  <a:gd name="T75" fmla="*/ 1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97" h="231">
                    <a:moveTo>
                      <a:pt x="1199" y="0"/>
                    </a:moveTo>
                    <a:lnTo>
                      <a:pt x="1307" y="1"/>
                    </a:lnTo>
                    <a:lnTo>
                      <a:pt x="1414" y="3"/>
                    </a:lnTo>
                    <a:lnTo>
                      <a:pt x="1518" y="4"/>
                    </a:lnTo>
                    <a:lnTo>
                      <a:pt x="1617" y="8"/>
                    </a:lnTo>
                    <a:lnTo>
                      <a:pt x="1712" y="12"/>
                    </a:lnTo>
                    <a:lnTo>
                      <a:pt x="1804" y="17"/>
                    </a:lnTo>
                    <a:lnTo>
                      <a:pt x="1890" y="22"/>
                    </a:lnTo>
                    <a:lnTo>
                      <a:pt x="1971" y="27"/>
                    </a:lnTo>
                    <a:lnTo>
                      <a:pt x="2047" y="35"/>
                    </a:lnTo>
                    <a:lnTo>
                      <a:pt x="2116" y="41"/>
                    </a:lnTo>
                    <a:lnTo>
                      <a:pt x="2179" y="49"/>
                    </a:lnTo>
                    <a:lnTo>
                      <a:pt x="2234" y="58"/>
                    </a:lnTo>
                    <a:lnTo>
                      <a:pt x="2282" y="67"/>
                    </a:lnTo>
                    <a:lnTo>
                      <a:pt x="2323" y="76"/>
                    </a:lnTo>
                    <a:lnTo>
                      <a:pt x="2355" y="85"/>
                    </a:lnTo>
                    <a:lnTo>
                      <a:pt x="2378" y="95"/>
                    </a:lnTo>
                    <a:lnTo>
                      <a:pt x="2392" y="106"/>
                    </a:lnTo>
                    <a:lnTo>
                      <a:pt x="2397" y="116"/>
                    </a:lnTo>
                    <a:lnTo>
                      <a:pt x="2397" y="120"/>
                    </a:lnTo>
                    <a:lnTo>
                      <a:pt x="2395" y="125"/>
                    </a:lnTo>
                    <a:lnTo>
                      <a:pt x="2391" y="129"/>
                    </a:lnTo>
                    <a:lnTo>
                      <a:pt x="2376" y="139"/>
                    </a:lnTo>
                    <a:lnTo>
                      <a:pt x="2351" y="148"/>
                    </a:lnTo>
                    <a:lnTo>
                      <a:pt x="2319" y="158"/>
                    </a:lnTo>
                    <a:lnTo>
                      <a:pt x="2278" y="167"/>
                    </a:lnTo>
                    <a:lnTo>
                      <a:pt x="2229" y="175"/>
                    </a:lnTo>
                    <a:lnTo>
                      <a:pt x="2173" y="184"/>
                    </a:lnTo>
                    <a:lnTo>
                      <a:pt x="2111" y="192"/>
                    </a:lnTo>
                    <a:lnTo>
                      <a:pt x="2041" y="198"/>
                    </a:lnTo>
                    <a:lnTo>
                      <a:pt x="1966" y="206"/>
                    </a:lnTo>
                    <a:lnTo>
                      <a:pt x="1886" y="211"/>
                    </a:lnTo>
                    <a:lnTo>
                      <a:pt x="1800" y="216"/>
                    </a:lnTo>
                    <a:lnTo>
                      <a:pt x="1708" y="221"/>
                    </a:lnTo>
                    <a:lnTo>
                      <a:pt x="1613" y="225"/>
                    </a:lnTo>
                    <a:lnTo>
                      <a:pt x="1516" y="228"/>
                    </a:lnTo>
                    <a:lnTo>
                      <a:pt x="1413" y="230"/>
                    </a:lnTo>
                    <a:lnTo>
                      <a:pt x="1307" y="231"/>
                    </a:lnTo>
                    <a:lnTo>
                      <a:pt x="1199" y="231"/>
                    </a:lnTo>
                    <a:lnTo>
                      <a:pt x="1090" y="231"/>
                    </a:lnTo>
                    <a:lnTo>
                      <a:pt x="985" y="230"/>
                    </a:lnTo>
                    <a:lnTo>
                      <a:pt x="883" y="228"/>
                    </a:lnTo>
                    <a:lnTo>
                      <a:pt x="784" y="225"/>
                    </a:lnTo>
                    <a:lnTo>
                      <a:pt x="689" y="221"/>
                    </a:lnTo>
                    <a:lnTo>
                      <a:pt x="598" y="216"/>
                    </a:lnTo>
                    <a:lnTo>
                      <a:pt x="513" y="211"/>
                    </a:lnTo>
                    <a:lnTo>
                      <a:pt x="432" y="206"/>
                    </a:lnTo>
                    <a:lnTo>
                      <a:pt x="356" y="198"/>
                    </a:lnTo>
                    <a:lnTo>
                      <a:pt x="288" y="192"/>
                    </a:lnTo>
                    <a:lnTo>
                      <a:pt x="225" y="184"/>
                    </a:lnTo>
                    <a:lnTo>
                      <a:pt x="168" y="175"/>
                    </a:lnTo>
                    <a:lnTo>
                      <a:pt x="121" y="167"/>
                    </a:lnTo>
                    <a:lnTo>
                      <a:pt x="80" y="158"/>
                    </a:lnTo>
                    <a:lnTo>
                      <a:pt x="46" y="148"/>
                    </a:lnTo>
                    <a:lnTo>
                      <a:pt x="22" y="139"/>
                    </a:lnTo>
                    <a:lnTo>
                      <a:pt x="7" y="129"/>
                    </a:lnTo>
                    <a:lnTo>
                      <a:pt x="3" y="125"/>
                    </a:lnTo>
                    <a:lnTo>
                      <a:pt x="1" y="120"/>
                    </a:lnTo>
                    <a:lnTo>
                      <a:pt x="0" y="116"/>
                    </a:lnTo>
                    <a:lnTo>
                      <a:pt x="5" y="106"/>
                    </a:lnTo>
                    <a:lnTo>
                      <a:pt x="19" y="95"/>
                    </a:lnTo>
                    <a:lnTo>
                      <a:pt x="43" y="85"/>
                    </a:lnTo>
                    <a:lnTo>
                      <a:pt x="75" y="76"/>
                    </a:lnTo>
                    <a:lnTo>
                      <a:pt x="116" y="67"/>
                    </a:lnTo>
                    <a:lnTo>
                      <a:pt x="163" y="58"/>
                    </a:lnTo>
                    <a:lnTo>
                      <a:pt x="220" y="49"/>
                    </a:lnTo>
                    <a:lnTo>
                      <a:pt x="282" y="41"/>
                    </a:lnTo>
                    <a:lnTo>
                      <a:pt x="351" y="35"/>
                    </a:lnTo>
                    <a:lnTo>
                      <a:pt x="427" y="27"/>
                    </a:lnTo>
                    <a:lnTo>
                      <a:pt x="508" y="22"/>
                    </a:lnTo>
                    <a:lnTo>
                      <a:pt x="594" y="17"/>
                    </a:lnTo>
                    <a:lnTo>
                      <a:pt x="685" y="12"/>
                    </a:lnTo>
                    <a:lnTo>
                      <a:pt x="780" y="8"/>
                    </a:lnTo>
                    <a:lnTo>
                      <a:pt x="881" y="4"/>
                    </a:lnTo>
                    <a:lnTo>
                      <a:pt x="983" y="3"/>
                    </a:lnTo>
                    <a:lnTo>
                      <a:pt x="1090" y="1"/>
                    </a:lnTo>
                    <a:lnTo>
                      <a:pt x="1199" y="0"/>
                    </a:lnTo>
                    <a:close/>
                  </a:path>
                </a:pathLst>
              </a:custGeom>
              <a:solidFill>
                <a:schemeClr val="accent4">
                  <a:lumMod val="75000"/>
                </a:schemeClr>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8" name="Group 4"/>
            <p:cNvGrpSpPr/>
            <p:nvPr/>
          </p:nvGrpSpPr>
          <p:grpSpPr>
            <a:xfrm>
              <a:off x="4299885" y="2982036"/>
              <a:ext cx="3592230" cy="730023"/>
              <a:chOff x="1623764" y="3199218"/>
              <a:chExt cx="3285655" cy="519038"/>
            </a:xfrm>
          </p:grpSpPr>
          <p:sp>
            <p:nvSpPr>
              <p:cNvPr id="19" name="Freeform 14"/>
              <p:cNvSpPr/>
              <p:nvPr/>
            </p:nvSpPr>
            <p:spPr bwMode="auto">
              <a:xfrm>
                <a:off x="1623764" y="3324697"/>
                <a:ext cx="3285655" cy="393559"/>
              </a:xfrm>
              <a:custGeom>
                <a:avLst/>
                <a:gdLst>
                  <a:gd name="T0" fmla="*/ 8 w 2922"/>
                  <a:gd name="T1" fmla="*/ 0 h 350"/>
                  <a:gd name="T2" fmla="*/ 49 w 2922"/>
                  <a:gd name="T3" fmla="*/ 19 h 350"/>
                  <a:gd name="T4" fmla="*/ 124 w 2922"/>
                  <a:gd name="T5" fmla="*/ 36 h 350"/>
                  <a:gd name="T6" fmla="*/ 230 w 2922"/>
                  <a:gd name="T7" fmla="*/ 52 h 350"/>
                  <a:gd name="T8" fmla="*/ 363 w 2922"/>
                  <a:gd name="T9" fmla="*/ 67 h 350"/>
                  <a:gd name="T10" fmla="*/ 521 w 2922"/>
                  <a:gd name="T11" fmla="*/ 79 h 350"/>
                  <a:gd name="T12" fmla="*/ 701 w 2922"/>
                  <a:gd name="T13" fmla="*/ 90 h 350"/>
                  <a:gd name="T14" fmla="*/ 900 w 2922"/>
                  <a:gd name="T15" fmla="*/ 97 h 350"/>
                  <a:gd name="T16" fmla="*/ 1115 w 2922"/>
                  <a:gd name="T17" fmla="*/ 104 h 350"/>
                  <a:gd name="T18" fmla="*/ 1342 w 2922"/>
                  <a:gd name="T19" fmla="*/ 106 h 350"/>
                  <a:gd name="T20" fmla="*/ 1579 w 2922"/>
                  <a:gd name="T21" fmla="*/ 106 h 350"/>
                  <a:gd name="T22" fmla="*/ 1808 w 2922"/>
                  <a:gd name="T23" fmla="*/ 104 h 350"/>
                  <a:gd name="T24" fmla="*/ 2022 w 2922"/>
                  <a:gd name="T25" fmla="*/ 97 h 350"/>
                  <a:gd name="T26" fmla="*/ 2222 w 2922"/>
                  <a:gd name="T27" fmla="*/ 90 h 350"/>
                  <a:gd name="T28" fmla="*/ 2402 w 2922"/>
                  <a:gd name="T29" fmla="*/ 79 h 350"/>
                  <a:gd name="T30" fmla="*/ 2558 w 2922"/>
                  <a:gd name="T31" fmla="*/ 67 h 350"/>
                  <a:gd name="T32" fmla="*/ 2692 w 2922"/>
                  <a:gd name="T33" fmla="*/ 52 h 350"/>
                  <a:gd name="T34" fmla="*/ 2797 w 2922"/>
                  <a:gd name="T35" fmla="*/ 36 h 350"/>
                  <a:gd name="T36" fmla="*/ 2872 w 2922"/>
                  <a:gd name="T37" fmla="*/ 19 h 350"/>
                  <a:gd name="T38" fmla="*/ 2914 w 2922"/>
                  <a:gd name="T39" fmla="*/ 0 h 350"/>
                  <a:gd name="T40" fmla="*/ 2922 w 2922"/>
                  <a:gd name="T41" fmla="*/ 232 h 350"/>
                  <a:gd name="T42" fmla="*/ 2903 w 2922"/>
                  <a:gd name="T43" fmla="*/ 252 h 350"/>
                  <a:gd name="T44" fmla="*/ 2848 w 2922"/>
                  <a:gd name="T45" fmla="*/ 270 h 350"/>
                  <a:gd name="T46" fmla="*/ 2759 w 2922"/>
                  <a:gd name="T47" fmla="*/ 286 h 350"/>
                  <a:gd name="T48" fmla="*/ 2641 w 2922"/>
                  <a:gd name="T49" fmla="*/ 302 h 350"/>
                  <a:gd name="T50" fmla="*/ 2494 w 2922"/>
                  <a:gd name="T51" fmla="*/ 316 h 350"/>
                  <a:gd name="T52" fmla="*/ 2324 w 2922"/>
                  <a:gd name="T53" fmla="*/ 329 h 350"/>
                  <a:gd name="T54" fmla="*/ 2133 w 2922"/>
                  <a:gd name="T55" fmla="*/ 338 h 350"/>
                  <a:gd name="T56" fmla="*/ 1923 w 2922"/>
                  <a:gd name="T57" fmla="*/ 345 h 350"/>
                  <a:gd name="T58" fmla="*/ 1698 w 2922"/>
                  <a:gd name="T59" fmla="*/ 349 h 350"/>
                  <a:gd name="T60" fmla="*/ 1461 w 2922"/>
                  <a:gd name="T61" fmla="*/ 350 h 350"/>
                  <a:gd name="T62" fmla="*/ 1224 w 2922"/>
                  <a:gd name="T63" fmla="*/ 349 h 350"/>
                  <a:gd name="T64" fmla="*/ 999 w 2922"/>
                  <a:gd name="T65" fmla="*/ 345 h 350"/>
                  <a:gd name="T66" fmla="*/ 790 w 2922"/>
                  <a:gd name="T67" fmla="*/ 338 h 350"/>
                  <a:gd name="T68" fmla="*/ 598 w 2922"/>
                  <a:gd name="T69" fmla="*/ 329 h 350"/>
                  <a:gd name="T70" fmla="*/ 428 w 2922"/>
                  <a:gd name="T71" fmla="*/ 316 h 350"/>
                  <a:gd name="T72" fmla="*/ 282 w 2922"/>
                  <a:gd name="T73" fmla="*/ 302 h 350"/>
                  <a:gd name="T74" fmla="*/ 164 w 2922"/>
                  <a:gd name="T75" fmla="*/ 286 h 350"/>
                  <a:gd name="T76" fmla="*/ 75 w 2922"/>
                  <a:gd name="T77" fmla="*/ 270 h 350"/>
                  <a:gd name="T78" fmla="*/ 20 w 2922"/>
                  <a:gd name="T79" fmla="*/ 252 h 350"/>
                  <a:gd name="T80" fmla="*/ 0 w 2922"/>
                  <a:gd name="T81" fmla="*/ 232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22" h="350">
                    <a:moveTo>
                      <a:pt x="0" y="0"/>
                    </a:moveTo>
                    <a:lnTo>
                      <a:pt x="8" y="0"/>
                    </a:lnTo>
                    <a:lnTo>
                      <a:pt x="25" y="9"/>
                    </a:lnTo>
                    <a:lnTo>
                      <a:pt x="49" y="19"/>
                    </a:lnTo>
                    <a:lnTo>
                      <a:pt x="83" y="27"/>
                    </a:lnTo>
                    <a:lnTo>
                      <a:pt x="124" y="36"/>
                    </a:lnTo>
                    <a:lnTo>
                      <a:pt x="174" y="43"/>
                    </a:lnTo>
                    <a:lnTo>
                      <a:pt x="230" y="52"/>
                    </a:lnTo>
                    <a:lnTo>
                      <a:pt x="293" y="59"/>
                    </a:lnTo>
                    <a:lnTo>
                      <a:pt x="363" y="67"/>
                    </a:lnTo>
                    <a:lnTo>
                      <a:pt x="439" y="73"/>
                    </a:lnTo>
                    <a:lnTo>
                      <a:pt x="521" y="79"/>
                    </a:lnTo>
                    <a:lnTo>
                      <a:pt x="608" y="84"/>
                    </a:lnTo>
                    <a:lnTo>
                      <a:pt x="701" y="90"/>
                    </a:lnTo>
                    <a:lnTo>
                      <a:pt x="799" y="93"/>
                    </a:lnTo>
                    <a:lnTo>
                      <a:pt x="900" y="97"/>
                    </a:lnTo>
                    <a:lnTo>
                      <a:pt x="1006" y="101"/>
                    </a:lnTo>
                    <a:lnTo>
                      <a:pt x="1115" y="104"/>
                    </a:lnTo>
                    <a:lnTo>
                      <a:pt x="1227" y="105"/>
                    </a:lnTo>
                    <a:lnTo>
                      <a:pt x="1342" y="106"/>
                    </a:lnTo>
                    <a:lnTo>
                      <a:pt x="1461" y="106"/>
                    </a:lnTo>
                    <a:lnTo>
                      <a:pt x="1579" y="106"/>
                    </a:lnTo>
                    <a:lnTo>
                      <a:pt x="1695" y="105"/>
                    </a:lnTo>
                    <a:lnTo>
                      <a:pt x="1808" y="104"/>
                    </a:lnTo>
                    <a:lnTo>
                      <a:pt x="1917" y="101"/>
                    </a:lnTo>
                    <a:lnTo>
                      <a:pt x="2022" y="97"/>
                    </a:lnTo>
                    <a:lnTo>
                      <a:pt x="2124" y="93"/>
                    </a:lnTo>
                    <a:lnTo>
                      <a:pt x="2222" y="90"/>
                    </a:lnTo>
                    <a:lnTo>
                      <a:pt x="2314" y="84"/>
                    </a:lnTo>
                    <a:lnTo>
                      <a:pt x="2402" y="79"/>
                    </a:lnTo>
                    <a:lnTo>
                      <a:pt x="2483" y="73"/>
                    </a:lnTo>
                    <a:lnTo>
                      <a:pt x="2558" y="67"/>
                    </a:lnTo>
                    <a:lnTo>
                      <a:pt x="2629" y="59"/>
                    </a:lnTo>
                    <a:lnTo>
                      <a:pt x="2692" y="52"/>
                    </a:lnTo>
                    <a:lnTo>
                      <a:pt x="2749" y="43"/>
                    </a:lnTo>
                    <a:lnTo>
                      <a:pt x="2797" y="36"/>
                    </a:lnTo>
                    <a:lnTo>
                      <a:pt x="2839" y="27"/>
                    </a:lnTo>
                    <a:lnTo>
                      <a:pt x="2872" y="19"/>
                    </a:lnTo>
                    <a:lnTo>
                      <a:pt x="2898" y="9"/>
                    </a:lnTo>
                    <a:lnTo>
                      <a:pt x="2914" y="0"/>
                    </a:lnTo>
                    <a:lnTo>
                      <a:pt x="2922" y="0"/>
                    </a:lnTo>
                    <a:lnTo>
                      <a:pt x="2922" y="232"/>
                    </a:lnTo>
                    <a:lnTo>
                      <a:pt x="2917" y="241"/>
                    </a:lnTo>
                    <a:lnTo>
                      <a:pt x="2903" y="252"/>
                    </a:lnTo>
                    <a:lnTo>
                      <a:pt x="2880" y="261"/>
                    </a:lnTo>
                    <a:lnTo>
                      <a:pt x="2848" y="270"/>
                    </a:lnTo>
                    <a:lnTo>
                      <a:pt x="2808" y="279"/>
                    </a:lnTo>
                    <a:lnTo>
                      <a:pt x="2759" y="286"/>
                    </a:lnTo>
                    <a:lnTo>
                      <a:pt x="2704" y="295"/>
                    </a:lnTo>
                    <a:lnTo>
                      <a:pt x="2641" y="302"/>
                    </a:lnTo>
                    <a:lnTo>
                      <a:pt x="2570" y="309"/>
                    </a:lnTo>
                    <a:lnTo>
                      <a:pt x="2494" y="316"/>
                    </a:lnTo>
                    <a:lnTo>
                      <a:pt x="2412" y="322"/>
                    </a:lnTo>
                    <a:lnTo>
                      <a:pt x="2324" y="329"/>
                    </a:lnTo>
                    <a:lnTo>
                      <a:pt x="2231" y="334"/>
                    </a:lnTo>
                    <a:lnTo>
                      <a:pt x="2133" y="338"/>
                    </a:lnTo>
                    <a:lnTo>
                      <a:pt x="2030" y="341"/>
                    </a:lnTo>
                    <a:lnTo>
                      <a:pt x="1923" y="345"/>
                    </a:lnTo>
                    <a:lnTo>
                      <a:pt x="1812" y="348"/>
                    </a:lnTo>
                    <a:lnTo>
                      <a:pt x="1698" y="349"/>
                    </a:lnTo>
                    <a:lnTo>
                      <a:pt x="1581" y="350"/>
                    </a:lnTo>
                    <a:lnTo>
                      <a:pt x="1461" y="350"/>
                    </a:lnTo>
                    <a:lnTo>
                      <a:pt x="1341" y="350"/>
                    </a:lnTo>
                    <a:lnTo>
                      <a:pt x="1224" y="349"/>
                    </a:lnTo>
                    <a:lnTo>
                      <a:pt x="1110" y="348"/>
                    </a:lnTo>
                    <a:lnTo>
                      <a:pt x="999" y="345"/>
                    </a:lnTo>
                    <a:lnTo>
                      <a:pt x="892" y="341"/>
                    </a:lnTo>
                    <a:lnTo>
                      <a:pt x="790" y="338"/>
                    </a:lnTo>
                    <a:lnTo>
                      <a:pt x="692" y="334"/>
                    </a:lnTo>
                    <a:lnTo>
                      <a:pt x="598" y="329"/>
                    </a:lnTo>
                    <a:lnTo>
                      <a:pt x="511" y="322"/>
                    </a:lnTo>
                    <a:lnTo>
                      <a:pt x="428" y="316"/>
                    </a:lnTo>
                    <a:lnTo>
                      <a:pt x="351" y="309"/>
                    </a:lnTo>
                    <a:lnTo>
                      <a:pt x="282" y="302"/>
                    </a:lnTo>
                    <a:lnTo>
                      <a:pt x="219" y="295"/>
                    </a:lnTo>
                    <a:lnTo>
                      <a:pt x="164" y="286"/>
                    </a:lnTo>
                    <a:lnTo>
                      <a:pt x="115" y="279"/>
                    </a:lnTo>
                    <a:lnTo>
                      <a:pt x="75" y="270"/>
                    </a:lnTo>
                    <a:lnTo>
                      <a:pt x="43" y="261"/>
                    </a:lnTo>
                    <a:lnTo>
                      <a:pt x="20" y="252"/>
                    </a:lnTo>
                    <a:lnTo>
                      <a:pt x="4" y="241"/>
                    </a:lnTo>
                    <a:lnTo>
                      <a:pt x="0" y="232"/>
                    </a:lnTo>
                    <a:lnTo>
                      <a:pt x="0" y="0"/>
                    </a:lnTo>
                    <a:close/>
                  </a:path>
                </a:pathLst>
              </a:custGeom>
              <a:solidFill>
                <a:schemeClr val="accent3"/>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Freeform 15"/>
              <p:cNvSpPr/>
              <p:nvPr/>
            </p:nvSpPr>
            <p:spPr bwMode="auto">
              <a:xfrm>
                <a:off x="1623764" y="3199218"/>
                <a:ext cx="3285655" cy="266496"/>
              </a:xfrm>
              <a:custGeom>
                <a:avLst/>
                <a:gdLst>
                  <a:gd name="T0" fmla="*/ 1581 w 2922"/>
                  <a:gd name="T1" fmla="*/ 0 h 237"/>
                  <a:gd name="T2" fmla="*/ 1812 w 2922"/>
                  <a:gd name="T3" fmla="*/ 2 h 237"/>
                  <a:gd name="T4" fmla="*/ 2030 w 2922"/>
                  <a:gd name="T5" fmla="*/ 9 h 237"/>
                  <a:gd name="T6" fmla="*/ 2231 w 2922"/>
                  <a:gd name="T7" fmla="*/ 18 h 237"/>
                  <a:gd name="T8" fmla="*/ 2412 w 2922"/>
                  <a:gd name="T9" fmla="*/ 28 h 237"/>
                  <a:gd name="T10" fmla="*/ 2570 w 2922"/>
                  <a:gd name="T11" fmla="*/ 41 h 237"/>
                  <a:gd name="T12" fmla="*/ 2704 w 2922"/>
                  <a:gd name="T13" fmla="*/ 56 h 237"/>
                  <a:gd name="T14" fmla="*/ 2808 w 2922"/>
                  <a:gd name="T15" fmla="*/ 72 h 237"/>
                  <a:gd name="T16" fmla="*/ 2880 w 2922"/>
                  <a:gd name="T17" fmla="*/ 90 h 237"/>
                  <a:gd name="T18" fmla="*/ 2917 w 2922"/>
                  <a:gd name="T19" fmla="*/ 109 h 237"/>
                  <a:gd name="T20" fmla="*/ 2921 w 2922"/>
                  <a:gd name="T21" fmla="*/ 123 h 237"/>
                  <a:gd name="T22" fmla="*/ 2914 w 2922"/>
                  <a:gd name="T23" fmla="*/ 131 h 237"/>
                  <a:gd name="T24" fmla="*/ 2872 w 2922"/>
                  <a:gd name="T25" fmla="*/ 150 h 237"/>
                  <a:gd name="T26" fmla="*/ 2797 w 2922"/>
                  <a:gd name="T27" fmla="*/ 167 h 237"/>
                  <a:gd name="T28" fmla="*/ 2692 w 2922"/>
                  <a:gd name="T29" fmla="*/ 183 h 237"/>
                  <a:gd name="T30" fmla="*/ 2558 w 2922"/>
                  <a:gd name="T31" fmla="*/ 198 h 237"/>
                  <a:gd name="T32" fmla="*/ 2402 w 2922"/>
                  <a:gd name="T33" fmla="*/ 210 h 237"/>
                  <a:gd name="T34" fmla="*/ 2222 w 2922"/>
                  <a:gd name="T35" fmla="*/ 221 h 237"/>
                  <a:gd name="T36" fmla="*/ 2022 w 2922"/>
                  <a:gd name="T37" fmla="*/ 228 h 237"/>
                  <a:gd name="T38" fmla="*/ 1808 w 2922"/>
                  <a:gd name="T39" fmla="*/ 235 h 237"/>
                  <a:gd name="T40" fmla="*/ 1579 w 2922"/>
                  <a:gd name="T41" fmla="*/ 237 h 237"/>
                  <a:gd name="T42" fmla="*/ 1342 w 2922"/>
                  <a:gd name="T43" fmla="*/ 237 h 237"/>
                  <a:gd name="T44" fmla="*/ 1115 w 2922"/>
                  <a:gd name="T45" fmla="*/ 235 h 237"/>
                  <a:gd name="T46" fmla="*/ 900 w 2922"/>
                  <a:gd name="T47" fmla="*/ 228 h 237"/>
                  <a:gd name="T48" fmla="*/ 701 w 2922"/>
                  <a:gd name="T49" fmla="*/ 221 h 237"/>
                  <a:gd name="T50" fmla="*/ 521 w 2922"/>
                  <a:gd name="T51" fmla="*/ 210 h 237"/>
                  <a:gd name="T52" fmla="*/ 363 w 2922"/>
                  <a:gd name="T53" fmla="*/ 198 h 237"/>
                  <a:gd name="T54" fmla="*/ 230 w 2922"/>
                  <a:gd name="T55" fmla="*/ 183 h 237"/>
                  <a:gd name="T56" fmla="*/ 124 w 2922"/>
                  <a:gd name="T57" fmla="*/ 167 h 237"/>
                  <a:gd name="T58" fmla="*/ 49 w 2922"/>
                  <a:gd name="T59" fmla="*/ 150 h 237"/>
                  <a:gd name="T60" fmla="*/ 8 w 2922"/>
                  <a:gd name="T61" fmla="*/ 131 h 237"/>
                  <a:gd name="T62" fmla="*/ 0 w 2922"/>
                  <a:gd name="T63" fmla="*/ 123 h 237"/>
                  <a:gd name="T64" fmla="*/ 4 w 2922"/>
                  <a:gd name="T65" fmla="*/ 109 h 237"/>
                  <a:gd name="T66" fmla="*/ 43 w 2922"/>
                  <a:gd name="T67" fmla="*/ 90 h 237"/>
                  <a:gd name="T68" fmla="*/ 115 w 2922"/>
                  <a:gd name="T69" fmla="*/ 72 h 237"/>
                  <a:gd name="T70" fmla="*/ 219 w 2922"/>
                  <a:gd name="T71" fmla="*/ 56 h 237"/>
                  <a:gd name="T72" fmla="*/ 351 w 2922"/>
                  <a:gd name="T73" fmla="*/ 41 h 237"/>
                  <a:gd name="T74" fmla="*/ 511 w 2922"/>
                  <a:gd name="T75" fmla="*/ 28 h 237"/>
                  <a:gd name="T76" fmla="*/ 692 w 2922"/>
                  <a:gd name="T77" fmla="*/ 18 h 237"/>
                  <a:gd name="T78" fmla="*/ 892 w 2922"/>
                  <a:gd name="T79" fmla="*/ 9 h 237"/>
                  <a:gd name="T80" fmla="*/ 1110 w 2922"/>
                  <a:gd name="T81" fmla="*/ 2 h 237"/>
                  <a:gd name="T82" fmla="*/ 1341 w 2922"/>
                  <a:gd name="T83"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22" h="237">
                    <a:moveTo>
                      <a:pt x="1461" y="0"/>
                    </a:moveTo>
                    <a:lnTo>
                      <a:pt x="1581" y="0"/>
                    </a:lnTo>
                    <a:lnTo>
                      <a:pt x="1698" y="1"/>
                    </a:lnTo>
                    <a:lnTo>
                      <a:pt x="1812" y="2"/>
                    </a:lnTo>
                    <a:lnTo>
                      <a:pt x="1923" y="5"/>
                    </a:lnTo>
                    <a:lnTo>
                      <a:pt x="2030" y="9"/>
                    </a:lnTo>
                    <a:lnTo>
                      <a:pt x="2133" y="12"/>
                    </a:lnTo>
                    <a:lnTo>
                      <a:pt x="2231" y="18"/>
                    </a:lnTo>
                    <a:lnTo>
                      <a:pt x="2324" y="23"/>
                    </a:lnTo>
                    <a:lnTo>
                      <a:pt x="2412" y="28"/>
                    </a:lnTo>
                    <a:lnTo>
                      <a:pt x="2494" y="34"/>
                    </a:lnTo>
                    <a:lnTo>
                      <a:pt x="2570" y="41"/>
                    </a:lnTo>
                    <a:lnTo>
                      <a:pt x="2641" y="48"/>
                    </a:lnTo>
                    <a:lnTo>
                      <a:pt x="2704" y="56"/>
                    </a:lnTo>
                    <a:lnTo>
                      <a:pt x="2759" y="64"/>
                    </a:lnTo>
                    <a:lnTo>
                      <a:pt x="2808" y="72"/>
                    </a:lnTo>
                    <a:lnTo>
                      <a:pt x="2848" y="81"/>
                    </a:lnTo>
                    <a:lnTo>
                      <a:pt x="2880" y="90"/>
                    </a:lnTo>
                    <a:lnTo>
                      <a:pt x="2903" y="99"/>
                    </a:lnTo>
                    <a:lnTo>
                      <a:pt x="2917" y="109"/>
                    </a:lnTo>
                    <a:lnTo>
                      <a:pt x="2922" y="119"/>
                    </a:lnTo>
                    <a:lnTo>
                      <a:pt x="2921" y="123"/>
                    </a:lnTo>
                    <a:lnTo>
                      <a:pt x="2918" y="127"/>
                    </a:lnTo>
                    <a:lnTo>
                      <a:pt x="2914" y="131"/>
                    </a:lnTo>
                    <a:lnTo>
                      <a:pt x="2898" y="140"/>
                    </a:lnTo>
                    <a:lnTo>
                      <a:pt x="2872" y="150"/>
                    </a:lnTo>
                    <a:lnTo>
                      <a:pt x="2839" y="158"/>
                    </a:lnTo>
                    <a:lnTo>
                      <a:pt x="2797" y="167"/>
                    </a:lnTo>
                    <a:lnTo>
                      <a:pt x="2749" y="174"/>
                    </a:lnTo>
                    <a:lnTo>
                      <a:pt x="2692" y="183"/>
                    </a:lnTo>
                    <a:lnTo>
                      <a:pt x="2629" y="190"/>
                    </a:lnTo>
                    <a:lnTo>
                      <a:pt x="2558" y="198"/>
                    </a:lnTo>
                    <a:lnTo>
                      <a:pt x="2483" y="204"/>
                    </a:lnTo>
                    <a:lnTo>
                      <a:pt x="2402" y="210"/>
                    </a:lnTo>
                    <a:lnTo>
                      <a:pt x="2314" y="215"/>
                    </a:lnTo>
                    <a:lnTo>
                      <a:pt x="2222" y="221"/>
                    </a:lnTo>
                    <a:lnTo>
                      <a:pt x="2124" y="224"/>
                    </a:lnTo>
                    <a:lnTo>
                      <a:pt x="2022" y="228"/>
                    </a:lnTo>
                    <a:lnTo>
                      <a:pt x="1917" y="232"/>
                    </a:lnTo>
                    <a:lnTo>
                      <a:pt x="1808" y="235"/>
                    </a:lnTo>
                    <a:lnTo>
                      <a:pt x="1695" y="236"/>
                    </a:lnTo>
                    <a:lnTo>
                      <a:pt x="1579" y="237"/>
                    </a:lnTo>
                    <a:lnTo>
                      <a:pt x="1461" y="237"/>
                    </a:lnTo>
                    <a:lnTo>
                      <a:pt x="1342" y="237"/>
                    </a:lnTo>
                    <a:lnTo>
                      <a:pt x="1227" y="236"/>
                    </a:lnTo>
                    <a:lnTo>
                      <a:pt x="1115" y="235"/>
                    </a:lnTo>
                    <a:lnTo>
                      <a:pt x="1006" y="232"/>
                    </a:lnTo>
                    <a:lnTo>
                      <a:pt x="900" y="228"/>
                    </a:lnTo>
                    <a:lnTo>
                      <a:pt x="799" y="224"/>
                    </a:lnTo>
                    <a:lnTo>
                      <a:pt x="701" y="221"/>
                    </a:lnTo>
                    <a:lnTo>
                      <a:pt x="608" y="215"/>
                    </a:lnTo>
                    <a:lnTo>
                      <a:pt x="521" y="210"/>
                    </a:lnTo>
                    <a:lnTo>
                      <a:pt x="439" y="204"/>
                    </a:lnTo>
                    <a:lnTo>
                      <a:pt x="363" y="198"/>
                    </a:lnTo>
                    <a:lnTo>
                      <a:pt x="293" y="190"/>
                    </a:lnTo>
                    <a:lnTo>
                      <a:pt x="230" y="183"/>
                    </a:lnTo>
                    <a:lnTo>
                      <a:pt x="174" y="174"/>
                    </a:lnTo>
                    <a:lnTo>
                      <a:pt x="124" y="167"/>
                    </a:lnTo>
                    <a:lnTo>
                      <a:pt x="83" y="158"/>
                    </a:lnTo>
                    <a:lnTo>
                      <a:pt x="49" y="150"/>
                    </a:lnTo>
                    <a:lnTo>
                      <a:pt x="25" y="140"/>
                    </a:lnTo>
                    <a:lnTo>
                      <a:pt x="8" y="131"/>
                    </a:lnTo>
                    <a:lnTo>
                      <a:pt x="3" y="127"/>
                    </a:lnTo>
                    <a:lnTo>
                      <a:pt x="0" y="123"/>
                    </a:lnTo>
                    <a:lnTo>
                      <a:pt x="0" y="119"/>
                    </a:lnTo>
                    <a:lnTo>
                      <a:pt x="4" y="109"/>
                    </a:lnTo>
                    <a:lnTo>
                      <a:pt x="20" y="99"/>
                    </a:lnTo>
                    <a:lnTo>
                      <a:pt x="43" y="90"/>
                    </a:lnTo>
                    <a:lnTo>
                      <a:pt x="75" y="81"/>
                    </a:lnTo>
                    <a:lnTo>
                      <a:pt x="115" y="72"/>
                    </a:lnTo>
                    <a:lnTo>
                      <a:pt x="164" y="64"/>
                    </a:lnTo>
                    <a:lnTo>
                      <a:pt x="219" y="56"/>
                    </a:lnTo>
                    <a:lnTo>
                      <a:pt x="282" y="48"/>
                    </a:lnTo>
                    <a:lnTo>
                      <a:pt x="351" y="41"/>
                    </a:lnTo>
                    <a:lnTo>
                      <a:pt x="428" y="34"/>
                    </a:lnTo>
                    <a:lnTo>
                      <a:pt x="511" y="28"/>
                    </a:lnTo>
                    <a:lnTo>
                      <a:pt x="598" y="23"/>
                    </a:lnTo>
                    <a:lnTo>
                      <a:pt x="692" y="18"/>
                    </a:lnTo>
                    <a:lnTo>
                      <a:pt x="790" y="12"/>
                    </a:lnTo>
                    <a:lnTo>
                      <a:pt x="892" y="9"/>
                    </a:lnTo>
                    <a:lnTo>
                      <a:pt x="999" y="5"/>
                    </a:lnTo>
                    <a:lnTo>
                      <a:pt x="1110" y="2"/>
                    </a:lnTo>
                    <a:lnTo>
                      <a:pt x="1224" y="1"/>
                    </a:lnTo>
                    <a:lnTo>
                      <a:pt x="1341" y="0"/>
                    </a:lnTo>
                    <a:lnTo>
                      <a:pt x="1461" y="0"/>
                    </a:lnTo>
                    <a:close/>
                  </a:path>
                </a:pathLst>
              </a:custGeom>
              <a:solidFill>
                <a:schemeClr val="accent3">
                  <a:lumMod val="75000"/>
                </a:schemeClr>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4" name="Group 3"/>
            <p:cNvGrpSpPr/>
            <p:nvPr/>
          </p:nvGrpSpPr>
          <p:grpSpPr>
            <a:xfrm>
              <a:off x="3931073" y="2314734"/>
              <a:ext cx="4329855" cy="754736"/>
              <a:chOff x="1293175" y="2546330"/>
              <a:chExt cx="3960328" cy="536609"/>
            </a:xfrm>
          </p:grpSpPr>
          <p:sp>
            <p:nvSpPr>
              <p:cNvPr id="25" name="Freeform 16"/>
              <p:cNvSpPr/>
              <p:nvPr/>
            </p:nvSpPr>
            <p:spPr bwMode="auto">
              <a:xfrm>
                <a:off x="1293175" y="2683757"/>
                <a:ext cx="3960328" cy="399182"/>
              </a:xfrm>
              <a:custGeom>
                <a:avLst/>
                <a:gdLst>
                  <a:gd name="T0" fmla="*/ 9 w 3522"/>
                  <a:gd name="T1" fmla="*/ 0 h 355"/>
                  <a:gd name="T2" fmla="*/ 55 w 3522"/>
                  <a:gd name="T3" fmla="*/ 18 h 355"/>
                  <a:gd name="T4" fmla="*/ 139 w 3522"/>
                  <a:gd name="T5" fmla="*/ 35 h 355"/>
                  <a:gd name="T6" fmla="*/ 256 w 3522"/>
                  <a:gd name="T7" fmla="*/ 51 h 355"/>
                  <a:gd name="T8" fmla="*/ 402 w 3522"/>
                  <a:gd name="T9" fmla="*/ 65 h 355"/>
                  <a:gd name="T10" fmla="*/ 577 w 3522"/>
                  <a:gd name="T11" fmla="*/ 78 h 355"/>
                  <a:gd name="T12" fmla="*/ 776 w 3522"/>
                  <a:gd name="T13" fmla="*/ 88 h 355"/>
                  <a:gd name="T14" fmla="*/ 997 w 3522"/>
                  <a:gd name="T15" fmla="*/ 97 h 355"/>
                  <a:gd name="T16" fmla="*/ 1238 w 3522"/>
                  <a:gd name="T17" fmla="*/ 103 h 355"/>
                  <a:gd name="T18" fmla="*/ 1492 w 3522"/>
                  <a:gd name="T19" fmla="*/ 107 h 355"/>
                  <a:gd name="T20" fmla="*/ 1760 w 3522"/>
                  <a:gd name="T21" fmla="*/ 108 h 355"/>
                  <a:gd name="T22" fmla="*/ 2028 w 3522"/>
                  <a:gd name="T23" fmla="*/ 107 h 355"/>
                  <a:gd name="T24" fmla="*/ 2284 w 3522"/>
                  <a:gd name="T25" fmla="*/ 103 h 355"/>
                  <a:gd name="T26" fmla="*/ 2523 w 3522"/>
                  <a:gd name="T27" fmla="*/ 97 h 355"/>
                  <a:gd name="T28" fmla="*/ 2744 w 3522"/>
                  <a:gd name="T29" fmla="*/ 88 h 355"/>
                  <a:gd name="T30" fmla="*/ 2945 w 3522"/>
                  <a:gd name="T31" fmla="*/ 78 h 355"/>
                  <a:gd name="T32" fmla="*/ 3120 w 3522"/>
                  <a:gd name="T33" fmla="*/ 65 h 355"/>
                  <a:gd name="T34" fmla="*/ 3266 w 3522"/>
                  <a:gd name="T35" fmla="*/ 51 h 355"/>
                  <a:gd name="T36" fmla="*/ 3383 w 3522"/>
                  <a:gd name="T37" fmla="*/ 35 h 355"/>
                  <a:gd name="T38" fmla="*/ 3467 w 3522"/>
                  <a:gd name="T39" fmla="*/ 18 h 355"/>
                  <a:gd name="T40" fmla="*/ 3513 w 3522"/>
                  <a:gd name="T41" fmla="*/ 0 h 355"/>
                  <a:gd name="T42" fmla="*/ 3522 w 3522"/>
                  <a:gd name="T43" fmla="*/ 234 h 355"/>
                  <a:gd name="T44" fmla="*/ 3503 w 3522"/>
                  <a:gd name="T45" fmla="*/ 252 h 355"/>
                  <a:gd name="T46" fmla="*/ 3448 w 3522"/>
                  <a:gd name="T47" fmla="*/ 269 h 355"/>
                  <a:gd name="T48" fmla="*/ 3359 w 3522"/>
                  <a:gd name="T49" fmla="*/ 286 h 355"/>
                  <a:gd name="T50" fmla="*/ 3238 w 3522"/>
                  <a:gd name="T51" fmla="*/ 300 h 355"/>
                  <a:gd name="T52" fmla="*/ 3090 w 3522"/>
                  <a:gd name="T53" fmla="*/ 314 h 355"/>
                  <a:gd name="T54" fmla="*/ 2917 w 3522"/>
                  <a:gd name="T55" fmla="*/ 326 h 355"/>
                  <a:gd name="T56" fmla="*/ 2720 w 3522"/>
                  <a:gd name="T57" fmla="*/ 336 h 355"/>
                  <a:gd name="T58" fmla="*/ 2504 w 3522"/>
                  <a:gd name="T59" fmla="*/ 344 h 355"/>
                  <a:gd name="T60" fmla="*/ 2270 w 3522"/>
                  <a:gd name="T61" fmla="*/ 350 h 355"/>
                  <a:gd name="T62" fmla="*/ 2021 w 3522"/>
                  <a:gd name="T63" fmla="*/ 354 h 355"/>
                  <a:gd name="T64" fmla="*/ 1760 w 3522"/>
                  <a:gd name="T65" fmla="*/ 355 h 355"/>
                  <a:gd name="T66" fmla="*/ 1500 w 3522"/>
                  <a:gd name="T67" fmla="*/ 354 h 355"/>
                  <a:gd name="T68" fmla="*/ 1252 w 3522"/>
                  <a:gd name="T69" fmla="*/ 350 h 355"/>
                  <a:gd name="T70" fmla="*/ 1018 w 3522"/>
                  <a:gd name="T71" fmla="*/ 344 h 355"/>
                  <a:gd name="T72" fmla="*/ 802 w 3522"/>
                  <a:gd name="T73" fmla="*/ 336 h 355"/>
                  <a:gd name="T74" fmla="*/ 605 w 3522"/>
                  <a:gd name="T75" fmla="*/ 326 h 355"/>
                  <a:gd name="T76" fmla="*/ 432 w 3522"/>
                  <a:gd name="T77" fmla="*/ 314 h 355"/>
                  <a:gd name="T78" fmla="*/ 283 w 3522"/>
                  <a:gd name="T79" fmla="*/ 300 h 355"/>
                  <a:gd name="T80" fmla="*/ 163 w 3522"/>
                  <a:gd name="T81" fmla="*/ 286 h 355"/>
                  <a:gd name="T82" fmla="*/ 74 w 3522"/>
                  <a:gd name="T83" fmla="*/ 269 h 355"/>
                  <a:gd name="T84" fmla="*/ 18 w 3522"/>
                  <a:gd name="T85" fmla="*/ 252 h 355"/>
                  <a:gd name="T86" fmla="*/ 0 w 3522"/>
                  <a:gd name="T87" fmla="*/ 234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22" h="355">
                    <a:moveTo>
                      <a:pt x="0" y="0"/>
                    </a:moveTo>
                    <a:lnTo>
                      <a:pt x="9" y="0"/>
                    </a:lnTo>
                    <a:lnTo>
                      <a:pt x="27" y="9"/>
                    </a:lnTo>
                    <a:lnTo>
                      <a:pt x="55" y="18"/>
                    </a:lnTo>
                    <a:lnTo>
                      <a:pt x="92" y="26"/>
                    </a:lnTo>
                    <a:lnTo>
                      <a:pt x="139" y="35"/>
                    </a:lnTo>
                    <a:lnTo>
                      <a:pt x="193" y="43"/>
                    </a:lnTo>
                    <a:lnTo>
                      <a:pt x="256" y="51"/>
                    </a:lnTo>
                    <a:lnTo>
                      <a:pt x="325" y="57"/>
                    </a:lnTo>
                    <a:lnTo>
                      <a:pt x="402" y="65"/>
                    </a:lnTo>
                    <a:lnTo>
                      <a:pt x="487" y="71"/>
                    </a:lnTo>
                    <a:lnTo>
                      <a:pt x="577" y="78"/>
                    </a:lnTo>
                    <a:lnTo>
                      <a:pt x="675" y="83"/>
                    </a:lnTo>
                    <a:lnTo>
                      <a:pt x="776" y="88"/>
                    </a:lnTo>
                    <a:lnTo>
                      <a:pt x="884" y="92"/>
                    </a:lnTo>
                    <a:lnTo>
                      <a:pt x="997" y="97"/>
                    </a:lnTo>
                    <a:lnTo>
                      <a:pt x="1116" y="99"/>
                    </a:lnTo>
                    <a:lnTo>
                      <a:pt x="1238" y="103"/>
                    </a:lnTo>
                    <a:lnTo>
                      <a:pt x="1364" y="105"/>
                    </a:lnTo>
                    <a:lnTo>
                      <a:pt x="1492" y="107"/>
                    </a:lnTo>
                    <a:lnTo>
                      <a:pt x="1626" y="108"/>
                    </a:lnTo>
                    <a:lnTo>
                      <a:pt x="1760" y="108"/>
                    </a:lnTo>
                    <a:lnTo>
                      <a:pt x="1896" y="108"/>
                    </a:lnTo>
                    <a:lnTo>
                      <a:pt x="2028" y="107"/>
                    </a:lnTo>
                    <a:lnTo>
                      <a:pt x="2158" y="105"/>
                    </a:lnTo>
                    <a:lnTo>
                      <a:pt x="2284" y="103"/>
                    </a:lnTo>
                    <a:lnTo>
                      <a:pt x="2406" y="99"/>
                    </a:lnTo>
                    <a:lnTo>
                      <a:pt x="2523" y="97"/>
                    </a:lnTo>
                    <a:lnTo>
                      <a:pt x="2636" y="92"/>
                    </a:lnTo>
                    <a:lnTo>
                      <a:pt x="2744" y="88"/>
                    </a:lnTo>
                    <a:lnTo>
                      <a:pt x="2847" y="83"/>
                    </a:lnTo>
                    <a:lnTo>
                      <a:pt x="2945" y="78"/>
                    </a:lnTo>
                    <a:lnTo>
                      <a:pt x="3035" y="71"/>
                    </a:lnTo>
                    <a:lnTo>
                      <a:pt x="3120" y="65"/>
                    </a:lnTo>
                    <a:lnTo>
                      <a:pt x="3197" y="57"/>
                    </a:lnTo>
                    <a:lnTo>
                      <a:pt x="3266" y="51"/>
                    </a:lnTo>
                    <a:lnTo>
                      <a:pt x="3329" y="43"/>
                    </a:lnTo>
                    <a:lnTo>
                      <a:pt x="3383" y="35"/>
                    </a:lnTo>
                    <a:lnTo>
                      <a:pt x="3430" y="26"/>
                    </a:lnTo>
                    <a:lnTo>
                      <a:pt x="3467" y="18"/>
                    </a:lnTo>
                    <a:lnTo>
                      <a:pt x="3494" y="9"/>
                    </a:lnTo>
                    <a:lnTo>
                      <a:pt x="3513" y="0"/>
                    </a:lnTo>
                    <a:lnTo>
                      <a:pt x="3522" y="0"/>
                    </a:lnTo>
                    <a:lnTo>
                      <a:pt x="3522" y="234"/>
                    </a:lnTo>
                    <a:lnTo>
                      <a:pt x="3517" y="243"/>
                    </a:lnTo>
                    <a:lnTo>
                      <a:pt x="3503" y="252"/>
                    </a:lnTo>
                    <a:lnTo>
                      <a:pt x="3480" y="261"/>
                    </a:lnTo>
                    <a:lnTo>
                      <a:pt x="3448" y="269"/>
                    </a:lnTo>
                    <a:lnTo>
                      <a:pt x="3408" y="278"/>
                    </a:lnTo>
                    <a:lnTo>
                      <a:pt x="3359" y="286"/>
                    </a:lnTo>
                    <a:lnTo>
                      <a:pt x="3302" y="293"/>
                    </a:lnTo>
                    <a:lnTo>
                      <a:pt x="3238" y="300"/>
                    </a:lnTo>
                    <a:lnTo>
                      <a:pt x="3167" y="308"/>
                    </a:lnTo>
                    <a:lnTo>
                      <a:pt x="3090" y="314"/>
                    </a:lnTo>
                    <a:lnTo>
                      <a:pt x="3007" y="320"/>
                    </a:lnTo>
                    <a:lnTo>
                      <a:pt x="2917" y="326"/>
                    </a:lnTo>
                    <a:lnTo>
                      <a:pt x="2822" y="331"/>
                    </a:lnTo>
                    <a:lnTo>
                      <a:pt x="2720" y="336"/>
                    </a:lnTo>
                    <a:lnTo>
                      <a:pt x="2615" y="340"/>
                    </a:lnTo>
                    <a:lnTo>
                      <a:pt x="2504" y="344"/>
                    </a:lnTo>
                    <a:lnTo>
                      <a:pt x="2388" y="347"/>
                    </a:lnTo>
                    <a:lnTo>
                      <a:pt x="2270" y="350"/>
                    </a:lnTo>
                    <a:lnTo>
                      <a:pt x="2147" y="353"/>
                    </a:lnTo>
                    <a:lnTo>
                      <a:pt x="2021" y="354"/>
                    </a:lnTo>
                    <a:lnTo>
                      <a:pt x="1892" y="355"/>
                    </a:lnTo>
                    <a:lnTo>
                      <a:pt x="1760" y="355"/>
                    </a:lnTo>
                    <a:lnTo>
                      <a:pt x="1630" y="355"/>
                    </a:lnTo>
                    <a:lnTo>
                      <a:pt x="1500" y="354"/>
                    </a:lnTo>
                    <a:lnTo>
                      <a:pt x="1374" y="353"/>
                    </a:lnTo>
                    <a:lnTo>
                      <a:pt x="1252" y="350"/>
                    </a:lnTo>
                    <a:lnTo>
                      <a:pt x="1134" y="347"/>
                    </a:lnTo>
                    <a:lnTo>
                      <a:pt x="1018" y="344"/>
                    </a:lnTo>
                    <a:lnTo>
                      <a:pt x="907" y="340"/>
                    </a:lnTo>
                    <a:lnTo>
                      <a:pt x="802" y="336"/>
                    </a:lnTo>
                    <a:lnTo>
                      <a:pt x="701" y="331"/>
                    </a:lnTo>
                    <a:lnTo>
                      <a:pt x="605" y="326"/>
                    </a:lnTo>
                    <a:lnTo>
                      <a:pt x="515" y="320"/>
                    </a:lnTo>
                    <a:lnTo>
                      <a:pt x="432" y="314"/>
                    </a:lnTo>
                    <a:lnTo>
                      <a:pt x="353" y="308"/>
                    </a:lnTo>
                    <a:lnTo>
                      <a:pt x="283" y="300"/>
                    </a:lnTo>
                    <a:lnTo>
                      <a:pt x="220" y="293"/>
                    </a:lnTo>
                    <a:lnTo>
                      <a:pt x="163" y="286"/>
                    </a:lnTo>
                    <a:lnTo>
                      <a:pt x="114" y="278"/>
                    </a:lnTo>
                    <a:lnTo>
                      <a:pt x="74" y="269"/>
                    </a:lnTo>
                    <a:lnTo>
                      <a:pt x="42" y="261"/>
                    </a:lnTo>
                    <a:lnTo>
                      <a:pt x="18" y="252"/>
                    </a:lnTo>
                    <a:lnTo>
                      <a:pt x="4" y="243"/>
                    </a:lnTo>
                    <a:lnTo>
                      <a:pt x="0" y="234"/>
                    </a:lnTo>
                    <a:lnTo>
                      <a:pt x="0"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6" name="Freeform 17"/>
              <p:cNvSpPr/>
              <p:nvPr/>
            </p:nvSpPr>
            <p:spPr bwMode="auto">
              <a:xfrm>
                <a:off x="1293175" y="2546330"/>
                <a:ext cx="3960328" cy="270994"/>
              </a:xfrm>
              <a:custGeom>
                <a:avLst/>
                <a:gdLst>
                  <a:gd name="T0" fmla="*/ 1892 w 3522"/>
                  <a:gd name="T1" fmla="*/ 0 h 241"/>
                  <a:gd name="T2" fmla="*/ 2147 w 3522"/>
                  <a:gd name="T3" fmla="*/ 2 h 241"/>
                  <a:gd name="T4" fmla="*/ 2388 w 3522"/>
                  <a:gd name="T5" fmla="*/ 8 h 241"/>
                  <a:gd name="T6" fmla="*/ 2615 w 3522"/>
                  <a:gd name="T7" fmla="*/ 15 h 241"/>
                  <a:gd name="T8" fmla="*/ 2822 w 3522"/>
                  <a:gd name="T9" fmla="*/ 24 h 241"/>
                  <a:gd name="T10" fmla="*/ 3007 w 3522"/>
                  <a:gd name="T11" fmla="*/ 36 h 241"/>
                  <a:gd name="T12" fmla="*/ 3167 w 3522"/>
                  <a:gd name="T13" fmla="*/ 49 h 241"/>
                  <a:gd name="T14" fmla="*/ 3302 w 3522"/>
                  <a:gd name="T15" fmla="*/ 63 h 241"/>
                  <a:gd name="T16" fmla="*/ 3408 w 3522"/>
                  <a:gd name="T17" fmla="*/ 78 h 241"/>
                  <a:gd name="T18" fmla="*/ 3480 w 3522"/>
                  <a:gd name="T19" fmla="*/ 94 h 241"/>
                  <a:gd name="T20" fmla="*/ 3517 w 3522"/>
                  <a:gd name="T21" fmla="*/ 112 h 241"/>
                  <a:gd name="T22" fmla="*/ 3521 w 3522"/>
                  <a:gd name="T23" fmla="*/ 124 h 241"/>
                  <a:gd name="T24" fmla="*/ 3513 w 3522"/>
                  <a:gd name="T25" fmla="*/ 133 h 241"/>
                  <a:gd name="T26" fmla="*/ 3467 w 3522"/>
                  <a:gd name="T27" fmla="*/ 151 h 241"/>
                  <a:gd name="T28" fmla="*/ 3383 w 3522"/>
                  <a:gd name="T29" fmla="*/ 168 h 241"/>
                  <a:gd name="T30" fmla="*/ 3266 w 3522"/>
                  <a:gd name="T31" fmla="*/ 184 h 241"/>
                  <a:gd name="T32" fmla="*/ 3120 w 3522"/>
                  <a:gd name="T33" fmla="*/ 198 h 241"/>
                  <a:gd name="T34" fmla="*/ 2945 w 3522"/>
                  <a:gd name="T35" fmla="*/ 211 h 241"/>
                  <a:gd name="T36" fmla="*/ 2744 w 3522"/>
                  <a:gd name="T37" fmla="*/ 221 h 241"/>
                  <a:gd name="T38" fmla="*/ 2523 w 3522"/>
                  <a:gd name="T39" fmla="*/ 230 h 241"/>
                  <a:gd name="T40" fmla="*/ 2284 w 3522"/>
                  <a:gd name="T41" fmla="*/ 236 h 241"/>
                  <a:gd name="T42" fmla="*/ 2028 w 3522"/>
                  <a:gd name="T43" fmla="*/ 240 h 241"/>
                  <a:gd name="T44" fmla="*/ 1760 w 3522"/>
                  <a:gd name="T45" fmla="*/ 241 h 241"/>
                  <a:gd name="T46" fmla="*/ 1492 w 3522"/>
                  <a:gd name="T47" fmla="*/ 240 h 241"/>
                  <a:gd name="T48" fmla="*/ 1238 w 3522"/>
                  <a:gd name="T49" fmla="*/ 236 h 241"/>
                  <a:gd name="T50" fmla="*/ 997 w 3522"/>
                  <a:gd name="T51" fmla="*/ 230 h 241"/>
                  <a:gd name="T52" fmla="*/ 776 w 3522"/>
                  <a:gd name="T53" fmla="*/ 221 h 241"/>
                  <a:gd name="T54" fmla="*/ 577 w 3522"/>
                  <a:gd name="T55" fmla="*/ 211 h 241"/>
                  <a:gd name="T56" fmla="*/ 402 w 3522"/>
                  <a:gd name="T57" fmla="*/ 198 h 241"/>
                  <a:gd name="T58" fmla="*/ 256 w 3522"/>
                  <a:gd name="T59" fmla="*/ 184 h 241"/>
                  <a:gd name="T60" fmla="*/ 139 w 3522"/>
                  <a:gd name="T61" fmla="*/ 168 h 241"/>
                  <a:gd name="T62" fmla="*/ 55 w 3522"/>
                  <a:gd name="T63" fmla="*/ 151 h 241"/>
                  <a:gd name="T64" fmla="*/ 9 w 3522"/>
                  <a:gd name="T65" fmla="*/ 133 h 241"/>
                  <a:gd name="T66" fmla="*/ 0 w 3522"/>
                  <a:gd name="T67" fmla="*/ 124 h 241"/>
                  <a:gd name="T68" fmla="*/ 4 w 3522"/>
                  <a:gd name="T69" fmla="*/ 112 h 241"/>
                  <a:gd name="T70" fmla="*/ 42 w 3522"/>
                  <a:gd name="T71" fmla="*/ 94 h 241"/>
                  <a:gd name="T72" fmla="*/ 114 w 3522"/>
                  <a:gd name="T73" fmla="*/ 78 h 241"/>
                  <a:gd name="T74" fmla="*/ 220 w 3522"/>
                  <a:gd name="T75" fmla="*/ 63 h 241"/>
                  <a:gd name="T76" fmla="*/ 353 w 3522"/>
                  <a:gd name="T77" fmla="*/ 49 h 241"/>
                  <a:gd name="T78" fmla="*/ 515 w 3522"/>
                  <a:gd name="T79" fmla="*/ 36 h 241"/>
                  <a:gd name="T80" fmla="*/ 701 w 3522"/>
                  <a:gd name="T81" fmla="*/ 24 h 241"/>
                  <a:gd name="T82" fmla="*/ 907 w 3522"/>
                  <a:gd name="T83" fmla="*/ 15 h 241"/>
                  <a:gd name="T84" fmla="*/ 1134 w 3522"/>
                  <a:gd name="T85" fmla="*/ 8 h 241"/>
                  <a:gd name="T86" fmla="*/ 1374 w 3522"/>
                  <a:gd name="T87" fmla="*/ 2 h 241"/>
                  <a:gd name="T88" fmla="*/ 1630 w 3522"/>
                  <a:gd name="T89"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522" h="241">
                    <a:moveTo>
                      <a:pt x="1760" y="0"/>
                    </a:moveTo>
                    <a:lnTo>
                      <a:pt x="1892" y="0"/>
                    </a:lnTo>
                    <a:lnTo>
                      <a:pt x="2021" y="1"/>
                    </a:lnTo>
                    <a:lnTo>
                      <a:pt x="2147" y="2"/>
                    </a:lnTo>
                    <a:lnTo>
                      <a:pt x="2270" y="5"/>
                    </a:lnTo>
                    <a:lnTo>
                      <a:pt x="2388" y="8"/>
                    </a:lnTo>
                    <a:lnTo>
                      <a:pt x="2504" y="11"/>
                    </a:lnTo>
                    <a:lnTo>
                      <a:pt x="2615" y="15"/>
                    </a:lnTo>
                    <a:lnTo>
                      <a:pt x="2720" y="19"/>
                    </a:lnTo>
                    <a:lnTo>
                      <a:pt x="2822" y="24"/>
                    </a:lnTo>
                    <a:lnTo>
                      <a:pt x="2917" y="29"/>
                    </a:lnTo>
                    <a:lnTo>
                      <a:pt x="3007" y="36"/>
                    </a:lnTo>
                    <a:lnTo>
                      <a:pt x="3090" y="41"/>
                    </a:lnTo>
                    <a:lnTo>
                      <a:pt x="3167" y="49"/>
                    </a:lnTo>
                    <a:lnTo>
                      <a:pt x="3238" y="55"/>
                    </a:lnTo>
                    <a:lnTo>
                      <a:pt x="3302" y="63"/>
                    </a:lnTo>
                    <a:lnTo>
                      <a:pt x="3359" y="69"/>
                    </a:lnTo>
                    <a:lnTo>
                      <a:pt x="3408" y="78"/>
                    </a:lnTo>
                    <a:lnTo>
                      <a:pt x="3448" y="86"/>
                    </a:lnTo>
                    <a:lnTo>
                      <a:pt x="3480" y="94"/>
                    </a:lnTo>
                    <a:lnTo>
                      <a:pt x="3503" y="103"/>
                    </a:lnTo>
                    <a:lnTo>
                      <a:pt x="3517" y="112"/>
                    </a:lnTo>
                    <a:lnTo>
                      <a:pt x="3522" y="121"/>
                    </a:lnTo>
                    <a:lnTo>
                      <a:pt x="3521" y="124"/>
                    </a:lnTo>
                    <a:lnTo>
                      <a:pt x="3518" y="130"/>
                    </a:lnTo>
                    <a:lnTo>
                      <a:pt x="3513" y="133"/>
                    </a:lnTo>
                    <a:lnTo>
                      <a:pt x="3494" y="142"/>
                    </a:lnTo>
                    <a:lnTo>
                      <a:pt x="3467" y="151"/>
                    </a:lnTo>
                    <a:lnTo>
                      <a:pt x="3430" y="159"/>
                    </a:lnTo>
                    <a:lnTo>
                      <a:pt x="3383" y="168"/>
                    </a:lnTo>
                    <a:lnTo>
                      <a:pt x="3329" y="176"/>
                    </a:lnTo>
                    <a:lnTo>
                      <a:pt x="3266" y="184"/>
                    </a:lnTo>
                    <a:lnTo>
                      <a:pt x="3197" y="190"/>
                    </a:lnTo>
                    <a:lnTo>
                      <a:pt x="3120" y="198"/>
                    </a:lnTo>
                    <a:lnTo>
                      <a:pt x="3035" y="204"/>
                    </a:lnTo>
                    <a:lnTo>
                      <a:pt x="2945" y="211"/>
                    </a:lnTo>
                    <a:lnTo>
                      <a:pt x="2847" y="216"/>
                    </a:lnTo>
                    <a:lnTo>
                      <a:pt x="2744" y="221"/>
                    </a:lnTo>
                    <a:lnTo>
                      <a:pt x="2636" y="225"/>
                    </a:lnTo>
                    <a:lnTo>
                      <a:pt x="2523" y="230"/>
                    </a:lnTo>
                    <a:lnTo>
                      <a:pt x="2406" y="232"/>
                    </a:lnTo>
                    <a:lnTo>
                      <a:pt x="2284" y="236"/>
                    </a:lnTo>
                    <a:lnTo>
                      <a:pt x="2158" y="238"/>
                    </a:lnTo>
                    <a:lnTo>
                      <a:pt x="2028" y="240"/>
                    </a:lnTo>
                    <a:lnTo>
                      <a:pt x="1896" y="241"/>
                    </a:lnTo>
                    <a:lnTo>
                      <a:pt x="1760" y="241"/>
                    </a:lnTo>
                    <a:lnTo>
                      <a:pt x="1626" y="241"/>
                    </a:lnTo>
                    <a:lnTo>
                      <a:pt x="1492" y="240"/>
                    </a:lnTo>
                    <a:lnTo>
                      <a:pt x="1364" y="238"/>
                    </a:lnTo>
                    <a:lnTo>
                      <a:pt x="1238" y="236"/>
                    </a:lnTo>
                    <a:lnTo>
                      <a:pt x="1116" y="232"/>
                    </a:lnTo>
                    <a:lnTo>
                      <a:pt x="997" y="230"/>
                    </a:lnTo>
                    <a:lnTo>
                      <a:pt x="884" y="225"/>
                    </a:lnTo>
                    <a:lnTo>
                      <a:pt x="776" y="221"/>
                    </a:lnTo>
                    <a:lnTo>
                      <a:pt x="675" y="216"/>
                    </a:lnTo>
                    <a:lnTo>
                      <a:pt x="577" y="211"/>
                    </a:lnTo>
                    <a:lnTo>
                      <a:pt x="487" y="204"/>
                    </a:lnTo>
                    <a:lnTo>
                      <a:pt x="402" y="198"/>
                    </a:lnTo>
                    <a:lnTo>
                      <a:pt x="325" y="190"/>
                    </a:lnTo>
                    <a:lnTo>
                      <a:pt x="256" y="184"/>
                    </a:lnTo>
                    <a:lnTo>
                      <a:pt x="193" y="176"/>
                    </a:lnTo>
                    <a:lnTo>
                      <a:pt x="139" y="168"/>
                    </a:lnTo>
                    <a:lnTo>
                      <a:pt x="92" y="159"/>
                    </a:lnTo>
                    <a:lnTo>
                      <a:pt x="55" y="151"/>
                    </a:lnTo>
                    <a:lnTo>
                      <a:pt x="27" y="142"/>
                    </a:lnTo>
                    <a:lnTo>
                      <a:pt x="9" y="133"/>
                    </a:lnTo>
                    <a:lnTo>
                      <a:pt x="4" y="130"/>
                    </a:lnTo>
                    <a:lnTo>
                      <a:pt x="0" y="124"/>
                    </a:lnTo>
                    <a:lnTo>
                      <a:pt x="0" y="121"/>
                    </a:lnTo>
                    <a:lnTo>
                      <a:pt x="4" y="112"/>
                    </a:lnTo>
                    <a:lnTo>
                      <a:pt x="18" y="103"/>
                    </a:lnTo>
                    <a:lnTo>
                      <a:pt x="42" y="94"/>
                    </a:lnTo>
                    <a:lnTo>
                      <a:pt x="74" y="86"/>
                    </a:lnTo>
                    <a:lnTo>
                      <a:pt x="114" y="78"/>
                    </a:lnTo>
                    <a:lnTo>
                      <a:pt x="163" y="69"/>
                    </a:lnTo>
                    <a:lnTo>
                      <a:pt x="220" y="63"/>
                    </a:lnTo>
                    <a:lnTo>
                      <a:pt x="283" y="55"/>
                    </a:lnTo>
                    <a:lnTo>
                      <a:pt x="353" y="49"/>
                    </a:lnTo>
                    <a:lnTo>
                      <a:pt x="432" y="41"/>
                    </a:lnTo>
                    <a:lnTo>
                      <a:pt x="515" y="36"/>
                    </a:lnTo>
                    <a:lnTo>
                      <a:pt x="605" y="29"/>
                    </a:lnTo>
                    <a:lnTo>
                      <a:pt x="701" y="24"/>
                    </a:lnTo>
                    <a:lnTo>
                      <a:pt x="802" y="19"/>
                    </a:lnTo>
                    <a:lnTo>
                      <a:pt x="907" y="15"/>
                    </a:lnTo>
                    <a:lnTo>
                      <a:pt x="1018" y="11"/>
                    </a:lnTo>
                    <a:lnTo>
                      <a:pt x="1134" y="8"/>
                    </a:lnTo>
                    <a:lnTo>
                      <a:pt x="1252" y="5"/>
                    </a:lnTo>
                    <a:lnTo>
                      <a:pt x="1374" y="2"/>
                    </a:lnTo>
                    <a:lnTo>
                      <a:pt x="1500" y="1"/>
                    </a:lnTo>
                    <a:lnTo>
                      <a:pt x="1630" y="0"/>
                    </a:lnTo>
                    <a:lnTo>
                      <a:pt x="1760" y="0"/>
                    </a:lnTo>
                    <a:close/>
                  </a:path>
                </a:pathLst>
              </a:custGeom>
              <a:solidFill>
                <a:schemeClr val="accent2">
                  <a:lumMod val="75000"/>
                </a:schemeClr>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7" name="Group 2"/>
            <p:cNvGrpSpPr/>
            <p:nvPr/>
          </p:nvGrpSpPr>
          <p:grpSpPr>
            <a:xfrm>
              <a:off x="3492186" y="1636559"/>
              <a:ext cx="5207629" cy="747132"/>
              <a:chOff x="888371" y="1890558"/>
              <a:chExt cx="4763189" cy="531203"/>
            </a:xfrm>
          </p:grpSpPr>
          <p:sp>
            <p:nvSpPr>
              <p:cNvPr id="28" name="Freeform 18"/>
              <p:cNvSpPr/>
              <p:nvPr/>
            </p:nvSpPr>
            <p:spPr bwMode="auto">
              <a:xfrm>
                <a:off x="888371" y="2027077"/>
                <a:ext cx="4763189" cy="394684"/>
              </a:xfrm>
              <a:custGeom>
                <a:avLst/>
                <a:gdLst>
                  <a:gd name="T0" fmla="*/ 12 w 4236"/>
                  <a:gd name="T1" fmla="*/ 0 h 351"/>
                  <a:gd name="T2" fmla="*/ 60 w 4236"/>
                  <a:gd name="T3" fmla="*/ 15 h 351"/>
                  <a:gd name="T4" fmla="*/ 147 w 4236"/>
                  <a:gd name="T5" fmla="*/ 31 h 351"/>
                  <a:gd name="T6" fmla="*/ 266 w 4236"/>
                  <a:gd name="T7" fmla="*/ 45 h 351"/>
                  <a:gd name="T8" fmla="*/ 416 w 4236"/>
                  <a:gd name="T9" fmla="*/ 59 h 351"/>
                  <a:gd name="T10" fmla="*/ 595 w 4236"/>
                  <a:gd name="T11" fmla="*/ 70 h 351"/>
                  <a:gd name="T12" fmla="*/ 801 w 4236"/>
                  <a:gd name="T13" fmla="*/ 81 h 351"/>
                  <a:gd name="T14" fmla="*/ 1028 w 4236"/>
                  <a:gd name="T15" fmla="*/ 90 h 351"/>
                  <a:gd name="T16" fmla="*/ 1276 w 4236"/>
                  <a:gd name="T17" fmla="*/ 96 h 351"/>
                  <a:gd name="T18" fmla="*/ 1544 w 4236"/>
                  <a:gd name="T19" fmla="*/ 103 h 351"/>
                  <a:gd name="T20" fmla="*/ 1824 w 4236"/>
                  <a:gd name="T21" fmla="*/ 105 h 351"/>
                  <a:gd name="T22" fmla="*/ 2118 w 4236"/>
                  <a:gd name="T23" fmla="*/ 106 h 351"/>
                  <a:gd name="T24" fmla="*/ 2412 w 4236"/>
                  <a:gd name="T25" fmla="*/ 105 h 351"/>
                  <a:gd name="T26" fmla="*/ 2693 w 4236"/>
                  <a:gd name="T27" fmla="*/ 103 h 351"/>
                  <a:gd name="T28" fmla="*/ 2959 w 4236"/>
                  <a:gd name="T29" fmla="*/ 96 h 351"/>
                  <a:gd name="T30" fmla="*/ 3207 w 4236"/>
                  <a:gd name="T31" fmla="*/ 90 h 351"/>
                  <a:gd name="T32" fmla="*/ 3435 w 4236"/>
                  <a:gd name="T33" fmla="*/ 81 h 351"/>
                  <a:gd name="T34" fmla="*/ 3640 w 4236"/>
                  <a:gd name="T35" fmla="*/ 70 h 351"/>
                  <a:gd name="T36" fmla="*/ 3819 w 4236"/>
                  <a:gd name="T37" fmla="*/ 59 h 351"/>
                  <a:gd name="T38" fmla="*/ 3971 w 4236"/>
                  <a:gd name="T39" fmla="*/ 45 h 351"/>
                  <a:gd name="T40" fmla="*/ 4090 w 4236"/>
                  <a:gd name="T41" fmla="*/ 31 h 351"/>
                  <a:gd name="T42" fmla="*/ 4175 w 4236"/>
                  <a:gd name="T43" fmla="*/ 15 h 351"/>
                  <a:gd name="T44" fmla="*/ 4224 w 4236"/>
                  <a:gd name="T45" fmla="*/ 0 h 351"/>
                  <a:gd name="T46" fmla="*/ 4236 w 4236"/>
                  <a:gd name="T47" fmla="*/ 231 h 351"/>
                  <a:gd name="T48" fmla="*/ 4216 w 4236"/>
                  <a:gd name="T49" fmla="*/ 248 h 351"/>
                  <a:gd name="T50" fmla="*/ 4160 w 4236"/>
                  <a:gd name="T51" fmla="*/ 263 h 351"/>
                  <a:gd name="T52" fmla="*/ 4070 w 4236"/>
                  <a:gd name="T53" fmla="*/ 279 h 351"/>
                  <a:gd name="T54" fmla="*/ 3946 w 4236"/>
                  <a:gd name="T55" fmla="*/ 291 h 351"/>
                  <a:gd name="T56" fmla="*/ 3795 w 4236"/>
                  <a:gd name="T57" fmla="*/ 304 h 351"/>
                  <a:gd name="T58" fmla="*/ 3616 w 4236"/>
                  <a:gd name="T59" fmla="*/ 316 h 351"/>
                  <a:gd name="T60" fmla="*/ 3412 w 4236"/>
                  <a:gd name="T61" fmla="*/ 326 h 351"/>
                  <a:gd name="T62" fmla="*/ 3187 w 4236"/>
                  <a:gd name="T63" fmla="*/ 335 h 351"/>
                  <a:gd name="T64" fmla="*/ 2942 w 4236"/>
                  <a:gd name="T65" fmla="*/ 342 h 351"/>
                  <a:gd name="T66" fmla="*/ 2681 w 4236"/>
                  <a:gd name="T67" fmla="*/ 347 h 351"/>
                  <a:gd name="T68" fmla="*/ 2405 w 4236"/>
                  <a:gd name="T69" fmla="*/ 349 h 351"/>
                  <a:gd name="T70" fmla="*/ 2118 w 4236"/>
                  <a:gd name="T71" fmla="*/ 351 h 351"/>
                  <a:gd name="T72" fmla="*/ 1830 w 4236"/>
                  <a:gd name="T73" fmla="*/ 349 h 351"/>
                  <a:gd name="T74" fmla="*/ 1555 w 4236"/>
                  <a:gd name="T75" fmla="*/ 347 h 351"/>
                  <a:gd name="T76" fmla="*/ 1293 w 4236"/>
                  <a:gd name="T77" fmla="*/ 342 h 351"/>
                  <a:gd name="T78" fmla="*/ 1049 w 4236"/>
                  <a:gd name="T79" fmla="*/ 335 h 351"/>
                  <a:gd name="T80" fmla="*/ 824 w 4236"/>
                  <a:gd name="T81" fmla="*/ 326 h 351"/>
                  <a:gd name="T82" fmla="*/ 621 w 4236"/>
                  <a:gd name="T83" fmla="*/ 316 h 351"/>
                  <a:gd name="T84" fmla="*/ 441 w 4236"/>
                  <a:gd name="T85" fmla="*/ 304 h 351"/>
                  <a:gd name="T86" fmla="*/ 289 w 4236"/>
                  <a:gd name="T87" fmla="*/ 291 h 351"/>
                  <a:gd name="T88" fmla="*/ 166 w 4236"/>
                  <a:gd name="T89" fmla="*/ 279 h 351"/>
                  <a:gd name="T90" fmla="*/ 76 w 4236"/>
                  <a:gd name="T91" fmla="*/ 263 h 351"/>
                  <a:gd name="T92" fmla="*/ 19 w 4236"/>
                  <a:gd name="T93" fmla="*/ 248 h 351"/>
                  <a:gd name="T94" fmla="*/ 0 w 4236"/>
                  <a:gd name="T95" fmla="*/ 231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36" h="351">
                    <a:moveTo>
                      <a:pt x="0" y="0"/>
                    </a:moveTo>
                    <a:lnTo>
                      <a:pt x="12" y="0"/>
                    </a:lnTo>
                    <a:lnTo>
                      <a:pt x="31" y="7"/>
                    </a:lnTo>
                    <a:lnTo>
                      <a:pt x="60" y="15"/>
                    </a:lnTo>
                    <a:lnTo>
                      <a:pt x="99" y="23"/>
                    </a:lnTo>
                    <a:lnTo>
                      <a:pt x="147" y="31"/>
                    </a:lnTo>
                    <a:lnTo>
                      <a:pt x="202" y="38"/>
                    </a:lnTo>
                    <a:lnTo>
                      <a:pt x="266" y="45"/>
                    </a:lnTo>
                    <a:lnTo>
                      <a:pt x="337" y="52"/>
                    </a:lnTo>
                    <a:lnTo>
                      <a:pt x="416" y="59"/>
                    </a:lnTo>
                    <a:lnTo>
                      <a:pt x="503" y="64"/>
                    </a:lnTo>
                    <a:lnTo>
                      <a:pt x="595" y="70"/>
                    </a:lnTo>
                    <a:lnTo>
                      <a:pt x="695" y="76"/>
                    </a:lnTo>
                    <a:lnTo>
                      <a:pt x="801" y="81"/>
                    </a:lnTo>
                    <a:lnTo>
                      <a:pt x="911" y="86"/>
                    </a:lnTo>
                    <a:lnTo>
                      <a:pt x="1028" y="90"/>
                    </a:lnTo>
                    <a:lnTo>
                      <a:pt x="1150" y="94"/>
                    </a:lnTo>
                    <a:lnTo>
                      <a:pt x="1276" y="96"/>
                    </a:lnTo>
                    <a:lnTo>
                      <a:pt x="1408" y="100"/>
                    </a:lnTo>
                    <a:lnTo>
                      <a:pt x="1544" y="103"/>
                    </a:lnTo>
                    <a:lnTo>
                      <a:pt x="1683" y="104"/>
                    </a:lnTo>
                    <a:lnTo>
                      <a:pt x="1824" y="105"/>
                    </a:lnTo>
                    <a:lnTo>
                      <a:pt x="1969" y="106"/>
                    </a:lnTo>
                    <a:lnTo>
                      <a:pt x="2118" y="106"/>
                    </a:lnTo>
                    <a:lnTo>
                      <a:pt x="2266" y="106"/>
                    </a:lnTo>
                    <a:lnTo>
                      <a:pt x="2412" y="105"/>
                    </a:lnTo>
                    <a:lnTo>
                      <a:pt x="2554" y="104"/>
                    </a:lnTo>
                    <a:lnTo>
                      <a:pt x="2693" y="103"/>
                    </a:lnTo>
                    <a:lnTo>
                      <a:pt x="2828" y="100"/>
                    </a:lnTo>
                    <a:lnTo>
                      <a:pt x="2959" y="96"/>
                    </a:lnTo>
                    <a:lnTo>
                      <a:pt x="3085" y="94"/>
                    </a:lnTo>
                    <a:lnTo>
                      <a:pt x="3207" y="90"/>
                    </a:lnTo>
                    <a:lnTo>
                      <a:pt x="3324" y="86"/>
                    </a:lnTo>
                    <a:lnTo>
                      <a:pt x="3435" y="81"/>
                    </a:lnTo>
                    <a:lnTo>
                      <a:pt x="3541" y="76"/>
                    </a:lnTo>
                    <a:lnTo>
                      <a:pt x="3640" y="70"/>
                    </a:lnTo>
                    <a:lnTo>
                      <a:pt x="3733" y="64"/>
                    </a:lnTo>
                    <a:lnTo>
                      <a:pt x="3819" y="59"/>
                    </a:lnTo>
                    <a:lnTo>
                      <a:pt x="3899" y="52"/>
                    </a:lnTo>
                    <a:lnTo>
                      <a:pt x="3971" y="45"/>
                    </a:lnTo>
                    <a:lnTo>
                      <a:pt x="4034" y="38"/>
                    </a:lnTo>
                    <a:lnTo>
                      <a:pt x="4090" y="31"/>
                    </a:lnTo>
                    <a:lnTo>
                      <a:pt x="4137" y="23"/>
                    </a:lnTo>
                    <a:lnTo>
                      <a:pt x="4175" y="15"/>
                    </a:lnTo>
                    <a:lnTo>
                      <a:pt x="4205" y="7"/>
                    </a:lnTo>
                    <a:lnTo>
                      <a:pt x="4224" y="0"/>
                    </a:lnTo>
                    <a:lnTo>
                      <a:pt x="4236" y="0"/>
                    </a:lnTo>
                    <a:lnTo>
                      <a:pt x="4236" y="231"/>
                    </a:lnTo>
                    <a:lnTo>
                      <a:pt x="4230" y="240"/>
                    </a:lnTo>
                    <a:lnTo>
                      <a:pt x="4216" y="248"/>
                    </a:lnTo>
                    <a:lnTo>
                      <a:pt x="4193" y="255"/>
                    </a:lnTo>
                    <a:lnTo>
                      <a:pt x="4160" y="263"/>
                    </a:lnTo>
                    <a:lnTo>
                      <a:pt x="4119" y="271"/>
                    </a:lnTo>
                    <a:lnTo>
                      <a:pt x="4070" y="279"/>
                    </a:lnTo>
                    <a:lnTo>
                      <a:pt x="4012" y="285"/>
                    </a:lnTo>
                    <a:lnTo>
                      <a:pt x="3946" y="291"/>
                    </a:lnTo>
                    <a:lnTo>
                      <a:pt x="3874" y="298"/>
                    </a:lnTo>
                    <a:lnTo>
                      <a:pt x="3795" y="304"/>
                    </a:lnTo>
                    <a:lnTo>
                      <a:pt x="3709" y="311"/>
                    </a:lnTo>
                    <a:lnTo>
                      <a:pt x="3616" y="316"/>
                    </a:lnTo>
                    <a:lnTo>
                      <a:pt x="3517" y="321"/>
                    </a:lnTo>
                    <a:lnTo>
                      <a:pt x="3412" y="326"/>
                    </a:lnTo>
                    <a:lnTo>
                      <a:pt x="3302" y="330"/>
                    </a:lnTo>
                    <a:lnTo>
                      <a:pt x="3187" y="335"/>
                    </a:lnTo>
                    <a:lnTo>
                      <a:pt x="3067" y="338"/>
                    </a:lnTo>
                    <a:lnTo>
                      <a:pt x="2942" y="342"/>
                    </a:lnTo>
                    <a:lnTo>
                      <a:pt x="2814" y="344"/>
                    </a:lnTo>
                    <a:lnTo>
                      <a:pt x="2681" y="347"/>
                    </a:lnTo>
                    <a:lnTo>
                      <a:pt x="2545" y="348"/>
                    </a:lnTo>
                    <a:lnTo>
                      <a:pt x="2405" y="349"/>
                    </a:lnTo>
                    <a:lnTo>
                      <a:pt x="2262" y="351"/>
                    </a:lnTo>
                    <a:lnTo>
                      <a:pt x="2118" y="351"/>
                    </a:lnTo>
                    <a:lnTo>
                      <a:pt x="1973" y="351"/>
                    </a:lnTo>
                    <a:lnTo>
                      <a:pt x="1830" y="349"/>
                    </a:lnTo>
                    <a:lnTo>
                      <a:pt x="1692" y="348"/>
                    </a:lnTo>
                    <a:lnTo>
                      <a:pt x="1555" y="347"/>
                    </a:lnTo>
                    <a:lnTo>
                      <a:pt x="1422" y="344"/>
                    </a:lnTo>
                    <a:lnTo>
                      <a:pt x="1293" y="342"/>
                    </a:lnTo>
                    <a:lnTo>
                      <a:pt x="1168" y="338"/>
                    </a:lnTo>
                    <a:lnTo>
                      <a:pt x="1049" y="335"/>
                    </a:lnTo>
                    <a:lnTo>
                      <a:pt x="933" y="330"/>
                    </a:lnTo>
                    <a:lnTo>
                      <a:pt x="824" y="326"/>
                    </a:lnTo>
                    <a:lnTo>
                      <a:pt x="719" y="321"/>
                    </a:lnTo>
                    <a:lnTo>
                      <a:pt x="621" y="316"/>
                    </a:lnTo>
                    <a:lnTo>
                      <a:pt x="527" y="311"/>
                    </a:lnTo>
                    <a:lnTo>
                      <a:pt x="441" y="304"/>
                    </a:lnTo>
                    <a:lnTo>
                      <a:pt x="361" y="298"/>
                    </a:lnTo>
                    <a:lnTo>
                      <a:pt x="289" y="291"/>
                    </a:lnTo>
                    <a:lnTo>
                      <a:pt x="224" y="285"/>
                    </a:lnTo>
                    <a:lnTo>
                      <a:pt x="166" y="279"/>
                    </a:lnTo>
                    <a:lnTo>
                      <a:pt x="117" y="271"/>
                    </a:lnTo>
                    <a:lnTo>
                      <a:pt x="76" y="263"/>
                    </a:lnTo>
                    <a:lnTo>
                      <a:pt x="42" y="255"/>
                    </a:lnTo>
                    <a:lnTo>
                      <a:pt x="19" y="248"/>
                    </a:lnTo>
                    <a:lnTo>
                      <a:pt x="5" y="240"/>
                    </a:lnTo>
                    <a:lnTo>
                      <a:pt x="0" y="231"/>
                    </a:lnTo>
                    <a:lnTo>
                      <a:pt x="0" y="0"/>
                    </a:lnTo>
                    <a:close/>
                  </a:path>
                </a:pathLst>
              </a:custGeom>
              <a:solidFill>
                <a:schemeClr val="accent1"/>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9" name="Freeform 19"/>
              <p:cNvSpPr/>
              <p:nvPr/>
            </p:nvSpPr>
            <p:spPr bwMode="auto">
              <a:xfrm>
                <a:off x="888371" y="1890558"/>
                <a:ext cx="4763189" cy="268745"/>
              </a:xfrm>
              <a:custGeom>
                <a:avLst/>
                <a:gdLst>
                  <a:gd name="T0" fmla="*/ 2118 w 4236"/>
                  <a:gd name="T1" fmla="*/ 0 h 239"/>
                  <a:gd name="T2" fmla="*/ 2405 w 4236"/>
                  <a:gd name="T3" fmla="*/ 2 h 239"/>
                  <a:gd name="T4" fmla="*/ 2681 w 4236"/>
                  <a:gd name="T5" fmla="*/ 6 h 239"/>
                  <a:gd name="T6" fmla="*/ 2942 w 4236"/>
                  <a:gd name="T7" fmla="*/ 11 h 239"/>
                  <a:gd name="T8" fmla="*/ 3187 w 4236"/>
                  <a:gd name="T9" fmla="*/ 17 h 239"/>
                  <a:gd name="T10" fmla="*/ 3412 w 4236"/>
                  <a:gd name="T11" fmla="*/ 26 h 239"/>
                  <a:gd name="T12" fmla="*/ 3616 w 4236"/>
                  <a:gd name="T13" fmla="*/ 36 h 239"/>
                  <a:gd name="T14" fmla="*/ 3795 w 4236"/>
                  <a:gd name="T15" fmla="*/ 48 h 239"/>
                  <a:gd name="T16" fmla="*/ 3946 w 4236"/>
                  <a:gd name="T17" fmla="*/ 60 h 239"/>
                  <a:gd name="T18" fmla="*/ 4070 w 4236"/>
                  <a:gd name="T19" fmla="*/ 74 h 239"/>
                  <a:gd name="T20" fmla="*/ 4160 w 4236"/>
                  <a:gd name="T21" fmla="*/ 89 h 239"/>
                  <a:gd name="T22" fmla="*/ 4216 w 4236"/>
                  <a:gd name="T23" fmla="*/ 105 h 239"/>
                  <a:gd name="T24" fmla="*/ 4236 w 4236"/>
                  <a:gd name="T25" fmla="*/ 120 h 239"/>
                  <a:gd name="T26" fmla="*/ 4233 w 4236"/>
                  <a:gd name="T27" fmla="*/ 126 h 239"/>
                  <a:gd name="T28" fmla="*/ 4224 w 4236"/>
                  <a:gd name="T29" fmla="*/ 133 h 239"/>
                  <a:gd name="T30" fmla="*/ 4175 w 4236"/>
                  <a:gd name="T31" fmla="*/ 148 h 239"/>
                  <a:gd name="T32" fmla="*/ 4090 w 4236"/>
                  <a:gd name="T33" fmla="*/ 164 h 239"/>
                  <a:gd name="T34" fmla="*/ 3971 w 4236"/>
                  <a:gd name="T35" fmla="*/ 178 h 239"/>
                  <a:gd name="T36" fmla="*/ 3819 w 4236"/>
                  <a:gd name="T37" fmla="*/ 192 h 239"/>
                  <a:gd name="T38" fmla="*/ 3640 w 4236"/>
                  <a:gd name="T39" fmla="*/ 203 h 239"/>
                  <a:gd name="T40" fmla="*/ 3435 w 4236"/>
                  <a:gd name="T41" fmla="*/ 214 h 239"/>
                  <a:gd name="T42" fmla="*/ 3207 w 4236"/>
                  <a:gd name="T43" fmla="*/ 223 h 239"/>
                  <a:gd name="T44" fmla="*/ 2959 w 4236"/>
                  <a:gd name="T45" fmla="*/ 229 h 239"/>
                  <a:gd name="T46" fmla="*/ 2693 w 4236"/>
                  <a:gd name="T47" fmla="*/ 236 h 239"/>
                  <a:gd name="T48" fmla="*/ 2412 w 4236"/>
                  <a:gd name="T49" fmla="*/ 238 h 239"/>
                  <a:gd name="T50" fmla="*/ 2118 w 4236"/>
                  <a:gd name="T51" fmla="*/ 239 h 239"/>
                  <a:gd name="T52" fmla="*/ 1824 w 4236"/>
                  <a:gd name="T53" fmla="*/ 238 h 239"/>
                  <a:gd name="T54" fmla="*/ 1544 w 4236"/>
                  <a:gd name="T55" fmla="*/ 236 h 239"/>
                  <a:gd name="T56" fmla="*/ 1276 w 4236"/>
                  <a:gd name="T57" fmla="*/ 229 h 239"/>
                  <a:gd name="T58" fmla="*/ 1028 w 4236"/>
                  <a:gd name="T59" fmla="*/ 223 h 239"/>
                  <a:gd name="T60" fmla="*/ 801 w 4236"/>
                  <a:gd name="T61" fmla="*/ 214 h 239"/>
                  <a:gd name="T62" fmla="*/ 595 w 4236"/>
                  <a:gd name="T63" fmla="*/ 203 h 239"/>
                  <a:gd name="T64" fmla="*/ 416 w 4236"/>
                  <a:gd name="T65" fmla="*/ 192 h 239"/>
                  <a:gd name="T66" fmla="*/ 266 w 4236"/>
                  <a:gd name="T67" fmla="*/ 178 h 239"/>
                  <a:gd name="T68" fmla="*/ 147 w 4236"/>
                  <a:gd name="T69" fmla="*/ 164 h 239"/>
                  <a:gd name="T70" fmla="*/ 60 w 4236"/>
                  <a:gd name="T71" fmla="*/ 148 h 239"/>
                  <a:gd name="T72" fmla="*/ 12 w 4236"/>
                  <a:gd name="T73" fmla="*/ 133 h 239"/>
                  <a:gd name="T74" fmla="*/ 3 w 4236"/>
                  <a:gd name="T75" fmla="*/ 126 h 239"/>
                  <a:gd name="T76" fmla="*/ 0 w 4236"/>
                  <a:gd name="T77" fmla="*/ 120 h 239"/>
                  <a:gd name="T78" fmla="*/ 5 w 4236"/>
                  <a:gd name="T79" fmla="*/ 112 h 239"/>
                  <a:gd name="T80" fmla="*/ 42 w 4236"/>
                  <a:gd name="T81" fmla="*/ 97 h 239"/>
                  <a:gd name="T82" fmla="*/ 117 w 4236"/>
                  <a:gd name="T83" fmla="*/ 81 h 239"/>
                  <a:gd name="T84" fmla="*/ 224 w 4236"/>
                  <a:gd name="T85" fmla="*/ 67 h 239"/>
                  <a:gd name="T86" fmla="*/ 361 w 4236"/>
                  <a:gd name="T87" fmla="*/ 53 h 239"/>
                  <a:gd name="T88" fmla="*/ 527 w 4236"/>
                  <a:gd name="T89" fmla="*/ 42 h 239"/>
                  <a:gd name="T90" fmla="*/ 719 w 4236"/>
                  <a:gd name="T91" fmla="*/ 31 h 239"/>
                  <a:gd name="T92" fmla="*/ 933 w 4236"/>
                  <a:gd name="T93" fmla="*/ 21 h 239"/>
                  <a:gd name="T94" fmla="*/ 1168 w 4236"/>
                  <a:gd name="T95" fmla="*/ 13 h 239"/>
                  <a:gd name="T96" fmla="*/ 1422 w 4236"/>
                  <a:gd name="T97" fmla="*/ 8 h 239"/>
                  <a:gd name="T98" fmla="*/ 1692 w 4236"/>
                  <a:gd name="T99" fmla="*/ 3 h 239"/>
                  <a:gd name="T100" fmla="*/ 1973 w 4236"/>
                  <a:gd name="T101" fmla="*/ 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36" h="239">
                    <a:moveTo>
                      <a:pt x="2117" y="0"/>
                    </a:moveTo>
                    <a:lnTo>
                      <a:pt x="2118" y="0"/>
                    </a:lnTo>
                    <a:lnTo>
                      <a:pt x="2262" y="2"/>
                    </a:lnTo>
                    <a:lnTo>
                      <a:pt x="2405" y="2"/>
                    </a:lnTo>
                    <a:lnTo>
                      <a:pt x="2545" y="3"/>
                    </a:lnTo>
                    <a:lnTo>
                      <a:pt x="2681" y="6"/>
                    </a:lnTo>
                    <a:lnTo>
                      <a:pt x="2814" y="8"/>
                    </a:lnTo>
                    <a:lnTo>
                      <a:pt x="2942" y="11"/>
                    </a:lnTo>
                    <a:lnTo>
                      <a:pt x="3067" y="13"/>
                    </a:lnTo>
                    <a:lnTo>
                      <a:pt x="3187" y="17"/>
                    </a:lnTo>
                    <a:lnTo>
                      <a:pt x="3302" y="21"/>
                    </a:lnTo>
                    <a:lnTo>
                      <a:pt x="3412" y="26"/>
                    </a:lnTo>
                    <a:lnTo>
                      <a:pt x="3517" y="31"/>
                    </a:lnTo>
                    <a:lnTo>
                      <a:pt x="3616" y="36"/>
                    </a:lnTo>
                    <a:lnTo>
                      <a:pt x="3709" y="42"/>
                    </a:lnTo>
                    <a:lnTo>
                      <a:pt x="3795" y="48"/>
                    </a:lnTo>
                    <a:lnTo>
                      <a:pt x="3874" y="53"/>
                    </a:lnTo>
                    <a:lnTo>
                      <a:pt x="3946" y="60"/>
                    </a:lnTo>
                    <a:lnTo>
                      <a:pt x="4012" y="67"/>
                    </a:lnTo>
                    <a:lnTo>
                      <a:pt x="4070" y="74"/>
                    </a:lnTo>
                    <a:lnTo>
                      <a:pt x="4119" y="81"/>
                    </a:lnTo>
                    <a:lnTo>
                      <a:pt x="4160" y="89"/>
                    </a:lnTo>
                    <a:lnTo>
                      <a:pt x="4193" y="97"/>
                    </a:lnTo>
                    <a:lnTo>
                      <a:pt x="4216" y="105"/>
                    </a:lnTo>
                    <a:lnTo>
                      <a:pt x="4230" y="112"/>
                    </a:lnTo>
                    <a:lnTo>
                      <a:pt x="4236" y="120"/>
                    </a:lnTo>
                    <a:lnTo>
                      <a:pt x="4236" y="124"/>
                    </a:lnTo>
                    <a:lnTo>
                      <a:pt x="4233" y="126"/>
                    </a:lnTo>
                    <a:lnTo>
                      <a:pt x="4229" y="129"/>
                    </a:lnTo>
                    <a:lnTo>
                      <a:pt x="4224" y="133"/>
                    </a:lnTo>
                    <a:lnTo>
                      <a:pt x="4205" y="140"/>
                    </a:lnTo>
                    <a:lnTo>
                      <a:pt x="4175" y="148"/>
                    </a:lnTo>
                    <a:lnTo>
                      <a:pt x="4137" y="156"/>
                    </a:lnTo>
                    <a:lnTo>
                      <a:pt x="4090" y="164"/>
                    </a:lnTo>
                    <a:lnTo>
                      <a:pt x="4034" y="171"/>
                    </a:lnTo>
                    <a:lnTo>
                      <a:pt x="3971" y="178"/>
                    </a:lnTo>
                    <a:lnTo>
                      <a:pt x="3899" y="185"/>
                    </a:lnTo>
                    <a:lnTo>
                      <a:pt x="3819" y="192"/>
                    </a:lnTo>
                    <a:lnTo>
                      <a:pt x="3733" y="197"/>
                    </a:lnTo>
                    <a:lnTo>
                      <a:pt x="3640" y="203"/>
                    </a:lnTo>
                    <a:lnTo>
                      <a:pt x="3541" y="209"/>
                    </a:lnTo>
                    <a:lnTo>
                      <a:pt x="3435" y="214"/>
                    </a:lnTo>
                    <a:lnTo>
                      <a:pt x="3324" y="219"/>
                    </a:lnTo>
                    <a:lnTo>
                      <a:pt x="3207" y="223"/>
                    </a:lnTo>
                    <a:lnTo>
                      <a:pt x="3085" y="227"/>
                    </a:lnTo>
                    <a:lnTo>
                      <a:pt x="2959" y="229"/>
                    </a:lnTo>
                    <a:lnTo>
                      <a:pt x="2828" y="233"/>
                    </a:lnTo>
                    <a:lnTo>
                      <a:pt x="2693" y="236"/>
                    </a:lnTo>
                    <a:lnTo>
                      <a:pt x="2554" y="237"/>
                    </a:lnTo>
                    <a:lnTo>
                      <a:pt x="2412" y="238"/>
                    </a:lnTo>
                    <a:lnTo>
                      <a:pt x="2266" y="239"/>
                    </a:lnTo>
                    <a:lnTo>
                      <a:pt x="2118" y="239"/>
                    </a:lnTo>
                    <a:lnTo>
                      <a:pt x="1969" y="239"/>
                    </a:lnTo>
                    <a:lnTo>
                      <a:pt x="1824" y="238"/>
                    </a:lnTo>
                    <a:lnTo>
                      <a:pt x="1683" y="237"/>
                    </a:lnTo>
                    <a:lnTo>
                      <a:pt x="1544" y="236"/>
                    </a:lnTo>
                    <a:lnTo>
                      <a:pt x="1408" y="233"/>
                    </a:lnTo>
                    <a:lnTo>
                      <a:pt x="1276" y="229"/>
                    </a:lnTo>
                    <a:lnTo>
                      <a:pt x="1150" y="227"/>
                    </a:lnTo>
                    <a:lnTo>
                      <a:pt x="1028" y="223"/>
                    </a:lnTo>
                    <a:lnTo>
                      <a:pt x="911" y="219"/>
                    </a:lnTo>
                    <a:lnTo>
                      <a:pt x="801" y="214"/>
                    </a:lnTo>
                    <a:lnTo>
                      <a:pt x="695" y="209"/>
                    </a:lnTo>
                    <a:lnTo>
                      <a:pt x="595" y="203"/>
                    </a:lnTo>
                    <a:lnTo>
                      <a:pt x="503" y="197"/>
                    </a:lnTo>
                    <a:lnTo>
                      <a:pt x="416" y="192"/>
                    </a:lnTo>
                    <a:lnTo>
                      <a:pt x="337" y="185"/>
                    </a:lnTo>
                    <a:lnTo>
                      <a:pt x="266" y="178"/>
                    </a:lnTo>
                    <a:lnTo>
                      <a:pt x="202" y="171"/>
                    </a:lnTo>
                    <a:lnTo>
                      <a:pt x="147" y="164"/>
                    </a:lnTo>
                    <a:lnTo>
                      <a:pt x="99" y="156"/>
                    </a:lnTo>
                    <a:lnTo>
                      <a:pt x="60" y="148"/>
                    </a:lnTo>
                    <a:lnTo>
                      <a:pt x="31" y="140"/>
                    </a:lnTo>
                    <a:lnTo>
                      <a:pt x="12" y="133"/>
                    </a:lnTo>
                    <a:lnTo>
                      <a:pt x="6" y="129"/>
                    </a:lnTo>
                    <a:lnTo>
                      <a:pt x="3" y="126"/>
                    </a:lnTo>
                    <a:lnTo>
                      <a:pt x="1" y="124"/>
                    </a:lnTo>
                    <a:lnTo>
                      <a:pt x="0" y="120"/>
                    </a:lnTo>
                    <a:lnTo>
                      <a:pt x="0" y="120"/>
                    </a:lnTo>
                    <a:lnTo>
                      <a:pt x="5" y="112"/>
                    </a:lnTo>
                    <a:lnTo>
                      <a:pt x="19" y="105"/>
                    </a:lnTo>
                    <a:lnTo>
                      <a:pt x="42" y="97"/>
                    </a:lnTo>
                    <a:lnTo>
                      <a:pt x="76" y="89"/>
                    </a:lnTo>
                    <a:lnTo>
                      <a:pt x="117" y="81"/>
                    </a:lnTo>
                    <a:lnTo>
                      <a:pt x="166" y="74"/>
                    </a:lnTo>
                    <a:lnTo>
                      <a:pt x="224" y="67"/>
                    </a:lnTo>
                    <a:lnTo>
                      <a:pt x="289" y="60"/>
                    </a:lnTo>
                    <a:lnTo>
                      <a:pt x="361" y="53"/>
                    </a:lnTo>
                    <a:lnTo>
                      <a:pt x="441" y="48"/>
                    </a:lnTo>
                    <a:lnTo>
                      <a:pt x="527" y="42"/>
                    </a:lnTo>
                    <a:lnTo>
                      <a:pt x="621" y="36"/>
                    </a:lnTo>
                    <a:lnTo>
                      <a:pt x="719" y="31"/>
                    </a:lnTo>
                    <a:lnTo>
                      <a:pt x="824" y="26"/>
                    </a:lnTo>
                    <a:lnTo>
                      <a:pt x="933" y="21"/>
                    </a:lnTo>
                    <a:lnTo>
                      <a:pt x="1049" y="17"/>
                    </a:lnTo>
                    <a:lnTo>
                      <a:pt x="1168" y="13"/>
                    </a:lnTo>
                    <a:lnTo>
                      <a:pt x="1293" y="11"/>
                    </a:lnTo>
                    <a:lnTo>
                      <a:pt x="1422" y="8"/>
                    </a:lnTo>
                    <a:lnTo>
                      <a:pt x="1555" y="6"/>
                    </a:lnTo>
                    <a:lnTo>
                      <a:pt x="1692" y="3"/>
                    </a:lnTo>
                    <a:lnTo>
                      <a:pt x="1830" y="2"/>
                    </a:lnTo>
                    <a:lnTo>
                      <a:pt x="1973" y="2"/>
                    </a:lnTo>
                    <a:lnTo>
                      <a:pt x="2117" y="0"/>
                    </a:lnTo>
                    <a:close/>
                  </a:path>
                </a:pathLst>
              </a:custGeom>
              <a:solidFill>
                <a:schemeClr val="accent1">
                  <a:lumMod val="75000"/>
                </a:schemeClr>
              </a:solidFill>
              <a:ln w="0">
                <a:noFill/>
                <a:prstDash val="solid"/>
                <a:round/>
              </a:ln>
            </p:spPr>
            <p:txBody>
              <a:bodyPr vert="horz" wrap="square" lIns="91440" tIns="45720" rIns="91440" bIns="45720" numCol="1" anchor="t" anchorCtr="0" compatLnSpc="1"/>
              <a:lstStyle/>
              <a:p>
                <a:endParaRPr lang="id-ID" dirty="0">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30" name="TextBox 32"/>
            <p:cNvSpPr txBox="1"/>
            <p:nvPr/>
          </p:nvSpPr>
          <p:spPr>
            <a:xfrm>
              <a:off x="5121375" y="5812699"/>
              <a:ext cx="2051990" cy="316905"/>
            </a:xfrm>
            <a:prstGeom prst="rect">
              <a:avLst/>
            </a:prstGeom>
            <a:noFill/>
          </p:spPr>
          <p:txBody>
            <a:bodyPr wrap="square" rtlCol="0" anchor="ctr">
              <a:spAutoFit/>
            </a:bodyPr>
            <a:lstStyle/>
            <a:p>
              <a:pPr algn="ctr"/>
              <a:r>
                <a:rPr lang="zh-CN" altLang="en-US"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en-US" altLang="zh-CN"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1" name="TextBox 33"/>
            <p:cNvSpPr txBox="1"/>
            <p:nvPr/>
          </p:nvSpPr>
          <p:spPr>
            <a:xfrm>
              <a:off x="5070005" y="2049190"/>
              <a:ext cx="2051990" cy="316905"/>
            </a:xfrm>
            <a:prstGeom prst="rect">
              <a:avLst/>
            </a:prstGeom>
            <a:noFill/>
          </p:spPr>
          <p:txBody>
            <a:bodyPr wrap="square" rtlCol="0" anchor="ctr">
              <a:spAutoFit/>
            </a:bodyPr>
            <a:lstStyle/>
            <a:p>
              <a:pPr algn="ctr"/>
              <a:r>
                <a:rPr lang="zh-CN" altLang="en-US"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en-US"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endParaRPr>
            </a:p>
          </p:txBody>
        </p:sp>
        <p:cxnSp>
          <p:nvCxnSpPr>
            <p:cNvPr id="33" name="Straight Arrow Connector 36"/>
            <p:cNvCxnSpPr/>
            <p:nvPr/>
          </p:nvCxnSpPr>
          <p:spPr>
            <a:xfrm flipH="1">
              <a:off x="3112619" y="2028436"/>
              <a:ext cx="414320" cy="0"/>
            </a:xfrm>
            <a:prstGeom prst="straightConnector1">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34" name="TextBox 29"/>
            <p:cNvSpPr txBox="1"/>
            <p:nvPr/>
          </p:nvSpPr>
          <p:spPr>
            <a:xfrm>
              <a:off x="5068295" y="2715290"/>
              <a:ext cx="2051990" cy="316905"/>
            </a:xfrm>
            <a:prstGeom prst="rect">
              <a:avLst/>
            </a:prstGeom>
            <a:noFill/>
          </p:spPr>
          <p:txBody>
            <a:bodyPr wrap="square" rtlCol="0" anchor="ctr">
              <a:spAutoFit/>
            </a:bodyPr>
            <a:lstStyle/>
            <a:p>
              <a:pPr algn="ctr"/>
              <a:r>
                <a:rPr lang="zh-CN" altLang="en-US"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en-US" altLang="zh-CN"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TextBox 30"/>
            <p:cNvSpPr txBox="1"/>
            <p:nvPr/>
          </p:nvSpPr>
          <p:spPr>
            <a:xfrm>
              <a:off x="5076859" y="3350568"/>
              <a:ext cx="2051990" cy="316905"/>
            </a:xfrm>
            <a:prstGeom prst="rect">
              <a:avLst/>
            </a:prstGeom>
            <a:noFill/>
          </p:spPr>
          <p:txBody>
            <a:bodyPr wrap="square" rtlCol="0" anchor="ctr">
              <a:spAutoFit/>
            </a:bodyPr>
            <a:lstStyle/>
            <a:p>
              <a:pPr algn="ctr"/>
              <a:r>
                <a:rPr lang="zh-CN" altLang="en-US"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en-US" altLang="zh-CN"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TextBox 31"/>
            <p:cNvSpPr txBox="1"/>
            <p:nvPr/>
          </p:nvSpPr>
          <p:spPr>
            <a:xfrm>
              <a:off x="5095697" y="4006394"/>
              <a:ext cx="2051990" cy="316905"/>
            </a:xfrm>
            <a:prstGeom prst="rect">
              <a:avLst/>
            </a:prstGeom>
            <a:noFill/>
          </p:spPr>
          <p:txBody>
            <a:bodyPr wrap="square" rtlCol="0" anchor="ctr">
              <a:spAutoFit/>
            </a:bodyPr>
            <a:lstStyle/>
            <a:p>
              <a:pPr algn="ctr"/>
              <a:r>
                <a:rPr lang="zh-CN" altLang="en-US"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en-US" altLang="zh-CN"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TextBox 34"/>
            <p:cNvSpPr txBox="1"/>
            <p:nvPr/>
          </p:nvSpPr>
          <p:spPr>
            <a:xfrm>
              <a:off x="5104261" y="4641672"/>
              <a:ext cx="2051990" cy="316905"/>
            </a:xfrm>
            <a:prstGeom prst="rect">
              <a:avLst/>
            </a:prstGeom>
            <a:noFill/>
          </p:spPr>
          <p:txBody>
            <a:bodyPr wrap="square" rtlCol="0" anchor="ctr">
              <a:spAutoFit/>
            </a:bodyPr>
            <a:lstStyle/>
            <a:p>
              <a:pPr algn="ctr"/>
              <a:r>
                <a:rPr lang="zh-CN" altLang="en-US"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en-US" altLang="zh-CN"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8" name="TextBox 39"/>
            <p:cNvSpPr txBox="1"/>
            <p:nvPr/>
          </p:nvSpPr>
          <p:spPr>
            <a:xfrm>
              <a:off x="5112825" y="5246128"/>
              <a:ext cx="2051990" cy="316905"/>
            </a:xfrm>
            <a:prstGeom prst="rect">
              <a:avLst/>
            </a:prstGeom>
            <a:noFill/>
          </p:spPr>
          <p:txBody>
            <a:bodyPr wrap="square" rtlCol="0" anchor="ctr">
              <a:spAutoFit/>
            </a:bodyPr>
            <a:lstStyle/>
            <a:p>
              <a:pPr algn="ctr"/>
              <a:r>
                <a:rPr lang="zh-CN" altLang="en-US"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en-US" altLang="zh-CN" sz="1400" b="1" dirty="0">
                <a:solidFill>
                  <a:schemeClr val="bg2"/>
                </a:solidFill>
                <a:latin typeface="思源黑体" panose="020B0500000000000000" pitchFamily="34" charset="-122"/>
                <a:ea typeface="思源黑体" panose="020B0500000000000000" pitchFamily="34" charset="-122"/>
                <a:sym typeface="思源黑体" panose="020B0500000000000000" pitchFamily="34" charset="-122"/>
              </a:endParaRPr>
            </a:p>
          </p:txBody>
        </p:sp>
        <p:cxnSp>
          <p:nvCxnSpPr>
            <p:cNvPr id="40" name="Straight Arrow Connector 171"/>
            <p:cNvCxnSpPr/>
            <p:nvPr/>
          </p:nvCxnSpPr>
          <p:spPr>
            <a:xfrm flipH="1">
              <a:off x="3726676" y="3372084"/>
              <a:ext cx="599440" cy="0"/>
            </a:xfrm>
            <a:prstGeom prst="straightConnector1">
              <a:avLst/>
            </a:prstGeom>
            <a:ln w="12700">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41" name="Straight Arrow Connector 172"/>
            <p:cNvCxnSpPr/>
            <p:nvPr/>
          </p:nvCxnSpPr>
          <p:spPr>
            <a:xfrm flipH="1">
              <a:off x="4708967" y="5853197"/>
              <a:ext cx="599440" cy="0"/>
            </a:xfrm>
            <a:prstGeom prst="straightConnector1">
              <a:avLst/>
            </a:prstGeom>
            <a:ln w="12700">
              <a:solidFill>
                <a:schemeClr val="accent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42" name="Straight Arrow Connector 173"/>
            <p:cNvCxnSpPr/>
            <p:nvPr/>
          </p:nvCxnSpPr>
          <p:spPr>
            <a:xfrm flipH="1">
              <a:off x="4311304" y="4660244"/>
              <a:ext cx="599440" cy="0"/>
            </a:xfrm>
            <a:prstGeom prst="straightConnector1">
              <a:avLst/>
            </a:prstGeom>
            <a:ln w="12700">
              <a:solidFill>
                <a:schemeClr val="accent5"/>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Arrow Connector 174"/>
            <p:cNvCxnSpPr/>
            <p:nvPr/>
          </p:nvCxnSpPr>
          <p:spPr>
            <a:xfrm>
              <a:off x="8213858" y="2715290"/>
              <a:ext cx="414320" cy="0"/>
            </a:xfrm>
            <a:prstGeom prst="straightConnector1">
              <a:avLst/>
            </a:prstGeom>
            <a:ln>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45" name="Straight Arrow Connector 176"/>
            <p:cNvCxnSpPr/>
            <p:nvPr/>
          </p:nvCxnSpPr>
          <p:spPr>
            <a:xfrm>
              <a:off x="7537132" y="4018951"/>
              <a:ext cx="414320" cy="0"/>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834137" y="2271783"/>
              <a:ext cx="2555785" cy="1029000"/>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1" name="文本框 50"/>
            <p:cNvSpPr txBox="1"/>
            <p:nvPr/>
          </p:nvSpPr>
          <p:spPr>
            <a:xfrm>
              <a:off x="8138605" y="3578024"/>
              <a:ext cx="2555785" cy="1029000"/>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2" name="文本框 51"/>
            <p:cNvSpPr txBox="1"/>
            <p:nvPr/>
          </p:nvSpPr>
          <p:spPr>
            <a:xfrm>
              <a:off x="7735324" y="4854197"/>
              <a:ext cx="2555785" cy="1029000"/>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3" name="文本框 52"/>
            <p:cNvSpPr txBox="1"/>
            <p:nvPr/>
          </p:nvSpPr>
          <p:spPr>
            <a:xfrm>
              <a:off x="422512" y="1668999"/>
              <a:ext cx="2555785" cy="1029000"/>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4" name="文本框 53"/>
            <p:cNvSpPr txBox="1"/>
            <p:nvPr/>
          </p:nvSpPr>
          <p:spPr>
            <a:xfrm>
              <a:off x="965967" y="2977394"/>
              <a:ext cx="2555785" cy="1029000"/>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5" name="文本框 54"/>
            <p:cNvSpPr txBox="1"/>
            <p:nvPr/>
          </p:nvSpPr>
          <p:spPr>
            <a:xfrm>
              <a:off x="1650367" y="4285624"/>
              <a:ext cx="2555785" cy="1029000"/>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6" name="文本框 55"/>
            <p:cNvSpPr txBox="1"/>
            <p:nvPr/>
          </p:nvSpPr>
          <p:spPr>
            <a:xfrm>
              <a:off x="2003631" y="5456651"/>
              <a:ext cx="2555785" cy="1029000"/>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4623807" y="2144509"/>
            <a:ext cx="2974329" cy="2568982"/>
            <a:chOff x="4243226" y="3633322"/>
            <a:chExt cx="2974329" cy="2568982"/>
          </a:xfrm>
        </p:grpSpPr>
        <p:grpSp>
          <p:nvGrpSpPr>
            <p:cNvPr id="15" name="组合 14"/>
            <p:cNvGrpSpPr/>
            <p:nvPr/>
          </p:nvGrpSpPr>
          <p:grpSpPr>
            <a:xfrm rot="3196343">
              <a:off x="4979089" y="3165534"/>
              <a:ext cx="1012012" cy="1947588"/>
              <a:chOff x="4572003" y="3660522"/>
              <a:chExt cx="1012012" cy="1947588"/>
            </a:xfrm>
          </p:grpSpPr>
          <p:sp>
            <p:nvSpPr>
              <p:cNvPr id="28" name="矩形 13"/>
              <p:cNvSpPr/>
              <p:nvPr/>
            </p:nvSpPr>
            <p:spPr>
              <a:xfrm rot="20612316">
                <a:off x="4572003" y="3986808"/>
                <a:ext cx="564662" cy="1621302"/>
              </a:xfrm>
              <a:custGeom>
                <a:avLst/>
                <a:gdLst>
                  <a:gd name="connsiteX0" fmla="*/ 0 w 623806"/>
                  <a:gd name="connsiteY0" fmla="*/ 0 h 1621302"/>
                  <a:gd name="connsiteX1" fmla="*/ 623806 w 623806"/>
                  <a:gd name="connsiteY1" fmla="*/ 0 h 1621302"/>
                  <a:gd name="connsiteX2" fmla="*/ 623806 w 623806"/>
                  <a:gd name="connsiteY2" fmla="*/ 1621302 h 1621302"/>
                  <a:gd name="connsiteX3" fmla="*/ 0 w 623806"/>
                  <a:gd name="connsiteY3" fmla="*/ 1621302 h 1621302"/>
                  <a:gd name="connsiteX4" fmla="*/ 0 w 623806"/>
                  <a:gd name="connsiteY4" fmla="*/ 0 h 1621302"/>
                  <a:gd name="connsiteX0-1" fmla="*/ 15891 w 623806"/>
                  <a:gd name="connsiteY0-2" fmla="*/ 461149 h 1621302"/>
                  <a:gd name="connsiteX1-3" fmla="*/ 623806 w 623806"/>
                  <a:gd name="connsiteY1-4" fmla="*/ 0 h 1621302"/>
                  <a:gd name="connsiteX2-5" fmla="*/ 623806 w 623806"/>
                  <a:gd name="connsiteY2-6" fmla="*/ 1621302 h 1621302"/>
                  <a:gd name="connsiteX3-7" fmla="*/ 0 w 623806"/>
                  <a:gd name="connsiteY3-8" fmla="*/ 1621302 h 1621302"/>
                  <a:gd name="connsiteX4-9" fmla="*/ 15891 w 623806"/>
                  <a:gd name="connsiteY4-10" fmla="*/ 461149 h 1621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23806" h="1621302">
                    <a:moveTo>
                      <a:pt x="15891" y="461149"/>
                    </a:moveTo>
                    <a:lnTo>
                      <a:pt x="623806" y="0"/>
                    </a:lnTo>
                    <a:lnTo>
                      <a:pt x="623806" y="1621302"/>
                    </a:lnTo>
                    <a:lnTo>
                      <a:pt x="0" y="1621302"/>
                    </a:lnTo>
                    <a:lnTo>
                      <a:pt x="15891" y="461149"/>
                    </a:lnTo>
                    <a:close/>
                  </a:path>
                </a:pathLst>
              </a:cu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9" name="任意形状 52"/>
              <p:cNvSpPr/>
              <p:nvPr/>
            </p:nvSpPr>
            <p:spPr>
              <a:xfrm rot="1946905">
                <a:off x="4744409" y="3660522"/>
                <a:ext cx="839606" cy="1169763"/>
              </a:xfrm>
              <a:custGeom>
                <a:avLst/>
                <a:gdLst>
                  <a:gd name="connsiteX0" fmla="*/ 0 w 816863"/>
                  <a:gd name="connsiteY0" fmla="*/ 161391 h 1544384"/>
                  <a:gd name="connsiteX1" fmla="*/ 648766 w 816863"/>
                  <a:gd name="connsiteY1" fmla="*/ 0 h 1544384"/>
                  <a:gd name="connsiteX2" fmla="*/ 816863 w 816863"/>
                  <a:gd name="connsiteY2" fmla="*/ 675720 h 1544384"/>
                  <a:gd name="connsiteX3" fmla="*/ 600773 w 816863"/>
                  <a:gd name="connsiteY3" fmla="*/ 545725 h 1544384"/>
                  <a:gd name="connsiteX4" fmla="*/ 0 w 816863"/>
                  <a:gd name="connsiteY4" fmla="*/ 1544384 h 1544384"/>
                  <a:gd name="connsiteX5" fmla="*/ 0 w 816863"/>
                  <a:gd name="connsiteY5" fmla="*/ 612487 h 1544384"/>
                  <a:gd name="connsiteX6" fmla="*/ 189135 w 816863"/>
                  <a:gd name="connsiteY6" fmla="*/ 298091 h 1544384"/>
                  <a:gd name="connsiteX7" fmla="*/ 0 w 816863"/>
                  <a:gd name="connsiteY7" fmla="*/ 184311 h 1544384"/>
                  <a:gd name="connsiteX8" fmla="*/ 0 w 816863"/>
                  <a:gd name="connsiteY8" fmla="*/ 161391 h 1544384"/>
                  <a:gd name="connsiteX0-1" fmla="*/ 22743 w 839606"/>
                  <a:gd name="connsiteY0-2" fmla="*/ 161391 h 1498557"/>
                  <a:gd name="connsiteX1-3" fmla="*/ 671509 w 839606"/>
                  <a:gd name="connsiteY1-4" fmla="*/ 0 h 1498557"/>
                  <a:gd name="connsiteX2-5" fmla="*/ 839606 w 839606"/>
                  <a:gd name="connsiteY2-6" fmla="*/ 675720 h 1498557"/>
                  <a:gd name="connsiteX3-7" fmla="*/ 623516 w 839606"/>
                  <a:gd name="connsiteY3-8" fmla="*/ 545725 h 1498557"/>
                  <a:gd name="connsiteX4-9" fmla="*/ 0 w 839606"/>
                  <a:gd name="connsiteY4-10" fmla="*/ 1498557 h 1498557"/>
                  <a:gd name="connsiteX5-11" fmla="*/ 22743 w 839606"/>
                  <a:gd name="connsiteY5-12" fmla="*/ 612487 h 1498557"/>
                  <a:gd name="connsiteX6-13" fmla="*/ 211878 w 839606"/>
                  <a:gd name="connsiteY6-14" fmla="*/ 298091 h 1498557"/>
                  <a:gd name="connsiteX7-15" fmla="*/ 22743 w 839606"/>
                  <a:gd name="connsiteY7-16" fmla="*/ 184311 h 1498557"/>
                  <a:gd name="connsiteX8-17" fmla="*/ 22743 w 839606"/>
                  <a:gd name="connsiteY8-18" fmla="*/ 161391 h 149855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839606" h="1498557">
                    <a:moveTo>
                      <a:pt x="22743" y="161391"/>
                    </a:moveTo>
                    <a:lnTo>
                      <a:pt x="671509" y="0"/>
                    </a:lnTo>
                    <a:lnTo>
                      <a:pt x="839606" y="675720"/>
                    </a:lnTo>
                    <a:lnTo>
                      <a:pt x="623516" y="545725"/>
                    </a:lnTo>
                    <a:lnTo>
                      <a:pt x="0" y="1498557"/>
                    </a:lnTo>
                    <a:lnTo>
                      <a:pt x="22743" y="612487"/>
                    </a:lnTo>
                    <a:lnTo>
                      <a:pt x="211878" y="298091"/>
                    </a:lnTo>
                    <a:lnTo>
                      <a:pt x="22743" y="184311"/>
                    </a:lnTo>
                    <a:lnTo>
                      <a:pt x="22743" y="161391"/>
                    </a:lnTo>
                    <a:close/>
                  </a:path>
                </a:pathLst>
              </a:cu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6" name="组合 15"/>
            <p:cNvGrpSpPr/>
            <p:nvPr/>
          </p:nvGrpSpPr>
          <p:grpSpPr>
            <a:xfrm rot="1984438">
              <a:off x="5745503" y="4573045"/>
              <a:ext cx="1472052" cy="1463505"/>
              <a:chOff x="6196767" y="3921640"/>
              <a:chExt cx="1472052" cy="1463505"/>
            </a:xfrm>
          </p:grpSpPr>
          <p:sp>
            <p:nvSpPr>
              <p:cNvPr id="26" name="矩形 47"/>
              <p:cNvSpPr/>
              <p:nvPr/>
            </p:nvSpPr>
            <p:spPr>
              <a:xfrm rot="6896279">
                <a:off x="6649759" y="3468648"/>
                <a:ext cx="566067" cy="1472052"/>
              </a:xfrm>
              <a:custGeom>
                <a:avLst/>
                <a:gdLst>
                  <a:gd name="connsiteX0" fmla="*/ 0 w 625359"/>
                  <a:gd name="connsiteY0" fmla="*/ 0 h 1621302"/>
                  <a:gd name="connsiteX1" fmla="*/ 625359 w 625359"/>
                  <a:gd name="connsiteY1" fmla="*/ 0 h 1621302"/>
                  <a:gd name="connsiteX2" fmla="*/ 625359 w 625359"/>
                  <a:gd name="connsiteY2" fmla="*/ 1621302 h 1621302"/>
                  <a:gd name="connsiteX3" fmla="*/ 0 w 625359"/>
                  <a:gd name="connsiteY3" fmla="*/ 1621302 h 1621302"/>
                  <a:gd name="connsiteX4" fmla="*/ 0 w 625359"/>
                  <a:gd name="connsiteY4" fmla="*/ 0 h 1621302"/>
                  <a:gd name="connsiteX0-1" fmla="*/ 12074 w 625359"/>
                  <a:gd name="connsiteY0-2" fmla="*/ 439736 h 1621302"/>
                  <a:gd name="connsiteX1-3" fmla="*/ 625359 w 625359"/>
                  <a:gd name="connsiteY1-4" fmla="*/ 0 h 1621302"/>
                  <a:gd name="connsiteX2-5" fmla="*/ 625359 w 625359"/>
                  <a:gd name="connsiteY2-6" fmla="*/ 1621302 h 1621302"/>
                  <a:gd name="connsiteX3-7" fmla="*/ 0 w 625359"/>
                  <a:gd name="connsiteY3-8" fmla="*/ 1621302 h 1621302"/>
                  <a:gd name="connsiteX4-9" fmla="*/ 12074 w 625359"/>
                  <a:gd name="connsiteY4-10" fmla="*/ 439736 h 1621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25359" h="1621302">
                    <a:moveTo>
                      <a:pt x="12074" y="439736"/>
                    </a:moveTo>
                    <a:lnTo>
                      <a:pt x="625359" y="0"/>
                    </a:lnTo>
                    <a:lnTo>
                      <a:pt x="625359" y="1621302"/>
                    </a:lnTo>
                    <a:lnTo>
                      <a:pt x="0" y="1621302"/>
                    </a:lnTo>
                    <a:lnTo>
                      <a:pt x="12074" y="439736"/>
                    </a:lnTo>
                    <a:close/>
                  </a:path>
                </a:pathLst>
              </a:custGeom>
              <a:ln>
                <a:no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7" name="任意形状 68"/>
              <p:cNvSpPr/>
              <p:nvPr/>
            </p:nvSpPr>
            <p:spPr>
              <a:xfrm rot="9830868">
                <a:off x="6766589" y="4143714"/>
                <a:ext cx="750342" cy="1241431"/>
              </a:xfrm>
              <a:custGeom>
                <a:avLst/>
                <a:gdLst>
                  <a:gd name="connsiteX0" fmla="*/ 0 w 816863"/>
                  <a:gd name="connsiteY0" fmla="*/ 161391 h 1544384"/>
                  <a:gd name="connsiteX1" fmla="*/ 648766 w 816863"/>
                  <a:gd name="connsiteY1" fmla="*/ 0 h 1544384"/>
                  <a:gd name="connsiteX2" fmla="*/ 816863 w 816863"/>
                  <a:gd name="connsiteY2" fmla="*/ 675720 h 1544384"/>
                  <a:gd name="connsiteX3" fmla="*/ 600773 w 816863"/>
                  <a:gd name="connsiteY3" fmla="*/ 545725 h 1544384"/>
                  <a:gd name="connsiteX4" fmla="*/ 0 w 816863"/>
                  <a:gd name="connsiteY4" fmla="*/ 1544384 h 1544384"/>
                  <a:gd name="connsiteX5" fmla="*/ 0 w 816863"/>
                  <a:gd name="connsiteY5" fmla="*/ 612487 h 1544384"/>
                  <a:gd name="connsiteX6" fmla="*/ 189135 w 816863"/>
                  <a:gd name="connsiteY6" fmla="*/ 298091 h 1544384"/>
                  <a:gd name="connsiteX7" fmla="*/ 0 w 816863"/>
                  <a:gd name="connsiteY7" fmla="*/ 184311 h 1544384"/>
                  <a:gd name="connsiteX8" fmla="*/ 0 w 816863"/>
                  <a:gd name="connsiteY8" fmla="*/ 161391 h 1544384"/>
                  <a:gd name="connsiteX0-1" fmla="*/ 3346 w 820209"/>
                  <a:gd name="connsiteY0-2" fmla="*/ 161391 h 1456213"/>
                  <a:gd name="connsiteX1-3" fmla="*/ 652112 w 820209"/>
                  <a:gd name="connsiteY1-4" fmla="*/ 0 h 1456213"/>
                  <a:gd name="connsiteX2-5" fmla="*/ 820209 w 820209"/>
                  <a:gd name="connsiteY2-6" fmla="*/ 675720 h 1456213"/>
                  <a:gd name="connsiteX3-7" fmla="*/ 604119 w 820209"/>
                  <a:gd name="connsiteY3-8" fmla="*/ 545725 h 1456213"/>
                  <a:gd name="connsiteX4-9" fmla="*/ 0 w 820209"/>
                  <a:gd name="connsiteY4-10" fmla="*/ 1456212 h 1456213"/>
                  <a:gd name="connsiteX5-11" fmla="*/ 3346 w 820209"/>
                  <a:gd name="connsiteY5-12" fmla="*/ 612487 h 1456213"/>
                  <a:gd name="connsiteX6-13" fmla="*/ 192481 w 820209"/>
                  <a:gd name="connsiteY6-14" fmla="*/ 298091 h 1456213"/>
                  <a:gd name="connsiteX7-15" fmla="*/ 3346 w 820209"/>
                  <a:gd name="connsiteY7-16" fmla="*/ 184311 h 1456213"/>
                  <a:gd name="connsiteX8-17" fmla="*/ 3346 w 820209"/>
                  <a:gd name="connsiteY8-18" fmla="*/ 161391 h 1456213"/>
                  <a:gd name="connsiteX0-19" fmla="*/ 12071 w 828934"/>
                  <a:gd name="connsiteY0-20" fmla="*/ 161391 h 1439585"/>
                  <a:gd name="connsiteX1-21" fmla="*/ 660837 w 828934"/>
                  <a:gd name="connsiteY1-22" fmla="*/ 0 h 1439585"/>
                  <a:gd name="connsiteX2-23" fmla="*/ 828934 w 828934"/>
                  <a:gd name="connsiteY2-24" fmla="*/ 675720 h 1439585"/>
                  <a:gd name="connsiteX3-25" fmla="*/ 612844 w 828934"/>
                  <a:gd name="connsiteY3-26" fmla="*/ 545725 h 1439585"/>
                  <a:gd name="connsiteX4-27" fmla="*/ 0 w 828934"/>
                  <a:gd name="connsiteY4-28" fmla="*/ 1439585 h 1439585"/>
                  <a:gd name="connsiteX5-29" fmla="*/ 12071 w 828934"/>
                  <a:gd name="connsiteY5-30" fmla="*/ 612487 h 1439585"/>
                  <a:gd name="connsiteX6-31" fmla="*/ 201206 w 828934"/>
                  <a:gd name="connsiteY6-32" fmla="*/ 298091 h 1439585"/>
                  <a:gd name="connsiteX7-33" fmla="*/ 12071 w 828934"/>
                  <a:gd name="connsiteY7-34" fmla="*/ 184311 h 1439585"/>
                  <a:gd name="connsiteX8-35" fmla="*/ 12071 w 828934"/>
                  <a:gd name="connsiteY8-36" fmla="*/ 161391 h 14395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828934" h="1439585">
                    <a:moveTo>
                      <a:pt x="12071" y="161391"/>
                    </a:moveTo>
                    <a:lnTo>
                      <a:pt x="660837" y="0"/>
                    </a:lnTo>
                    <a:lnTo>
                      <a:pt x="828934" y="675720"/>
                    </a:lnTo>
                    <a:lnTo>
                      <a:pt x="612844" y="545725"/>
                    </a:lnTo>
                    <a:lnTo>
                      <a:pt x="0" y="1439585"/>
                    </a:lnTo>
                    <a:cubicBezTo>
                      <a:pt x="1115" y="1158343"/>
                      <a:pt x="10956" y="893729"/>
                      <a:pt x="12071" y="612487"/>
                    </a:cubicBezTo>
                    <a:lnTo>
                      <a:pt x="201206" y="298091"/>
                    </a:lnTo>
                    <a:lnTo>
                      <a:pt x="12071" y="184311"/>
                    </a:lnTo>
                    <a:lnTo>
                      <a:pt x="12071" y="161391"/>
                    </a:lnTo>
                    <a:close/>
                  </a:path>
                </a:pathLst>
              </a:custGeom>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kumimoji="1"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7" name="组合 16"/>
            <p:cNvGrpSpPr/>
            <p:nvPr/>
          </p:nvGrpSpPr>
          <p:grpSpPr>
            <a:xfrm rot="3068600">
              <a:off x="4165703" y="4657197"/>
              <a:ext cx="1622630" cy="1467584"/>
              <a:chOff x="4800830" y="5360651"/>
              <a:chExt cx="1622630" cy="1467584"/>
            </a:xfrm>
          </p:grpSpPr>
          <p:sp>
            <p:nvSpPr>
              <p:cNvPr id="24" name="矩形 47"/>
              <p:cNvSpPr/>
              <p:nvPr/>
            </p:nvSpPr>
            <p:spPr>
              <a:xfrm rot="13193277">
                <a:off x="5798101" y="5360651"/>
                <a:ext cx="625359" cy="1467584"/>
              </a:xfrm>
              <a:custGeom>
                <a:avLst/>
                <a:gdLst>
                  <a:gd name="connsiteX0" fmla="*/ 0 w 625359"/>
                  <a:gd name="connsiteY0" fmla="*/ 0 h 1621302"/>
                  <a:gd name="connsiteX1" fmla="*/ 625359 w 625359"/>
                  <a:gd name="connsiteY1" fmla="*/ 0 h 1621302"/>
                  <a:gd name="connsiteX2" fmla="*/ 625359 w 625359"/>
                  <a:gd name="connsiteY2" fmla="*/ 1621302 h 1621302"/>
                  <a:gd name="connsiteX3" fmla="*/ 0 w 625359"/>
                  <a:gd name="connsiteY3" fmla="*/ 1621302 h 1621302"/>
                  <a:gd name="connsiteX4" fmla="*/ 0 w 625359"/>
                  <a:gd name="connsiteY4" fmla="*/ 0 h 1621302"/>
                  <a:gd name="connsiteX0-1" fmla="*/ 12074 w 625359"/>
                  <a:gd name="connsiteY0-2" fmla="*/ 439736 h 1621302"/>
                  <a:gd name="connsiteX1-3" fmla="*/ 625359 w 625359"/>
                  <a:gd name="connsiteY1-4" fmla="*/ 0 h 1621302"/>
                  <a:gd name="connsiteX2-5" fmla="*/ 625359 w 625359"/>
                  <a:gd name="connsiteY2-6" fmla="*/ 1621302 h 1621302"/>
                  <a:gd name="connsiteX3-7" fmla="*/ 0 w 625359"/>
                  <a:gd name="connsiteY3-8" fmla="*/ 1621302 h 1621302"/>
                  <a:gd name="connsiteX4-9" fmla="*/ 12074 w 625359"/>
                  <a:gd name="connsiteY4-10" fmla="*/ 439736 h 1621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25359" h="1621302">
                    <a:moveTo>
                      <a:pt x="12074" y="439736"/>
                    </a:moveTo>
                    <a:lnTo>
                      <a:pt x="625359" y="0"/>
                    </a:lnTo>
                    <a:lnTo>
                      <a:pt x="625359" y="1621302"/>
                    </a:lnTo>
                    <a:lnTo>
                      <a:pt x="0" y="1621302"/>
                    </a:lnTo>
                    <a:lnTo>
                      <a:pt x="12074" y="439736"/>
                    </a:lnTo>
                    <a:close/>
                  </a:path>
                </a:pathLst>
              </a:cu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5" name="任意形状 77"/>
              <p:cNvSpPr/>
              <p:nvPr/>
            </p:nvSpPr>
            <p:spPr>
              <a:xfrm rot="16127866">
                <a:off x="5097025" y="5518664"/>
                <a:ext cx="739415" cy="1331805"/>
              </a:xfrm>
              <a:custGeom>
                <a:avLst/>
                <a:gdLst>
                  <a:gd name="connsiteX0" fmla="*/ 0 w 816863"/>
                  <a:gd name="connsiteY0" fmla="*/ 161391 h 1544384"/>
                  <a:gd name="connsiteX1" fmla="*/ 648766 w 816863"/>
                  <a:gd name="connsiteY1" fmla="*/ 0 h 1544384"/>
                  <a:gd name="connsiteX2" fmla="*/ 816863 w 816863"/>
                  <a:gd name="connsiteY2" fmla="*/ 675720 h 1544384"/>
                  <a:gd name="connsiteX3" fmla="*/ 600773 w 816863"/>
                  <a:gd name="connsiteY3" fmla="*/ 545725 h 1544384"/>
                  <a:gd name="connsiteX4" fmla="*/ 0 w 816863"/>
                  <a:gd name="connsiteY4" fmla="*/ 1544384 h 1544384"/>
                  <a:gd name="connsiteX5" fmla="*/ 0 w 816863"/>
                  <a:gd name="connsiteY5" fmla="*/ 612487 h 1544384"/>
                  <a:gd name="connsiteX6" fmla="*/ 189135 w 816863"/>
                  <a:gd name="connsiteY6" fmla="*/ 298091 h 1544384"/>
                  <a:gd name="connsiteX7" fmla="*/ 0 w 816863"/>
                  <a:gd name="connsiteY7" fmla="*/ 184311 h 1544384"/>
                  <a:gd name="connsiteX8" fmla="*/ 0 w 816863"/>
                  <a:gd name="connsiteY8" fmla="*/ 161391 h 154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6863" h="1544384">
                    <a:moveTo>
                      <a:pt x="0" y="161391"/>
                    </a:moveTo>
                    <a:lnTo>
                      <a:pt x="648766" y="0"/>
                    </a:lnTo>
                    <a:lnTo>
                      <a:pt x="816863" y="675720"/>
                    </a:lnTo>
                    <a:lnTo>
                      <a:pt x="600773" y="545725"/>
                    </a:lnTo>
                    <a:lnTo>
                      <a:pt x="0" y="1544384"/>
                    </a:lnTo>
                    <a:lnTo>
                      <a:pt x="0" y="612487"/>
                    </a:lnTo>
                    <a:lnTo>
                      <a:pt x="189135" y="298091"/>
                    </a:lnTo>
                    <a:lnTo>
                      <a:pt x="0" y="184311"/>
                    </a:lnTo>
                    <a:lnTo>
                      <a:pt x="0" y="161391"/>
                    </a:lnTo>
                    <a:close/>
                  </a:path>
                </a:pathLst>
              </a:custGeom>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kumimoji="1" lang="zh-CN" alt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18" name="文本框 17"/>
            <p:cNvSpPr txBox="1"/>
            <p:nvPr/>
          </p:nvSpPr>
          <p:spPr>
            <a:xfrm>
              <a:off x="5991333" y="3845331"/>
              <a:ext cx="457176" cy="369332"/>
            </a:xfrm>
            <a:prstGeom prst="rect">
              <a:avLst/>
            </a:prstGeom>
            <a:noFill/>
            <a:ln>
              <a:noFill/>
            </a:ln>
          </p:spPr>
          <p:txBody>
            <a:bodyPr wrap="none" rtlCol="0">
              <a:spAutoFit/>
            </a:bodyPr>
            <a:lstStyle/>
            <a:p>
              <a:r>
                <a:rPr kumimoji="1" lang="en-US" altLang="zh-CN"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01</a:t>
              </a:r>
              <a:endParaRPr kumimoji="1"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9" name="文本框 18"/>
            <p:cNvSpPr txBox="1"/>
            <p:nvPr/>
          </p:nvSpPr>
          <p:spPr>
            <a:xfrm>
              <a:off x="6199816" y="5658446"/>
              <a:ext cx="457176" cy="369332"/>
            </a:xfrm>
            <a:prstGeom prst="rect">
              <a:avLst/>
            </a:prstGeom>
            <a:noFill/>
            <a:ln>
              <a:noFill/>
            </a:ln>
          </p:spPr>
          <p:txBody>
            <a:bodyPr wrap="none" rtlCol="0">
              <a:spAutoFit/>
            </a:bodyPr>
            <a:lstStyle/>
            <a:p>
              <a:r>
                <a:rPr kumimoji="1" lang="en-US" altLang="zh-CN"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02</a:t>
              </a:r>
              <a:endParaRPr kumimoji="1"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文本框 22"/>
            <p:cNvSpPr txBox="1"/>
            <p:nvPr/>
          </p:nvSpPr>
          <p:spPr>
            <a:xfrm>
              <a:off x="4356495" y="4775054"/>
              <a:ext cx="457176" cy="369332"/>
            </a:xfrm>
            <a:prstGeom prst="rect">
              <a:avLst/>
            </a:prstGeom>
            <a:noFill/>
            <a:ln>
              <a:noFill/>
            </a:ln>
          </p:spPr>
          <p:txBody>
            <a:bodyPr wrap="none" rtlCol="0">
              <a:spAutoFit/>
            </a:bodyPr>
            <a:lstStyle/>
            <a:p>
              <a:r>
                <a:rPr kumimoji="1" lang="en-US" altLang="zh-CN"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03</a:t>
              </a:r>
              <a:endParaRPr kumimoji="1"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0" name="组合 29"/>
          <p:cNvGrpSpPr/>
          <p:nvPr/>
        </p:nvGrpSpPr>
        <p:grpSpPr>
          <a:xfrm>
            <a:off x="8161483" y="1832098"/>
            <a:ext cx="3254516" cy="1416534"/>
            <a:chOff x="8273143" y="1832098"/>
            <a:chExt cx="3254516" cy="1416534"/>
          </a:xfrm>
        </p:grpSpPr>
        <p:sp>
          <p:nvSpPr>
            <p:cNvPr id="31" name="矩形: 圆角 30"/>
            <p:cNvSpPr/>
            <p:nvPr/>
          </p:nvSpPr>
          <p:spPr>
            <a:xfrm>
              <a:off x="8273143" y="1919182"/>
              <a:ext cx="413657" cy="41365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2" name="文本框 31"/>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3" name="文本框 32"/>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4" name="组合 33"/>
          <p:cNvGrpSpPr/>
          <p:nvPr/>
        </p:nvGrpSpPr>
        <p:grpSpPr>
          <a:xfrm>
            <a:off x="8161483" y="4275348"/>
            <a:ext cx="3254516" cy="1416534"/>
            <a:chOff x="8273143" y="1832098"/>
            <a:chExt cx="3254516" cy="1416534"/>
          </a:xfrm>
        </p:grpSpPr>
        <p:sp>
          <p:nvSpPr>
            <p:cNvPr id="35" name="矩形: 圆角 34"/>
            <p:cNvSpPr/>
            <p:nvPr/>
          </p:nvSpPr>
          <p:spPr>
            <a:xfrm>
              <a:off x="8273143" y="1919182"/>
              <a:ext cx="413657" cy="41365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文本框 35"/>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文本框 36"/>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8" name="组合 37"/>
          <p:cNvGrpSpPr/>
          <p:nvPr/>
        </p:nvGrpSpPr>
        <p:grpSpPr>
          <a:xfrm flipH="1">
            <a:off x="843138" y="1832098"/>
            <a:ext cx="3254516" cy="1416534"/>
            <a:chOff x="8273143" y="1832098"/>
            <a:chExt cx="3254516" cy="1416534"/>
          </a:xfrm>
        </p:grpSpPr>
        <p:sp>
          <p:nvSpPr>
            <p:cNvPr id="39" name="矩形: 圆角 38"/>
            <p:cNvSpPr/>
            <p:nvPr/>
          </p:nvSpPr>
          <p:spPr>
            <a:xfrm>
              <a:off x="8273143" y="1919182"/>
              <a:ext cx="413657" cy="41365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0" name="文本框 39"/>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1" name="文本框 40"/>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42" name="组合 41"/>
          <p:cNvGrpSpPr/>
          <p:nvPr/>
        </p:nvGrpSpPr>
        <p:grpSpPr>
          <a:xfrm flipH="1">
            <a:off x="843138" y="4275348"/>
            <a:ext cx="3254516" cy="1416534"/>
            <a:chOff x="8273143" y="1832098"/>
            <a:chExt cx="3254516" cy="1416534"/>
          </a:xfrm>
        </p:grpSpPr>
        <p:sp>
          <p:nvSpPr>
            <p:cNvPr id="43" name="矩形: 圆角 42"/>
            <p:cNvSpPr/>
            <p:nvPr/>
          </p:nvSpPr>
          <p:spPr>
            <a:xfrm>
              <a:off x="8273143" y="1919182"/>
              <a:ext cx="413657" cy="413657"/>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4" name="文本框 43"/>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5" name="文本框 44"/>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6071984" y="1549641"/>
            <a:ext cx="4428774" cy="711733"/>
            <a:chOff x="8273143" y="1761489"/>
            <a:chExt cx="4428774" cy="711733"/>
          </a:xfrm>
        </p:grpSpPr>
        <p:sp>
          <p:nvSpPr>
            <p:cNvPr id="29" name="矩形: 圆角 28"/>
            <p:cNvSpPr/>
            <p:nvPr/>
          </p:nvSpPr>
          <p:spPr>
            <a:xfrm>
              <a:off x="8273143" y="1919182"/>
              <a:ext cx="286265" cy="28626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0" name="文本框 29"/>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1" name="组合 30"/>
          <p:cNvGrpSpPr/>
          <p:nvPr/>
        </p:nvGrpSpPr>
        <p:grpSpPr>
          <a:xfrm>
            <a:off x="6071984" y="2428448"/>
            <a:ext cx="4428774" cy="711733"/>
            <a:chOff x="8273143" y="1761489"/>
            <a:chExt cx="4428774" cy="711733"/>
          </a:xfrm>
        </p:grpSpPr>
        <p:sp>
          <p:nvSpPr>
            <p:cNvPr id="32" name="矩形: 圆角 31"/>
            <p:cNvSpPr/>
            <p:nvPr/>
          </p:nvSpPr>
          <p:spPr>
            <a:xfrm>
              <a:off x="8273143" y="1919182"/>
              <a:ext cx="286265" cy="28626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3" name="文本框 32"/>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4" name="组合 33"/>
          <p:cNvGrpSpPr/>
          <p:nvPr/>
        </p:nvGrpSpPr>
        <p:grpSpPr>
          <a:xfrm>
            <a:off x="6071984" y="3307256"/>
            <a:ext cx="4428774" cy="711733"/>
            <a:chOff x="8273143" y="1761489"/>
            <a:chExt cx="4428774" cy="711733"/>
          </a:xfrm>
        </p:grpSpPr>
        <p:sp>
          <p:nvSpPr>
            <p:cNvPr id="35" name="矩形: 圆角 34"/>
            <p:cNvSpPr/>
            <p:nvPr/>
          </p:nvSpPr>
          <p:spPr>
            <a:xfrm>
              <a:off x="8273143" y="1919182"/>
              <a:ext cx="286265" cy="28626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文本框 35"/>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7" name="组合 36"/>
          <p:cNvGrpSpPr/>
          <p:nvPr/>
        </p:nvGrpSpPr>
        <p:grpSpPr>
          <a:xfrm>
            <a:off x="6071984" y="4186064"/>
            <a:ext cx="4428774" cy="711733"/>
            <a:chOff x="8273143" y="1761489"/>
            <a:chExt cx="4428774" cy="711733"/>
          </a:xfrm>
        </p:grpSpPr>
        <p:sp>
          <p:nvSpPr>
            <p:cNvPr id="38" name="矩形: 圆角 37"/>
            <p:cNvSpPr/>
            <p:nvPr/>
          </p:nvSpPr>
          <p:spPr>
            <a:xfrm>
              <a:off x="8273143" y="1919182"/>
              <a:ext cx="286265" cy="28626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9" name="文本框 38"/>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40" name="组合 39"/>
          <p:cNvGrpSpPr/>
          <p:nvPr/>
        </p:nvGrpSpPr>
        <p:grpSpPr>
          <a:xfrm>
            <a:off x="6071984" y="5064871"/>
            <a:ext cx="4428774" cy="711733"/>
            <a:chOff x="8273143" y="1761489"/>
            <a:chExt cx="4428774" cy="711733"/>
          </a:xfrm>
        </p:grpSpPr>
        <p:sp>
          <p:nvSpPr>
            <p:cNvPr id="41" name="矩形: 圆角 40"/>
            <p:cNvSpPr/>
            <p:nvPr/>
          </p:nvSpPr>
          <p:spPr>
            <a:xfrm>
              <a:off x="8273143" y="1919182"/>
              <a:ext cx="286265" cy="286265"/>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2" name="文本框 41"/>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 name="组合 2"/>
          <p:cNvGrpSpPr/>
          <p:nvPr/>
        </p:nvGrpSpPr>
        <p:grpSpPr>
          <a:xfrm>
            <a:off x="1618834" y="1633009"/>
            <a:ext cx="3447245" cy="4301537"/>
            <a:chOff x="1618834" y="1633009"/>
            <a:chExt cx="3447245" cy="4301537"/>
          </a:xfrm>
        </p:grpSpPr>
        <p:grpSp>
          <p:nvGrpSpPr>
            <p:cNvPr id="2" name="组合 1"/>
            <p:cNvGrpSpPr/>
            <p:nvPr/>
          </p:nvGrpSpPr>
          <p:grpSpPr>
            <a:xfrm>
              <a:off x="2292806" y="1633009"/>
              <a:ext cx="2773273" cy="4301537"/>
              <a:chOff x="2292806" y="1633009"/>
              <a:chExt cx="2773273" cy="4301537"/>
            </a:xfrm>
          </p:grpSpPr>
          <p:sp>
            <p:nvSpPr>
              <p:cNvPr id="6" name="4 Rectángulo"/>
              <p:cNvSpPr/>
              <p:nvPr/>
            </p:nvSpPr>
            <p:spPr>
              <a:xfrm>
                <a:off x="2293261" y="1633009"/>
                <a:ext cx="1553284" cy="544660"/>
              </a:xfrm>
              <a:custGeom>
                <a:avLst/>
                <a:gdLst/>
                <a:ahLst/>
                <a:cxnLst/>
                <a:rect l="l" t="t" r="r" b="b"/>
                <a:pathLst>
                  <a:path w="3106928" h="1089446">
                    <a:moveTo>
                      <a:pt x="0" y="0"/>
                    </a:moveTo>
                    <a:lnTo>
                      <a:pt x="2274816" y="0"/>
                    </a:lnTo>
                    <a:lnTo>
                      <a:pt x="3106928" y="1089446"/>
                    </a:lnTo>
                    <a:lnTo>
                      <a:pt x="0" y="1089446"/>
                    </a:lnTo>
                    <a:close/>
                  </a:path>
                </a:pathLst>
              </a:cu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7" name="5 Rectángulo"/>
              <p:cNvSpPr/>
              <p:nvPr/>
            </p:nvSpPr>
            <p:spPr>
              <a:xfrm>
                <a:off x="2293263" y="2354172"/>
                <a:ext cx="2240032" cy="724659"/>
              </a:xfrm>
              <a:custGeom>
                <a:avLst/>
                <a:gdLst/>
                <a:ahLst/>
                <a:cxnLst/>
                <a:rect l="l" t="t" r="r" b="b"/>
                <a:pathLst>
                  <a:path w="4480583" h="1449486">
                    <a:moveTo>
                      <a:pt x="0" y="0"/>
                    </a:moveTo>
                    <a:lnTo>
                      <a:pt x="3376581" y="0"/>
                    </a:lnTo>
                    <a:lnTo>
                      <a:pt x="4480583" y="1445421"/>
                    </a:lnTo>
                    <a:lnTo>
                      <a:pt x="4480583" y="1449486"/>
                    </a:lnTo>
                    <a:lnTo>
                      <a:pt x="0" y="1449486"/>
                    </a:lnTo>
                    <a:close/>
                  </a:path>
                </a:pathLst>
              </a:custGeom>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 name="6 Rectángulo"/>
              <p:cNvSpPr/>
              <p:nvPr/>
            </p:nvSpPr>
            <p:spPr>
              <a:xfrm>
                <a:off x="2293262" y="4489331"/>
                <a:ext cx="2243436" cy="724659"/>
              </a:xfrm>
              <a:custGeom>
                <a:avLst/>
                <a:gdLst/>
                <a:ahLst/>
                <a:cxnLst/>
                <a:rect l="l" t="t" r="r" b="b"/>
                <a:pathLst>
                  <a:path w="4487391" h="1449486">
                    <a:moveTo>
                      <a:pt x="0" y="0"/>
                    </a:moveTo>
                    <a:lnTo>
                      <a:pt x="4487391" y="0"/>
                    </a:lnTo>
                    <a:lnTo>
                      <a:pt x="3380285" y="1449486"/>
                    </a:lnTo>
                    <a:lnTo>
                      <a:pt x="0" y="1449486"/>
                    </a:lnTo>
                    <a:close/>
                  </a:path>
                </a:pathLst>
              </a:custGeom>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9" name="7 Rectángulo"/>
              <p:cNvSpPr/>
              <p:nvPr/>
            </p:nvSpPr>
            <p:spPr>
              <a:xfrm>
                <a:off x="2293261" y="5389886"/>
                <a:ext cx="1555136" cy="544660"/>
              </a:xfrm>
              <a:custGeom>
                <a:avLst/>
                <a:gdLst/>
                <a:ahLst/>
                <a:cxnLst/>
                <a:rect l="l" t="t" r="r" b="b"/>
                <a:pathLst>
                  <a:path w="3110632" h="1089446">
                    <a:moveTo>
                      <a:pt x="0" y="0"/>
                    </a:moveTo>
                    <a:lnTo>
                      <a:pt x="3110632" y="0"/>
                    </a:lnTo>
                    <a:lnTo>
                      <a:pt x="2278520" y="1089446"/>
                    </a:lnTo>
                    <a:lnTo>
                      <a:pt x="0" y="1089446"/>
                    </a:lnTo>
                    <a:close/>
                  </a:path>
                </a:pathLst>
              </a:cu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 name="62 Pentágono"/>
              <p:cNvSpPr/>
              <p:nvPr/>
            </p:nvSpPr>
            <p:spPr>
              <a:xfrm>
                <a:off x="2292806" y="3255334"/>
                <a:ext cx="2773273" cy="1057495"/>
              </a:xfrm>
              <a:prstGeom prst="homePlate">
                <a:avLst>
                  <a:gd name="adj" fmla="val 37992"/>
                </a:avLst>
              </a:prstGeom>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 name="63 Paralelogramo"/>
              <p:cNvSpPr/>
              <p:nvPr/>
            </p:nvSpPr>
            <p:spPr>
              <a:xfrm>
                <a:off x="2293261" y="2177669"/>
                <a:ext cx="1553284" cy="176503"/>
              </a:xfrm>
              <a:prstGeom prst="parallelogram">
                <a:avLst>
                  <a:gd name="adj" fmla="val 130350"/>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2" name="64 Paralelogramo"/>
              <p:cNvSpPr/>
              <p:nvPr/>
            </p:nvSpPr>
            <p:spPr>
              <a:xfrm>
                <a:off x="2299167" y="3078831"/>
                <a:ext cx="2234127" cy="176503"/>
              </a:xfrm>
              <a:prstGeom prst="parallelogram">
                <a:avLst>
                  <a:gd name="adj" fmla="val 130350"/>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3" name="65 Paralelogramo"/>
              <p:cNvSpPr/>
              <p:nvPr/>
            </p:nvSpPr>
            <p:spPr>
              <a:xfrm>
                <a:off x="2292806" y="4312828"/>
                <a:ext cx="2368731" cy="176503"/>
              </a:xfrm>
              <a:prstGeom prst="parallelogram">
                <a:avLst>
                  <a:gd name="adj" fmla="val 130350"/>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4" name="66 Paralelogramo"/>
              <p:cNvSpPr/>
              <p:nvPr/>
            </p:nvSpPr>
            <p:spPr>
              <a:xfrm>
                <a:off x="2293261" y="5213989"/>
                <a:ext cx="1689235" cy="176503"/>
              </a:xfrm>
              <a:prstGeom prst="parallelogram">
                <a:avLst>
                  <a:gd name="adj" fmla="val 130350"/>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s-SV" sz="9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pic>
          <p:nvPicPr>
            <p:cNvPr id="43" name="图形 42" descr="通讯簿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46134" y="1707334"/>
              <a:ext cx="368441" cy="368441"/>
            </a:xfrm>
            <a:prstGeom prst="rect">
              <a:avLst/>
            </a:prstGeom>
          </p:spPr>
        </p:pic>
        <p:pic>
          <p:nvPicPr>
            <p:cNvPr id="44" name="图形 43" descr="光圈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18834" y="4643246"/>
              <a:ext cx="368441" cy="368441"/>
            </a:xfrm>
            <a:prstGeom prst="rect">
              <a:avLst/>
            </a:prstGeom>
          </p:spPr>
        </p:pic>
        <p:pic>
          <p:nvPicPr>
            <p:cNvPr id="45" name="图形 44" descr="上升趋势条形图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6133" y="2490740"/>
              <a:ext cx="368441" cy="368441"/>
            </a:xfrm>
            <a:prstGeom prst="rect">
              <a:avLst/>
            </a:prstGeom>
          </p:spPr>
        </p:pic>
        <p:pic>
          <p:nvPicPr>
            <p:cNvPr id="46" name="图形 45" descr="盒子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34904" y="3571652"/>
              <a:ext cx="359123" cy="359123"/>
            </a:xfrm>
            <a:prstGeom prst="rect">
              <a:avLst/>
            </a:prstGeom>
          </p:spPr>
        </p:pic>
        <p:pic>
          <p:nvPicPr>
            <p:cNvPr id="47" name="图形 46" descr="公文包 纯色填充"/>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28152" y="5544596"/>
              <a:ext cx="359123" cy="359123"/>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440468" y="2056900"/>
            <a:ext cx="3378201" cy="3203038"/>
            <a:chOff x="4440468" y="2056900"/>
            <a:chExt cx="3378201" cy="3203038"/>
          </a:xfrm>
        </p:grpSpPr>
        <p:sp>
          <p:nvSpPr>
            <p:cNvPr id="23" name="3"/>
            <p:cNvSpPr/>
            <p:nvPr/>
          </p:nvSpPr>
          <p:spPr bwMode="auto">
            <a:xfrm>
              <a:off x="4440468" y="3863548"/>
              <a:ext cx="3378201" cy="1396390"/>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p:spPr>
          <p:style>
            <a:lnRef idx="1">
              <a:schemeClr val="accent5"/>
            </a:lnRef>
            <a:fillRef idx="3">
              <a:schemeClr val="accent5"/>
            </a:fillRef>
            <a:effectRef idx="2">
              <a:schemeClr val="accent5"/>
            </a:effectRef>
            <a:fontRef idx="minor">
              <a:schemeClr val="lt1"/>
            </a:fontRef>
          </p:style>
          <p:txBody>
            <a:bodyPr anchor="ctr"/>
            <a:lstStyle/>
            <a:p>
              <a:pPr algn="ctr"/>
              <a:endParaRPr sz="2000" dirty="0">
                <a:gradFill>
                  <a:gsLst>
                    <a:gs pos="0">
                      <a:schemeClr val="bg1"/>
                    </a:gs>
                    <a:gs pos="100000">
                      <a:schemeClr val="bg1">
                        <a:lumMod val="95000"/>
                      </a:schemeClr>
                    </a:gs>
                  </a:gsLst>
                  <a:lin ang="5400000" scaled="1"/>
                </a:gra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4" name="2"/>
            <p:cNvSpPr/>
            <p:nvPr/>
          </p:nvSpPr>
          <p:spPr bwMode="auto">
            <a:xfrm flipV="1">
              <a:off x="4850470" y="3855628"/>
              <a:ext cx="2558199" cy="446828"/>
            </a:xfrm>
            <a:prstGeom prst="ellipse">
              <a:avLst/>
            </a:prstGeom>
          </p:spPr>
          <p:style>
            <a:lnRef idx="1">
              <a:schemeClr val="accent5"/>
            </a:lnRef>
            <a:fillRef idx="2">
              <a:schemeClr val="accent5"/>
            </a:fillRef>
            <a:effectRef idx="1">
              <a:schemeClr val="accent5"/>
            </a:effectRef>
            <a:fontRef idx="minor">
              <a:schemeClr val="dk1"/>
            </a:fontRef>
          </p:style>
          <p:txBody>
            <a:bodyPr anchor="ctr"/>
            <a:lstStyle/>
            <a:p>
              <a:pPr algn="ctr"/>
              <a:endParaRPr sz="2000" dirty="0">
                <a:gradFill>
                  <a:gsLst>
                    <a:gs pos="0">
                      <a:schemeClr val="bg1"/>
                    </a:gs>
                    <a:gs pos="100000">
                      <a:schemeClr val="bg1">
                        <a:lumMod val="95000"/>
                      </a:schemeClr>
                    </a:gs>
                  </a:gsLst>
                  <a:lin ang="5400000" scaled="1"/>
                </a:gra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8" name="1"/>
            <p:cNvSpPr/>
            <p:nvPr/>
          </p:nvSpPr>
          <p:spPr bwMode="auto">
            <a:xfrm>
              <a:off x="4941109" y="2796104"/>
              <a:ext cx="2376920" cy="98250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p:spPr>
          <p:style>
            <a:lnRef idx="1">
              <a:schemeClr val="accent4"/>
            </a:lnRef>
            <a:fillRef idx="3">
              <a:schemeClr val="accent4"/>
            </a:fillRef>
            <a:effectRef idx="2">
              <a:schemeClr val="accent4"/>
            </a:effectRef>
            <a:fontRef idx="minor">
              <a:schemeClr val="lt1"/>
            </a:fontRef>
          </p:style>
          <p:txBody>
            <a:bodyPr anchor="ctr"/>
            <a:lstStyle/>
            <a:p>
              <a:pPr algn="ctr"/>
              <a:endParaRPr sz="2000" dirty="0">
                <a:gradFill>
                  <a:gsLst>
                    <a:gs pos="0">
                      <a:schemeClr val="bg1"/>
                    </a:gs>
                    <a:gs pos="100000">
                      <a:schemeClr val="bg1">
                        <a:lumMod val="95000"/>
                      </a:schemeClr>
                    </a:gs>
                  </a:gsLst>
                  <a:lin ang="5400000" scaled="1"/>
                </a:gra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9" name="3"/>
            <p:cNvSpPr/>
            <p:nvPr/>
          </p:nvSpPr>
          <p:spPr bwMode="auto">
            <a:xfrm flipV="1">
              <a:off x="5229588" y="2790530"/>
              <a:ext cx="1799962" cy="314391"/>
            </a:xfrm>
            <a:prstGeom prst="ellipse">
              <a:avLst/>
            </a:prstGeom>
          </p:spPr>
          <p:style>
            <a:lnRef idx="1">
              <a:schemeClr val="accent4"/>
            </a:lnRef>
            <a:fillRef idx="2">
              <a:schemeClr val="accent4"/>
            </a:fillRef>
            <a:effectRef idx="1">
              <a:schemeClr val="accent4"/>
            </a:effectRef>
            <a:fontRef idx="minor">
              <a:schemeClr val="dk1"/>
            </a:fontRef>
          </p:style>
          <p:txBody>
            <a:bodyPr anchor="ctr"/>
            <a:lstStyle/>
            <a:p>
              <a:pPr algn="ctr"/>
              <a:endParaRPr sz="2000" dirty="0">
                <a:gradFill>
                  <a:gsLst>
                    <a:gs pos="0">
                      <a:schemeClr val="bg1"/>
                    </a:gs>
                    <a:gs pos="100000">
                      <a:schemeClr val="bg1">
                        <a:lumMod val="95000"/>
                      </a:schemeClr>
                    </a:gs>
                  </a:gsLst>
                  <a:lin ang="5400000" scaled="1"/>
                </a:gra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2"/>
            <p:cNvSpPr/>
            <p:nvPr/>
          </p:nvSpPr>
          <p:spPr bwMode="auto">
            <a:xfrm>
              <a:off x="5408516" y="2060277"/>
              <a:ext cx="1442103" cy="59609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p:spPr>
          <p:style>
            <a:lnRef idx="1">
              <a:schemeClr val="accent2"/>
            </a:lnRef>
            <a:fillRef idx="3">
              <a:schemeClr val="accent2"/>
            </a:fillRef>
            <a:effectRef idx="2">
              <a:schemeClr val="accent2"/>
            </a:effectRef>
            <a:fontRef idx="minor">
              <a:schemeClr val="lt1"/>
            </a:fontRef>
          </p:style>
          <p:txBody>
            <a:bodyPr anchor="ctr"/>
            <a:lstStyle/>
            <a:p>
              <a:pPr algn="ctr"/>
              <a:endParaRPr sz="2000" dirty="0">
                <a:gradFill>
                  <a:gsLst>
                    <a:gs pos="0">
                      <a:schemeClr val="bg1"/>
                    </a:gs>
                    <a:gs pos="100000">
                      <a:schemeClr val="bg1">
                        <a:lumMod val="95000"/>
                      </a:schemeClr>
                    </a:gs>
                  </a:gsLst>
                  <a:lin ang="5400000" scaled="1"/>
                </a:gra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1"/>
            <p:cNvSpPr/>
            <p:nvPr/>
          </p:nvSpPr>
          <p:spPr bwMode="auto">
            <a:xfrm flipV="1">
              <a:off x="5583540" y="2056900"/>
              <a:ext cx="1092057" cy="190745"/>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endParaRPr dirty="0">
                <a:gradFill>
                  <a:gsLst>
                    <a:gs pos="0">
                      <a:schemeClr val="bg1"/>
                    </a:gs>
                    <a:gs pos="100000">
                      <a:schemeClr val="bg1">
                        <a:lumMod val="95000"/>
                      </a:schemeClr>
                    </a:gs>
                  </a:gsLst>
                  <a:lin ang="5400000" scaled="1"/>
                </a:gra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4" name="组合 33"/>
          <p:cNvGrpSpPr/>
          <p:nvPr/>
        </p:nvGrpSpPr>
        <p:grpSpPr>
          <a:xfrm>
            <a:off x="8161483" y="1832098"/>
            <a:ext cx="3254516" cy="1416534"/>
            <a:chOff x="8273143" y="1832098"/>
            <a:chExt cx="3254516" cy="1416534"/>
          </a:xfrm>
        </p:grpSpPr>
        <p:sp>
          <p:nvSpPr>
            <p:cNvPr id="35" name="矩形: 圆角 34"/>
            <p:cNvSpPr/>
            <p:nvPr/>
          </p:nvSpPr>
          <p:spPr>
            <a:xfrm>
              <a:off x="8273143" y="1919182"/>
              <a:ext cx="413657" cy="41365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文本框 35"/>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文本框 36"/>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8" name="组合 37"/>
          <p:cNvGrpSpPr/>
          <p:nvPr/>
        </p:nvGrpSpPr>
        <p:grpSpPr>
          <a:xfrm>
            <a:off x="8161483" y="4275348"/>
            <a:ext cx="3254516" cy="1416534"/>
            <a:chOff x="8273143" y="1832098"/>
            <a:chExt cx="3254516" cy="1416534"/>
          </a:xfrm>
        </p:grpSpPr>
        <p:sp>
          <p:nvSpPr>
            <p:cNvPr id="39" name="矩形: 圆角 38"/>
            <p:cNvSpPr/>
            <p:nvPr/>
          </p:nvSpPr>
          <p:spPr>
            <a:xfrm>
              <a:off x="8273143" y="1919182"/>
              <a:ext cx="413657" cy="41365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0" name="文本框 39"/>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1" name="文本框 40"/>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42" name="组合 41"/>
          <p:cNvGrpSpPr/>
          <p:nvPr/>
        </p:nvGrpSpPr>
        <p:grpSpPr>
          <a:xfrm flipH="1">
            <a:off x="843138" y="1832098"/>
            <a:ext cx="3254516" cy="1416534"/>
            <a:chOff x="8273143" y="1832098"/>
            <a:chExt cx="3254516" cy="1416534"/>
          </a:xfrm>
        </p:grpSpPr>
        <p:sp>
          <p:nvSpPr>
            <p:cNvPr id="43" name="矩形: 圆角 42"/>
            <p:cNvSpPr/>
            <p:nvPr/>
          </p:nvSpPr>
          <p:spPr>
            <a:xfrm>
              <a:off x="8273143" y="1919182"/>
              <a:ext cx="413657" cy="41365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4" name="文本框 43"/>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5" name="文本框 44"/>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46" name="组合 45"/>
          <p:cNvGrpSpPr/>
          <p:nvPr/>
        </p:nvGrpSpPr>
        <p:grpSpPr>
          <a:xfrm flipH="1">
            <a:off x="843138" y="4275348"/>
            <a:ext cx="3254516" cy="1416534"/>
            <a:chOff x="8273143" y="1832098"/>
            <a:chExt cx="3254516" cy="1416534"/>
          </a:xfrm>
        </p:grpSpPr>
        <p:sp>
          <p:nvSpPr>
            <p:cNvPr id="47" name="矩形: 圆角 46"/>
            <p:cNvSpPr/>
            <p:nvPr/>
          </p:nvSpPr>
          <p:spPr>
            <a:xfrm>
              <a:off x="8273143" y="1919182"/>
              <a:ext cx="413657" cy="413657"/>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8" name="文本框 47"/>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9" name="文本框 48"/>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193949" y="984865"/>
            <a:ext cx="4817045" cy="5282990"/>
            <a:chOff x="6193949" y="984865"/>
            <a:chExt cx="4817045" cy="5282990"/>
          </a:xfrm>
        </p:grpSpPr>
        <p:sp>
          <p:nvSpPr>
            <p:cNvPr id="5" name="任意多边形 3"/>
            <p:cNvSpPr/>
            <p:nvPr/>
          </p:nvSpPr>
          <p:spPr>
            <a:xfrm>
              <a:off x="8362598" y="984865"/>
              <a:ext cx="1796348" cy="3043151"/>
            </a:xfrm>
            <a:custGeom>
              <a:avLst/>
              <a:gdLst>
                <a:gd name="connsiteX0" fmla="*/ 898348 w 1796114"/>
                <a:gd name="connsiteY0" fmla="*/ 0 h 3043856"/>
                <a:gd name="connsiteX1" fmla="*/ 1793101 w 1796114"/>
                <a:gd name="connsiteY1" fmla="*/ 894754 h 3043856"/>
                <a:gd name="connsiteX2" fmla="*/ 1796055 w 1796114"/>
                <a:gd name="connsiteY2" fmla="*/ 894754 h 3043856"/>
                <a:gd name="connsiteX3" fmla="*/ 1796055 w 1796114"/>
                <a:gd name="connsiteY3" fmla="*/ 896588 h 3043856"/>
                <a:gd name="connsiteX4" fmla="*/ 1796114 w 1796114"/>
                <a:gd name="connsiteY4" fmla="*/ 896588 h 3043856"/>
                <a:gd name="connsiteX5" fmla="*/ 1796114 w 1796114"/>
                <a:gd name="connsiteY5" fmla="*/ 1638635 h 3043856"/>
                <a:gd name="connsiteX6" fmla="*/ 1796114 w 1796114"/>
                <a:gd name="connsiteY6" fmla="*/ 1994753 h 3043856"/>
                <a:gd name="connsiteX7" fmla="*/ 1796114 w 1796114"/>
                <a:gd name="connsiteY7" fmla="*/ 2342751 h 3043856"/>
                <a:gd name="connsiteX8" fmla="*/ 1796114 w 1796114"/>
                <a:gd name="connsiteY8" fmla="*/ 2344732 h 3043856"/>
                <a:gd name="connsiteX9" fmla="*/ 1796114 w 1796114"/>
                <a:gd name="connsiteY9" fmla="*/ 2693304 h 3043856"/>
                <a:gd name="connsiteX10" fmla="*/ 1794829 w 1796114"/>
                <a:gd name="connsiteY10" fmla="*/ 2693304 h 3043856"/>
                <a:gd name="connsiteX11" fmla="*/ 1794829 w 1796114"/>
                <a:gd name="connsiteY11" fmla="*/ 3043856 h 3043856"/>
                <a:gd name="connsiteX12" fmla="*/ 0 w 1796114"/>
                <a:gd name="connsiteY12" fmla="*/ 3043856 h 3043856"/>
                <a:gd name="connsiteX13" fmla="*/ 0 w 1796114"/>
                <a:gd name="connsiteY13" fmla="*/ 2693304 h 3043856"/>
                <a:gd name="connsiteX14" fmla="*/ 1285 w 1796114"/>
                <a:gd name="connsiteY14" fmla="*/ 2693304 h 3043856"/>
                <a:gd name="connsiteX15" fmla="*/ 1285 w 1796114"/>
                <a:gd name="connsiteY15" fmla="*/ 2344732 h 3043856"/>
                <a:gd name="connsiteX16" fmla="*/ 467 w 1796114"/>
                <a:gd name="connsiteY16" fmla="*/ 2344732 h 3043856"/>
                <a:gd name="connsiteX17" fmla="*/ 467 w 1796114"/>
                <a:gd name="connsiteY17" fmla="*/ 1638635 h 3043856"/>
                <a:gd name="connsiteX18" fmla="*/ 468 w 1796114"/>
                <a:gd name="connsiteY18" fmla="*/ 1638635 h 3043856"/>
                <a:gd name="connsiteX19" fmla="*/ 468 w 1796114"/>
                <a:gd name="connsiteY19" fmla="*/ 940473 h 3043856"/>
                <a:gd name="connsiteX20" fmla="*/ 408 w 1796114"/>
                <a:gd name="connsiteY20" fmla="*/ 940473 h 3043856"/>
                <a:gd name="connsiteX21" fmla="*/ 408 w 1796114"/>
                <a:gd name="connsiteY21" fmla="*/ 894754 h 3043856"/>
                <a:gd name="connsiteX22" fmla="*/ 3593 w 1796114"/>
                <a:gd name="connsiteY22" fmla="*/ 894754 h 304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96114" h="3043856">
                  <a:moveTo>
                    <a:pt x="898348" y="0"/>
                  </a:moveTo>
                  <a:lnTo>
                    <a:pt x="1793101" y="894754"/>
                  </a:lnTo>
                  <a:lnTo>
                    <a:pt x="1796055" y="894754"/>
                  </a:lnTo>
                  <a:lnTo>
                    <a:pt x="1796055" y="896588"/>
                  </a:lnTo>
                  <a:lnTo>
                    <a:pt x="1796114" y="896588"/>
                  </a:lnTo>
                  <a:lnTo>
                    <a:pt x="1796114" y="1638635"/>
                  </a:lnTo>
                  <a:lnTo>
                    <a:pt x="1796114" y="1994753"/>
                  </a:lnTo>
                  <a:lnTo>
                    <a:pt x="1796114" y="2342751"/>
                  </a:lnTo>
                  <a:lnTo>
                    <a:pt x="1796114" y="2344732"/>
                  </a:lnTo>
                  <a:lnTo>
                    <a:pt x="1796114" y="2693304"/>
                  </a:lnTo>
                  <a:lnTo>
                    <a:pt x="1794829" y="2693304"/>
                  </a:lnTo>
                  <a:lnTo>
                    <a:pt x="1794829" y="3043856"/>
                  </a:lnTo>
                  <a:lnTo>
                    <a:pt x="0" y="3043856"/>
                  </a:lnTo>
                  <a:lnTo>
                    <a:pt x="0" y="2693304"/>
                  </a:lnTo>
                  <a:lnTo>
                    <a:pt x="1285" y="2693304"/>
                  </a:lnTo>
                  <a:lnTo>
                    <a:pt x="1285" y="2344732"/>
                  </a:lnTo>
                  <a:lnTo>
                    <a:pt x="467" y="2344732"/>
                  </a:lnTo>
                  <a:lnTo>
                    <a:pt x="467" y="1638635"/>
                  </a:lnTo>
                  <a:lnTo>
                    <a:pt x="468" y="1638635"/>
                  </a:lnTo>
                  <a:lnTo>
                    <a:pt x="468" y="940473"/>
                  </a:lnTo>
                  <a:lnTo>
                    <a:pt x="408" y="940473"/>
                  </a:lnTo>
                  <a:lnTo>
                    <a:pt x="408" y="894754"/>
                  </a:lnTo>
                  <a:lnTo>
                    <a:pt x="3593" y="894754"/>
                  </a:lnTo>
                  <a:close/>
                </a:path>
              </a:pathLst>
            </a:custGeom>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 name="平行四边形 5"/>
            <p:cNvSpPr/>
            <p:nvPr/>
          </p:nvSpPr>
          <p:spPr>
            <a:xfrm>
              <a:off x="7830828" y="4051495"/>
              <a:ext cx="2314549" cy="536591"/>
            </a:xfrm>
            <a:prstGeom prst="parallelogram">
              <a:avLst>
                <a:gd name="adj" fmla="val 97534"/>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任意多边形 6"/>
            <p:cNvSpPr/>
            <p:nvPr/>
          </p:nvSpPr>
          <p:spPr>
            <a:xfrm>
              <a:off x="7820688" y="1893537"/>
              <a:ext cx="1796289" cy="2692680"/>
            </a:xfrm>
            <a:custGeom>
              <a:avLst/>
              <a:gdLst>
                <a:gd name="connsiteX0" fmla="*/ 897881 w 1796055"/>
                <a:gd name="connsiteY0" fmla="*/ 0 h 2693303"/>
                <a:gd name="connsiteX1" fmla="*/ 1792693 w 1796055"/>
                <a:gd name="connsiteY1" fmla="*/ 894811 h 2693303"/>
                <a:gd name="connsiteX2" fmla="*/ 1796055 w 1796055"/>
                <a:gd name="connsiteY2" fmla="*/ 894811 h 2693303"/>
                <a:gd name="connsiteX3" fmla="*/ 1796055 w 1796055"/>
                <a:gd name="connsiteY3" fmla="*/ 940530 h 2693303"/>
                <a:gd name="connsiteX4" fmla="*/ 1795648 w 1796055"/>
                <a:gd name="connsiteY4" fmla="*/ 940530 h 2693303"/>
                <a:gd name="connsiteX5" fmla="*/ 1795648 w 1796055"/>
                <a:gd name="connsiteY5" fmla="*/ 1638635 h 2693303"/>
                <a:gd name="connsiteX6" fmla="*/ 1795648 w 1796055"/>
                <a:gd name="connsiteY6" fmla="*/ 1994752 h 2693303"/>
                <a:gd name="connsiteX7" fmla="*/ 1795648 w 1796055"/>
                <a:gd name="connsiteY7" fmla="*/ 2342751 h 2693303"/>
                <a:gd name="connsiteX8" fmla="*/ 1795648 w 1796055"/>
                <a:gd name="connsiteY8" fmla="*/ 2344732 h 2693303"/>
                <a:gd name="connsiteX9" fmla="*/ 1795648 w 1796055"/>
                <a:gd name="connsiteY9" fmla="*/ 2693303 h 2693303"/>
                <a:gd name="connsiteX10" fmla="*/ 819 w 1796055"/>
                <a:gd name="connsiteY10" fmla="*/ 2693303 h 2693303"/>
                <a:gd name="connsiteX11" fmla="*/ 819 w 1796055"/>
                <a:gd name="connsiteY11" fmla="*/ 2344732 h 2693303"/>
                <a:gd name="connsiteX12" fmla="*/ 0 w 1796055"/>
                <a:gd name="connsiteY12" fmla="*/ 2344732 h 2693303"/>
                <a:gd name="connsiteX13" fmla="*/ 0 w 1796055"/>
                <a:gd name="connsiteY13" fmla="*/ 1638635 h 2693303"/>
                <a:gd name="connsiteX14" fmla="*/ 1 w 1796055"/>
                <a:gd name="connsiteY14" fmla="*/ 1638635 h 2693303"/>
                <a:gd name="connsiteX15" fmla="*/ 1 w 1796055"/>
                <a:gd name="connsiteY15" fmla="*/ 896588 h 2693303"/>
                <a:gd name="connsiteX16" fmla="*/ 408 w 1796055"/>
                <a:gd name="connsiteY16" fmla="*/ 896588 h 2693303"/>
                <a:gd name="connsiteX17" fmla="*/ 408 w 1796055"/>
                <a:gd name="connsiteY17" fmla="*/ 894811 h 2693303"/>
                <a:gd name="connsiteX18" fmla="*/ 3070 w 1796055"/>
                <a:gd name="connsiteY18" fmla="*/ 894811 h 2693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96055" h="2693303">
                  <a:moveTo>
                    <a:pt x="897881" y="0"/>
                  </a:moveTo>
                  <a:lnTo>
                    <a:pt x="1792693" y="894811"/>
                  </a:lnTo>
                  <a:lnTo>
                    <a:pt x="1796055" y="894811"/>
                  </a:lnTo>
                  <a:lnTo>
                    <a:pt x="1796055" y="940530"/>
                  </a:lnTo>
                  <a:lnTo>
                    <a:pt x="1795648" y="940530"/>
                  </a:lnTo>
                  <a:lnTo>
                    <a:pt x="1795648" y="1638635"/>
                  </a:lnTo>
                  <a:lnTo>
                    <a:pt x="1795648" y="1994752"/>
                  </a:lnTo>
                  <a:lnTo>
                    <a:pt x="1795648" y="2342751"/>
                  </a:lnTo>
                  <a:lnTo>
                    <a:pt x="1795648" y="2344732"/>
                  </a:lnTo>
                  <a:lnTo>
                    <a:pt x="1795648" y="2693303"/>
                  </a:lnTo>
                  <a:lnTo>
                    <a:pt x="819" y="2693303"/>
                  </a:lnTo>
                  <a:lnTo>
                    <a:pt x="819" y="2344732"/>
                  </a:lnTo>
                  <a:lnTo>
                    <a:pt x="0" y="2344732"/>
                  </a:lnTo>
                  <a:lnTo>
                    <a:pt x="0" y="1638635"/>
                  </a:lnTo>
                  <a:lnTo>
                    <a:pt x="1" y="1638635"/>
                  </a:lnTo>
                  <a:lnTo>
                    <a:pt x="1" y="896588"/>
                  </a:lnTo>
                  <a:lnTo>
                    <a:pt x="408" y="896588"/>
                  </a:lnTo>
                  <a:lnTo>
                    <a:pt x="408" y="894811"/>
                  </a:lnTo>
                  <a:lnTo>
                    <a:pt x="3070" y="894811"/>
                  </a:lnTo>
                  <a:close/>
                </a:path>
              </a:pathLst>
            </a:custGeom>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平行四边形 7"/>
            <p:cNvSpPr/>
            <p:nvPr/>
          </p:nvSpPr>
          <p:spPr>
            <a:xfrm>
              <a:off x="7287569" y="4610172"/>
              <a:ext cx="2314549" cy="536591"/>
            </a:xfrm>
            <a:prstGeom prst="parallelogram">
              <a:avLst>
                <a:gd name="adj" fmla="val 97534"/>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 name="任意多边形 7"/>
            <p:cNvSpPr/>
            <p:nvPr/>
          </p:nvSpPr>
          <p:spPr>
            <a:xfrm>
              <a:off x="7275914" y="2803101"/>
              <a:ext cx="1796683" cy="2344188"/>
            </a:xfrm>
            <a:custGeom>
              <a:avLst/>
              <a:gdLst>
                <a:gd name="connsiteX0" fmla="*/ 897881 w 1796449"/>
                <a:gd name="connsiteY0" fmla="*/ 0 h 2344731"/>
                <a:gd name="connsiteX1" fmla="*/ 1793329 w 1796449"/>
                <a:gd name="connsiteY1" fmla="*/ 895447 h 2344731"/>
                <a:gd name="connsiteX2" fmla="*/ 1796449 w 1796449"/>
                <a:gd name="connsiteY2" fmla="*/ 895447 h 2344731"/>
                <a:gd name="connsiteX3" fmla="*/ 1796449 w 1796449"/>
                <a:gd name="connsiteY3" fmla="*/ 941166 h 2344731"/>
                <a:gd name="connsiteX4" fmla="*/ 1795648 w 1796449"/>
                <a:gd name="connsiteY4" fmla="*/ 941166 h 2344731"/>
                <a:gd name="connsiteX5" fmla="*/ 1795648 w 1796449"/>
                <a:gd name="connsiteY5" fmla="*/ 1638634 h 2344731"/>
                <a:gd name="connsiteX6" fmla="*/ 1795648 w 1796449"/>
                <a:gd name="connsiteY6" fmla="*/ 1994752 h 2344731"/>
                <a:gd name="connsiteX7" fmla="*/ 1795648 w 1796449"/>
                <a:gd name="connsiteY7" fmla="*/ 2344731 h 2344731"/>
                <a:gd name="connsiteX8" fmla="*/ 0 w 1796449"/>
                <a:gd name="connsiteY8" fmla="*/ 2344731 h 2344731"/>
                <a:gd name="connsiteX9" fmla="*/ 0 w 1796449"/>
                <a:gd name="connsiteY9" fmla="*/ 1638634 h 2344731"/>
                <a:gd name="connsiteX10" fmla="*/ 1 w 1796449"/>
                <a:gd name="connsiteY10" fmla="*/ 1638634 h 2344731"/>
                <a:gd name="connsiteX11" fmla="*/ 1 w 1796449"/>
                <a:gd name="connsiteY11" fmla="*/ 896588 h 2344731"/>
                <a:gd name="connsiteX12" fmla="*/ 802 w 1796449"/>
                <a:gd name="connsiteY12" fmla="*/ 896588 h 2344731"/>
                <a:gd name="connsiteX13" fmla="*/ 802 w 1796449"/>
                <a:gd name="connsiteY13" fmla="*/ 895447 h 2344731"/>
                <a:gd name="connsiteX14" fmla="*/ 2433 w 1796449"/>
                <a:gd name="connsiteY14" fmla="*/ 895447 h 2344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96449" h="2344731">
                  <a:moveTo>
                    <a:pt x="897881" y="0"/>
                  </a:moveTo>
                  <a:lnTo>
                    <a:pt x="1793329" y="895447"/>
                  </a:lnTo>
                  <a:lnTo>
                    <a:pt x="1796449" y="895447"/>
                  </a:lnTo>
                  <a:lnTo>
                    <a:pt x="1796449" y="941166"/>
                  </a:lnTo>
                  <a:lnTo>
                    <a:pt x="1795648" y="941166"/>
                  </a:lnTo>
                  <a:lnTo>
                    <a:pt x="1795648" y="1638634"/>
                  </a:lnTo>
                  <a:lnTo>
                    <a:pt x="1795648" y="1994752"/>
                  </a:lnTo>
                  <a:lnTo>
                    <a:pt x="1795648" y="2344731"/>
                  </a:lnTo>
                  <a:lnTo>
                    <a:pt x="0" y="2344731"/>
                  </a:lnTo>
                  <a:lnTo>
                    <a:pt x="0" y="1638634"/>
                  </a:lnTo>
                  <a:lnTo>
                    <a:pt x="1" y="1638634"/>
                  </a:lnTo>
                  <a:lnTo>
                    <a:pt x="1" y="896588"/>
                  </a:lnTo>
                  <a:lnTo>
                    <a:pt x="802" y="896588"/>
                  </a:lnTo>
                  <a:lnTo>
                    <a:pt x="802" y="895447"/>
                  </a:lnTo>
                  <a:lnTo>
                    <a:pt x="2433" y="895447"/>
                  </a:lnTo>
                  <a:close/>
                </a:path>
              </a:pathLst>
            </a:custGeom>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平行四边形 9"/>
            <p:cNvSpPr/>
            <p:nvPr/>
          </p:nvSpPr>
          <p:spPr>
            <a:xfrm>
              <a:off x="6193949" y="5731264"/>
              <a:ext cx="2314549" cy="536591"/>
            </a:xfrm>
            <a:prstGeom prst="parallelogram">
              <a:avLst>
                <a:gd name="adj" fmla="val 97534"/>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平行四边形 10"/>
            <p:cNvSpPr/>
            <p:nvPr/>
          </p:nvSpPr>
          <p:spPr>
            <a:xfrm>
              <a:off x="6740304" y="5170718"/>
              <a:ext cx="2314549" cy="536591"/>
            </a:xfrm>
            <a:prstGeom prst="parallelogram">
              <a:avLst>
                <a:gd name="adj" fmla="val 97534"/>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任意多边形 8"/>
            <p:cNvSpPr/>
            <p:nvPr/>
          </p:nvSpPr>
          <p:spPr>
            <a:xfrm>
              <a:off x="6727507" y="3707204"/>
              <a:ext cx="1795881" cy="1994290"/>
            </a:xfrm>
            <a:custGeom>
              <a:avLst/>
              <a:gdLst>
                <a:gd name="connsiteX0" fmla="*/ 897881 w 1795647"/>
                <a:gd name="connsiteY0" fmla="*/ 0 h 1994752"/>
                <a:gd name="connsiteX1" fmla="*/ 1794085 w 1795647"/>
                <a:gd name="connsiteY1" fmla="*/ 896204 h 1994752"/>
                <a:gd name="connsiteX2" fmla="*/ 1795647 w 1795647"/>
                <a:gd name="connsiteY2" fmla="*/ 896204 h 1994752"/>
                <a:gd name="connsiteX3" fmla="*/ 1795647 w 1795647"/>
                <a:gd name="connsiteY3" fmla="*/ 896588 h 1994752"/>
                <a:gd name="connsiteX4" fmla="*/ 1795647 w 1795647"/>
                <a:gd name="connsiteY4" fmla="*/ 941923 h 1994752"/>
                <a:gd name="connsiteX5" fmla="*/ 1795647 w 1795647"/>
                <a:gd name="connsiteY5" fmla="*/ 1994752 h 1994752"/>
                <a:gd name="connsiteX6" fmla="*/ 0 w 1795647"/>
                <a:gd name="connsiteY6" fmla="*/ 1994752 h 1994752"/>
                <a:gd name="connsiteX7" fmla="*/ 0 w 1795647"/>
                <a:gd name="connsiteY7" fmla="*/ 941923 h 1994752"/>
                <a:gd name="connsiteX8" fmla="*/ 0 w 1795647"/>
                <a:gd name="connsiteY8" fmla="*/ 896588 h 1994752"/>
                <a:gd name="connsiteX9" fmla="*/ 0 w 1795647"/>
                <a:gd name="connsiteY9" fmla="*/ 896204 h 1994752"/>
                <a:gd name="connsiteX10" fmla="*/ 1675 w 1795647"/>
                <a:gd name="connsiteY10" fmla="*/ 896204 h 1994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5647" h="1994752">
                  <a:moveTo>
                    <a:pt x="897881" y="0"/>
                  </a:moveTo>
                  <a:lnTo>
                    <a:pt x="1794085" y="896204"/>
                  </a:lnTo>
                  <a:lnTo>
                    <a:pt x="1795647" y="896204"/>
                  </a:lnTo>
                  <a:lnTo>
                    <a:pt x="1795647" y="896588"/>
                  </a:lnTo>
                  <a:lnTo>
                    <a:pt x="1795647" y="941923"/>
                  </a:lnTo>
                  <a:lnTo>
                    <a:pt x="1795647" y="1994752"/>
                  </a:lnTo>
                  <a:lnTo>
                    <a:pt x="0" y="1994752"/>
                  </a:lnTo>
                  <a:lnTo>
                    <a:pt x="0" y="941923"/>
                  </a:lnTo>
                  <a:lnTo>
                    <a:pt x="0" y="896588"/>
                  </a:lnTo>
                  <a:lnTo>
                    <a:pt x="0" y="896204"/>
                  </a:lnTo>
                  <a:lnTo>
                    <a:pt x="1675" y="896204"/>
                  </a:lnTo>
                  <a:close/>
                </a:path>
              </a:pathLst>
            </a:cu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 name="文本框 38"/>
            <p:cNvSpPr txBox="1"/>
            <p:nvPr/>
          </p:nvSpPr>
          <p:spPr>
            <a:xfrm>
              <a:off x="7561843" y="3002447"/>
              <a:ext cx="1227185" cy="707886"/>
            </a:xfrm>
            <a:prstGeom prst="rect">
              <a:avLst/>
            </a:prstGeom>
            <a:noFill/>
            <a:ln>
              <a:noFill/>
            </a:ln>
            <a:effectLst>
              <a:innerShdw blurRad="63500" dist="50800" dir="16200000">
                <a:prstClr val="black">
                  <a:alpha val="50000"/>
                </a:prstClr>
              </a:innerShdw>
            </a:effectLst>
          </p:spPr>
          <p:txBody>
            <a:bodyPr wrap="square" rtlCol="0">
              <a:spAutoFit/>
            </a:bodyPr>
            <a:lstStyle/>
            <a:p>
              <a:pPr algn="ctr"/>
              <a:r>
                <a:rPr lang="en-US" altLang="zh-CN" sz="40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rPr>
                <a:t>02</a:t>
              </a:r>
              <a:endParaRPr lang="zh-CN" altLang="en-US" sz="40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 name="文本框 3"/>
            <p:cNvSpPr txBox="1"/>
            <p:nvPr/>
          </p:nvSpPr>
          <p:spPr>
            <a:xfrm>
              <a:off x="7622456" y="3613073"/>
              <a:ext cx="1107918" cy="276999"/>
            </a:xfrm>
            <a:prstGeom prst="rect">
              <a:avLst/>
            </a:prstGeom>
            <a:noFill/>
            <a:ln>
              <a:noFill/>
            </a:ln>
          </p:spPr>
          <p:txBody>
            <a:bodyPr wrap="square" rtlCol="0">
              <a:spAutoFit/>
            </a:bodyPr>
            <a:lstStyle/>
            <a:p>
              <a:pPr algn="ctr"/>
              <a:r>
                <a:rPr lang="en-US" altLang="zh-CN" sz="1200" dirty="0">
                  <a:solidFill>
                    <a:prstClr val="white">
                      <a:lumMod val="95000"/>
                    </a:prstClr>
                  </a:solidFill>
                  <a:latin typeface="思源黑体" panose="020B0500000000000000" pitchFamily="34" charset="-122"/>
                  <a:ea typeface="思源黑体" panose="020B0500000000000000" pitchFamily="34" charset="-122"/>
                  <a:cs typeface="DokChampa" panose="020B0604020202020204" pitchFamily="34" charset="-34"/>
                  <a:sym typeface="思源黑体" panose="020B0500000000000000" pitchFamily="34" charset="-122"/>
                </a:rPr>
                <a:t>STEP</a:t>
              </a:r>
              <a:endParaRPr lang="zh-CN" altLang="en-US" sz="1200" dirty="0">
                <a:solidFill>
                  <a:prstClr val="white">
                    <a:lumMod val="95000"/>
                  </a:prstClr>
                </a:solidFill>
                <a:latin typeface="思源黑体" panose="020B0500000000000000" pitchFamily="34" charset="-122"/>
                <a:ea typeface="思源黑体" panose="020B0500000000000000" pitchFamily="34" charset="-122"/>
                <a:cs typeface="DokChampa" panose="020B0604020202020204" pitchFamily="34" charset="-34"/>
                <a:sym typeface="思源黑体" panose="020B0500000000000000" pitchFamily="34" charset="-122"/>
              </a:endParaRPr>
            </a:p>
          </p:txBody>
        </p:sp>
        <p:sp>
          <p:nvSpPr>
            <p:cNvPr id="15" name="文本框 1"/>
            <p:cNvSpPr txBox="1"/>
            <p:nvPr/>
          </p:nvSpPr>
          <p:spPr>
            <a:xfrm>
              <a:off x="7004235" y="3956621"/>
              <a:ext cx="1227185" cy="707886"/>
            </a:xfrm>
            <a:prstGeom prst="rect">
              <a:avLst/>
            </a:prstGeom>
            <a:noFill/>
            <a:ln>
              <a:noFill/>
            </a:ln>
            <a:effectLst>
              <a:innerShdw blurRad="63500" dist="50800" dir="16200000">
                <a:prstClr val="black">
                  <a:alpha val="50000"/>
                </a:prstClr>
              </a:innerShdw>
            </a:effectLst>
          </p:spPr>
          <p:txBody>
            <a:bodyPr wrap="square" rtlCol="0">
              <a:spAutoFit/>
            </a:bodyPr>
            <a:lstStyle/>
            <a:p>
              <a:pPr algn="ctr"/>
              <a:r>
                <a:rPr lang="en-US" altLang="zh-CN" sz="40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rPr>
                <a:t>01</a:t>
              </a:r>
              <a:endParaRPr lang="zh-CN" altLang="en-US" sz="40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文本框 40"/>
            <p:cNvSpPr txBox="1"/>
            <p:nvPr/>
          </p:nvSpPr>
          <p:spPr>
            <a:xfrm>
              <a:off x="7092631" y="4562890"/>
              <a:ext cx="1107918" cy="276999"/>
            </a:xfrm>
            <a:prstGeom prst="rect">
              <a:avLst/>
            </a:prstGeom>
            <a:noFill/>
            <a:ln>
              <a:noFill/>
            </a:ln>
          </p:spPr>
          <p:txBody>
            <a:bodyPr wrap="square" rtlCol="0">
              <a:spAutoFit/>
            </a:bodyPr>
            <a:lstStyle/>
            <a:p>
              <a:pPr algn="ctr"/>
              <a:r>
                <a:rPr lang="en-US" altLang="zh-CN" sz="1200" dirty="0">
                  <a:solidFill>
                    <a:prstClr val="white">
                      <a:lumMod val="95000"/>
                    </a:prstClr>
                  </a:solidFill>
                  <a:latin typeface="思源黑体" panose="020B0500000000000000" pitchFamily="34" charset="-122"/>
                  <a:ea typeface="思源黑体" panose="020B0500000000000000" pitchFamily="34" charset="-122"/>
                  <a:cs typeface="DokChampa" panose="020B0604020202020204" pitchFamily="34" charset="-34"/>
                  <a:sym typeface="思源黑体" panose="020B0500000000000000" pitchFamily="34" charset="-122"/>
                </a:rPr>
                <a:t>STEP</a:t>
              </a:r>
              <a:endParaRPr lang="zh-CN" altLang="en-US" sz="1200" dirty="0">
                <a:solidFill>
                  <a:prstClr val="white">
                    <a:lumMod val="95000"/>
                  </a:prstClr>
                </a:solidFill>
                <a:latin typeface="思源黑体" panose="020B0500000000000000" pitchFamily="34" charset="-122"/>
                <a:ea typeface="思源黑体" panose="020B0500000000000000" pitchFamily="34" charset="-122"/>
                <a:cs typeface="DokChampa" panose="020B0604020202020204" pitchFamily="34" charset="-34"/>
                <a:sym typeface="思源黑体" panose="020B0500000000000000" pitchFamily="34" charset="-122"/>
              </a:endParaRPr>
            </a:p>
          </p:txBody>
        </p:sp>
        <p:sp>
          <p:nvSpPr>
            <p:cNvPr id="17" name="文本框 44"/>
            <p:cNvSpPr txBox="1"/>
            <p:nvPr/>
          </p:nvSpPr>
          <p:spPr>
            <a:xfrm>
              <a:off x="8095231" y="2149978"/>
              <a:ext cx="1227185" cy="707886"/>
            </a:xfrm>
            <a:prstGeom prst="rect">
              <a:avLst/>
            </a:prstGeom>
            <a:noFill/>
            <a:ln>
              <a:noFill/>
            </a:ln>
            <a:effectLst>
              <a:innerShdw blurRad="63500" dist="50800" dir="16200000">
                <a:prstClr val="black">
                  <a:alpha val="50000"/>
                </a:prstClr>
              </a:innerShdw>
            </a:effectLst>
          </p:spPr>
          <p:txBody>
            <a:bodyPr wrap="square" rtlCol="0">
              <a:spAutoFit/>
            </a:bodyPr>
            <a:lstStyle/>
            <a:p>
              <a:pPr algn="ctr"/>
              <a:r>
                <a:rPr lang="en-US" altLang="zh-CN" sz="40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rPr>
                <a:t>03</a:t>
              </a:r>
              <a:endParaRPr lang="zh-CN" altLang="en-US" sz="40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8" name="文本框 45"/>
            <p:cNvSpPr txBox="1"/>
            <p:nvPr/>
          </p:nvSpPr>
          <p:spPr>
            <a:xfrm>
              <a:off x="8183627" y="2756247"/>
              <a:ext cx="1107918" cy="276999"/>
            </a:xfrm>
            <a:prstGeom prst="rect">
              <a:avLst/>
            </a:prstGeom>
            <a:noFill/>
            <a:ln>
              <a:noFill/>
            </a:ln>
          </p:spPr>
          <p:txBody>
            <a:bodyPr wrap="square" rtlCol="0">
              <a:spAutoFit/>
            </a:bodyPr>
            <a:lstStyle/>
            <a:p>
              <a:pPr algn="ctr"/>
              <a:r>
                <a:rPr lang="en-US" altLang="zh-CN" sz="1200" dirty="0">
                  <a:solidFill>
                    <a:prstClr val="white">
                      <a:lumMod val="95000"/>
                    </a:prstClr>
                  </a:solidFill>
                  <a:latin typeface="思源黑体" panose="020B0500000000000000" pitchFamily="34" charset="-122"/>
                  <a:ea typeface="思源黑体" panose="020B0500000000000000" pitchFamily="34" charset="-122"/>
                  <a:cs typeface="DokChampa" panose="020B0604020202020204" pitchFamily="34" charset="-34"/>
                  <a:sym typeface="思源黑体" panose="020B0500000000000000" pitchFamily="34" charset="-122"/>
                </a:rPr>
                <a:t>STEP</a:t>
              </a:r>
              <a:endParaRPr lang="zh-CN" altLang="en-US" sz="1200" dirty="0">
                <a:solidFill>
                  <a:prstClr val="white">
                    <a:lumMod val="95000"/>
                  </a:prstClr>
                </a:solidFill>
                <a:latin typeface="思源黑体" panose="020B0500000000000000" pitchFamily="34" charset="-122"/>
                <a:ea typeface="思源黑体" panose="020B0500000000000000" pitchFamily="34" charset="-122"/>
                <a:cs typeface="DokChampa" panose="020B0604020202020204" pitchFamily="34" charset="-34"/>
                <a:sym typeface="思源黑体" panose="020B0500000000000000" pitchFamily="34" charset="-122"/>
              </a:endParaRPr>
            </a:p>
          </p:txBody>
        </p:sp>
        <p:sp>
          <p:nvSpPr>
            <p:cNvPr id="19" name="文本框 60"/>
            <p:cNvSpPr txBox="1"/>
            <p:nvPr/>
          </p:nvSpPr>
          <p:spPr>
            <a:xfrm>
              <a:off x="8628700" y="1229317"/>
              <a:ext cx="1227185" cy="707886"/>
            </a:xfrm>
            <a:prstGeom prst="rect">
              <a:avLst/>
            </a:prstGeom>
            <a:noFill/>
            <a:ln>
              <a:noFill/>
            </a:ln>
            <a:effectLst>
              <a:innerShdw blurRad="63500" dist="50800">
                <a:prstClr val="black">
                  <a:alpha val="50000"/>
                </a:prstClr>
              </a:innerShdw>
            </a:effectLst>
          </p:spPr>
          <p:txBody>
            <a:bodyPr wrap="square" rtlCol="0">
              <a:spAutoFit/>
            </a:bodyPr>
            <a:lstStyle/>
            <a:p>
              <a:pPr algn="ctr"/>
              <a:r>
                <a:rPr lang="en-US" altLang="zh-CN" sz="40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rPr>
                <a:t>04</a:t>
              </a:r>
              <a:endParaRPr lang="zh-CN" altLang="en-US" sz="40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文本框 61"/>
            <p:cNvSpPr txBox="1"/>
            <p:nvPr/>
          </p:nvSpPr>
          <p:spPr>
            <a:xfrm>
              <a:off x="8717096" y="1835586"/>
              <a:ext cx="1107918" cy="276999"/>
            </a:xfrm>
            <a:prstGeom prst="rect">
              <a:avLst/>
            </a:prstGeom>
            <a:noFill/>
            <a:ln>
              <a:noFill/>
            </a:ln>
          </p:spPr>
          <p:txBody>
            <a:bodyPr wrap="square" rtlCol="0">
              <a:spAutoFit/>
            </a:bodyPr>
            <a:lstStyle/>
            <a:p>
              <a:pPr algn="ctr"/>
              <a:r>
                <a:rPr lang="en-US" altLang="zh-CN" sz="1200" dirty="0">
                  <a:solidFill>
                    <a:prstClr val="white">
                      <a:lumMod val="95000"/>
                    </a:prstClr>
                  </a:solidFill>
                  <a:latin typeface="思源黑体" panose="020B0500000000000000" pitchFamily="34" charset="-122"/>
                  <a:ea typeface="思源黑体" panose="020B0500000000000000" pitchFamily="34" charset="-122"/>
                  <a:cs typeface="DokChampa" panose="020B0604020202020204" pitchFamily="34" charset="-34"/>
                  <a:sym typeface="思源黑体" panose="020B0500000000000000" pitchFamily="34" charset="-122"/>
                </a:rPr>
                <a:t>STEP</a:t>
              </a:r>
              <a:endParaRPr lang="zh-CN" altLang="en-US" sz="1200" dirty="0">
                <a:solidFill>
                  <a:prstClr val="white">
                    <a:lumMod val="95000"/>
                  </a:prstClr>
                </a:solidFill>
                <a:latin typeface="思源黑体" panose="020B0500000000000000" pitchFamily="34" charset="-122"/>
                <a:ea typeface="思源黑体" panose="020B0500000000000000" pitchFamily="34" charset="-122"/>
                <a:cs typeface="DokChampa" panose="020B0604020202020204" pitchFamily="34" charset="-34"/>
                <a:sym typeface="思源黑体" panose="020B0500000000000000" pitchFamily="34" charset="-122"/>
              </a:endParaRPr>
            </a:p>
          </p:txBody>
        </p:sp>
        <p:sp>
          <p:nvSpPr>
            <p:cNvPr id="32" name="任意多边形 29"/>
            <p:cNvSpPr/>
            <p:nvPr/>
          </p:nvSpPr>
          <p:spPr>
            <a:xfrm>
              <a:off x="9084846" y="3744704"/>
              <a:ext cx="836823" cy="554848"/>
            </a:xfrm>
            <a:custGeom>
              <a:avLst/>
              <a:gdLst>
                <a:gd name="connsiteX0" fmla="*/ 685611 w 1025811"/>
                <a:gd name="connsiteY0" fmla="*/ 0 h 680400"/>
                <a:gd name="connsiteX1" fmla="*/ 1025811 w 1025811"/>
                <a:gd name="connsiteY1" fmla="*/ 340200 h 680400"/>
                <a:gd name="connsiteX2" fmla="*/ 685611 w 1025811"/>
                <a:gd name="connsiteY2" fmla="*/ 680400 h 680400"/>
                <a:gd name="connsiteX3" fmla="*/ 678786 w 1025811"/>
                <a:gd name="connsiteY3" fmla="*/ 679712 h 680400"/>
                <a:gd name="connsiteX4" fmla="*/ 678786 w 1025811"/>
                <a:gd name="connsiteY4" fmla="*/ 680400 h 680400"/>
                <a:gd name="connsiteX5" fmla="*/ 0 w 1025811"/>
                <a:gd name="connsiteY5" fmla="*/ 680400 h 680400"/>
                <a:gd name="connsiteX6" fmla="*/ 0 w 1025811"/>
                <a:gd name="connsiteY6" fmla="*/ 1614 h 680400"/>
                <a:gd name="connsiteX7" fmla="*/ 669601 w 1025811"/>
                <a:gd name="connsiteY7" fmla="*/ 1614 h 68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5811" h="680400">
                  <a:moveTo>
                    <a:pt x="685611" y="0"/>
                  </a:moveTo>
                  <a:cubicBezTo>
                    <a:pt x="873498" y="0"/>
                    <a:pt x="1025811" y="152313"/>
                    <a:pt x="1025811" y="340200"/>
                  </a:cubicBezTo>
                  <a:cubicBezTo>
                    <a:pt x="1025811" y="528087"/>
                    <a:pt x="873498" y="680400"/>
                    <a:pt x="685611" y="680400"/>
                  </a:cubicBezTo>
                  <a:lnTo>
                    <a:pt x="678786" y="679712"/>
                  </a:lnTo>
                  <a:lnTo>
                    <a:pt x="678786" y="680400"/>
                  </a:lnTo>
                  <a:lnTo>
                    <a:pt x="0" y="680400"/>
                  </a:lnTo>
                  <a:lnTo>
                    <a:pt x="0" y="1614"/>
                  </a:lnTo>
                  <a:lnTo>
                    <a:pt x="669601" y="1614"/>
                  </a:lnTo>
                  <a:close/>
                </a:path>
              </a:pathLst>
            </a:custGeom>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3" name="任意多边形 30"/>
            <p:cNvSpPr/>
            <p:nvPr/>
          </p:nvSpPr>
          <p:spPr>
            <a:xfrm>
              <a:off x="9679481" y="3914400"/>
              <a:ext cx="128691" cy="201531"/>
            </a:xfrm>
            <a:custGeom>
              <a:avLst/>
              <a:gdLst>
                <a:gd name="connsiteX0" fmla="*/ 0 w 298365"/>
                <a:gd name="connsiteY0" fmla="*/ 0 h 596731"/>
                <a:gd name="connsiteX1" fmla="*/ 298365 w 298365"/>
                <a:gd name="connsiteY1" fmla="*/ 298366 h 596731"/>
                <a:gd name="connsiteX2" fmla="*/ 0 w 298365"/>
                <a:gd name="connsiteY2" fmla="*/ 596731 h 596731"/>
                <a:gd name="connsiteX3" fmla="*/ 0 w 298365"/>
                <a:gd name="connsiteY3" fmla="*/ 478802 h 596731"/>
                <a:gd name="connsiteX4" fmla="*/ 180436 w 298365"/>
                <a:gd name="connsiteY4" fmla="*/ 298366 h 596731"/>
                <a:gd name="connsiteX5" fmla="*/ 0 w 298365"/>
                <a:gd name="connsiteY5" fmla="*/ 117930 h 59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365" h="596731">
                  <a:moveTo>
                    <a:pt x="0" y="0"/>
                  </a:moveTo>
                  <a:lnTo>
                    <a:pt x="298365" y="298366"/>
                  </a:lnTo>
                  <a:lnTo>
                    <a:pt x="0" y="596731"/>
                  </a:lnTo>
                  <a:lnTo>
                    <a:pt x="0" y="478802"/>
                  </a:lnTo>
                  <a:lnTo>
                    <a:pt x="180436" y="298366"/>
                  </a:lnTo>
                  <a:lnTo>
                    <a:pt x="0" y="11793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0" name="任意多边形 12"/>
            <p:cNvSpPr/>
            <p:nvPr/>
          </p:nvSpPr>
          <p:spPr>
            <a:xfrm>
              <a:off x="8540948" y="4667706"/>
              <a:ext cx="836823" cy="554848"/>
            </a:xfrm>
            <a:custGeom>
              <a:avLst/>
              <a:gdLst>
                <a:gd name="connsiteX0" fmla="*/ 685611 w 1025811"/>
                <a:gd name="connsiteY0" fmla="*/ 0 h 680400"/>
                <a:gd name="connsiteX1" fmla="*/ 1025811 w 1025811"/>
                <a:gd name="connsiteY1" fmla="*/ 340200 h 680400"/>
                <a:gd name="connsiteX2" fmla="*/ 685611 w 1025811"/>
                <a:gd name="connsiteY2" fmla="*/ 680400 h 680400"/>
                <a:gd name="connsiteX3" fmla="*/ 678786 w 1025811"/>
                <a:gd name="connsiteY3" fmla="*/ 679712 h 680400"/>
                <a:gd name="connsiteX4" fmla="*/ 678786 w 1025811"/>
                <a:gd name="connsiteY4" fmla="*/ 680400 h 680400"/>
                <a:gd name="connsiteX5" fmla="*/ 0 w 1025811"/>
                <a:gd name="connsiteY5" fmla="*/ 680400 h 680400"/>
                <a:gd name="connsiteX6" fmla="*/ 0 w 1025811"/>
                <a:gd name="connsiteY6" fmla="*/ 1614 h 680400"/>
                <a:gd name="connsiteX7" fmla="*/ 669601 w 1025811"/>
                <a:gd name="connsiteY7" fmla="*/ 1614 h 68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5811" h="680400">
                  <a:moveTo>
                    <a:pt x="685611" y="0"/>
                  </a:moveTo>
                  <a:cubicBezTo>
                    <a:pt x="873498" y="0"/>
                    <a:pt x="1025811" y="152313"/>
                    <a:pt x="1025811" y="340200"/>
                  </a:cubicBezTo>
                  <a:cubicBezTo>
                    <a:pt x="1025811" y="528087"/>
                    <a:pt x="873498" y="680400"/>
                    <a:pt x="685611" y="680400"/>
                  </a:cubicBezTo>
                  <a:lnTo>
                    <a:pt x="678786" y="679712"/>
                  </a:lnTo>
                  <a:lnTo>
                    <a:pt x="678786" y="680400"/>
                  </a:lnTo>
                  <a:lnTo>
                    <a:pt x="0" y="680400"/>
                  </a:lnTo>
                  <a:lnTo>
                    <a:pt x="0" y="1614"/>
                  </a:lnTo>
                  <a:lnTo>
                    <a:pt x="669601" y="1614"/>
                  </a:lnTo>
                  <a:close/>
                </a:path>
              </a:pathLst>
            </a:cu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1" name="任意多边形 25"/>
            <p:cNvSpPr/>
            <p:nvPr/>
          </p:nvSpPr>
          <p:spPr>
            <a:xfrm>
              <a:off x="9126057" y="4835359"/>
              <a:ext cx="128691" cy="201531"/>
            </a:xfrm>
            <a:custGeom>
              <a:avLst/>
              <a:gdLst>
                <a:gd name="connsiteX0" fmla="*/ 0 w 298365"/>
                <a:gd name="connsiteY0" fmla="*/ 0 h 596731"/>
                <a:gd name="connsiteX1" fmla="*/ 298365 w 298365"/>
                <a:gd name="connsiteY1" fmla="*/ 298366 h 596731"/>
                <a:gd name="connsiteX2" fmla="*/ 0 w 298365"/>
                <a:gd name="connsiteY2" fmla="*/ 596731 h 596731"/>
                <a:gd name="connsiteX3" fmla="*/ 0 w 298365"/>
                <a:gd name="connsiteY3" fmla="*/ 478802 h 596731"/>
                <a:gd name="connsiteX4" fmla="*/ 180436 w 298365"/>
                <a:gd name="connsiteY4" fmla="*/ 298366 h 596731"/>
                <a:gd name="connsiteX5" fmla="*/ 0 w 298365"/>
                <a:gd name="connsiteY5" fmla="*/ 117930 h 59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365" h="596731">
                  <a:moveTo>
                    <a:pt x="0" y="0"/>
                  </a:moveTo>
                  <a:lnTo>
                    <a:pt x="298365" y="298366"/>
                  </a:lnTo>
                  <a:lnTo>
                    <a:pt x="0" y="596731"/>
                  </a:lnTo>
                  <a:lnTo>
                    <a:pt x="0" y="478802"/>
                  </a:lnTo>
                  <a:lnTo>
                    <a:pt x="180436" y="298366"/>
                  </a:lnTo>
                  <a:lnTo>
                    <a:pt x="0" y="11793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6" name="任意多边形 34"/>
            <p:cNvSpPr/>
            <p:nvPr/>
          </p:nvSpPr>
          <p:spPr>
            <a:xfrm>
              <a:off x="9631288" y="2790773"/>
              <a:ext cx="836823" cy="554848"/>
            </a:xfrm>
            <a:custGeom>
              <a:avLst/>
              <a:gdLst>
                <a:gd name="connsiteX0" fmla="*/ 685611 w 1025811"/>
                <a:gd name="connsiteY0" fmla="*/ 0 h 680400"/>
                <a:gd name="connsiteX1" fmla="*/ 1025811 w 1025811"/>
                <a:gd name="connsiteY1" fmla="*/ 340200 h 680400"/>
                <a:gd name="connsiteX2" fmla="*/ 685611 w 1025811"/>
                <a:gd name="connsiteY2" fmla="*/ 680400 h 680400"/>
                <a:gd name="connsiteX3" fmla="*/ 678786 w 1025811"/>
                <a:gd name="connsiteY3" fmla="*/ 679712 h 680400"/>
                <a:gd name="connsiteX4" fmla="*/ 678786 w 1025811"/>
                <a:gd name="connsiteY4" fmla="*/ 680400 h 680400"/>
                <a:gd name="connsiteX5" fmla="*/ 0 w 1025811"/>
                <a:gd name="connsiteY5" fmla="*/ 680400 h 680400"/>
                <a:gd name="connsiteX6" fmla="*/ 0 w 1025811"/>
                <a:gd name="connsiteY6" fmla="*/ 1614 h 680400"/>
                <a:gd name="connsiteX7" fmla="*/ 669601 w 1025811"/>
                <a:gd name="connsiteY7" fmla="*/ 1614 h 68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5811" h="680400">
                  <a:moveTo>
                    <a:pt x="685611" y="0"/>
                  </a:moveTo>
                  <a:cubicBezTo>
                    <a:pt x="873498" y="0"/>
                    <a:pt x="1025811" y="152313"/>
                    <a:pt x="1025811" y="340200"/>
                  </a:cubicBezTo>
                  <a:cubicBezTo>
                    <a:pt x="1025811" y="528087"/>
                    <a:pt x="873498" y="680400"/>
                    <a:pt x="685611" y="680400"/>
                  </a:cubicBezTo>
                  <a:lnTo>
                    <a:pt x="678786" y="679712"/>
                  </a:lnTo>
                  <a:lnTo>
                    <a:pt x="678786" y="680400"/>
                  </a:lnTo>
                  <a:lnTo>
                    <a:pt x="0" y="680400"/>
                  </a:lnTo>
                  <a:lnTo>
                    <a:pt x="0" y="1614"/>
                  </a:lnTo>
                  <a:lnTo>
                    <a:pt x="669601" y="1614"/>
                  </a:lnTo>
                  <a:close/>
                </a:path>
              </a:pathLst>
            </a:custGeom>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7" name="任意多边形 35"/>
            <p:cNvSpPr/>
            <p:nvPr/>
          </p:nvSpPr>
          <p:spPr>
            <a:xfrm>
              <a:off x="10213222" y="2969415"/>
              <a:ext cx="128691" cy="201531"/>
            </a:xfrm>
            <a:custGeom>
              <a:avLst/>
              <a:gdLst>
                <a:gd name="connsiteX0" fmla="*/ 0 w 298365"/>
                <a:gd name="connsiteY0" fmla="*/ 0 h 596731"/>
                <a:gd name="connsiteX1" fmla="*/ 298365 w 298365"/>
                <a:gd name="connsiteY1" fmla="*/ 298366 h 596731"/>
                <a:gd name="connsiteX2" fmla="*/ 0 w 298365"/>
                <a:gd name="connsiteY2" fmla="*/ 596731 h 596731"/>
                <a:gd name="connsiteX3" fmla="*/ 0 w 298365"/>
                <a:gd name="connsiteY3" fmla="*/ 478802 h 596731"/>
                <a:gd name="connsiteX4" fmla="*/ 180436 w 298365"/>
                <a:gd name="connsiteY4" fmla="*/ 298366 h 596731"/>
                <a:gd name="connsiteX5" fmla="*/ 0 w 298365"/>
                <a:gd name="connsiteY5" fmla="*/ 117930 h 59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365" h="596731">
                  <a:moveTo>
                    <a:pt x="0" y="0"/>
                  </a:moveTo>
                  <a:lnTo>
                    <a:pt x="298365" y="298366"/>
                  </a:lnTo>
                  <a:lnTo>
                    <a:pt x="0" y="596731"/>
                  </a:lnTo>
                  <a:lnTo>
                    <a:pt x="0" y="478802"/>
                  </a:lnTo>
                  <a:lnTo>
                    <a:pt x="180436" y="298366"/>
                  </a:lnTo>
                  <a:lnTo>
                    <a:pt x="0" y="11793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3" name="任意多边形 39"/>
            <p:cNvSpPr/>
            <p:nvPr/>
          </p:nvSpPr>
          <p:spPr>
            <a:xfrm>
              <a:off x="10174171" y="1917182"/>
              <a:ext cx="836823" cy="554848"/>
            </a:xfrm>
            <a:custGeom>
              <a:avLst/>
              <a:gdLst>
                <a:gd name="connsiteX0" fmla="*/ 685611 w 1025811"/>
                <a:gd name="connsiteY0" fmla="*/ 0 h 680400"/>
                <a:gd name="connsiteX1" fmla="*/ 1025811 w 1025811"/>
                <a:gd name="connsiteY1" fmla="*/ 340200 h 680400"/>
                <a:gd name="connsiteX2" fmla="*/ 685611 w 1025811"/>
                <a:gd name="connsiteY2" fmla="*/ 680400 h 680400"/>
                <a:gd name="connsiteX3" fmla="*/ 678786 w 1025811"/>
                <a:gd name="connsiteY3" fmla="*/ 679712 h 680400"/>
                <a:gd name="connsiteX4" fmla="*/ 678786 w 1025811"/>
                <a:gd name="connsiteY4" fmla="*/ 680400 h 680400"/>
                <a:gd name="connsiteX5" fmla="*/ 0 w 1025811"/>
                <a:gd name="connsiteY5" fmla="*/ 680400 h 680400"/>
                <a:gd name="connsiteX6" fmla="*/ 0 w 1025811"/>
                <a:gd name="connsiteY6" fmla="*/ 1614 h 680400"/>
                <a:gd name="connsiteX7" fmla="*/ 669601 w 1025811"/>
                <a:gd name="connsiteY7" fmla="*/ 1614 h 68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5811" h="680400">
                  <a:moveTo>
                    <a:pt x="685611" y="0"/>
                  </a:moveTo>
                  <a:cubicBezTo>
                    <a:pt x="873498" y="0"/>
                    <a:pt x="1025811" y="152313"/>
                    <a:pt x="1025811" y="340200"/>
                  </a:cubicBezTo>
                  <a:cubicBezTo>
                    <a:pt x="1025811" y="528087"/>
                    <a:pt x="873498" y="680400"/>
                    <a:pt x="685611" y="680400"/>
                  </a:cubicBezTo>
                  <a:lnTo>
                    <a:pt x="678786" y="679712"/>
                  </a:lnTo>
                  <a:lnTo>
                    <a:pt x="678786" y="680400"/>
                  </a:lnTo>
                  <a:lnTo>
                    <a:pt x="0" y="680400"/>
                  </a:lnTo>
                  <a:lnTo>
                    <a:pt x="0" y="1614"/>
                  </a:lnTo>
                  <a:lnTo>
                    <a:pt x="669601" y="1614"/>
                  </a:lnTo>
                  <a:close/>
                </a:path>
              </a:pathLst>
            </a:custGeom>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4" name="任意多边形 40"/>
            <p:cNvSpPr/>
            <p:nvPr/>
          </p:nvSpPr>
          <p:spPr>
            <a:xfrm>
              <a:off x="10755301" y="2097384"/>
              <a:ext cx="128691" cy="201531"/>
            </a:xfrm>
            <a:custGeom>
              <a:avLst/>
              <a:gdLst>
                <a:gd name="connsiteX0" fmla="*/ 0 w 298365"/>
                <a:gd name="connsiteY0" fmla="*/ 0 h 596731"/>
                <a:gd name="connsiteX1" fmla="*/ 298365 w 298365"/>
                <a:gd name="connsiteY1" fmla="*/ 298366 h 596731"/>
                <a:gd name="connsiteX2" fmla="*/ 0 w 298365"/>
                <a:gd name="connsiteY2" fmla="*/ 596731 h 596731"/>
                <a:gd name="connsiteX3" fmla="*/ 0 w 298365"/>
                <a:gd name="connsiteY3" fmla="*/ 478802 h 596731"/>
                <a:gd name="connsiteX4" fmla="*/ 180436 w 298365"/>
                <a:gd name="connsiteY4" fmla="*/ 298366 h 596731"/>
                <a:gd name="connsiteX5" fmla="*/ 0 w 298365"/>
                <a:gd name="connsiteY5" fmla="*/ 117930 h 59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365" h="596731">
                  <a:moveTo>
                    <a:pt x="0" y="0"/>
                  </a:moveTo>
                  <a:lnTo>
                    <a:pt x="298365" y="298366"/>
                  </a:lnTo>
                  <a:lnTo>
                    <a:pt x="0" y="596731"/>
                  </a:lnTo>
                  <a:lnTo>
                    <a:pt x="0" y="478802"/>
                  </a:lnTo>
                  <a:lnTo>
                    <a:pt x="180436" y="298366"/>
                  </a:lnTo>
                  <a:lnTo>
                    <a:pt x="0" y="11793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2" name="组合 61"/>
          <p:cNvGrpSpPr/>
          <p:nvPr/>
        </p:nvGrpSpPr>
        <p:grpSpPr>
          <a:xfrm>
            <a:off x="1463359" y="1943048"/>
            <a:ext cx="4428774" cy="711733"/>
            <a:chOff x="8273143" y="1761489"/>
            <a:chExt cx="4428774" cy="711733"/>
          </a:xfrm>
        </p:grpSpPr>
        <p:sp>
          <p:nvSpPr>
            <p:cNvPr id="63" name="矩形: 圆角 62"/>
            <p:cNvSpPr/>
            <p:nvPr/>
          </p:nvSpPr>
          <p:spPr>
            <a:xfrm>
              <a:off x="8273143" y="1919182"/>
              <a:ext cx="286265" cy="28626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4" name="文本框 63"/>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5" name="组合 64"/>
          <p:cNvGrpSpPr/>
          <p:nvPr/>
        </p:nvGrpSpPr>
        <p:grpSpPr>
          <a:xfrm>
            <a:off x="1463359" y="2821855"/>
            <a:ext cx="4428774" cy="711733"/>
            <a:chOff x="8273143" y="1761489"/>
            <a:chExt cx="4428774" cy="711733"/>
          </a:xfrm>
        </p:grpSpPr>
        <p:sp>
          <p:nvSpPr>
            <p:cNvPr id="66" name="矩形: 圆角 65"/>
            <p:cNvSpPr/>
            <p:nvPr/>
          </p:nvSpPr>
          <p:spPr>
            <a:xfrm>
              <a:off x="8273143" y="1919182"/>
              <a:ext cx="286265" cy="28626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7" name="文本框 66"/>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8" name="组合 67"/>
          <p:cNvGrpSpPr/>
          <p:nvPr/>
        </p:nvGrpSpPr>
        <p:grpSpPr>
          <a:xfrm>
            <a:off x="1463359" y="3700663"/>
            <a:ext cx="4428774" cy="711733"/>
            <a:chOff x="8273143" y="1761489"/>
            <a:chExt cx="4428774" cy="711733"/>
          </a:xfrm>
        </p:grpSpPr>
        <p:sp>
          <p:nvSpPr>
            <p:cNvPr id="69" name="矩形: 圆角 68"/>
            <p:cNvSpPr/>
            <p:nvPr/>
          </p:nvSpPr>
          <p:spPr>
            <a:xfrm>
              <a:off x="8273143" y="1919182"/>
              <a:ext cx="286265" cy="28626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0" name="文本框 69"/>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71" name="组合 70"/>
          <p:cNvGrpSpPr/>
          <p:nvPr/>
        </p:nvGrpSpPr>
        <p:grpSpPr>
          <a:xfrm>
            <a:off x="1463359" y="4579471"/>
            <a:ext cx="4428774" cy="711733"/>
            <a:chOff x="8273143" y="1761489"/>
            <a:chExt cx="4428774" cy="711733"/>
          </a:xfrm>
        </p:grpSpPr>
        <p:sp>
          <p:nvSpPr>
            <p:cNvPr id="72" name="矩形: 圆角 71"/>
            <p:cNvSpPr/>
            <p:nvPr/>
          </p:nvSpPr>
          <p:spPr>
            <a:xfrm>
              <a:off x="8273143" y="1919182"/>
              <a:ext cx="286265" cy="28626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3" name="文本框 72"/>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fade">
                                      <p:cBhvr>
                                        <p:cTn id="11" dur="500"/>
                                        <p:tgtEl>
                                          <p:spTgt spid="6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4909" y="1787381"/>
            <a:ext cx="10193800" cy="3986464"/>
            <a:chOff x="1204909" y="1787381"/>
            <a:chExt cx="10193800" cy="3986464"/>
          </a:xfrm>
        </p:grpSpPr>
        <p:cxnSp>
          <p:nvCxnSpPr>
            <p:cNvPr id="6" name="直接连接符 3"/>
            <p:cNvCxnSpPr/>
            <p:nvPr/>
          </p:nvCxnSpPr>
          <p:spPr>
            <a:xfrm flipH="1">
              <a:off x="1347295" y="2616927"/>
              <a:ext cx="47494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4"/>
            <p:cNvCxnSpPr/>
            <p:nvPr/>
          </p:nvCxnSpPr>
          <p:spPr>
            <a:xfrm flipV="1">
              <a:off x="6096695" y="3172157"/>
              <a:ext cx="474801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5"/>
            <p:cNvCxnSpPr/>
            <p:nvPr/>
          </p:nvCxnSpPr>
          <p:spPr>
            <a:xfrm flipH="1">
              <a:off x="1347295" y="3730804"/>
              <a:ext cx="4749400" cy="1207"/>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6"/>
            <p:cNvCxnSpPr/>
            <p:nvPr/>
          </p:nvCxnSpPr>
          <p:spPr>
            <a:xfrm flipV="1">
              <a:off x="6096695" y="4265138"/>
              <a:ext cx="474801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7"/>
            <p:cNvCxnSpPr/>
            <p:nvPr/>
          </p:nvCxnSpPr>
          <p:spPr>
            <a:xfrm flipH="1" flipV="1">
              <a:off x="1347295" y="4934726"/>
              <a:ext cx="47494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8"/>
            <p:cNvCxnSpPr/>
            <p:nvPr/>
          </p:nvCxnSpPr>
          <p:spPr>
            <a:xfrm flipV="1">
              <a:off x="6096695" y="5768448"/>
              <a:ext cx="474801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1"/>
            <p:cNvSpPr txBox="1"/>
            <p:nvPr/>
          </p:nvSpPr>
          <p:spPr bwMode="auto">
            <a:xfrm>
              <a:off x="5517925" y="2425350"/>
              <a:ext cx="1157539" cy="193840"/>
            </a:xfrm>
            <a:prstGeom prst="rect">
              <a:avLst/>
            </a:prstGeom>
            <a:solidFill>
              <a:schemeClr val="bg1">
                <a:lumMod val="85000"/>
              </a:schemeClr>
            </a:solidFill>
            <a:ln>
              <a:noFill/>
            </a:ln>
          </p:spPr>
          <p:txBody>
            <a:bodyPr wrap="square" lIns="91440" tIns="45720" rIns="91440" bIns="45720" anchor="ctr">
              <a:normAutofit fontScale="400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1"/>
            <p:cNvSpPr/>
            <p:nvPr/>
          </p:nvSpPr>
          <p:spPr bwMode="auto">
            <a:xfrm>
              <a:off x="5517925" y="2016857"/>
              <a:ext cx="1157539" cy="409351"/>
            </a:xfrm>
            <a:prstGeom prst="triangle">
              <a:avLst/>
            </a:prstGeom>
            <a:solidFill>
              <a:schemeClr val="bg1">
                <a:lumMod val="95000"/>
              </a:schemeClr>
            </a:solidFill>
            <a:ln w="9525" cap="flat" cmpd="sng" algn="ctr">
              <a:noFill/>
              <a:prstDash val="solid"/>
            </a:ln>
            <a:effectLst/>
          </p:spPr>
          <p:txBody>
            <a:bodyPr wrap="square" lIns="91440" tIns="45720" rIns="91440" bIns="45720" anchor="ctr">
              <a:normAutofit fontScale="475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1"/>
            <p:cNvSpPr txBox="1"/>
            <p:nvPr/>
          </p:nvSpPr>
          <p:spPr bwMode="auto">
            <a:xfrm>
              <a:off x="5730772" y="2428788"/>
              <a:ext cx="731847" cy="188140"/>
            </a:xfrm>
            <a:prstGeom prst="rect">
              <a:avLst/>
            </a:prstGeom>
            <a:ln>
              <a:noFill/>
            </a:ln>
          </p:spPr>
          <p:style>
            <a:lnRef idx="1">
              <a:schemeClr val="accent1"/>
            </a:lnRef>
            <a:fillRef idx="2">
              <a:schemeClr val="accent1"/>
            </a:fillRef>
            <a:effectRef idx="1">
              <a:schemeClr val="accent1"/>
            </a:effectRef>
            <a:fontRef idx="minor">
              <a:schemeClr val="dk1"/>
            </a:fontRef>
          </p:style>
          <p:txBody>
            <a:bodyPr wrap="square" lIns="91440" tIns="45720" rIns="91440" bIns="45720" anchor="ctr" anchorCtr="0">
              <a:normAutofit fontScale="55000" lnSpcReduction="20000"/>
            </a:bodyPr>
            <a:lstStyle/>
            <a:p>
              <a:pPr algn="ctr">
                <a:defRPr/>
              </a:pPr>
              <a:endParaRPr lang="zh-CN" altLang="en-US" sz="1200" b="1" kern="0" dirty="0">
                <a:solidFill>
                  <a:srgbClr val="FFFFFF"/>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1"/>
            <p:cNvSpPr/>
            <p:nvPr/>
          </p:nvSpPr>
          <p:spPr>
            <a:xfrm>
              <a:off x="5733782" y="2020296"/>
              <a:ext cx="725825" cy="409351"/>
            </a:xfrm>
            <a:prstGeom prst="triangle">
              <a:avLst/>
            </a:prstGeom>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anchor="b" anchorCtr="0">
              <a:normAutofit fontScale="40000" lnSpcReduction="20000"/>
            </a:bodyPr>
            <a:lstStyle/>
            <a:p>
              <a:pPr algn="ctr">
                <a:lnSpc>
                  <a:spcPct val="120000"/>
                </a:lnSpc>
              </a:pPr>
              <a:r>
                <a:rPr lang="en-US" altLang="zh-CN" sz="16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1</a:t>
              </a:r>
              <a:endParaRPr sz="16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8" name="1"/>
            <p:cNvSpPr/>
            <p:nvPr/>
          </p:nvSpPr>
          <p:spPr bwMode="auto">
            <a:xfrm>
              <a:off x="5266380" y="2625725"/>
              <a:ext cx="1660628" cy="346573"/>
            </a:xfrm>
            <a:prstGeom prst="trapezoid">
              <a:avLst>
                <a:gd name="adj" fmla="val 73472"/>
              </a:avLst>
            </a:prstGeom>
            <a:solidFill>
              <a:schemeClr val="bg1">
                <a:lumMod val="95000"/>
              </a:schemeClr>
            </a:solidFill>
            <a:ln w="9525" cap="flat" cmpd="sng" algn="ctr">
              <a:noFill/>
              <a:prstDash val="solid"/>
            </a:ln>
            <a:effectLst/>
          </p:spPr>
          <p:txBody>
            <a:bodyPr wrap="square" lIns="91440" tIns="45720" rIns="91440" bIns="45720" anchor="ctr">
              <a:normAutofit fontScale="925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9" name="1"/>
            <p:cNvSpPr txBox="1"/>
            <p:nvPr/>
          </p:nvSpPr>
          <p:spPr bwMode="auto">
            <a:xfrm>
              <a:off x="5266381" y="2978318"/>
              <a:ext cx="1660628" cy="193840"/>
            </a:xfrm>
            <a:prstGeom prst="rect">
              <a:avLst/>
            </a:prstGeom>
            <a:solidFill>
              <a:schemeClr val="bg1">
                <a:lumMod val="85000"/>
              </a:schemeClr>
            </a:solidFill>
            <a:ln>
              <a:noFill/>
            </a:ln>
          </p:spPr>
          <p:txBody>
            <a:bodyPr wrap="square" lIns="91440" tIns="45720" rIns="91440" bIns="45720" anchor="ctr">
              <a:normAutofit fontScale="400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0" name="1"/>
            <p:cNvSpPr/>
            <p:nvPr/>
          </p:nvSpPr>
          <p:spPr>
            <a:xfrm>
              <a:off x="5477507" y="2974878"/>
              <a:ext cx="1238376" cy="206395"/>
            </a:xfrm>
            <a:prstGeom prst="rect">
              <a:avLst/>
            </a:prstGeom>
            <a:ln>
              <a:noFill/>
            </a:ln>
          </p:spPr>
          <p:style>
            <a:lnRef idx="1">
              <a:schemeClr val="accent2"/>
            </a:lnRef>
            <a:fillRef idx="2">
              <a:schemeClr val="accent2"/>
            </a:fillRef>
            <a:effectRef idx="1">
              <a:schemeClr val="accent2"/>
            </a:effectRef>
            <a:fontRef idx="minor">
              <a:schemeClr val="dk1"/>
            </a:fontRef>
          </p:style>
          <p:txBody>
            <a:bodyPr wrap="square" lIns="91440" tIns="45720" rIns="91440" bIns="45720" anchor="ctr" anchorCtr="0">
              <a:normAutofit fontScale="62500" lnSpcReduction="20000"/>
            </a:bodyPr>
            <a:lstStyle/>
            <a:p>
              <a:pPr algn="ctr">
                <a:defRPr/>
              </a:pPr>
              <a:endParaRPr lang="zh-CN" altLang="en-US" sz="1400" b="1" kern="0" dirty="0">
                <a:solidFill>
                  <a:srgbClr val="FFFFFF"/>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1" name="1"/>
            <p:cNvSpPr/>
            <p:nvPr/>
          </p:nvSpPr>
          <p:spPr>
            <a:xfrm>
              <a:off x="5477507" y="2616928"/>
              <a:ext cx="1238376" cy="357950"/>
            </a:xfrm>
            <a:prstGeom prst="trapezoid">
              <a:avLst>
                <a:gd name="adj" fmla="val 73472"/>
              </a:avLst>
            </a:prstGeom>
            <a:ln>
              <a:noFill/>
            </a:ln>
          </p:spPr>
          <p:style>
            <a:lnRef idx="1">
              <a:schemeClr val="accent2"/>
            </a:lnRef>
            <a:fillRef idx="3">
              <a:schemeClr val="accent2"/>
            </a:fillRef>
            <a:effectRef idx="2">
              <a:schemeClr val="accent2"/>
            </a:effectRef>
            <a:fontRef idx="minor">
              <a:schemeClr val="lt1"/>
            </a:fontRef>
          </p:style>
          <p:txBody>
            <a:bodyPr wrap="square" lIns="91440" tIns="45720" rIns="91440" bIns="45720" anchor="ctr">
              <a:normAutofit fontScale="62500" lnSpcReduction="20000"/>
            </a:bodyPr>
            <a:lstStyle/>
            <a:p>
              <a:pPr algn="ctr">
                <a:lnSpc>
                  <a:spcPct val="110000"/>
                </a:lnSpc>
              </a:pPr>
              <a:r>
                <a:rPr lang="en-US" altLang="zh-CN"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2</a:t>
              </a:r>
              <a:endParaRPr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2" name="1"/>
            <p:cNvSpPr txBox="1"/>
            <p:nvPr/>
          </p:nvSpPr>
          <p:spPr bwMode="auto">
            <a:xfrm>
              <a:off x="5016555" y="3531289"/>
              <a:ext cx="2160278" cy="193840"/>
            </a:xfrm>
            <a:prstGeom prst="rect">
              <a:avLst/>
            </a:prstGeom>
            <a:solidFill>
              <a:schemeClr val="bg1">
                <a:lumMod val="85000"/>
              </a:schemeClr>
            </a:solidFill>
            <a:ln>
              <a:noFill/>
            </a:ln>
          </p:spPr>
          <p:txBody>
            <a:bodyPr wrap="square" lIns="91440" tIns="45720" rIns="91440" bIns="45720" anchor="ctr">
              <a:normAutofit fontScale="400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3" name="1"/>
            <p:cNvSpPr/>
            <p:nvPr/>
          </p:nvSpPr>
          <p:spPr bwMode="auto">
            <a:xfrm>
              <a:off x="5013546" y="3178694"/>
              <a:ext cx="2166298" cy="345712"/>
            </a:xfrm>
            <a:prstGeom prst="trapezoid">
              <a:avLst>
                <a:gd name="adj" fmla="val 73472"/>
              </a:avLst>
            </a:prstGeom>
            <a:solidFill>
              <a:schemeClr val="bg1">
                <a:lumMod val="95000"/>
              </a:schemeClr>
            </a:solidFill>
            <a:ln w="9525" cap="flat" cmpd="sng" algn="ctr">
              <a:noFill/>
              <a:prstDash val="solid"/>
            </a:ln>
            <a:effectLst/>
          </p:spPr>
          <p:txBody>
            <a:bodyPr wrap="square" lIns="91440" tIns="45720" rIns="91440" bIns="45720" anchor="ctr">
              <a:normAutofit fontScale="925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4" name="1"/>
            <p:cNvSpPr txBox="1"/>
            <p:nvPr/>
          </p:nvSpPr>
          <p:spPr bwMode="auto">
            <a:xfrm>
              <a:off x="5228971" y="3522396"/>
              <a:ext cx="1735447" cy="205372"/>
            </a:xfrm>
            <a:prstGeom prst="rect">
              <a:avLst/>
            </a:prstGeom>
            <a:ln>
              <a:noFill/>
            </a:ln>
          </p:spPr>
          <p:style>
            <a:lnRef idx="1">
              <a:schemeClr val="accent3"/>
            </a:lnRef>
            <a:fillRef idx="2">
              <a:schemeClr val="accent3"/>
            </a:fillRef>
            <a:effectRef idx="1">
              <a:schemeClr val="accent3"/>
            </a:effectRef>
            <a:fontRef idx="minor">
              <a:schemeClr val="dk1"/>
            </a:fontRef>
          </p:style>
          <p:txBody>
            <a:bodyPr wrap="square" lIns="91440" tIns="45720" rIns="91440" bIns="45720" anchor="ctr" anchorCtr="0">
              <a:normAutofit fontScale="62500" lnSpcReduction="20000"/>
            </a:bodyPr>
            <a:lstStyle/>
            <a:p>
              <a:pPr algn="ctr">
                <a:defRPr/>
              </a:pPr>
              <a:endParaRPr lang="zh-CN" altLang="en-US" sz="1400" b="1" kern="0" dirty="0">
                <a:solidFill>
                  <a:srgbClr val="FFFFFF"/>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5" name="1"/>
            <p:cNvSpPr/>
            <p:nvPr/>
          </p:nvSpPr>
          <p:spPr>
            <a:xfrm>
              <a:off x="5228971" y="3181273"/>
              <a:ext cx="1735447" cy="346574"/>
            </a:xfrm>
            <a:prstGeom prst="trapezoid">
              <a:avLst>
                <a:gd name="adj" fmla="val 73472"/>
              </a:avLst>
            </a:prstGeom>
            <a:ln>
              <a:noFill/>
            </a:ln>
          </p:spPr>
          <p:style>
            <a:lnRef idx="1">
              <a:schemeClr val="accent3"/>
            </a:lnRef>
            <a:fillRef idx="3">
              <a:schemeClr val="accent3"/>
            </a:fillRef>
            <a:effectRef idx="2">
              <a:schemeClr val="accent3"/>
            </a:effectRef>
            <a:fontRef idx="minor">
              <a:schemeClr val="lt1"/>
            </a:fontRef>
          </p:style>
          <p:txBody>
            <a:bodyPr wrap="square" lIns="91440" tIns="45720" rIns="91440" bIns="45720" anchor="ctr">
              <a:normAutofit fontScale="62500" lnSpcReduction="20000"/>
            </a:bodyPr>
            <a:lstStyle/>
            <a:p>
              <a:pPr algn="ctr">
                <a:lnSpc>
                  <a:spcPct val="110000"/>
                </a:lnSpc>
              </a:pPr>
              <a:r>
                <a:rPr lang="en-US" altLang="zh-CN"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3</a:t>
              </a:r>
              <a:endParaRPr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6" name="1"/>
            <p:cNvSpPr txBox="1"/>
            <p:nvPr/>
          </p:nvSpPr>
          <p:spPr bwMode="auto">
            <a:xfrm>
              <a:off x="4762861" y="4077378"/>
              <a:ext cx="2667668" cy="193840"/>
            </a:xfrm>
            <a:prstGeom prst="rect">
              <a:avLst/>
            </a:prstGeom>
            <a:solidFill>
              <a:schemeClr val="bg1">
                <a:lumMod val="85000"/>
              </a:schemeClr>
            </a:solidFill>
            <a:ln>
              <a:noFill/>
            </a:ln>
          </p:spPr>
          <p:txBody>
            <a:bodyPr wrap="square" lIns="91440" tIns="45720" rIns="91440" bIns="45720" anchor="ctr">
              <a:normAutofit fontScale="400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7" name="1"/>
            <p:cNvSpPr/>
            <p:nvPr/>
          </p:nvSpPr>
          <p:spPr bwMode="auto">
            <a:xfrm>
              <a:off x="4758991" y="3730804"/>
              <a:ext cx="2675408" cy="346573"/>
            </a:xfrm>
            <a:prstGeom prst="trapezoid">
              <a:avLst>
                <a:gd name="adj" fmla="val 73472"/>
              </a:avLst>
            </a:prstGeom>
            <a:solidFill>
              <a:schemeClr val="bg1">
                <a:lumMod val="95000"/>
              </a:schemeClr>
            </a:solidFill>
            <a:ln w="9525" cap="flat" cmpd="sng" algn="ctr">
              <a:noFill/>
              <a:prstDash val="solid"/>
            </a:ln>
            <a:effectLst/>
          </p:spPr>
          <p:txBody>
            <a:bodyPr wrap="square" lIns="91440" tIns="45720" rIns="91440" bIns="45720" anchor="ctr">
              <a:normAutofit fontScale="925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8" name="1"/>
            <p:cNvSpPr txBox="1"/>
            <p:nvPr/>
          </p:nvSpPr>
          <p:spPr bwMode="auto">
            <a:xfrm>
              <a:off x="4988606" y="4077378"/>
              <a:ext cx="2216176" cy="193840"/>
            </a:xfrm>
            <a:prstGeom prst="rect">
              <a:avLst/>
            </a:prstGeom>
            <a:ln>
              <a:noFill/>
            </a:ln>
          </p:spPr>
          <p:style>
            <a:lnRef idx="1">
              <a:schemeClr val="accent4"/>
            </a:lnRef>
            <a:fillRef idx="2">
              <a:schemeClr val="accent4"/>
            </a:fillRef>
            <a:effectRef idx="1">
              <a:schemeClr val="accent4"/>
            </a:effectRef>
            <a:fontRef idx="minor">
              <a:schemeClr val="dk1"/>
            </a:fontRef>
          </p:style>
          <p:txBody>
            <a:bodyPr wrap="square" lIns="91440" tIns="45720" rIns="91440" bIns="45720" anchor="ctr" anchorCtr="0">
              <a:normAutofit fontScale="47500" lnSpcReduction="20000"/>
            </a:bodyPr>
            <a:lstStyle/>
            <a:p>
              <a:pPr algn="ctr">
                <a:defRPr/>
              </a:pPr>
              <a:endParaRPr lang="zh-CN" altLang="en-US" sz="1600" b="1" kern="0" dirty="0">
                <a:solidFill>
                  <a:srgbClr val="FFFFFF"/>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9" name="1"/>
            <p:cNvSpPr/>
            <p:nvPr/>
          </p:nvSpPr>
          <p:spPr>
            <a:xfrm>
              <a:off x="4988606" y="3730804"/>
              <a:ext cx="2216176" cy="346573"/>
            </a:xfrm>
            <a:prstGeom prst="trapezoid">
              <a:avLst>
                <a:gd name="adj" fmla="val 69501"/>
              </a:avLst>
            </a:prstGeom>
            <a:ln>
              <a:noFill/>
            </a:ln>
          </p:spPr>
          <p:style>
            <a:lnRef idx="1">
              <a:schemeClr val="accent4"/>
            </a:lnRef>
            <a:fillRef idx="3">
              <a:schemeClr val="accent4"/>
            </a:fillRef>
            <a:effectRef idx="2">
              <a:schemeClr val="accent4"/>
            </a:effectRef>
            <a:fontRef idx="minor">
              <a:schemeClr val="lt1"/>
            </a:fontRef>
          </p:style>
          <p:txBody>
            <a:bodyPr wrap="square" lIns="91440" tIns="45720" rIns="91440" bIns="45720" anchor="ctr">
              <a:normAutofit fontScale="70000" lnSpcReduction="20000"/>
            </a:bodyPr>
            <a:lstStyle/>
            <a:p>
              <a:pPr algn="ctr"/>
              <a:r>
                <a:rPr lang="en-US" altLang="zh-CN"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4</a:t>
              </a:r>
              <a:endParaRPr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0" name="1"/>
            <p:cNvSpPr txBox="1"/>
            <p:nvPr/>
          </p:nvSpPr>
          <p:spPr bwMode="auto">
            <a:xfrm>
              <a:off x="4439899" y="4704744"/>
              <a:ext cx="3313591" cy="240774"/>
            </a:xfrm>
            <a:prstGeom prst="rect">
              <a:avLst/>
            </a:prstGeom>
            <a:solidFill>
              <a:schemeClr val="bg1">
                <a:lumMod val="85000"/>
              </a:schemeClr>
            </a:solidFill>
            <a:ln>
              <a:noFill/>
            </a:ln>
          </p:spPr>
          <p:txBody>
            <a:bodyPr wrap="square" lIns="91440" tIns="45720" rIns="91440" bIns="45720" anchor="ctr">
              <a:normAutofit fontScale="62500" lnSpcReduction="2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1" name="1"/>
            <p:cNvSpPr/>
            <p:nvPr/>
          </p:nvSpPr>
          <p:spPr bwMode="auto">
            <a:xfrm>
              <a:off x="4435092" y="4274253"/>
              <a:ext cx="3323206" cy="430489"/>
            </a:xfrm>
            <a:prstGeom prst="trapezoid">
              <a:avLst>
                <a:gd name="adj" fmla="val 73472"/>
              </a:avLst>
            </a:prstGeom>
            <a:solidFill>
              <a:schemeClr val="bg1">
                <a:lumMod val="95000"/>
              </a:schemeClr>
            </a:solidFill>
            <a:ln w="9525" cap="flat" cmpd="sng" algn="ctr">
              <a:noFill/>
              <a:prstDash val="solid"/>
            </a:ln>
            <a:effectLst/>
          </p:spPr>
          <p:txBody>
            <a:bodyPr wrap="square" lIns="91440" tIns="45720" rIns="91440" bIns="45720" anchor="ctr">
              <a:normAutofit/>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2" name="1"/>
            <p:cNvSpPr txBox="1"/>
            <p:nvPr/>
          </p:nvSpPr>
          <p:spPr bwMode="auto">
            <a:xfrm>
              <a:off x="4720304" y="4704744"/>
              <a:ext cx="2752782" cy="240774"/>
            </a:xfrm>
            <a:prstGeom prst="rect">
              <a:avLst/>
            </a:prstGeom>
            <a:ln>
              <a:noFill/>
            </a:ln>
          </p:spPr>
          <p:style>
            <a:lnRef idx="1">
              <a:schemeClr val="accent5"/>
            </a:lnRef>
            <a:fillRef idx="2">
              <a:schemeClr val="accent5"/>
            </a:fillRef>
            <a:effectRef idx="1">
              <a:schemeClr val="accent5"/>
            </a:effectRef>
            <a:fontRef idx="minor">
              <a:schemeClr val="dk1"/>
            </a:fontRef>
          </p:style>
          <p:txBody>
            <a:bodyPr wrap="square" lIns="91440" tIns="45720" rIns="91440" bIns="45720" anchor="ctr" anchorCtr="0">
              <a:normAutofit fontScale="62500" lnSpcReduction="20000"/>
            </a:bodyPr>
            <a:lstStyle/>
            <a:p>
              <a:pPr algn="ctr">
                <a:defRPr/>
              </a:pPr>
              <a:endParaRPr lang="zh-CN" altLang="en-US" b="1" kern="0" dirty="0">
                <a:solidFill>
                  <a:srgbClr val="FFFFFF"/>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3" name="1"/>
            <p:cNvSpPr/>
            <p:nvPr/>
          </p:nvSpPr>
          <p:spPr>
            <a:xfrm>
              <a:off x="4720304" y="4274253"/>
              <a:ext cx="2752782" cy="430489"/>
            </a:xfrm>
            <a:prstGeom prst="trapezoid">
              <a:avLst>
                <a:gd name="adj" fmla="val 63391"/>
              </a:avLst>
            </a:prstGeom>
            <a:ln>
              <a:noFill/>
            </a:ln>
          </p:spPr>
          <p:style>
            <a:lnRef idx="1">
              <a:schemeClr val="accent5"/>
            </a:lnRef>
            <a:fillRef idx="3">
              <a:schemeClr val="accent5"/>
            </a:fillRef>
            <a:effectRef idx="2">
              <a:schemeClr val="accent5"/>
            </a:effectRef>
            <a:fontRef idx="minor">
              <a:schemeClr val="lt1"/>
            </a:fontRef>
          </p:style>
          <p:txBody>
            <a:bodyPr wrap="square" lIns="91440" tIns="45720" rIns="91440" bIns="45720" anchor="ctr">
              <a:normAutofit fontScale="85000" lnSpcReduction="20000"/>
            </a:bodyPr>
            <a:lstStyle/>
            <a:p>
              <a:pPr algn="ctr"/>
              <a:r>
                <a:rPr lang="en-US" altLang="zh-CN"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5</a:t>
              </a:r>
              <a:endParaRPr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4" name="1"/>
            <p:cNvSpPr txBox="1"/>
            <p:nvPr/>
          </p:nvSpPr>
          <p:spPr bwMode="auto">
            <a:xfrm>
              <a:off x="4048112" y="5476134"/>
              <a:ext cx="4097165" cy="297711"/>
            </a:xfrm>
            <a:prstGeom prst="rect">
              <a:avLst/>
            </a:prstGeom>
            <a:solidFill>
              <a:schemeClr val="bg1">
                <a:lumMod val="85000"/>
              </a:schemeClr>
            </a:solidFill>
            <a:ln>
              <a:noFill/>
            </a:ln>
          </p:spPr>
          <p:txBody>
            <a:bodyPr wrap="square" lIns="91440" tIns="45720" rIns="91440" bIns="45720" anchor="ctr">
              <a:normAutofit fontScale="85000" lnSpcReduction="10000"/>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5" name="1"/>
            <p:cNvSpPr/>
            <p:nvPr/>
          </p:nvSpPr>
          <p:spPr bwMode="auto">
            <a:xfrm>
              <a:off x="4042168" y="4943842"/>
              <a:ext cx="4109053" cy="532289"/>
            </a:xfrm>
            <a:prstGeom prst="trapezoid">
              <a:avLst>
                <a:gd name="adj" fmla="val 73472"/>
              </a:avLst>
            </a:prstGeom>
            <a:solidFill>
              <a:schemeClr val="bg1">
                <a:lumMod val="95000"/>
              </a:schemeClr>
            </a:solidFill>
            <a:ln w="9525" cap="flat" cmpd="sng" algn="ctr">
              <a:noFill/>
              <a:prstDash val="solid"/>
            </a:ln>
            <a:effectLst/>
          </p:spPr>
          <p:txBody>
            <a:bodyPr wrap="square" lIns="91440" tIns="45720" rIns="91440" bIns="45720" anchor="ctr">
              <a:normAutofit/>
            </a:bodyP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6" name="1"/>
            <p:cNvSpPr txBox="1"/>
            <p:nvPr/>
          </p:nvSpPr>
          <p:spPr bwMode="auto">
            <a:xfrm>
              <a:off x="4394826" y="5476132"/>
              <a:ext cx="3403738" cy="297711"/>
            </a:xfrm>
            <a:prstGeom prst="rect">
              <a:avLst/>
            </a:prstGeom>
            <a:ln>
              <a:noFill/>
            </a:ln>
          </p:spPr>
          <p:style>
            <a:lnRef idx="1">
              <a:schemeClr val="accent6"/>
            </a:lnRef>
            <a:fillRef idx="2">
              <a:schemeClr val="accent6"/>
            </a:fillRef>
            <a:effectRef idx="1">
              <a:schemeClr val="accent6"/>
            </a:effectRef>
            <a:fontRef idx="minor">
              <a:schemeClr val="dk1"/>
            </a:fontRef>
          </p:style>
          <p:txBody>
            <a:bodyPr wrap="square" lIns="91440" tIns="45720" rIns="91440" bIns="45720" anchor="ctr" anchorCtr="0">
              <a:normAutofit fontScale="77500" lnSpcReduction="20000"/>
            </a:bodyPr>
            <a:lstStyle/>
            <a:p>
              <a:pPr algn="ctr">
                <a:defRPr/>
              </a:pPr>
              <a:endParaRPr lang="zh-CN" altLang="en-US" sz="2000" b="1" kern="0" dirty="0">
                <a:solidFill>
                  <a:srgbClr val="FFFFFF"/>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7" name="1"/>
            <p:cNvSpPr/>
            <p:nvPr/>
          </p:nvSpPr>
          <p:spPr>
            <a:xfrm>
              <a:off x="4394826" y="4943842"/>
              <a:ext cx="3403738" cy="532289"/>
            </a:xfrm>
            <a:prstGeom prst="trapezoid">
              <a:avLst>
                <a:gd name="adj" fmla="val 63325"/>
              </a:avLst>
            </a:prstGeom>
            <a:ln>
              <a:noFill/>
            </a:ln>
          </p:spPr>
          <p:style>
            <a:lnRef idx="1">
              <a:schemeClr val="accent6"/>
            </a:lnRef>
            <a:fillRef idx="3">
              <a:schemeClr val="accent6"/>
            </a:fillRef>
            <a:effectRef idx="2">
              <a:schemeClr val="accent6"/>
            </a:effectRef>
            <a:fontRef idx="minor">
              <a:schemeClr val="lt1"/>
            </a:fontRef>
          </p:style>
          <p:txBody>
            <a:bodyPr wrap="square" lIns="91440" tIns="45720" rIns="91440" bIns="45720" anchor="ctr">
              <a:normAutofit lnSpcReduction="10000"/>
            </a:bodyPr>
            <a:lstStyle/>
            <a:p>
              <a:pPr algn="ctr"/>
              <a:r>
                <a:rPr lang="en-US" altLang="zh-CN"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6</a:t>
              </a:r>
              <a:endParaRPr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8" name="文本框 57"/>
            <p:cNvSpPr txBox="1"/>
            <p:nvPr/>
          </p:nvSpPr>
          <p:spPr>
            <a:xfrm>
              <a:off x="1204909" y="1787381"/>
              <a:ext cx="3183400"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9" name="文本框 58"/>
            <p:cNvSpPr txBox="1"/>
            <p:nvPr/>
          </p:nvSpPr>
          <p:spPr>
            <a:xfrm>
              <a:off x="1204909" y="2934746"/>
              <a:ext cx="3183400"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0" name="文本框 59"/>
            <p:cNvSpPr txBox="1"/>
            <p:nvPr/>
          </p:nvSpPr>
          <p:spPr>
            <a:xfrm>
              <a:off x="1204909" y="4137008"/>
              <a:ext cx="3183400"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1" name="文本框 60"/>
            <p:cNvSpPr txBox="1"/>
            <p:nvPr/>
          </p:nvSpPr>
          <p:spPr>
            <a:xfrm>
              <a:off x="8215309" y="2375413"/>
              <a:ext cx="3183400" cy="711733"/>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2" name="文本框 61"/>
            <p:cNvSpPr txBox="1"/>
            <p:nvPr/>
          </p:nvSpPr>
          <p:spPr>
            <a:xfrm>
              <a:off x="8215309" y="3522778"/>
              <a:ext cx="3183400" cy="711733"/>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3" name="文本框 62"/>
            <p:cNvSpPr txBox="1"/>
            <p:nvPr/>
          </p:nvSpPr>
          <p:spPr>
            <a:xfrm>
              <a:off x="8215309" y="4725040"/>
              <a:ext cx="3183400" cy="711733"/>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47767" y="1341548"/>
            <a:ext cx="4521414" cy="4535724"/>
            <a:chOff x="3847767" y="1341548"/>
            <a:chExt cx="4521414" cy="4535724"/>
          </a:xfrm>
        </p:grpSpPr>
        <p:sp>
          <p:nvSpPr>
            <p:cNvPr id="6" name="Freeform: Shape 40"/>
            <p:cNvSpPr/>
            <p:nvPr/>
          </p:nvSpPr>
          <p:spPr bwMode="auto">
            <a:xfrm>
              <a:off x="3847767" y="1761258"/>
              <a:ext cx="338629" cy="491250"/>
            </a:xfrm>
            <a:custGeom>
              <a:avLst/>
              <a:gdLst/>
              <a:ahLst/>
              <a:cxnLst>
                <a:cxn ang="0">
                  <a:pos x="0" y="87"/>
                </a:cxn>
                <a:cxn ang="0">
                  <a:pos x="0" y="206"/>
                </a:cxn>
                <a:cxn ang="0">
                  <a:pos x="142" y="121"/>
                </a:cxn>
                <a:cxn ang="0">
                  <a:pos x="142" y="0"/>
                </a:cxn>
                <a:cxn ang="0">
                  <a:pos x="0" y="87"/>
                </a:cxn>
              </a:cxnLst>
              <a:rect l="0" t="0" r="r" b="b"/>
              <a:pathLst>
                <a:path w="142" h="206">
                  <a:moveTo>
                    <a:pt x="0" y="87"/>
                  </a:moveTo>
                  <a:lnTo>
                    <a:pt x="0" y="206"/>
                  </a:lnTo>
                  <a:lnTo>
                    <a:pt x="142" y="121"/>
                  </a:lnTo>
                  <a:lnTo>
                    <a:pt x="142" y="0"/>
                  </a:lnTo>
                  <a:lnTo>
                    <a:pt x="0" y="87"/>
                  </a:lnTo>
                  <a:close/>
                </a:path>
              </a:pathLst>
            </a:custGeom>
            <a:solidFill>
              <a:schemeClr val="tx2">
                <a:lumMod val="60000"/>
                <a:lumOff val="40000"/>
              </a:schemeClr>
            </a:solidFill>
            <a:ln w="9525">
              <a:noFill/>
              <a:round/>
            </a:ln>
          </p:spPr>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Oval 41"/>
            <p:cNvSpPr/>
            <p:nvPr/>
          </p:nvSpPr>
          <p:spPr bwMode="auto">
            <a:xfrm>
              <a:off x="4021851" y="1341548"/>
              <a:ext cx="1459444" cy="1459444"/>
            </a:xfrm>
            <a:prstGeom prst="ellipse">
              <a:avLst/>
            </a:prstGeom>
            <a:solidFill>
              <a:schemeClr val="accent4"/>
            </a:solidFill>
            <a:ln w="9525">
              <a:noFill/>
              <a:round/>
            </a:ln>
          </p:spPr>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Rectangle 42"/>
            <p:cNvSpPr/>
            <p:nvPr/>
          </p:nvSpPr>
          <p:spPr bwMode="auto">
            <a:xfrm>
              <a:off x="3847767" y="1968728"/>
              <a:ext cx="1843383" cy="288550"/>
            </a:xfrm>
            <a:prstGeom prst="rect">
              <a:avLst/>
            </a:prstGeom>
            <a:solidFill>
              <a:schemeClr val="tx2">
                <a:lumMod val="20000"/>
                <a:lumOff val="80000"/>
              </a:schemeClr>
            </a:solidFill>
            <a:ln w="9525">
              <a:noFill/>
              <a:miter lim="800000"/>
            </a:ln>
          </p:spPr>
          <p:txBody>
            <a:bodyPr vert="horz" wrap="none" lIns="91440" tIns="45720" rIns="91440" bIns="45720" anchor="ctr" anchorCtr="1" compatLnSpc="1">
              <a:normAutofit fontScale="85000" lnSpcReduction="20000"/>
            </a:bodyPr>
            <a:lstStyle/>
            <a:p>
              <a:pPr algn="ctr"/>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 name="Freeform: Shape 43"/>
            <p:cNvSpPr/>
            <p:nvPr/>
          </p:nvSpPr>
          <p:spPr bwMode="auto">
            <a:xfrm>
              <a:off x="4746805" y="1968728"/>
              <a:ext cx="949116" cy="1294899"/>
            </a:xfrm>
            <a:custGeom>
              <a:avLst/>
              <a:gdLst/>
              <a:ahLst/>
              <a:cxnLst>
                <a:cxn ang="0">
                  <a:pos x="398" y="124"/>
                </a:cxn>
                <a:cxn ang="0">
                  <a:pos x="0" y="543"/>
                </a:cxn>
                <a:cxn ang="0">
                  <a:pos x="0" y="427"/>
                </a:cxn>
                <a:cxn ang="0">
                  <a:pos x="398" y="0"/>
                </a:cxn>
                <a:cxn ang="0">
                  <a:pos x="398" y="124"/>
                </a:cxn>
              </a:cxnLst>
              <a:rect l="0" t="0" r="r" b="b"/>
              <a:pathLst>
                <a:path w="398" h="543">
                  <a:moveTo>
                    <a:pt x="398" y="124"/>
                  </a:moveTo>
                  <a:lnTo>
                    <a:pt x="0" y="543"/>
                  </a:lnTo>
                  <a:lnTo>
                    <a:pt x="0" y="427"/>
                  </a:lnTo>
                  <a:lnTo>
                    <a:pt x="398" y="0"/>
                  </a:lnTo>
                  <a:lnTo>
                    <a:pt x="398" y="124"/>
                  </a:lnTo>
                  <a:close/>
                </a:path>
              </a:pathLst>
            </a:custGeom>
            <a:solidFill>
              <a:schemeClr val="tx2">
                <a:lumMod val="60000"/>
                <a:lumOff val="40000"/>
              </a:schemeClr>
            </a:solidFill>
            <a:ln w="9525">
              <a:noFill/>
              <a:round/>
            </a:ln>
          </p:spPr>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Oval 44"/>
            <p:cNvSpPr/>
            <p:nvPr/>
          </p:nvSpPr>
          <p:spPr bwMode="auto">
            <a:xfrm>
              <a:off x="4944734" y="2405130"/>
              <a:ext cx="1457059" cy="1459444"/>
            </a:xfrm>
            <a:prstGeom prst="ellipse">
              <a:avLst/>
            </a:prstGeom>
            <a:solidFill>
              <a:schemeClr val="accent3"/>
            </a:solidFill>
            <a:ln w="9525">
              <a:noFill/>
              <a:round/>
            </a:ln>
          </p:spPr>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Rectangle 45"/>
            <p:cNvSpPr/>
            <p:nvPr/>
          </p:nvSpPr>
          <p:spPr bwMode="auto">
            <a:xfrm>
              <a:off x="4746805" y="2987000"/>
              <a:ext cx="1843383" cy="288550"/>
            </a:xfrm>
            <a:prstGeom prst="rect">
              <a:avLst/>
            </a:prstGeom>
            <a:solidFill>
              <a:schemeClr val="tx2">
                <a:lumMod val="20000"/>
                <a:lumOff val="80000"/>
              </a:schemeClr>
            </a:solidFill>
            <a:ln w="9525">
              <a:noFill/>
              <a:miter lim="800000"/>
            </a:ln>
          </p:spPr>
          <p:txBody>
            <a:bodyPr vert="horz" wrap="none" lIns="91440" tIns="45720" rIns="91440" bIns="45720" anchor="ctr" anchorCtr="1" compatLnSpc="1">
              <a:normAutofit fontScale="85000" lnSpcReduction="20000"/>
            </a:bodyPr>
            <a:lstStyle/>
            <a:p>
              <a:pPr algn="ctr"/>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Freeform: Shape 46"/>
            <p:cNvSpPr/>
            <p:nvPr/>
          </p:nvSpPr>
          <p:spPr bwMode="auto">
            <a:xfrm>
              <a:off x="5638686" y="2987000"/>
              <a:ext cx="951500" cy="1294899"/>
            </a:xfrm>
            <a:custGeom>
              <a:avLst/>
              <a:gdLst/>
              <a:ahLst/>
              <a:cxnLst>
                <a:cxn ang="0">
                  <a:pos x="399" y="124"/>
                </a:cxn>
                <a:cxn ang="0">
                  <a:pos x="0" y="543"/>
                </a:cxn>
                <a:cxn ang="0">
                  <a:pos x="0" y="425"/>
                </a:cxn>
                <a:cxn ang="0">
                  <a:pos x="399" y="0"/>
                </a:cxn>
                <a:cxn ang="0">
                  <a:pos x="399" y="124"/>
                </a:cxn>
              </a:cxnLst>
              <a:rect l="0" t="0" r="r" b="b"/>
              <a:pathLst>
                <a:path w="399" h="543">
                  <a:moveTo>
                    <a:pt x="399" y="124"/>
                  </a:moveTo>
                  <a:lnTo>
                    <a:pt x="0" y="543"/>
                  </a:lnTo>
                  <a:lnTo>
                    <a:pt x="0" y="425"/>
                  </a:lnTo>
                  <a:lnTo>
                    <a:pt x="399" y="0"/>
                  </a:lnTo>
                  <a:lnTo>
                    <a:pt x="399" y="124"/>
                  </a:lnTo>
                  <a:close/>
                </a:path>
              </a:pathLst>
            </a:custGeom>
            <a:solidFill>
              <a:schemeClr val="tx2">
                <a:lumMod val="60000"/>
                <a:lumOff val="40000"/>
              </a:schemeClr>
            </a:solidFill>
            <a:ln w="9525">
              <a:noFill/>
              <a:round/>
            </a:ln>
          </p:spPr>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 name="Oval 47"/>
            <p:cNvSpPr/>
            <p:nvPr/>
          </p:nvSpPr>
          <p:spPr bwMode="auto">
            <a:xfrm>
              <a:off x="5889081" y="3406710"/>
              <a:ext cx="1457059" cy="1459444"/>
            </a:xfrm>
            <a:prstGeom prst="ellipse">
              <a:avLst/>
            </a:prstGeom>
            <a:solidFill>
              <a:schemeClr val="accent2"/>
            </a:solidFill>
            <a:ln w="9525">
              <a:noFill/>
              <a:round/>
            </a:ln>
          </p:spPr>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 name="Rectangle 48"/>
            <p:cNvSpPr/>
            <p:nvPr/>
          </p:nvSpPr>
          <p:spPr bwMode="auto">
            <a:xfrm>
              <a:off x="5638686" y="4000504"/>
              <a:ext cx="1838614" cy="288550"/>
            </a:xfrm>
            <a:prstGeom prst="rect">
              <a:avLst/>
            </a:prstGeom>
            <a:solidFill>
              <a:schemeClr val="tx2">
                <a:lumMod val="20000"/>
                <a:lumOff val="80000"/>
              </a:schemeClr>
            </a:solidFill>
            <a:ln w="9525">
              <a:noFill/>
              <a:miter lim="800000"/>
            </a:ln>
          </p:spPr>
          <p:txBody>
            <a:bodyPr vert="horz" wrap="none" lIns="91440" tIns="45720" rIns="91440" bIns="45720" anchor="ctr" anchorCtr="1" compatLnSpc="1">
              <a:normAutofit fontScale="85000" lnSpcReduction="20000"/>
            </a:bodyPr>
            <a:lstStyle/>
            <a:p>
              <a:pPr algn="ctr"/>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5" name="Freeform: Shape 49"/>
            <p:cNvSpPr/>
            <p:nvPr/>
          </p:nvSpPr>
          <p:spPr bwMode="auto">
            <a:xfrm>
              <a:off x="6532953" y="4000504"/>
              <a:ext cx="949116" cy="1294899"/>
            </a:xfrm>
            <a:custGeom>
              <a:avLst/>
              <a:gdLst/>
              <a:ahLst/>
              <a:cxnLst>
                <a:cxn ang="0">
                  <a:pos x="398" y="123"/>
                </a:cxn>
                <a:cxn ang="0">
                  <a:pos x="0" y="543"/>
                </a:cxn>
                <a:cxn ang="0">
                  <a:pos x="0" y="427"/>
                </a:cxn>
                <a:cxn ang="0">
                  <a:pos x="398" y="0"/>
                </a:cxn>
                <a:cxn ang="0">
                  <a:pos x="398" y="123"/>
                </a:cxn>
              </a:cxnLst>
              <a:rect l="0" t="0" r="r" b="b"/>
              <a:pathLst>
                <a:path w="398" h="543">
                  <a:moveTo>
                    <a:pt x="398" y="123"/>
                  </a:moveTo>
                  <a:lnTo>
                    <a:pt x="0" y="543"/>
                  </a:lnTo>
                  <a:lnTo>
                    <a:pt x="0" y="427"/>
                  </a:lnTo>
                  <a:lnTo>
                    <a:pt x="398" y="0"/>
                  </a:lnTo>
                  <a:lnTo>
                    <a:pt x="398" y="123"/>
                  </a:lnTo>
                  <a:close/>
                </a:path>
              </a:pathLst>
            </a:custGeom>
            <a:solidFill>
              <a:schemeClr val="tx2">
                <a:lumMod val="60000"/>
                <a:lumOff val="40000"/>
              </a:schemeClr>
            </a:solidFill>
            <a:ln w="9525">
              <a:noFill/>
              <a:round/>
            </a:ln>
          </p:spPr>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Oval 50"/>
            <p:cNvSpPr/>
            <p:nvPr/>
          </p:nvSpPr>
          <p:spPr bwMode="auto">
            <a:xfrm>
              <a:off x="6780964" y="4417828"/>
              <a:ext cx="1459444" cy="1459444"/>
            </a:xfrm>
            <a:prstGeom prst="ellipse">
              <a:avLst/>
            </a:prstGeom>
            <a:solidFill>
              <a:schemeClr val="accent1"/>
            </a:solidFill>
            <a:ln w="9525">
              <a:noFill/>
              <a:round/>
            </a:ln>
          </p:spPr>
          <p:txBody>
            <a:bodyPr anchor="ctr"/>
            <a:lstStyle/>
            <a:p>
              <a:pPr algn="ctr"/>
              <a:endParaRPr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Rectangle 51"/>
            <p:cNvSpPr/>
            <p:nvPr/>
          </p:nvSpPr>
          <p:spPr bwMode="auto">
            <a:xfrm>
              <a:off x="6532953" y="5018776"/>
              <a:ext cx="1836228" cy="288550"/>
            </a:xfrm>
            <a:prstGeom prst="rect">
              <a:avLst/>
            </a:prstGeom>
            <a:solidFill>
              <a:schemeClr val="tx2">
                <a:lumMod val="20000"/>
                <a:lumOff val="80000"/>
              </a:schemeClr>
            </a:solidFill>
            <a:ln w="9525">
              <a:noFill/>
              <a:miter lim="800000"/>
            </a:ln>
          </p:spPr>
          <p:txBody>
            <a:bodyPr vert="horz" wrap="none" lIns="91440" tIns="45720" rIns="91440" bIns="45720" anchor="ctr" anchorCtr="1" compatLnSpc="1">
              <a:normAutofit fontScale="85000" lnSpcReduction="20000"/>
            </a:bodyPr>
            <a:lstStyle/>
            <a:p>
              <a:pPr algn="ctr"/>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9" name="组合 28"/>
          <p:cNvGrpSpPr/>
          <p:nvPr/>
        </p:nvGrpSpPr>
        <p:grpSpPr>
          <a:xfrm>
            <a:off x="6523582" y="1809923"/>
            <a:ext cx="3254516" cy="1416534"/>
            <a:chOff x="8273143" y="1832098"/>
            <a:chExt cx="3254516" cy="1416534"/>
          </a:xfrm>
        </p:grpSpPr>
        <p:sp>
          <p:nvSpPr>
            <p:cNvPr id="30" name="矩形: 圆角 29"/>
            <p:cNvSpPr/>
            <p:nvPr/>
          </p:nvSpPr>
          <p:spPr>
            <a:xfrm>
              <a:off x="8273143" y="1919182"/>
              <a:ext cx="413657" cy="41365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1" name="文本框 30"/>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2" name="文本框 31"/>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3" name="组合 32"/>
          <p:cNvGrpSpPr/>
          <p:nvPr/>
        </p:nvGrpSpPr>
        <p:grpSpPr>
          <a:xfrm>
            <a:off x="8488419" y="4231757"/>
            <a:ext cx="3254516" cy="1416534"/>
            <a:chOff x="8273143" y="1832098"/>
            <a:chExt cx="3254516" cy="1416534"/>
          </a:xfrm>
        </p:grpSpPr>
        <p:sp>
          <p:nvSpPr>
            <p:cNvPr id="34" name="矩形: 圆角 33"/>
            <p:cNvSpPr/>
            <p:nvPr/>
          </p:nvSpPr>
          <p:spPr>
            <a:xfrm>
              <a:off x="8273143" y="1919182"/>
              <a:ext cx="413657" cy="41365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文本框 34"/>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文本框 35"/>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7" name="组合 36"/>
          <p:cNvGrpSpPr/>
          <p:nvPr/>
        </p:nvGrpSpPr>
        <p:grpSpPr>
          <a:xfrm flipH="1">
            <a:off x="792552" y="2634143"/>
            <a:ext cx="3254516" cy="1416534"/>
            <a:chOff x="8273143" y="1832098"/>
            <a:chExt cx="3254516" cy="1416534"/>
          </a:xfrm>
        </p:grpSpPr>
        <p:sp>
          <p:nvSpPr>
            <p:cNvPr id="38" name="矩形: 圆角 37"/>
            <p:cNvSpPr/>
            <p:nvPr/>
          </p:nvSpPr>
          <p:spPr>
            <a:xfrm>
              <a:off x="8273143" y="1919182"/>
              <a:ext cx="413657" cy="413657"/>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9" name="文本框 38"/>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0" name="文本框 39"/>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41" name="组合 40"/>
          <p:cNvGrpSpPr/>
          <p:nvPr/>
        </p:nvGrpSpPr>
        <p:grpSpPr>
          <a:xfrm flipH="1">
            <a:off x="2471417" y="4572722"/>
            <a:ext cx="3254516" cy="1416534"/>
            <a:chOff x="8273143" y="1832098"/>
            <a:chExt cx="3254516" cy="1416534"/>
          </a:xfrm>
        </p:grpSpPr>
        <p:sp>
          <p:nvSpPr>
            <p:cNvPr id="42" name="矩形: 圆角 41"/>
            <p:cNvSpPr/>
            <p:nvPr/>
          </p:nvSpPr>
          <p:spPr>
            <a:xfrm>
              <a:off x="8273143" y="1919182"/>
              <a:ext cx="413657" cy="41365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3" name="文本框 42"/>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4" name="文本框 43"/>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71532" y="1785405"/>
            <a:ext cx="3848125" cy="3794132"/>
            <a:chOff x="4171532" y="1785405"/>
            <a:chExt cx="3848125" cy="3794132"/>
          </a:xfrm>
        </p:grpSpPr>
        <p:sp>
          <p:nvSpPr>
            <p:cNvPr id="6" name="Freeform 5"/>
            <p:cNvSpPr/>
            <p:nvPr/>
          </p:nvSpPr>
          <p:spPr bwMode="auto">
            <a:xfrm rot="18585315">
              <a:off x="6140077" y="3059200"/>
              <a:ext cx="1638422" cy="2120739"/>
            </a:xfrm>
            <a:custGeom>
              <a:avLst/>
              <a:gdLst>
                <a:gd name="T0" fmla="*/ 1772 w 1772"/>
                <a:gd name="T1" fmla="*/ 1095 h 2256"/>
                <a:gd name="T2" fmla="*/ 1598 w 1772"/>
                <a:gd name="T3" fmla="*/ 0 h 2256"/>
                <a:gd name="T4" fmla="*/ 0 w 1772"/>
                <a:gd name="T5" fmla="*/ 2088 h 2256"/>
                <a:gd name="T6" fmla="*/ 883 w 1772"/>
                <a:gd name="T7" fmla="*/ 2256 h 2256"/>
                <a:gd name="T8" fmla="*/ 1772 w 1772"/>
                <a:gd name="T9" fmla="*/ 1095 h 2256"/>
              </a:gdLst>
              <a:ahLst/>
              <a:cxnLst>
                <a:cxn ang="0">
                  <a:pos x="T0" y="T1"/>
                </a:cxn>
                <a:cxn ang="0">
                  <a:pos x="T2" y="T3"/>
                </a:cxn>
                <a:cxn ang="0">
                  <a:pos x="T4" y="T5"/>
                </a:cxn>
                <a:cxn ang="0">
                  <a:pos x="T6" y="T7"/>
                </a:cxn>
                <a:cxn ang="0">
                  <a:pos x="T8" y="T9"/>
                </a:cxn>
              </a:cxnLst>
              <a:rect l="0" t="0" r="r" b="b"/>
              <a:pathLst>
                <a:path w="1772" h="2256">
                  <a:moveTo>
                    <a:pt x="1772" y="1095"/>
                  </a:moveTo>
                  <a:lnTo>
                    <a:pt x="1598" y="0"/>
                  </a:lnTo>
                  <a:lnTo>
                    <a:pt x="0" y="2088"/>
                  </a:lnTo>
                  <a:lnTo>
                    <a:pt x="883" y="2256"/>
                  </a:lnTo>
                  <a:lnTo>
                    <a:pt x="1772" y="1095"/>
                  </a:lnTo>
                  <a:close/>
                </a:path>
              </a:pathLst>
            </a:custGeom>
            <a:ln>
              <a:noFill/>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lstStyle/>
            <a:p>
              <a:endParaRPr lang="uk-UA"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Freeform 6"/>
            <p:cNvSpPr/>
            <p:nvPr/>
          </p:nvSpPr>
          <p:spPr bwMode="auto">
            <a:xfrm rot="18585315">
              <a:off x="5476138" y="1996419"/>
              <a:ext cx="2087786" cy="1665758"/>
            </a:xfrm>
            <a:custGeom>
              <a:avLst/>
              <a:gdLst>
                <a:gd name="T0" fmla="*/ 1097 w 2258"/>
                <a:gd name="T1" fmla="*/ 0 h 1772"/>
                <a:gd name="T2" fmla="*/ 0 w 2258"/>
                <a:gd name="T3" fmla="*/ 174 h 1772"/>
                <a:gd name="T4" fmla="*/ 2088 w 2258"/>
                <a:gd name="T5" fmla="*/ 1772 h 1772"/>
                <a:gd name="T6" fmla="*/ 2258 w 2258"/>
                <a:gd name="T7" fmla="*/ 889 h 1772"/>
                <a:gd name="T8" fmla="*/ 1097 w 2258"/>
                <a:gd name="T9" fmla="*/ 0 h 1772"/>
              </a:gdLst>
              <a:ahLst/>
              <a:cxnLst>
                <a:cxn ang="0">
                  <a:pos x="T0" y="T1"/>
                </a:cxn>
                <a:cxn ang="0">
                  <a:pos x="T2" y="T3"/>
                </a:cxn>
                <a:cxn ang="0">
                  <a:pos x="T4" y="T5"/>
                </a:cxn>
                <a:cxn ang="0">
                  <a:pos x="T6" y="T7"/>
                </a:cxn>
                <a:cxn ang="0">
                  <a:pos x="T8" y="T9"/>
                </a:cxn>
              </a:cxnLst>
              <a:rect l="0" t="0" r="r" b="b"/>
              <a:pathLst>
                <a:path w="2258" h="1772">
                  <a:moveTo>
                    <a:pt x="1097" y="0"/>
                  </a:moveTo>
                  <a:lnTo>
                    <a:pt x="0" y="174"/>
                  </a:lnTo>
                  <a:lnTo>
                    <a:pt x="2088" y="1772"/>
                  </a:lnTo>
                  <a:lnTo>
                    <a:pt x="2258" y="889"/>
                  </a:lnTo>
                  <a:lnTo>
                    <a:pt x="1097" y="0"/>
                  </a:lnTo>
                  <a:close/>
                </a:path>
              </a:pathLst>
            </a:custGeom>
            <a:ln>
              <a:no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lstStyle/>
            <a:p>
              <a:endParaRPr lang="uk-UA"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Freeform 7"/>
            <p:cNvSpPr/>
            <p:nvPr/>
          </p:nvSpPr>
          <p:spPr bwMode="auto">
            <a:xfrm rot="18585315">
              <a:off x="4412706" y="2184987"/>
              <a:ext cx="1640271" cy="2122619"/>
            </a:xfrm>
            <a:custGeom>
              <a:avLst/>
              <a:gdLst>
                <a:gd name="T0" fmla="*/ 0 w 1774"/>
                <a:gd name="T1" fmla="*/ 1161 h 2258"/>
                <a:gd name="T2" fmla="*/ 176 w 1774"/>
                <a:gd name="T3" fmla="*/ 2258 h 2258"/>
                <a:gd name="T4" fmla="*/ 1774 w 1774"/>
                <a:gd name="T5" fmla="*/ 170 h 2258"/>
                <a:gd name="T6" fmla="*/ 889 w 1774"/>
                <a:gd name="T7" fmla="*/ 0 h 2258"/>
                <a:gd name="T8" fmla="*/ 0 w 1774"/>
                <a:gd name="T9" fmla="*/ 1161 h 2258"/>
              </a:gdLst>
              <a:ahLst/>
              <a:cxnLst>
                <a:cxn ang="0">
                  <a:pos x="T0" y="T1"/>
                </a:cxn>
                <a:cxn ang="0">
                  <a:pos x="T2" y="T3"/>
                </a:cxn>
                <a:cxn ang="0">
                  <a:pos x="T4" y="T5"/>
                </a:cxn>
                <a:cxn ang="0">
                  <a:pos x="T6" y="T7"/>
                </a:cxn>
                <a:cxn ang="0">
                  <a:pos x="T8" y="T9"/>
                </a:cxn>
              </a:cxnLst>
              <a:rect l="0" t="0" r="r" b="b"/>
              <a:pathLst>
                <a:path w="1774" h="2258">
                  <a:moveTo>
                    <a:pt x="0" y="1161"/>
                  </a:moveTo>
                  <a:lnTo>
                    <a:pt x="176" y="2258"/>
                  </a:lnTo>
                  <a:lnTo>
                    <a:pt x="1774" y="170"/>
                  </a:lnTo>
                  <a:lnTo>
                    <a:pt x="889" y="0"/>
                  </a:lnTo>
                  <a:lnTo>
                    <a:pt x="0" y="1161"/>
                  </a:lnTo>
                  <a:close/>
                </a:path>
              </a:pathLst>
            </a:custGeom>
            <a:ln>
              <a:noFill/>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lstStyle/>
            <a:p>
              <a:endParaRPr lang="uk-UA"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 name="Freeform 8"/>
            <p:cNvSpPr/>
            <p:nvPr/>
          </p:nvSpPr>
          <p:spPr bwMode="auto">
            <a:xfrm rot="18585315">
              <a:off x="4629131" y="3702750"/>
              <a:ext cx="2085936" cy="1667638"/>
            </a:xfrm>
            <a:custGeom>
              <a:avLst/>
              <a:gdLst>
                <a:gd name="T0" fmla="*/ 1161 w 2256"/>
                <a:gd name="T1" fmla="*/ 1774 h 1774"/>
                <a:gd name="T2" fmla="*/ 2256 w 2256"/>
                <a:gd name="T3" fmla="*/ 1598 h 1774"/>
                <a:gd name="T4" fmla="*/ 168 w 2256"/>
                <a:gd name="T5" fmla="*/ 0 h 1774"/>
                <a:gd name="T6" fmla="*/ 0 w 2256"/>
                <a:gd name="T7" fmla="*/ 885 h 1774"/>
                <a:gd name="T8" fmla="*/ 1161 w 2256"/>
                <a:gd name="T9" fmla="*/ 1774 h 1774"/>
              </a:gdLst>
              <a:ahLst/>
              <a:cxnLst>
                <a:cxn ang="0">
                  <a:pos x="T0" y="T1"/>
                </a:cxn>
                <a:cxn ang="0">
                  <a:pos x="T2" y="T3"/>
                </a:cxn>
                <a:cxn ang="0">
                  <a:pos x="T4" y="T5"/>
                </a:cxn>
                <a:cxn ang="0">
                  <a:pos x="T6" y="T7"/>
                </a:cxn>
                <a:cxn ang="0">
                  <a:pos x="T8" y="T9"/>
                </a:cxn>
              </a:cxnLst>
              <a:rect l="0" t="0" r="r" b="b"/>
              <a:pathLst>
                <a:path w="2256" h="1774">
                  <a:moveTo>
                    <a:pt x="1161" y="1774"/>
                  </a:moveTo>
                  <a:lnTo>
                    <a:pt x="2256" y="1598"/>
                  </a:lnTo>
                  <a:lnTo>
                    <a:pt x="168" y="0"/>
                  </a:lnTo>
                  <a:lnTo>
                    <a:pt x="0" y="885"/>
                  </a:lnTo>
                  <a:lnTo>
                    <a:pt x="1161" y="1774"/>
                  </a:lnTo>
                  <a:close/>
                </a:path>
              </a:pathLst>
            </a:custGeom>
            <a:ln>
              <a:noFill/>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anchor="t" anchorCtr="0" compatLnSpc="1"/>
            <a:lstStyle/>
            <a:p>
              <a:endParaRPr lang="uk-UA"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Freeform 9"/>
            <p:cNvSpPr/>
            <p:nvPr/>
          </p:nvSpPr>
          <p:spPr bwMode="auto">
            <a:xfrm rot="18585315">
              <a:off x="4787946" y="2030968"/>
              <a:ext cx="1014305" cy="955085"/>
            </a:xfrm>
            <a:custGeom>
              <a:avLst/>
              <a:gdLst>
                <a:gd name="T0" fmla="*/ 779 w 1097"/>
                <a:gd name="T1" fmla="*/ 0 h 1016"/>
                <a:gd name="T2" fmla="*/ 1097 w 1097"/>
                <a:gd name="T3" fmla="*/ 842 h 1016"/>
                <a:gd name="T4" fmla="*/ 0 w 1097"/>
                <a:gd name="T5" fmla="*/ 1016 h 1016"/>
                <a:gd name="T6" fmla="*/ 779 w 1097"/>
                <a:gd name="T7" fmla="*/ 0 h 1016"/>
              </a:gdLst>
              <a:ahLst/>
              <a:cxnLst>
                <a:cxn ang="0">
                  <a:pos x="T0" y="T1"/>
                </a:cxn>
                <a:cxn ang="0">
                  <a:pos x="T2" y="T3"/>
                </a:cxn>
                <a:cxn ang="0">
                  <a:pos x="T4" y="T5"/>
                </a:cxn>
                <a:cxn ang="0">
                  <a:pos x="T6" y="T7"/>
                </a:cxn>
              </a:cxnLst>
              <a:rect l="0" t="0" r="r" b="b"/>
              <a:pathLst>
                <a:path w="1097" h="1016">
                  <a:moveTo>
                    <a:pt x="779" y="0"/>
                  </a:moveTo>
                  <a:lnTo>
                    <a:pt x="1097" y="842"/>
                  </a:lnTo>
                  <a:lnTo>
                    <a:pt x="0" y="1016"/>
                  </a:lnTo>
                  <a:lnTo>
                    <a:pt x="779" y="0"/>
                  </a:lnTo>
                  <a:close/>
                </a:path>
              </a:pathLst>
            </a:custGeom>
            <a:ln>
              <a:noFill/>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anchor="t" anchorCtr="0" compatLnSpc="1"/>
            <a:lstStyle/>
            <a:p>
              <a:endParaRPr lang="uk-UA"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Freeform 10"/>
            <p:cNvSpPr/>
            <p:nvPr/>
          </p:nvSpPr>
          <p:spPr bwMode="auto">
            <a:xfrm rot="18585315">
              <a:off x="6791449" y="2388705"/>
              <a:ext cx="939411" cy="1029348"/>
            </a:xfrm>
            <a:custGeom>
              <a:avLst/>
              <a:gdLst>
                <a:gd name="T0" fmla="*/ 1016 w 1016"/>
                <a:gd name="T1" fmla="*/ 777 h 1095"/>
                <a:gd name="T2" fmla="*/ 174 w 1016"/>
                <a:gd name="T3" fmla="*/ 1095 h 1095"/>
                <a:gd name="T4" fmla="*/ 0 w 1016"/>
                <a:gd name="T5" fmla="*/ 0 h 1095"/>
                <a:gd name="T6" fmla="*/ 1016 w 1016"/>
                <a:gd name="T7" fmla="*/ 777 h 1095"/>
              </a:gdLst>
              <a:ahLst/>
              <a:cxnLst>
                <a:cxn ang="0">
                  <a:pos x="T0" y="T1"/>
                </a:cxn>
                <a:cxn ang="0">
                  <a:pos x="T2" y="T3"/>
                </a:cxn>
                <a:cxn ang="0">
                  <a:pos x="T4" y="T5"/>
                </a:cxn>
                <a:cxn ang="0">
                  <a:pos x="T6" y="T7"/>
                </a:cxn>
              </a:cxnLst>
              <a:rect l="0" t="0" r="r" b="b"/>
              <a:pathLst>
                <a:path w="1016" h="1095">
                  <a:moveTo>
                    <a:pt x="1016" y="777"/>
                  </a:moveTo>
                  <a:lnTo>
                    <a:pt x="174" y="1095"/>
                  </a:lnTo>
                  <a:lnTo>
                    <a:pt x="0" y="0"/>
                  </a:lnTo>
                  <a:lnTo>
                    <a:pt x="1016" y="777"/>
                  </a:lnTo>
                  <a:close/>
                </a:path>
              </a:pathLst>
            </a:custGeom>
            <a:ln>
              <a:noFill/>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lstStyle/>
            <a:p>
              <a:endParaRPr lang="uk-UA"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Freeform 11"/>
            <p:cNvSpPr/>
            <p:nvPr/>
          </p:nvSpPr>
          <p:spPr bwMode="auto">
            <a:xfrm rot="18585315">
              <a:off x="4460347" y="3946873"/>
              <a:ext cx="941260" cy="1031228"/>
            </a:xfrm>
            <a:custGeom>
              <a:avLst/>
              <a:gdLst>
                <a:gd name="T0" fmla="*/ 0 w 1018"/>
                <a:gd name="T1" fmla="*/ 318 h 1097"/>
                <a:gd name="T2" fmla="*/ 842 w 1018"/>
                <a:gd name="T3" fmla="*/ 0 h 1097"/>
                <a:gd name="T4" fmla="*/ 1018 w 1018"/>
                <a:gd name="T5" fmla="*/ 1097 h 1097"/>
                <a:gd name="T6" fmla="*/ 0 w 1018"/>
                <a:gd name="T7" fmla="*/ 318 h 1097"/>
              </a:gdLst>
              <a:ahLst/>
              <a:cxnLst>
                <a:cxn ang="0">
                  <a:pos x="T0" y="T1"/>
                </a:cxn>
                <a:cxn ang="0">
                  <a:pos x="T2" y="T3"/>
                </a:cxn>
                <a:cxn ang="0">
                  <a:pos x="T4" y="T5"/>
                </a:cxn>
                <a:cxn ang="0">
                  <a:pos x="T6" y="T7"/>
                </a:cxn>
              </a:cxnLst>
              <a:rect l="0" t="0" r="r" b="b"/>
              <a:pathLst>
                <a:path w="1018" h="1097">
                  <a:moveTo>
                    <a:pt x="0" y="318"/>
                  </a:moveTo>
                  <a:lnTo>
                    <a:pt x="842" y="0"/>
                  </a:lnTo>
                  <a:lnTo>
                    <a:pt x="1018" y="1097"/>
                  </a:lnTo>
                  <a:lnTo>
                    <a:pt x="0" y="318"/>
                  </a:lnTo>
                  <a:close/>
                </a:path>
              </a:pathLst>
            </a:custGeom>
            <a:ln>
              <a:noFill/>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t" anchorCtr="0" compatLnSpc="1"/>
            <a:lstStyle/>
            <a:p>
              <a:endParaRPr lang="uk-UA"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 name="Freeform 12"/>
            <p:cNvSpPr/>
            <p:nvPr/>
          </p:nvSpPr>
          <p:spPr bwMode="auto">
            <a:xfrm rot="18585315">
              <a:off x="6390804" y="4378874"/>
              <a:ext cx="1012456" cy="956965"/>
            </a:xfrm>
            <a:custGeom>
              <a:avLst/>
              <a:gdLst>
                <a:gd name="T0" fmla="*/ 318 w 1095"/>
                <a:gd name="T1" fmla="*/ 1018 h 1018"/>
                <a:gd name="T2" fmla="*/ 0 w 1095"/>
                <a:gd name="T3" fmla="*/ 176 h 1018"/>
                <a:gd name="T4" fmla="*/ 1095 w 1095"/>
                <a:gd name="T5" fmla="*/ 0 h 1018"/>
                <a:gd name="T6" fmla="*/ 318 w 1095"/>
                <a:gd name="T7" fmla="*/ 1018 h 1018"/>
              </a:gdLst>
              <a:ahLst/>
              <a:cxnLst>
                <a:cxn ang="0">
                  <a:pos x="T0" y="T1"/>
                </a:cxn>
                <a:cxn ang="0">
                  <a:pos x="T2" y="T3"/>
                </a:cxn>
                <a:cxn ang="0">
                  <a:pos x="T4" y="T5"/>
                </a:cxn>
                <a:cxn ang="0">
                  <a:pos x="T6" y="T7"/>
                </a:cxn>
              </a:cxnLst>
              <a:rect l="0" t="0" r="r" b="b"/>
              <a:pathLst>
                <a:path w="1095" h="1018">
                  <a:moveTo>
                    <a:pt x="318" y="1018"/>
                  </a:moveTo>
                  <a:lnTo>
                    <a:pt x="0" y="176"/>
                  </a:lnTo>
                  <a:lnTo>
                    <a:pt x="1095" y="0"/>
                  </a:lnTo>
                  <a:lnTo>
                    <a:pt x="318" y="1018"/>
                  </a:lnTo>
                  <a:close/>
                </a:path>
              </a:pathLst>
            </a:custGeom>
            <a:ln>
              <a:noFill/>
            </a:ln>
          </p:spPr>
          <p:style>
            <a:lnRef idx="1">
              <a:schemeClr val="accent5"/>
            </a:lnRef>
            <a:fillRef idx="3">
              <a:schemeClr val="accent5"/>
            </a:fillRef>
            <a:effectRef idx="2">
              <a:schemeClr val="accent5"/>
            </a:effectRef>
            <a:fontRef idx="minor">
              <a:schemeClr val="lt1"/>
            </a:fontRef>
          </p:style>
          <p:txBody>
            <a:bodyPr vert="horz" wrap="square" lIns="91440" tIns="45720" rIns="91440" bIns="45720" numCol="1" anchor="t" anchorCtr="0" compatLnSpc="1"/>
            <a:lstStyle/>
            <a:p>
              <a:endParaRPr lang="uk-UA"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5" name="组合 24"/>
          <p:cNvGrpSpPr/>
          <p:nvPr/>
        </p:nvGrpSpPr>
        <p:grpSpPr>
          <a:xfrm>
            <a:off x="8161483" y="1832098"/>
            <a:ext cx="3254516" cy="1416534"/>
            <a:chOff x="8273143" y="1832098"/>
            <a:chExt cx="3254516" cy="1416534"/>
          </a:xfrm>
        </p:grpSpPr>
        <p:sp>
          <p:nvSpPr>
            <p:cNvPr id="26" name="矩形: 圆角 25"/>
            <p:cNvSpPr/>
            <p:nvPr/>
          </p:nvSpPr>
          <p:spPr>
            <a:xfrm>
              <a:off x="8273143" y="1919182"/>
              <a:ext cx="413657" cy="41365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7" name="文本框 26"/>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8" name="文本框 27"/>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9" name="组合 28"/>
          <p:cNvGrpSpPr/>
          <p:nvPr/>
        </p:nvGrpSpPr>
        <p:grpSpPr>
          <a:xfrm>
            <a:off x="8161483" y="4275348"/>
            <a:ext cx="3254516" cy="1416534"/>
            <a:chOff x="8273143" y="1832098"/>
            <a:chExt cx="3254516" cy="1416534"/>
          </a:xfrm>
        </p:grpSpPr>
        <p:sp>
          <p:nvSpPr>
            <p:cNvPr id="30" name="矩形: 圆角 29"/>
            <p:cNvSpPr/>
            <p:nvPr/>
          </p:nvSpPr>
          <p:spPr>
            <a:xfrm>
              <a:off x="8273143" y="1919182"/>
              <a:ext cx="413657" cy="41365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1" name="文本框 30"/>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2" name="文本框 31"/>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3" name="组合 32"/>
          <p:cNvGrpSpPr/>
          <p:nvPr/>
        </p:nvGrpSpPr>
        <p:grpSpPr>
          <a:xfrm flipH="1">
            <a:off x="843138" y="1832098"/>
            <a:ext cx="3254516" cy="1416534"/>
            <a:chOff x="8273143" y="1832098"/>
            <a:chExt cx="3254516" cy="1416534"/>
          </a:xfrm>
        </p:grpSpPr>
        <p:sp>
          <p:nvSpPr>
            <p:cNvPr id="34" name="矩形: 圆角 33"/>
            <p:cNvSpPr/>
            <p:nvPr/>
          </p:nvSpPr>
          <p:spPr>
            <a:xfrm>
              <a:off x="8273143" y="1919182"/>
              <a:ext cx="413657" cy="41365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文本框 34"/>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文本框 35"/>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7" name="组合 36"/>
          <p:cNvGrpSpPr/>
          <p:nvPr/>
        </p:nvGrpSpPr>
        <p:grpSpPr>
          <a:xfrm flipH="1">
            <a:off x="843138" y="4275348"/>
            <a:ext cx="3254516" cy="1416534"/>
            <a:chOff x="8273143" y="1832098"/>
            <a:chExt cx="3254516" cy="1416534"/>
          </a:xfrm>
        </p:grpSpPr>
        <p:sp>
          <p:nvSpPr>
            <p:cNvPr id="38" name="矩形: 圆角 37"/>
            <p:cNvSpPr/>
            <p:nvPr/>
          </p:nvSpPr>
          <p:spPr>
            <a:xfrm>
              <a:off x="8273143" y="1919182"/>
              <a:ext cx="413657" cy="413657"/>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9" name="文本框 38"/>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0" name="文本框 39"/>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74500" y="1705400"/>
            <a:ext cx="11067562" cy="4522680"/>
            <a:chOff x="574500" y="1705400"/>
            <a:chExt cx="11067562" cy="4522680"/>
          </a:xfrm>
        </p:grpSpPr>
        <p:cxnSp>
          <p:nvCxnSpPr>
            <p:cNvPr id="6" name="直接连接符 3"/>
            <p:cNvCxnSpPr/>
            <p:nvPr/>
          </p:nvCxnSpPr>
          <p:spPr>
            <a:xfrm flipH="1">
              <a:off x="670718" y="2962131"/>
              <a:ext cx="611166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7" name="直接连接符 4"/>
            <p:cNvCxnSpPr/>
            <p:nvPr/>
          </p:nvCxnSpPr>
          <p:spPr>
            <a:xfrm>
              <a:off x="6322834" y="3622933"/>
              <a:ext cx="519844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8" name="直接连接符 5"/>
            <p:cNvCxnSpPr/>
            <p:nvPr/>
          </p:nvCxnSpPr>
          <p:spPr>
            <a:xfrm flipH="1">
              <a:off x="670718" y="4062730"/>
              <a:ext cx="5024118"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 name="直接连接符 6"/>
            <p:cNvCxnSpPr/>
            <p:nvPr/>
          </p:nvCxnSpPr>
          <p:spPr>
            <a:xfrm>
              <a:off x="5008367" y="4748530"/>
              <a:ext cx="651291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2" name="1"/>
            <p:cNvSpPr/>
            <p:nvPr/>
          </p:nvSpPr>
          <p:spPr bwMode="auto">
            <a:xfrm rot="8100000">
              <a:off x="4473109" y="4761552"/>
              <a:ext cx="567900" cy="720543"/>
            </a:xfrm>
            <a:custGeom>
              <a:avLst/>
              <a:gdLst>
                <a:gd name="T0" fmla="*/ 549186 w 21600"/>
                <a:gd name="T1" fmla="*/ 696611 h 21600"/>
                <a:gd name="T2" fmla="*/ 549186 w 21600"/>
                <a:gd name="T3" fmla="*/ 696611 h 21600"/>
                <a:gd name="T4" fmla="*/ 549186 w 21600"/>
                <a:gd name="T5" fmla="*/ 696611 h 21600"/>
                <a:gd name="T6" fmla="*/ 549186 w 21600"/>
                <a:gd name="T7" fmla="*/ 69661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599" y="0"/>
                  </a:lnTo>
                  <a:lnTo>
                    <a:pt x="21599" y="21600"/>
                  </a:lnTo>
                  <a:lnTo>
                    <a:pt x="0" y="21600"/>
                  </a:lnTo>
                  <a:lnTo>
                    <a:pt x="0" y="0"/>
                  </a:lnTo>
                  <a:close/>
                </a:path>
              </a:pathLst>
            </a:custGeom>
            <a:solidFill>
              <a:schemeClr val="bg1">
                <a:lumMod val="85000"/>
              </a:schemeClr>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3" name="1"/>
            <p:cNvSpPr/>
            <p:nvPr/>
          </p:nvSpPr>
          <p:spPr bwMode="auto">
            <a:xfrm rot="2700000">
              <a:off x="4194493" y="5223997"/>
              <a:ext cx="720543" cy="194498"/>
            </a:xfrm>
            <a:custGeom>
              <a:avLst/>
              <a:gdLst>
                <a:gd name="T0" fmla="*/ 696576 w 19679"/>
                <a:gd name="T1" fmla="*/ 206449 h 19679"/>
                <a:gd name="T2" fmla="*/ 696576 w 19679"/>
                <a:gd name="T3" fmla="*/ 206449 h 19679"/>
                <a:gd name="T4" fmla="*/ 696576 w 19679"/>
                <a:gd name="T5" fmla="*/ 206449 h 19679"/>
                <a:gd name="T6" fmla="*/ 696576 w 19679"/>
                <a:gd name="T7" fmla="*/ 206449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bg1">
                <a:lumMod val="85000"/>
              </a:schemeClr>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fontScale="25000" lnSpcReduction="20000"/>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1"/>
            <p:cNvSpPr/>
            <p:nvPr/>
          </p:nvSpPr>
          <p:spPr bwMode="auto">
            <a:xfrm rot="2700000">
              <a:off x="3718098" y="4102559"/>
              <a:ext cx="3122628" cy="1128413"/>
            </a:xfrm>
            <a:custGeom>
              <a:avLst/>
              <a:gdLst>
                <a:gd name="T0" fmla="*/ 3020616 w 21600"/>
                <a:gd name="T1" fmla="*/ 1091249 h 20839"/>
                <a:gd name="T2" fmla="*/ 3020616 w 21600"/>
                <a:gd name="T3" fmla="*/ 1091249 h 20839"/>
                <a:gd name="T4" fmla="*/ 3020616 w 21600"/>
                <a:gd name="T5" fmla="*/ 1091249 h 20839"/>
                <a:gd name="T6" fmla="*/ 3020616 w 21600"/>
                <a:gd name="T7" fmla="*/ 1091249 h 208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0839">
                  <a:moveTo>
                    <a:pt x="0" y="0"/>
                  </a:moveTo>
                  <a:lnTo>
                    <a:pt x="0" y="13047"/>
                  </a:lnTo>
                  <a:cubicBezTo>
                    <a:pt x="0" y="15041"/>
                    <a:pt x="1054" y="17035"/>
                    <a:pt x="3162" y="18556"/>
                  </a:cubicBezTo>
                  <a:cubicBezTo>
                    <a:pt x="7380" y="21600"/>
                    <a:pt x="14219" y="21599"/>
                    <a:pt x="18437" y="18556"/>
                  </a:cubicBezTo>
                  <a:cubicBezTo>
                    <a:pt x="20545" y="17035"/>
                    <a:pt x="21600" y="15041"/>
                    <a:pt x="21600" y="13047"/>
                  </a:cubicBezTo>
                  <a:lnTo>
                    <a:pt x="21600" y="0"/>
                  </a:lnTo>
                  <a:lnTo>
                    <a:pt x="0" y="0"/>
                  </a:lnTo>
                  <a:close/>
                </a:path>
              </a:pathLst>
            </a:custGeom>
          </p:spPr>
          <p:style>
            <a:lnRef idx="1">
              <a:schemeClr val="accent4"/>
            </a:lnRef>
            <a:fillRef idx="3">
              <a:schemeClr val="accent4"/>
            </a:fillRef>
            <a:effectRef idx="2">
              <a:schemeClr val="accent4"/>
            </a:effectRef>
            <a:fontRef idx="minor">
              <a:schemeClr val="lt1"/>
            </a:fontRef>
          </p:style>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 name="1"/>
            <p:cNvSpPr/>
            <p:nvPr/>
          </p:nvSpPr>
          <p:spPr bwMode="auto">
            <a:xfrm rot="2700000">
              <a:off x="4118172" y="3846102"/>
              <a:ext cx="3122628" cy="843643"/>
            </a:xfrm>
            <a:custGeom>
              <a:avLst/>
              <a:gdLst>
                <a:gd name="T0" fmla="*/ 3020462 w 19679"/>
                <a:gd name="T1" fmla="*/ 895541 h 19679"/>
                <a:gd name="T2" fmla="*/ 3020462 w 19679"/>
                <a:gd name="T3" fmla="*/ 895541 h 19679"/>
                <a:gd name="T4" fmla="*/ 3020462 w 19679"/>
                <a:gd name="T5" fmla="*/ 895541 h 19679"/>
                <a:gd name="T6" fmla="*/ 3020462 w 19679"/>
                <a:gd name="T7" fmla="*/ 895541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ln>
              <a:noFill/>
            </a:ln>
          </p:spPr>
          <p:style>
            <a:lnRef idx="1">
              <a:schemeClr val="accent4"/>
            </a:lnRef>
            <a:fillRef idx="2">
              <a:schemeClr val="accent4"/>
            </a:fillRef>
            <a:effectRef idx="1">
              <a:schemeClr val="accent4"/>
            </a:effectRef>
            <a:fontRef idx="minor">
              <a:schemeClr val="dk1"/>
            </a:fontRef>
          </p:style>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 name="1"/>
            <p:cNvSpPr/>
            <p:nvPr/>
          </p:nvSpPr>
          <p:spPr bwMode="auto">
            <a:xfrm rot="2700000">
              <a:off x="4517835" y="3562972"/>
              <a:ext cx="2741018" cy="990542"/>
            </a:xfrm>
            <a:custGeom>
              <a:avLst/>
              <a:gdLst>
                <a:gd name="T0" fmla="*/ 2651125 w 21600"/>
                <a:gd name="T1" fmla="*/ 957901 h 20839"/>
                <a:gd name="T2" fmla="*/ 2651125 w 21600"/>
                <a:gd name="T3" fmla="*/ 957901 h 20839"/>
                <a:gd name="T4" fmla="*/ 2651125 w 21600"/>
                <a:gd name="T5" fmla="*/ 957901 h 20839"/>
                <a:gd name="T6" fmla="*/ 2651125 w 21600"/>
                <a:gd name="T7" fmla="*/ 957901 h 208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0839">
                  <a:moveTo>
                    <a:pt x="0" y="0"/>
                  </a:moveTo>
                  <a:lnTo>
                    <a:pt x="0" y="13043"/>
                  </a:lnTo>
                  <a:cubicBezTo>
                    <a:pt x="0" y="15037"/>
                    <a:pt x="1055" y="17035"/>
                    <a:pt x="3164" y="18556"/>
                  </a:cubicBezTo>
                  <a:cubicBezTo>
                    <a:pt x="7381" y="21600"/>
                    <a:pt x="14218" y="21600"/>
                    <a:pt x="18435" y="18556"/>
                  </a:cubicBezTo>
                  <a:cubicBezTo>
                    <a:pt x="20544" y="17035"/>
                    <a:pt x="21600" y="15037"/>
                    <a:pt x="21600" y="13043"/>
                  </a:cubicBezTo>
                  <a:lnTo>
                    <a:pt x="21600" y="0"/>
                  </a:lnTo>
                  <a:lnTo>
                    <a:pt x="0" y="0"/>
                  </a:lnTo>
                  <a:close/>
                </a:path>
              </a:pathLst>
            </a:custGeom>
          </p:spPr>
          <p:style>
            <a:lnRef idx="1">
              <a:schemeClr val="accent3"/>
            </a:lnRef>
            <a:fillRef idx="3">
              <a:schemeClr val="accent3"/>
            </a:fillRef>
            <a:effectRef idx="2">
              <a:schemeClr val="accent3"/>
            </a:effectRef>
            <a:fontRef idx="minor">
              <a:schemeClr val="lt1"/>
            </a:fontRef>
          </p:style>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 name="1"/>
            <p:cNvSpPr/>
            <p:nvPr/>
          </p:nvSpPr>
          <p:spPr bwMode="auto">
            <a:xfrm rot="2700000">
              <a:off x="4868669" y="3337700"/>
              <a:ext cx="2741018" cy="740239"/>
            </a:xfrm>
            <a:custGeom>
              <a:avLst/>
              <a:gdLst>
                <a:gd name="T0" fmla="*/ 2650990 w 19679"/>
                <a:gd name="T1" fmla="*/ 785762 h 19679"/>
                <a:gd name="T2" fmla="*/ 2650990 w 19679"/>
                <a:gd name="T3" fmla="*/ 785762 h 19679"/>
                <a:gd name="T4" fmla="*/ 2650990 w 19679"/>
                <a:gd name="T5" fmla="*/ 785762 h 19679"/>
                <a:gd name="T6" fmla="*/ 2650990 w 19679"/>
                <a:gd name="T7" fmla="*/ 785762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ln>
              <a:noFill/>
            </a:ln>
          </p:spPr>
          <p:style>
            <a:lnRef idx="1">
              <a:schemeClr val="accent3"/>
            </a:lnRef>
            <a:fillRef idx="2">
              <a:schemeClr val="accent3"/>
            </a:fillRef>
            <a:effectRef idx="1">
              <a:schemeClr val="accent3"/>
            </a:effectRef>
            <a:fontRef idx="minor">
              <a:schemeClr val="dk1"/>
            </a:fontRef>
          </p:style>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5" name="1"/>
            <p:cNvSpPr/>
            <p:nvPr/>
          </p:nvSpPr>
          <p:spPr bwMode="auto">
            <a:xfrm rot="2700000">
              <a:off x="5270795" y="3050467"/>
              <a:ext cx="2389774" cy="863338"/>
            </a:xfrm>
            <a:custGeom>
              <a:avLst/>
              <a:gdLst>
                <a:gd name="T0" fmla="*/ 2311155 w 21600"/>
                <a:gd name="T1" fmla="*/ 835100 h 20839"/>
                <a:gd name="T2" fmla="*/ 2311155 w 21600"/>
                <a:gd name="T3" fmla="*/ 835100 h 20839"/>
                <a:gd name="T4" fmla="*/ 2311155 w 21600"/>
                <a:gd name="T5" fmla="*/ 835100 h 20839"/>
                <a:gd name="T6" fmla="*/ 2311155 w 21600"/>
                <a:gd name="T7" fmla="*/ 835100 h 208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0839">
                  <a:moveTo>
                    <a:pt x="0" y="0"/>
                  </a:moveTo>
                  <a:lnTo>
                    <a:pt x="0" y="13044"/>
                  </a:lnTo>
                  <a:cubicBezTo>
                    <a:pt x="0" y="15039"/>
                    <a:pt x="1053" y="17035"/>
                    <a:pt x="3162" y="18557"/>
                  </a:cubicBezTo>
                  <a:cubicBezTo>
                    <a:pt x="7380" y="21600"/>
                    <a:pt x="14219" y="21599"/>
                    <a:pt x="18437" y="18557"/>
                  </a:cubicBezTo>
                  <a:cubicBezTo>
                    <a:pt x="20546" y="17035"/>
                    <a:pt x="21599" y="15039"/>
                    <a:pt x="21599" y="13044"/>
                  </a:cubicBezTo>
                  <a:lnTo>
                    <a:pt x="21599" y="0"/>
                  </a:lnTo>
                  <a:lnTo>
                    <a:pt x="0" y="0"/>
                  </a:lnTo>
                  <a:close/>
                </a:path>
              </a:pathLst>
            </a:custGeom>
          </p:spPr>
          <p:style>
            <a:lnRef idx="1">
              <a:schemeClr val="accent2"/>
            </a:lnRef>
            <a:fillRef idx="3">
              <a:schemeClr val="accent2"/>
            </a:fillRef>
            <a:effectRef idx="2">
              <a:schemeClr val="accent2"/>
            </a:effectRef>
            <a:fontRef idx="minor">
              <a:schemeClr val="lt1"/>
            </a:fontRef>
          </p:style>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1"/>
            <p:cNvSpPr/>
            <p:nvPr/>
          </p:nvSpPr>
          <p:spPr bwMode="auto">
            <a:xfrm rot="2700000">
              <a:off x="5573209" y="2854739"/>
              <a:ext cx="2389774" cy="645863"/>
            </a:xfrm>
            <a:custGeom>
              <a:avLst/>
              <a:gdLst>
                <a:gd name="T0" fmla="*/ 2311038 w 19679"/>
                <a:gd name="T1" fmla="*/ 685756 h 19679"/>
                <a:gd name="T2" fmla="*/ 2311038 w 19679"/>
                <a:gd name="T3" fmla="*/ 685756 h 19679"/>
                <a:gd name="T4" fmla="*/ 2311038 w 19679"/>
                <a:gd name="T5" fmla="*/ 685756 h 19679"/>
                <a:gd name="T6" fmla="*/ 2311038 w 19679"/>
                <a:gd name="T7" fmla="*/ 68575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8"/>
                    <a:pt x="6724" y="20638"/>
                    <a:pt x="2881" y="16796"/>
                  </a:cubicBezTo>
                  <a:cubicBezTo>
                    <a:pt x="-961" y="12953"/>
                    <a:pt x="-961" y="6724"/>
                    <a:pt x="2881" y="2881"/>
                  </a:cubicBezTo>
                  <a:cubicBezTo>
                    <a:pt x="6724" y="-961"/>
                    <a:pt x="12953" y="-961"/>
                    <a:pt x="16796" y="2881"/>
                  </a:cubicBezTo>
                  <a:close/>
                </a:path>
              </a:pathLst>
            </a:custGeom>
            <a:ln>
              <a:noFill/>
            </a:ln>
          </p:spPr>
          <p:style>
            <a:lnRef idx="1">
              <a:schemeClr val="accent2"/>
            </a:lnRef>
            <a:fillRef idx="2">
              <a:schemeClr val="accent2"/>
            </a:fillRef>
            <a:effectRef idx="1">
              <a:schemeClr val="accent2"/>
            </a:effectRef>
            <a:fontRef idx="minor">
              <a:schemeClr val="dk1"/>
            </a:fontRef>
          </p:style>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1"/>
            <p:cNvSpPr/>
            <p:nvPr/>
          </p:nvSpPr>
          <p:spPr bwMode="auto">
            <a:xfrm rot="2700000">
              <a:off x="5961383" y="2609361"/>
              <a:ext cx="2020475" cy="729570"/>
            </a:xfrm>
            <a:custGeom>
              <a:avLst/>
              <a:gdLst>
                <a:gd name="T0" fmla="*/ 1954250 w 21600"/>
                <a:gd name="T1" fmla="*/ 705582 h 20839"/>
                <a:gd name="T2" fmla="*/ 1954250 w 21600"/>
                <a:gd name="T3" fmla="*/ 705582 h 20839"/>
                <a:gd name="T4" fmla="*/ 1954250 w 21600"/>
                <a:gd name="T5" fmla="*/ 705582 h 20839"/>
                <a:gd name="T6" fmla="*/ 1954250 w 21600"/>
                <a:gd name="T7" fmla="*/ 705582 h 208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0839">
                  <a:moveTo>
                    <a:pt x="0" y="0"/>
                  </a:moveTo>
                  <a:lnTo>
                    <a:pt x="0" y="13044"/>
                  </a:lnTo>
                  <a:cubicBezTo>
                    <a:pt x="0" y="15039"/>
                    <a:pt x="1053" y="17035"/>
                    <a:pt x="3162" y="18556"/>
                  </a:cubicBezTo>
                  <a:cubicBezTo>
                    <a:pt x="7380" y="21599"/>
                    <a:pt x="14219" y="21600"/>
                    <a:pt x="18437" y="18556"/>
                  </a:cubicBezTo>
                  <a:cubicBezTo>
                    <a:pt x="20546" y="17035"/>
                    <a:pt x="21600" y="15039"/>
                    <a:pt x="21600" y="13044"/>
                  </a:cubicBezTo>
                  <a:lnTo>
                    <a:pt x="21600" y="0"/>
                  </a:lnTo>
                  <a:lnTo>
                    <a:pt x="0" y="0"/>
                  </a:lnTo>
                  <a:close/>
                </a:path>
              </a:pathLst>
            </a:custGeom>
          </p:spPr>
          <p:style>
            <a:lnRef idx="1">
              <a:schemeClr val="accent1"/>
            </a:lnRef>
            <a:fillRef idx="3">
              <a:schemeClr val="accent1"/>
            </a:fillRef>
            <a:effectRef idx="2">
              <a:schemeClr val="accent1"/>
            </a:effectRef>
            <a:fontRef idx="minor">
              <a:schemeClr val="lt1"/>
            </a:fontRef>
          </p:style>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8" name="1"/>
            <p:cNvSpPr/>
            <p:nvPr/>
          </p:nvSpPr>
          <p:spPr bwMode="auto">
            <a:xfrm rot="2700000">
              <a:off x="6219892" y="2442767"/>
              <a:ext cx="2020475" cy="545742"/>
            </a:xfrm>
            <a:custGeom>
              <a:avLst/>
              <a:gdLst>
                <a:gd name="T0" fmla="*/ 1954150 w 19679"/>
                <a:gd name="T1" fmla="*/ 579348 h 19679"/>
                <a:gd name="T2" fmla="*/ 1954150 w 19679"/>
                <a:gd name="T3" fmla="*/ 579348 h 19679"/>
                <a:gd name="T4" fmla="*/ 1954150 w 19679"/>
                <a:gd name="T5" fmla="*/ 579348 h 19679"/>
                <a:gd name="T6" fmla="*/ 1954150 w 19679"/>
                <a:gd name="T7" fmla="*/ 579348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8"/>
                    <a:pt x="6724" y="20638"/>
                    <a:pt x="2881" y="16796"/>
                  </a:cubicBezTo>
                  <a:cubicBezTo>
                    <a:pt x="-961" y="12953"/>
                    <a:pt x="-961" y="6724"/>
                    <a:pt x="2881" y="2881"/>
                  </a:cubicBezTo>
                  <a:cubicBezTo>
                    <a:pt x="6724" y="-961"/>
                    <a:pt x="12953" y="-961"/>
                    <a:pt x="16796" y="2881"/>
                  </a:cubicBezTo>
                  <a:close/>
                </a:path>
              </a:pathLst>
            </a:custGeom>
            <a:ln>
              <a:noFill/>
            </a:ln>
          </p:spPr>
          <p:style>
            <a:lnRef idx="1">
              <a:schemeClr val="accent1"/>
            </a:lnRef>
            <a:fillRef idx="2">
              <a:schemeClr val="accent1"/>
            </a:fillRef>
            <a:effectRef idx="1">
              <a:schemeClr val="accent1"/>
            </a:effectRef>
            <a:fontRef idx="minor">
              <a:schemeClr val="dk1"/>
            </a:fontRef>
          </p:style>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0" name="1"/>
            <p:cNvSpPr/>
            <p:nvPr/>
          </p:nvSpPr>
          <p:spPr bwMode="auto">
            <a:xfrm rot="8100000">
              <a:off x="7155039" y="2079622"/>
              <a:ext cx="568720" cy="719722"/>
            </a:xfrm>
            <a:custGeom>
              <a:avLst/>
              <a:gdLst>
                <a:gd name="T0" fmla="*/ 550572 w 21600"/>
                <a:gd name="T1" fmla="*/ 696611 h 21600"/>
                <a:gd name="T2" fmla="*/ 550572 w 21600"/>
                <a:gd name="T3" fmla="*/ 696611 h 21600"/>
                <a:gd name="T4" fmla="*/ 550572 w 21600"/>
                <a:gd name="T5" fmla="*/ 696611 h 21600"/>
                <a:gd name="T6" fmla="*/ 550572 w 21600"/>
                <a:gd name="T7" fmla="*/ 69661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599" y="0"/>
                  </a:lnTo>
                  <a:lnTo>
                    <a:pt x="21599" y="21600"/>
                  </a:lnTo>
                  <a:lnTo>
                    <a:pt x="0" y="21600"/>
                  </a:lnTo>
                  <a:lnTo>
                    <a:pt x="0" y="0"/>
                  </a:lnTo>
                  <a:close/>
                </a:path>
              </a:pathLst>
            </a:custGeom>
            <a:solidFill>
              <a:schemeClr val="bg1">
                <a:lumMod val="95000"/>
              </a:schemeClr>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1" name="1"/>
            <p:cNvSpPr/>
            <p:nvPr/>
          </p:nvSpPr>
          <p:spPr bwMode="auto">
            <a:xfrm rot="2700000">
              <a:off x="6877655" y="2541656"/>
              <a:ext cx="719723" cy="194497"/>
            </a:xfrm>
            <a:custGeom>
              <a:avLst/>
              <a:gdLst>
                <a:gd name="T0" fmla="*/ 696576 w 19679"/>
                <a:gd name="T1" fmla="*/ 206671 h 19679"/>
                <a:gd name="T2" fmla="*/ 696576 w 19679"/>
                <a:gd name="T3" fmla="*/ 206671 h 19679"/>
                <a:gd name="T4" fmla="*/ 696576 w 19679"/>
                <a:gd name="T5" fmla="*/ 206671 h 19679"/>
                <a:gd name="T6" fmla="*/ 696576 w 19679"/>
                <a:gd name="T7" fmla="*/ 206671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bg1">
                <a:lumMod val="95000"/>
              </a:schemeClr>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fontScale="25000" lnSpcReduction="20000"/>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3" name="1"/>
            <p:cNvSpPr/>
            <p:nvPr/>
          </p:nvSpPr>
          <p:spPr bwMode="auto">
            <a:xfrm rot="2700000">
              <a:off x="7278959" y="2140351"/>
              <a:ext cx="719722" cy="194498"/>
            </a:xfrm>
            <a:custGeom>
              <a:avLst/>
              <a:gdLst>
                <a:gd name="T0" fmla="*/ 696576 w 19679"/>
                <a:gd name="T1" fmla="*/ 206671 h 19679"/>
                <a:gd name="T2" fmla="*/ 696576 w 19679"/>
                <a:gd name="T3" fmla="*/ 206671 h 19679"/>
                <a:gd name="T4" fmla="*/ 696576 w 19679"/>
                <a:gd name="T5" fmla="*/ 206671 h 19679"/>
                <a:gd name="T6" fmla="*/ 696576 w 19679"/>
                <a:gd name="T7" fmla="*/ 206671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bg1">
                <a:lumMod val="85000"/>
              </a:schemeClr>
            </a:solidFill>
            <a:ln>
              <a:noFill/>
            </a:ln>
            <a:effectLst/>
          </p:spPr>
          <p:txBody>
            <a:bodyPr wrap="square" lIns="91440" tIns="45720" rIns="91440" bIns="45720" anchor="ctr">
              <a:normAutofit fontScale="25000" lnSpcReduction="20000"/>
            </a:bodyPr>
            <a:lstStyle>
              <a:defPPr>
                <a:defRPr lang="en-US"/>
              </a:defPPr>
              <a:lvl1pPr algn="l" defTabSz="12700" rtl="0" fontAlgn="base" hangingPunct="0">
                <a:lnSpc>
                  <a:spcPct val="110000"/>
                </a:lnSpc>
                <a:spcBef>
                  <a:spcPct val="0"/>
                </a:spcBef>
                <a:spcAft>
                  <a:spcPct val="0"/>
                </a:spcAft>
                <a:defRPr sz="2400" kern="1200">
                  <a:solidFill>
                    <a:srgbClr val="53585F"/>
                  </a:solidFill>
                </a:defRPr>
              </a:lvl1pPr>
              <a:lvl2pPr marL="228600" indent="228600" algn="l" defTabSz="12700" rtl="0" fontAlgn="base" hangingPunct="0">
                <a:lnSpc>
                  <a:spcPct val="110000"/>
                </a:lnSpc>
                <a:spcBef>
                  <a:spcPct val="0"/>
                </a:spcBef>
                <a:spcAft>
                  <a:spcPct val="0"/>
                </a:spcAft>
                <a:defRPr sz="2400" kern="1200">
                  <a:solidFill>
                    <a:srgbClr val="53585F"/>
                  </a:solidFill>
                </a:defRPr>
              </a:lvl2pPr>
              <a:lvl3pPr marL="457200" indent="457200" algn="l" defTabSz="12700" rtl="0" fontAlgn="base" hangingPunct="0">
                <a:lnSpc>
                  <a:spcPct val="110000"/>
                </a:lnSpc>
                <a:spcBef>
                  <a:spcPct val="0"/>
                </a:spcBef>
                <a:spcAft>
                  <a:spcPct val="0"/>
                </a:spcAft>
                <a:defRPr sz="2400" kern="1200">
                  <a:solidFill>
                    <a:srgbClr val="53585F"/>
                  </a:solidFill>
                </a:defRPr>
              </a:lvl3pPr>
              <a:lvl4pPr marL="685800" indent="685800" algn="l" defTabSz="12700" rtl="0" fontAlgn="base" hangingPunct="0">
                <a:lnSpc>
                  <a:spcPct val="110000"/>
                </a:lnSpc>
                <a:spcBef>
                  <a:spcPct val="0"/>
                </a:spcBef>
                <a:spcAft>
                  <a:spcPct val="0"/>
                </a:spcAft>
                <a:defRPr sz="2400" kern="1200">
                  <a:solidFill>
                    <a:srgbClr val="53585F"/>
                  </a:solidFill>
                </a:defRPr>
              </a:lvl4pPr>
              <a:lvl5pPr marL="914400" indent="914400" algn="l" defTabSz="12700" rtl="0" fontAlgn="base" hangingPunct="0">
                <a:lnSpc>
                  <a:spcPct val="110000"/>
                </a:lnSpc>
                <a:spcBef>
                  <a:spcPct val="0"/>
                </a:spcBef>
                <a:spcAft>
                  <a:spcPct val="0"/>
                </a:spcAft>
                <a:defRPr sz="2400" kern="1200">
                  <a:solidFill>
                    <a:srgbClr val="53585F"/>
                  </a:solidFill>
                </a:defRPr>
              </a:lvl5pPr>
              <a:lvl6pPr marL="2286000" algn="l" defTabSz="914400" rtl="0" eaLnBrk="1" latinLnBrk="0" hangingPunct="1">
                <a:defRPr sz="2400" kern="1200">
                  <a:solidFill>
                    <a:srgbClr val="53585F"/>
                  </a:solidFill>
                </a:defRPr>
              </a:lvl6pPr>
              <a:lvl7pPr marL="2743200" algn="l" defTabSz="914400" rtl="0" eaLnBrk="1" latinLnBrk="0" hangingPunct="1">
                <a:defRPr sz="2400" kern="1200">
                  <a:solidFill>
                    <a:srgbClr val="53585F"/>
                  </a:solidFill>
                </a:defRPr>
              </a:lvl7pPr>
              <a:lvl8pPr marL="3200400" algn="l" defTabSz="914400" rtl="0" eaLnBrk="1" latinLnBrk="0" hangingPunct="1">
                <a:defRPr sz="2400" kern="1200">
                  <a:solidFill>
                    <a:srgbClr val="53585F"/>
                  </a:solidFill>
                </a:defRPr>
              </a:lvl8pPr>
              <a:lvl9pPr marL="3657600" algn="l" defTabSz="914400" rtl="0" eaLnBrk="1" latinLnBrk="0" hangingPunct="1">
                <a:defRPr sz="2400" kern="1200">
                  <a:solidFill>
                    <a:srgbClr val="53585F"/>
                  </a:solidFill>
                </a:defRPr>
              </a:lvl9pPr>
            </a:lstStyle>
            <a:p>
              <a:endParaRPr lang="id-ID"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4" name="文本框 43"/>
            <p:cNvSpPr txBox="1"/>
            <p:nvPr/>
          </p:nvSpPr>
          <p:spPr>
            <a:xfrm>
              <a:off x="574500" y="2159800"/>
              <a:ext cx="3504637" cy="705834"/>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5" name="文本框 44"/>
            <p:cNvSpPr txBox="1"/>
            <p:nvPr/>
          </p:nvSpPr>
          <p:spPr>
            <a:xfrm>
              <a:off x="582908" y="3270016"/>
              <a:ext cx="3504637" cy="705834"/>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6" name="文本框 45"/>
            <p:cNvSpPr txBox="1"/>
            <p:nvPr/>
          </p:nvSpPr>
          <p:spPr>
            <a:xfrm>
              <a:off x="8131020" y="2784164"/>
              <a:ext cx="3504637" cy="705834"/>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7" name="文本框 46"/>
            <p:cNvSpPr txBox="1"/>
            <p:nvPr/>
          </p:nvSpPr>
          <p:spPr>
            <a:xfrm>
              <a:off x="8137425" y="3958806"/>
              <a:ext cx="3504637" cy="705834"/>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57166" y="1886756"/>
            <a:ext cx="10077667" cy="3587654"/>
            <a:chOff x="1057166" y="1886756"/>
            <a:chExt cx="10077667" cy="3587654"/>
          </a:xfrm>
        </p:grpSpPr>
        <p:grpSp>
          <p:nvGrpSpPr>
            <p:cNvPr id="2" name="组合 1"/>
            <p:cNvGrpSpPr/>
            <p:nvPr/>
          </p:nvGrpSpPr>
          <p:grpSpPr>
            <a:xfrm>
              <a:off x="1057166" y="2038024"/>
              <a:ext cx="7515392" cy="3436386"/>
              <a:chOff x="1220787" y="1890176"/>
              <a:chExt cx="7515392" cy="3436386"/>
            </a:xfrm>
          </p:grpSpPr>
          <p:sp>
            <p:nvSpPr>
              <p:cNvPr id="89" name="Shape 7328"/>
              <p:cNvSpPr/>
              <p:nvPr/>
            </p:nvSpPr>
            <p:spPr>
              <a:xfrm>
                <a:off x="4307201" y="4326483"/>
                <a:ext cx="3949534" cy="42195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p:spPr>
            <p:style>
              <a:lnRef idx="1">
                <a:schemeClr val="accent4"/>
              </a:lnRef>
              <a:fillRef idx="3">
                <a:schemeClr val="accent4"/>
              </a:fillRef>
              <a:effectRef idx="2">
                <a:schemeClr val="accent4"/>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 name="Shape 7341"/>
              <p:cNvSpPr/>
              <p:nvPr/>
            </p:nvSpPr>
            <p:spPr>
              <a:xfrm>
                <a:off x="4307200" y="2937026"/>
                <a:ext cx="936536" cy="46777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p:spPr>
            <p:style>
              <a:lnRef idx="1">
                <a:schemeClr val="accent1"/>
              </a:lnRef>
              <a:fillRef idx="3">
                <a:schemeClr val="accent1"/>
              </a:fillRef>
              <a:effectRef idx="2">
                <a:schemeClr val="accent1"/>
              </a:effectRef>
              <a:fontRef idx="minor">
                <a:schemeClr val="lt1"/>
              </a:fontRef>
            </p:style>
            <p:txBody>
              <a:bodyPr lIns="0" tIns="0" rIns="0" bIns="0"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9" name="Group 7346"/>
              <p:cNvGrpSpPr/>
              <p:nvPr/>
            </p:nvGrpSpPr>
            <p:grpSpPr>
              <a:xfrm>
                <a:off x="4307200" y="3403351"/>
                <a:ext cx="2045551" cy="463147"/>
                <a:chOff x="65880" y="5927"/>
                <a:chExt cx="4262697" cy="1000025"/>
              </a:xfrm>
            </p:grpSpPr>
            <p:sp>
              <p:nvSpPr>
                <p:cNvPr id="84" name="Shape 7342"/>
                <p:cNvSpPr/>
                <p:nvPr/>
              </p:nvSpPr>
              <p:spPr>
                <a:xfrm>
                  <a:off x="65880" y="5927"/>
                  <a:ext cx="4262697" cy="100002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p:spPr>
              <p:style>
                <a:lnRef idx="1">
                  <a:schemeClr val="accent2"/>
                </a:lnRef>
                <a:fillRef idx="3">
                  <a:schemeClr val="accent2"/>
                </a:fillRef>
                <a:effectRef idx="2">
                  <a:schemeClr val="accent2"/>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3" name="Shape 7345"/>
                <p:cNvSpPr/>
                <p:nvPr/>
              </p:nvSpPr>
              <p:spPr>
                <a:xfrm>
                  <a:off x="1113863" y="5928"/>
                  <a:ext cx="1908588" cy="57903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5496" y="21600"/>
                        <a:pt x="19568" y="12834"/>
                        <a:pt x="21600" y="0"/>
                      </a:cubicBezTo>
                      <a:lnTo>
                        <a:pt x="0" y="0"/>
                      </a:lnTo>
                      <a:cubicBezTo>
                        <a:pt x="2032" y="12834"/>
                        <a:pt x="6104" y="21600"/>
                        <a:pt x="10800" y="21600"/>
                      </a:cubicBezTo>
                      <a:close/>
                    </a:path>
                  </a:pathLst>
                </a:custGeom>
                <a:solidFill>
                  <a:srgbClr val="556675">
                    <a:alpha val="30000"/>
                  </a:srgbClr>
                </a:solidFill>
                <a:ln w="12700" cap="flat">
                  <a:noFill/>
                  <a:miter lim="400000"/>
                </a:ln>
                <a:effectLst/>
                <a:scene3d>
                  <a:camera prst="orthographicFront"/>
                  <a:lightRig rig="threePt" dir="t"/>
                </a:scene3d>
                <a:sp3d/>
              </p:spPr>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sp>
            <p:nvSpPr>
              <p:cNvPr id="79" name="Shape 7347"/>
              <p:cNvSpPr/>
              <p:nvPr/>
            </p:nvSpPr>
            <p:spPr>
              <a:xfrm>
                <a:off x="4307201" y="3860159"/>
                <a:ext cx="2969999" cy="488124"/>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p:spPr>
            <p:style>
              <a:lnRef idx="1">
                <a:schemeClr val="accent3"/>
              </a:lnRef>
              <a:fillRef idx="3">
                <a:schemeClr val="accent3"/>
              </a:fillRef>
              <a:effectRef idx="2">
                <a:schemeClr val="accent3"/>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65" name="Shape 7352"/>
              <p:cNvSpPr/>
              <p:nvPr/>
            </p:nvSpPr>
            <p:spPr>
              <a:xfrm>
                <a:off x="1296334" y="3831608"/>
                <a:ext cx="3021632" cy="1489635"/>
              </a:xfrm>
              <a:custGeom>
                <a:avLst/>
                <a:gdLst/>
                <a:ahLst/>
                <a:cxnLst>
                  <a:cxn ang="0">
                    <a:pos x="wd2" y="hd2"/>
                  </a:cxn>
                  <a:cxn ang="5400000">
                    <a:pos x="wd2" y="hd2"/>
                  </a:cxn>
                  <a:cxn ang="10800000">
                    <a:pos x="wd2" y="hd2"/>
                  </a:cxn>
                  <a:cxn ang="16200000">
                    <a:pos x="wd2" y="hd2"/>
                  </a:cxn>
                </a:cxnLst>
                <a:rect l="0" t="0" r="r" b="b"/>
                <a:pathLst>
                  <a:path w="21600" h="21600" extrusionOk="0">
                    <a:moveTo>
                      <a:pt x="5844" y="14819"/>
                    </a:moveTo>
                    <a:lnTo>
                      <a:pt x="0" y="0"/>
                    </a:lnTo>
                    <a:lnTo>
                      <a:pt x="106" y="4305"/>
                    </a:lnTo>
                    <a:lnTo>
                      <a:pt x="6083" y="21416"/>
                    </a:lnTo>
                    <a:lnTo>
                      <a:pt x="6148" y="21600"/>
                    </a:lnTo>
                    <a:lnTo>
                      <a:pt x="10312" y="19342"/>
                    </a:lnTo>
                    <a:lnTo>
                      <a:pt x="21600" y="13220"/>
                    </a:lnTo>
                    <a:lnTo>
                      <a:pt x="21600" y="7093"/>
                    </a:lnTo>
                    <a:cubicBezTo>
                      <a:pt x="21600" y="7093"/>
                      <a:pt x="5844" y="14819"/>
                      <a:pt x="5844" y="14819"/>
                    </a:cubicBezTo>
                    <a:close/>
                  </a:path>
                </a:pathLst>
              </a:custGeom>
            </p:spPr>
            <p:style>
              <a:lnRef idx="1">
                <a:schemeClr val="accent4"/>
              </a:lnRef>
              <a:fillRef idx="3">
                <a:schemeClr val="accent4"/>
              </a:fillRef>
              <a:effectRef idx="2">
                <a:schemeClr val="accent4"/>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66" name="Shape 7353"/>
              <p:cNvSpPr/>
              <p:nvPr/>
            </p:nvSpPr>
            <p:spPr>
              <a:xfrm>
                <a:off x="1247030" y="2851375"/>
                <a:ext cx="3071167" cy="154689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4" y="6898"/>
                    </a:lnTo>
                    <a:lnTo>
                      <a:pt x="6098" y="21600"/>
                    </a:lnTo>
                    <a:lnTo>
                      <a:pt x="21600" y="14160"/>
                    </a:lnTo>
                    <a:lnTo>
                      <a:pt x="21600" y="7695"/>
                    </a:lnTo>
                    <a:lnTo>
                      <a:pt x="6098" y="15135"/>
                    </a:lnTo>
                    <a:cubicBezTo>
                      <a:pt x="6098" y="15135"/>
                      <a:pt x="0" y="0"/>
                      <a:pt x="0" y="0"/>
                    </a:cubicBezTo>
                    <a:close/>
                  </a:path>
                </a:pathLst>
              </a:custGeom>
            </p:spPr>
            <p:style>
              <a:lnRef idx="1">
                <a:schemeClr val="accent2"/>
              </a:lnRef>
              <a:fillRef idx="3">
                <a:schemeClr val="accent2"/>
              </a:fillRef>
              <a:effectRef idx="2">
                <a:schemeClr val="accent2"/>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67" name="Shape 7354"/>
              <p:cNvSpPr/>
              <p:nvPr/>
            </p:nvSpPr>
            <p:spPr>
              <a:xfrm>
                <a:off x="1270091" y="3346250"/>
                <a:ext cx="3046404" cy="151594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6" y="7038"/>
                    </a:lnTo>
                    <a:lnTo>
                      <a:pt x="5972" y="21600"/>
                    </a:lnTo>
                    <a:lnTo>
                      <a:pt x="21600" y="14008"/>
                    </a:lnTo>
                    <a:lnTo>
                      <a:pt x="21600" y="7411"/>
                    </a:lnTo>
                    <a:lnTo>
                      <a:pt x="5972" y="15003"/>
                    </a:lnTo>
                    <a:cubicBezTo>
                      <a:pt x="5972" y="15003"/>
                      <a:pt x="0" y="0"/>
                      <a:pt x="0" y="0"/>
                    </a:cubicBezTo>
                    <a:close/>
                  </a:path>
                </a:pathLst>
              </a:custGeom>
            </p:spPr>
            <p:style>
              <a:lnRef idx="1">
                <a:schemeClr val="accent3"/>
              </a:lnRef>
              <a:fillRef idx="3">
                <a:schemeClr val="accent3"/>
              </a:fillRef>
              <a:effectRef idx="2">
                <a:schemeClr val="accent3"/>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68" name="Shape 7355"/>
              <p:cNvSpPr/>
              <p:nvPr/>
            </p:nvSpPr>
            <p:spPr>
              <a:xfrm>
                <a:off x="1220787" y="2356500"/>
                <a:ext cx="3095933" cy="1577870"/>
              </a:xfrm>
              <a:custGeom>
                <a:avLst/>
                <a:gdLst/>
                <a:ahLst/>
                <a:cxnLst>
                  <a:cxn ang="0">
                    <a:pos x="wd2" y="hd2"/>
                  </a:cxn>
                  <a:cxn ang="5400000">
                    <a:pos x="wd2" y="hd2"/>
                  </a:cxn>
                  <a:cxn ang="10800000">
                    <a:pos x="wd2" y="hd2"/>
                  </a:cxn>
                  <a:cxn ang="16200000">
                    <a:pos x="wd2" y="hd2"/>
                  </a:cxn>
                </a:cxnLst>
                <a:rect l="0" t="0" r="r" b="b"/>
                <a:pathLst>
                  <a:path w="21600" h="21600" extrusionOk="0">
                    <a:moveTo>
                      <a:pt x="6222" y="15262"/>
                    </a:moveTo>
                    <a:lnTo>
                      <a:pt x="0" y="0"/>
                    </a:lnTo>
                    <a:lnTo>
                      <a:pt x="173" y="6762"/>
                    </a:lnTo>
                    <a:lnTo>
                      <a:pt x="6222" y="21600"/>
                    </a:lnTo>
                    <a:lnTo>
                      <a:pt x="21600" y="14306"/>
                    </a:lnTo>
                    <a:lnTo>
                      <a:pt x="21600" y="7967"/>
                    </a:lnTo>
                    <a:cubicBezTo>
                      <a:pt x="21600" y="7967"/>
                      <a:pt x="6222" y="15262"/>
                      <a:pt x="6222" y="15262"/>
                    </a:cubicBezTo>
                    <a:close/>
                  </a:path>
                </a:pathLst>
              </a:custGeom>
            </p:spPr>
            <p:style>
              <a:lnRef idx="1">
                <a:schemeClr val="accent1"/>
              </a:lnRef>
              <a:fillRef idx="3">
                <a:schemeClr val="accent1"/>
              </a:fillRef>
              <a:effectRef idx="2">
                <a:schemeClr val="accent1"/>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69" name="Shape 7356"/>
              <p:cNvSpPr/>
              <p:nvPr/>
            </p:nvSpPr>
            <p:spPr>
              <a:xfrm>
                <a:off x="2108254" y="2937026"/>
                <a:ext cx="2204100" cy="2389536"/>
              </a:xfrm>
              <a:custGeom>
                <a:avLst/>
                <a:gdLst/>
                <a:ahLst/>
                <a:cxnLst>
                  <a:cxn ang="0">
                    <a:pos x="wd2" y="hd2"/>
                  </a:cxn>
                  <a:cxn ang="5400000">
                    <a:pos x="wd2" y="hd2"/>
                  </a:cxn>
                  <a:cxn ang="10800000">
                    <a:pos x="wd2" y="hd2"/>
                  </a:cxn>
                  <a:cxn ang="16200000">
                    <a:pos x="wd2" y="hd2"/>
                  </a:cxn>
                </a:cxnLst>
                <a:rect l="0" t="0" r="r" b="b"/>
                <a:pathLst>
                  <a:path w="21600" h="21600" extrusionOk="0">
                    <a:moveTo>
                      <a:pt x="416" y="21600"/>
                    </a:moveTo>
                    <a:lnTo>
                      <a:pt x="6126" y="20192"/>
                    </a:lnTo>
                    <a:lnTo>
                      <a:pt x="21600" y="16376"/>
                    </a:lnTo>
                    <a:lnTo>
                      <a:pt x="21600" y="0"/>
                    </a:lnTo>
                    <a:lnTo>
                      <a:pt x="0" y="4816"/>
                    </a:lnTo>
                    <a:cubicBezTo>
                      <a:pt x="0" y="4816"/>
                      <a:pt x="416" y="21600"/>
                      <a:pt x="416" y="21600"/>
                    </a:cubicBezTo>
                    <a:close/>
                  </a:path>
                </a:pathLst>
              </a:custGeom>
              <a:solidFill>
                <a:srgbClr val="FFFFFF">
                  <a:alpha val="20000"/>
                </a:srgbClr>
              </a:solidFill>
              <a:ln w="12700" cap="flat">
                <a:noFill/>
                <a:miter lim="400000"/>
              </a:ln>
              <a:effectLst/>
              <a:scene3d>
                <a:camera prst="orthographicFront"/>
                <a:lightRig rig="threePt" dir="t"/>
              </a:scene3d>
              <a:sp3d/>
            </p:spPr>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70" name="Shape 7358"/>
              <p:cNvSpPr/>
              <p:nvPr/>
            </p:nvSpPr>
            <p:spPr>
              <a:xfrm>
                <a:off x="2108254" y="3460451"/>
                <a:ext cx="61587" cy="1861139"/>
              </a:xfrm>
              <a:custGeom>
                <a:avLst/>
                <a:gdLst/>
                <a:ahLst/>
                <a:cxnLst>
                  <a:cxn ang="0">
                    <a:pos x="wd2" y="hd2"/>
                  </a:cxn>
                  <a:cxn ang="5400000">
                    <a:pos x="wd2" y="hd2"/>
                  </a:cxn>
                  <a:cxn ang="10800000">
                    <a:pos x="wd2" y="hd2"/>
                  </a:cxn>
                  <a:cxn ang="16200000">
                    <a:pos x="wd2" y="hd2"/>
                  </a:cxn>
                </a:cxnLst>
                <a:rect l="0" t="0" r="r" b="b"/>
                <a:pathLst>
                  <a:path w="21600" h="21600" extrusionOk="0">
                    <a:moveTo>
                      <a:pt x="0" y="51"/>
                    </a:moveTo>
                    <a:lnTo>
                      <a:pt x="14894" y="21600"/>
                    </a:lnTo>
                    <a:lnTo>
                      <a:pt x="21600" y="21547"/>
                    </a:lnTo>
                    <a:lnTo>
                      <a:pt x="7040" y="0"/>
                    </a:lnTo>
                    <a:cubicBezTo>
                      <a:pt x="7040" y="0"/>
                      <a:pt x="0" y="51"/>
                      <a:pt x="0" y="51"/>
                    </a:cubicBezTo>
                    <a:close/>
                  </a:path>
                </a:pathLst>
              </a:custGeom>
              <a:solidFill>
                <a:srgbClr val="FFFFFF">
                  <a:alpha val="15000"/>
                </a:srgbClr>
              </a:solidFill>
              <a:ln w="12700" cap="flat">
                <a:noFill/>
                <a:miter lim="400000"/>
              </a:ln>
              <a:effectLst/>
              <a:scene3d>
                <a:camera prst="orthographicFront"/>
                <a:lightRig rig="threePt" dir="t"/>
              </a:scene3d>
              <a:sp3d/>
            </p:spPr>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71" name="Shape 7359"/>
              <p:cNvSpPr/>
              <p:nvPr/>
            </p:nvSpPr>
            <p:spPr>
              <a:xfrm>
                <a:off x="1220787" y="2346983"/>
                <a:ext cx="3095933" cy="1119120"/>
              </a:xfrm>
              <a:custGeom>
                <a:avLst/>
                <a:gdLst/>
                <a:ahLst/>
                <a:cxnLst>
                  <a:cxn ang="0">
                    <a:pos x="wd2" y="hd2"/>
                  </a:cxn>
                  <a:cxn ang="5400000">
                    <a:pos x="wd2" y="hd2"/>
                  </a:cxn>
                  <a:cxn ang="10800000">
                    <a:pos x="wd2" y="hd2"/>
                  </a:cxn>
                  <a:cxn ang="16200000">
                    <a:pos x="wd2" y="hd2"/>
                  </a:cxn>
                </a:cxnLst>
                <a:rect l="0" t="0" r="r" b="b"/>
                <a:pathLst>
                  <a:path w="21600" h="21600" extrusionOk="0">
                    <a:moveTo>
                      <a:pt x="6273" y="21233"/>
                    </a:moveTo>
                    <a:lnTo>
                      <a:pt x="133" y="0"/>
                    </a:lnTo>
                    <a:lnTo>
                      <a:pt x="0" y="82"/>
                    </a:lnTo>
                    <a:lnTo>
                      <a:pt x="6222" y="21600"/>
                    </a:lnTo>
                    <a:lnTo>
                      <a:pt x="21600" y="11316"/>
                    </a:lnTo>
                    <a:lnTo>
                      <a:pt x="21504" y="11047"/>
                    </a:lnTo>
                    <a:cubicBezTo>
                      <a:pt x="21504" y="11047"/>
                      <a:pt x="6273" y="21233"/>
                      <a:pt x="6273" y="21233"/>
                    </a:cubicBezTo>
                    <a:close/>
                  </a:path>
                </a:pathLst>
              </a:custGeom>
              <a:solidFill>
                <a:schemeClr val="accent5">
                  <a:alpha val="35000"/>
                </a:schemeClr>
              </a:solidFill>
              <a:ln w="12700" cap="flat">
                <a:noFill/>
                <a:miter lim="400000"/>
              </a:ln>
              <a:effectLst/>
              <a:scene3d>
                <a:camera prst="orthographicFront"/>
                <a:lightRig rig="threePt" dir="t"/>
              </a:scene3d>
              <a:sp3d/>
            </p:spPr>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12" name="Group 7371"/>
              <p:cNvGrpSpPr/>
              <p:nvPr/>
            </p:nvGrpSpPr>
            <p:grpSpPr>
              <a:xfrm>
                <a:off x="4810099" y="2727657"/>
                <a:ext cx="918543" cy="886511"/>
                <a:chOff x="0" y="0"/>
                <a:chExt cx="1914138" cy="1914149"/>
              </a:xfrm>
            </p:grpSpPr>
            <p:sp>
              <p:nvSpPr>
                <p:cNvPr id="61" name="Shape 7368"/>
                <p:cNvSpPr/>
                <p:nvPr/>
              </p:nvSpPr>
              <p:spPr>
                <a:xfrm>
                  <a:off x="0" y="0"/>
                  <a:ext cx="1914138" cy="191414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4"/>
                        <a:pt x="16765" y="21600"/>
                        <a:pt x="10800" y="21600"/>
                      </a:cubicBezTo>
                      <a:cubicBezTo>
                        <a:pt x="4835" y="21600"/>
                        <a:pt x="0" y="16764"/>
                        <a:pt x="0" y="10800"/>
                      </a:cubicBezTo>
                      <a:cubicBezTo>
                        <a:pt x="0" y="4835"/>
                        <a:pt x="4835" y="0"/>
                        <a:pt x="10800" y="0"/>
                      </a:cubicBezTo>
                      <a:cubicBezTo>
                        <a:pt x="16765" y="0"/>
                        <a:pt x="21600" y="4835"/>
                        <a:pt x="21600" y="10800"/>
                      </a:cubicBezTo>
                      <a:close/>
                    </a:path>
                  </a:pathLst>
                </a:custGeom>
              </p:spPr>
              <p:style>
                <a:lnRef idx="1">
                  <a:schemeClr val="accent1"/>
                </a:lnRef>
                <a:fillRef idx="3">
                  <a:schemeClr val="accent1"/>
                </a:fillRef>
                <a:effectRef idx="2">
                  <a:schemeClr val="accent1"/>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62" name="Shape 7369"/>
                <p:cNvSpPr/>
                <p:nvPr/>
              </p:nvSpPr>
              <p:spPr>
                <a:xfrm>
                  <a:off x="226035" y="226035"/>
                  <a:ext cx="1453078" cy="145309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bg1"/>
                </a:solidFill>
                <a:ln w="12700" cap="flat">
                  <a:noFill/>
                  <a:miter lim="400000"/>
                </a:ln>
                <a:effectLst/>
                <a:scene3d>
                  <a:camera prst="orthographicFront"/>
                  <a:lightRig rig="threePt" dir="t"/>
                </a:scene3d>
                <a:sp3d/>
              </p:spPr>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13" name="Group 7375"/>
              <p:cNvGrpSpPr/>
              <p:nvPr/>
            </p:nvGrpSpPr>
            <p:grpSpPr>
              <a:xfrm>
                <a:off x="5806035" y="3174947"/>
                <a:ext cx="918552" cy="886511"/>
                <a:chOff x="0" y="0"/>
                <a:chExt cx="1914157" cy="1914149"/>
              </a:xfrm>
            </p:grpSpPr>
            <p:sp>
              <p:nvSpPr>
                <p:cNvPr id="58" name="Shape 7372"/>
                <p:cNvSpPr/>
                <p:nvPr/>
              </p:nvSpPr>
              <p:spPr>
                <a:xfrm>
                  <a:off x="0" y="0"/>
                  <a:ext cx="1914157" cy="191414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p:spPr>
              <p:style>
                <a:lnRef idx="1">
                  <a:schemeClr val="accent2"/>
                </a:lnRef>
                <a:fillRef idx="3">
                  <a:schemeClr val="accent2"/>
                </a:fillRef>
                <a:effectRef idx="2">
                  <a:schemeClr val="accent2"/>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59" name="Shape 7373"/>
                <p:cNvSpPr/>
                <p:nvPr/>
              </p:nvSpPr>
              <p:spPr>
                <a:xfrm>
                  <a:off x="246584" y="226035"/>
                  <a:ext cx="1453077" cy="1453078"/>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bg1"/>
                </a:solidFill>
                <a:ln w="12700" cap="flat">
                  <a:noFill/>
                  <a:miter lim="400000"/>
                </a:ln>
                <a:effectLst/>
                <a:scene3d>
                  <a:camera prst="orthographicFront"/>
                  <a:lightRig rig="threePt" dir="t"/>
                </a:scene3d>
                <a:sp3d/>
              </p:spPr>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14" name="Group 7379"/>
              <p:cNvGrpSpPr/>
              <p:nvPr/>
            </p:nvGrpSpPr>
            <p:grpSpPr>
              <a:xfrm>
                <a:off x="7817627" y="4107596"/>
                <a:ext cx="918552" cy="886506"/>
                <a:chOff x="0" y="0"/>
                <a:chExt cx="1914157" cy="1914139"/>
              </a:xfrm>
            </p:grpSpPr>
            <p:sp>
              <p:nvSpPr>
                <p:cNvPr id="55" name="Shape 7376"/>
                <p:cNvSpPr/>
                <p:nvPr/>
              </p:nvSpPr>
              <p:spPr>
                <a:xfrm>
                  <a:off x="0" y="0"/>
                  <a:ext cx="1914157" cy="191413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p:spPr>
              <p:style>
                <a:lnRef idx="1">
                  <a:schemeClr val="accent4"/>
                </a:lnRef>
                <a:fillRef idx="3">
                  <a:schemeClr val="accent4"/>
                </a:fillRef>
                <a:effectRef idx="2">
                  <a:schemeClr val="accent4"/>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56" name="Shape 7377"/>
                <p:cNvSpPr/>
                <p:nvPr/>
              </p:nvSpPr>
              <p:spPr>
                <a:xfrm>
                  <a:off x="226035" y="226035"/>
                  <a:ext cx="1453078" cy="145305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bg1"/>
                </a:solidFill>
                <a:ln w="12700" cap="flat">
                  <a:noFill/>
                  <a:miter lim="400000"/>
                </a:ln>
                <a:effectLst/>
                <a:scene3d>
                  <a:camera prst="orthographicFront"/>
                  <a:lightRig rig="threePt" dir="t"/>
                </a:scene3d>
                <a:sp3d/>
              </p:spPr>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15" name="Group 7383"/>
              <p:cNvGrpSpPr/>
              <p:nvPr/>
            </p:nvGrpSpPr>
            <p:grpSpPr>
              <a:xfrm>
                <a:off x="6782248" y="3660305"/>
                <a:ext cx="918533" cy="886506"/>
                <a:chOff x="0" y="0"/>
                <a:chExt cx="1914118" cy="1914139"/>
              </a:xfrm>
            </p:grpSpPr>
            <p:sp>
              <p:nvSpPr>
                <p:cNvPr id="52" name="Shape 7380"/>
                <p:cNvSpPr/>
                <p:nvPr/>
              </p:nvSpPr>
              <p:spPr>
                <a:xfrm>
                  <a:off x="0" y="0"/>
                  <a:ext cx="1914118" cy="191413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p:spPr>
              <p:style>
                <a:lnRef idx="1">
                  <a:schemeClr val="accent3"/>
                </a:lnRef>
                <a:fillRef idx="3">
                  <a:schemeClr val="accent3"/>
                </a:fillRef>
                <a:effectRef idx="2">
                  <a:schemeClr val="accent3"/>
                </a:effectRef>
                <a:fontRef idx="minor">
                  <a:schemeClr val="lt1"/>
                </a:fontRef>
              </p:style>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53" name="Shape 7381"/>
                <p:cNvSpPr/>
                <p:nvPr/>
              </p:nvSpPr>
              <p:spPr>
                <a:xfrm>
                  <a:off x="226035" y="226035"/>
                  <a:ext cx="1453096" cy="145305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bg1"/>
                </a:solidFill>
                <a:ln w="12700" cap="flat">
                  <a:noFill/>
                  <a:miter lim="400000"/>
                </a:ln>
                <a:effectLst/>
                <a:scene3d>
                  <a:camera prst="orthographicFront"/>
                  <a:lightRig rig="threePt" dir="t"/>
                </a:scene3d>
                <a:sp3d/>
              </p:spPr>
              <p:txBody>
                <a:bodyPr wrap="square" lIns="0" tIns="0" rIns="0" bIns="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sp>
            <p:nvSpPr>
              <p:cNvPr id="35" name="Shape 32"/>
              <p:cNvSpPr/>
              <p:nvPr/>
            </p:nvSpPr>
            <p:spPr>
              <a:xfrm>
                <a:off x="1220787" y="1890176"/>
                <a:ext cx="3095933" cy="1577999"/>
              </a:xfrm>
              <a:custGeom>
                <a:avLst/>
                <a:gdLst/>
                <a:ahLst/>
                <a:cxnLst>
                  <a:cxn ang="0">
                    <a:pos x="wd2" y="hd2"/>
                  </a:cxn>
                  <a:cxn ang="5400000">
                    <a:pos x="wd2" y="hd2"/>
                  </a:cxn>
                  <a:cxn ang="10800000">
                    <a:pos x="wd2" y="hd2"/>
                  </a:cxn>
                  <a:cxn ang="16200000">
                    <a:pos x="wd2" y="hd2"/>
                  </a:cxn>
                </a:cxnLst>
                <a:rect l="0" t="0" r="r" b="b"/>
                <a:pathLst>
                  <a:path w="21600" h="21600" extrusionOk="0">
                    <a:moveTo>
                      <a:pt x="21600" y="14306"/>
                    </a:moveTo>
                    <a:lnTo>
                      <a:pt x="6222" y="21600"/>
                    </a:lnTo>
                    <a:lnTo>
                      <a:pt x="0" y="6340"/>
                    </a:lnTo>
                    <a:lnTo>
                      <a:pt x="14400" y="0"/>
                    </a:lnTo>
                    <a:cubicBezTo>
                      <a:pt x="14400" y="0"/>
                      <a:pt x="21600" y="14306"/>
                      <a:pt x="21600" y="14306"/>
                    </a:cubicBezTo>
                    <a:close/>
                  </a:path>
                </a:pathLst>
              </a:custGeom>
              <a:ln>
                <a:noFill/>
              </a:ln>
            </p:spPr>
            <p:style>
              <a:lnRef idx="1">
                <a:schemeClr val="accent1"/>
              </a:lnRef>
              <a:fillRef idx="2">
                <a:schemeClr val="accent1"/>
              </a:fillRef>
              <a:effectRef idx="1">
                <a:schemeClr val="accent1"/>
              </a:effectRef>
              <a:fontRef idx="minor">
                <a:schemeClr val="dk1"/>
              </a:fontRef>
            </p:style>
            <p:txBody>
              <a:bodyPr lIns="19050" tIns="19050" rIns="19050" bIns="19050"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98" name="组合 97"/>
            <p:cNvGrpSpPr/>
            <p:nvPr/>
          </p:nvGrpSpPr>
          <p:grpSpPr>
            <a:xfrm>
              <a:off x="6706059" y="1886756"/>
              <a:ext cx="4428774" cy="711733"/>
              <a:chOff x="8273143" y="1761489"/>
              <a:chExt cx="4428774" cy="711733"/>
            </a:xfrm>
          </p:grpSpPr>
          <p:sp>
            <p:nvSpPr>
              <p:cNvPr id="99" name="矩形: 圆角 98"/>
              <p:cNvSpPr/>
              <p:nvPr/>
            </p:nvSpPr>
            <p:spPr>
              <a:xfrm>
                <a:off x="8273143" y="1919182"/>
                <a:ext cx="286265" cy="28626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0" name="文本框 99"/>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01" name="组合 100"/>
            <p:cNvGrpSpPr/>
            <p:nvPr/>
          </p:nvGrpSpPr>
          <p:grpSpPr>
            <a:xfrm>
              <a:off x="6706059" y="2765564"/>
              <a:ext cx="4428774" cy="711733"/>
              <a:chOff x="8273143" y="1761489"/>
              <a:chExt cx="4428774" cy="711733"/>
            </a:xfrm>
          </p:grpSpPr>
          <p:sp>
            <p:nvSpPr>
              <p:cNvPr id="102" name="矩形: 圆角 101"/>
              <p:cNvSpPr/>
              <p:nvPr/>
            </p:nvSpPr>
            <p:spPr>
              <a:xfrm>
                <a:off x="8273143" y="1919182"/>
                <a:ext cx="286265" cy="28626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3" name="文本框 102"/>
              <p:cNvSpPr txBox="1"/>
              <p:nvPr/>
            </p:nvSpPr>
            <p:spPr>
              <a:xfrm>
                <a:off x="8748340" y="1761489"/>
                <a:ext cx="3953577"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pic>
          <p:nvPicPr>
            <p:cNvPr id="104" name="图形 103" descr="上升趋势条形图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00229" y="4045380"/>
              <a:ext cx="387033" cy="387033"/>
            </a:xfrm>
            <a:prstGeom prst="rect">
              <a:avLst/>
            </a:prstGeom>
          </p:spPr>
        </p:pic>
        <p:pic>
          <p:nvPicPr>
            <p:cNvPr id="105" name="图形 104" descr="区块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5295" y="3090264"/>
              <a:ext cx="387033" cy="387033"/>
            </a:xfrm>
            <a:prstGeom prst="rect">
              <a:avLst/>
            </a:prstGeom>
          </p:spPr>
        </p:pic>
        <p:pic>
          <p:nvPicPr>
            <p:cNvPr id="106" name="图形 105" descr="书籍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29724" y="3551199"/>
              <a:ext cx="377245" cy="377245"/>
            </a:xfrm>
            <a:prstGeom prst="rect">
              <a:avLst/>
            </a:prstGeom>
          </p:spPr>
        </p:pic>
        <p:pic>
          <p:nvPicPr>
            <p:cNvPr id="107" name="图形 106" descr="盒子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50295" y="4486629"/>
              <a:ext cx="377245" cy="377245"/>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384357" y="1970692"/>
            <a:ext cx="3603205" cy="3130921"/>
            <a:chOff x="4384357" y="1970692"/>
            <a:chExt cx="3603205" cy="3130921"/>
          </a:xfrm>
        </p:grpSpPr>
        <p:sp>
          <p:nvSpPr>
            <p:cNvPr id="6" name="Freeform: Shape 102"/>
            <p:cNvSpPr/>
            <p:nvPr/>
          </p:nvSpPr>
          <p:spPr bwMode="auto">
            <a:xfrm>
              <a:off x="5271926" y="3448616"/>
              <a:ext cx="2459136" cy="1595995"/>
            </a:xfrm>
            <a:custGeom>
              <a:avLst/>
              <a:gdLst/>
              <a:ahLst/>
              <a:cxnLst>
                <a:cxn ang="0">
                  <a:pos x="833" y="282"/>
                </a:cxn>
                <a:cxn ang="0">
                  <a:pos x="382" y="311"/>
                </a:cxn>
                <a:cxn ang="0">
                  <a:pos x="138" y="0"/>
                </a:cxn>
                <a:cxn ang="0">
                  <a:pos x="1" y="81"/>
                </a:cxn>
                <a:cxn ang="0">
                  <a:pos x="331" y="456"/>
                </a:cxn>
                <a:cxn ang="0">
                  <a:pos x="825" y="361"/>
                </a:cxn>
                <a:cxn ang="0">
                  <a:pos x="833" y="282"/>
                </a:cxn>
              </a:cxnLst>
              <a:rect l="0" t="0" r="r" b="b"/>
              <a:pathLst>
                <a:path w="836" h="542">
                  <a:moveTo>
                    <a:pt x="833" y="282"/>
                  </a:moveTo>
                  <a:cubicBezTo>
                    <a:pt x="746" y="366"/>
                    <a:pt x="570" y="366"/>
                    <a:pt x="382" y="311"/>
                  </a:cubicBezTo>
                  <a:cubicBezTo>
                    <a:pt x="216" y="263"/>
                    <a:pt x="144" y="103"/>
                    <a:pt x="138" y="0"/>
                  </a:cubicBezTo>
                  <a:cubicBezTo>
                    <a:pt x="119" y="19"/>
                    <a:pt x="0" y="54"/>
                    <a:pt x="1" y="81"/>
                  </a:cubicBezTo>
                  <a:cubicBezTo>
                    <a:pt x="2" y="138"/>
                    <a:pt x="107" y="371"/>
                    <a:pt x="331" y="456"/>
                  </a:cubicBezTo>
                  <a:cubicBezTo>
                    <a:pt x="556" y="542"/>
                    <a:pt x="777" y="499"/>
                    <a:pt x="825" y="361"/>
                  </a:cubicBezTo>
                  <a:cubicBezTo>
                    <a:pt x="834" y="336"/>
                    <a:pt x="836" y="309"/>
                    <a:pt x="833" y="282"/>
                  </a:cubicBezTo>
                  <a:close/>
                </a:path>
              </a:pathLst>
            </a:custGeom>
            <a:solidFill>
              <a:schemeClr val="bg1">
                <a:lumMod val="75000"/>
              </a:schemeClr>
            </a:solidFill>
            <a:ln w="9525">
              <a:noFill/>
              <a:round/>
            </a:ln>
          </p:spPr>
          <p:txBody>
            <a:bodyPr anchor="ctr"/>
            <a:lstStyle/>
            <a:p>
              <a:pPr algn="ctr"/>
              <a:endParaRPr sz="2400" dirty="0">
                <a:solidFill>
                  <a:schemeClr val="bg1">
                    <a:lumMod val="50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7" name="Freeform: Shape 103"/>
            <p:cNvSpPr/>
            <p:nvPr/>
          </p:nvSpPr>
          <p:spPr bwMode="auto">
            <a:xfrm>
              <a:off x="6208352" y="1970692"/>
              <a:ext cx="964927" cy="2650494"/>
            </a:xfrm>
            <a:custGeom>
              <a:avLst/>
              <a:gdLst/>
              <a:ahLst/>
              <a:cxnLst>
                <a:cxn ang="0">
                  <a:pos x="74" y="0"/>
                </a:cxn>
                <a:cxn ang="0">
                  <a:pos x="0" y="19"/>
                </a:cxn>
                <a:cxn ang="0">
                  <a:pos x="181" y="451"/>
                </a:cxn>
                <a:cxn ang="0">
                  <a:pos x="0" y="884"/>
                </a:cxn>
                <a:cxn ang="0">
                  <a:pos x="74" y="903"/>
                </a:cxn>
                <a:cxn ang="0">
                  <a:pos x="328" y="451"/>
                </a:cxn>
                <a:cxn ang="0">
                  <a:pos x="74" y="0"/>
                </a:cxn>
              </a:cxnLst>
              <a:rect l="0" t="0" r="r" b="b"/>
              <a:pathLst>
                <a:path w="328" h="903">
                  <a:moveTo>
                    <a:pt x="74" y="0"/>
                  </a:moveTo>
                  <a:cubicBezTo>
                    <a:pt x="48" y="0"/>
                    <a:pt x="23" y="7"/>
                    <a:pt x="0" y="19"/>
                  </a:cubicBezTo>
                  <a:cubicBezTo>
                    <a:pt x="105" y="75"/>
                    <a:pt x="181" y="248"/>
                    <a:pt x="181" y="451"/>
                  </a:cubicBezTo>
                  <a:cubicBezTo>
                    <a:pt x="181" y="655"/>
                    <a:pt x="105" y="827"/>
                    <a:pt x="0" y="884"/>
                  </a:cubicBezTo>
                  <a:cubicBezTo>
                    <a:pt x="23" y="896"/>
                    <a:pt x="48" y="903"/>
                    <a:pt x="74" y="903"/>
                  </a:cubicBezTo>
                  <a:cubicBezTo>
                    <a:pt x="214" y="903"/>
                    <a:pt x="328" y="701"/>
                    <a:pt x="328" y="451"/>
                  </a:cubicBezTo>
                  <a:cubicBezTo>
                    <a:pt x="328" y="202"/>
                    <a:pt x="214" y="0"/>
                    <a:pt x="74" y="0"/>
                  </a:cubicBezTo>
                  <a:close/>
                </a:path>
              </a:pathLst>
            </a:custGeom>
            <a:solidFill>
              <a:schemeClr val="bg1">
                <a:lumMod val="75000"/>
              </a:schemeClr>
            </a:solidFill>
            <a:ln w="9525">
              <a:noFill/>
              <a:round/>
            </a:ln>
          </p:spPr>
          <p:txBody>
            <a:bodyPr anchor="ctr"/>
            <a:lstStyle/>
            <a:p>
              <a:pPr algn="ctr"/>
              <a:endParaRPr sz="2400" dirty="0">
                <a:solidFill>
                  <a:schemeClr val="bg1">
                    <a:lumMod val="50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 name="Freeform: Shape 104"/>
            <p:cNvSpPr/>
            <p:nvPr/>
          </p:nvSpPr>
          <p:spPr bwMode="auto">
            <a:xfrm>
              <a:off x="4384357" y="2654690"/>
              <a:ext cx="2520209" cy="1766995"/>
            </a:xfrm>
            <a:custGeom>
              <a:avLst/>
              <a:gdLst/>
              <a:ahLst/>
              <a:cxnLst>
                <a:cxn ang="0">
                  <a:pos x="60" y="541"/>
                </a:cxn>
                <a:cxn ang="0">
                  <a:pos x="109" y="602"/>
                </a:cxn>
                <a:cxn ang="0">
                  <a:pos x="405" y="246"/>
                </a:cxn>
                <a:cxn ang="0">
                  <a:pos x="857" y="231"/>
                </a:cxn>
                <a:cxn ang="0">
                  <a:pos x="842" y="153"/>
                </a:cxn>
                <a:cxn ang="0">
                  <a:pos x="342" y="107"/>
                </a:cxn>
                <a:cxn ang="0">
                  <a:pos x="60" y="541"/>
                </a:cxn>
              </a:cxnLst>
              <a:rect l="0" t="0" r="r" b="b"/>
              <a:pathLst>
                <a:path w="858" h="602">
                  <a:moveTo>
                    <a:pt x="60" y="541"/>
                  </a:moveTo>
                  <a:cubicBezTo>
                    <a:pt x="71" y="565"/>
                    <a:pt x="88" y="586"/>
                    <a:pt x="109" y="602"/>
                  </a:cubicBezTo>
                  <a:cubicBezTo>
                    <a:pt x="112" y="480"/>
                    <a:pt x="229" y="334"/>
                    <a:pt x="405" y="246"/>
                  </a:cubicBezTo>
                  <a:cubicBezTo>
                    <a:pt x="581" y="159"/>
                    <a:pt x="763" y="156"/>
                    <a:pt x="857" y="231"/>
                  </a:cubicBezTo>
                  <a:cubicBezTo>
                    <a:pt x="858" y="203"/>
                    <a:pt x="853" y="177"/>
                    <a:pt x="842" y="153"/>
                  </a:cubicBezTo>
                  <a:cubicBezTo>
                    <a:pt x="781" y="20"/>
                    <a:pt x="557" y="0"/>
                    <a:pt x="342" y="107"/>
                  </a:cubicBezTo>
                  <a:cubicBezTo>
                    <a:pt x="126" y="214"/>
                    <a:pt x="0" y="408"/>
                    <a:pt x="60" y="541"/>
                  </a:cubicBezTo>
                  <a:close/>
                </a:path>
              </a:pathLst>
            </a:custGeom>
            <a:solidFill>
              <a:schemeClr val="bg1">
                <a:lumMod val="75000"/>
              </a:schemeClr>
            </a:solidFill>
            <a:ln w="9525">
              <a:noFill/>
              <a:round/>
            </a:ln>
          </p:spPr>
          <p:txBody>
            <a:bodyPr anchor="ctr"/>
            <a:lstStyle/>
            <a:p>
              <a:pPr algn="ctr"/>
              <a:endParaRPr sz="2400" dirty="0">
                <a:solidFill>
                  <a:schemeClr val="bg1">
                    <a:lumMod val="50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9" name="Freeform: Shape 105"/>
            <p:cNvSpPr/>
            <p:nvPr/>
          </p:nvSpPr>
          <p:spPr bwMode="auto">
            <a:xfrm>
              <a:off x="4559427" y="4071543"/>
              <a:ext cx="2239280" cy="1030070"/>
            </a:xfrm>
            <a:custGeom>
              <a:avLst/>
              <a:gdLst/>
              <a:ahLst/>
              <a:cxnLst>
                <a:cxn ang="0">
                  <a:pos x="762" y="0"/>
                </a:cxn>
                <a:cxn ang="0">
                  <a:pos x="546" y="12"/>
                </a:cxn>
                <a:cxn ang="0">
                  <a:pos x="582" y="58"/>
                </a:cxn>
                <a:cxn ang="0">
                  <a:pos x="501" y="105"/>
                </a:cxn>
                <a:cxn ang="0">
                  <a:pos x="49" y="120"/>
                </a:cxn>
                <a:cxn ang="0">
                  <a:pos x="0" y="57"/>
                </a:cxn>
                <a:cxn ang="0">
                  <a:pos x="64" y="198"/>
                </a:cxn>
                <a:cxn ang="0">
                  <a:pos x="564" y="244"/>
                </a:cxn>
                <a:cxn ang="0">
                  <a:pos x="675" y="176"/>
                </a:cxn>
                <a:cxn ang="0">
                  <a:pos x="709" y="220"/>
                </a:cxn>
                <a:cxn ang="0">
                  <a:pos x="762" y="0"/>
                </a:cxn>
              </a:cxnLst>
              <a:rect l="0" t="0" r="r" b="b"/>
              <a:pathLst>
                <a:path w="762" h="351">
                  <a:moveTo>
                    <a:pt x="762" y="0"/>
                  </a:moveTo>
                  <a:cubicBezTo>
                    <a:pt x="546" y="12"/>
                    <a:pt x="546" y="12"/>
                    <a:pt x="546" y="12"/>
                  </a:cubicBezTo>
                  <a:cubicBezTo>
                    <a:pt x="582" y="58"/>
                    <a:pt x="582" y="58"/>
                    <a:pt x="582" y="58"/>
                  </a:cubicBezTo>
                  <a:cubicBezTo>
                    <a:pt x="556" y="75"/>
                    <a:pt x="529" y="91"/>
                    <a:pt x="501" y="105"/>
                  </a:cubicBezTo>
                  <a:cubicBezTo>
                    <a:pt x="324" y="192"/>
                    <a:pt x="142" y="195"/>
                    <a:pt x="49" y="120"/>
                  </a:cubicBezTo>
                  <a:cubicBezTo>
                    <a:pt x="13" y="87"/>
                    <a:pt x="0" y="57"/>
                    <a:pt x="0" y="57"/>
                  </a:cubicBezTo>
                  <a:cubicBezTo>
                    <a:pt x="0" y="57"/>
                    <a:pt x="57" y="184"/>
                    <a:pt x="64" y="198"/>
                  </a:cubicBezTo>
                  <a:cubicBezTo>
                    <a:pt x="124" y="331"/>
                    <a:pt x="348" y="351"/>
                    <a:pt x="564" y="244"/>
                  </a:cubicBezTo>
                  <a:cubicBezTo>
                    <a:pt x="604" y="224"/>
                    <a:pt x="641" y="201"/>
                    <a:pt x="675" y="176"/>
                  </a:cubicBezTo>
                  <a:cubicBezTo>
                    <a:pt x="709" y="220"/>
                    <a:pt x="709" y="220"/>
                    <a:pt x="709" y="220"/>
                  </a:cubicBezTo>
                  <a:lnTo>
                    <a:pt x="762" y="0"/>
                  </a:lnTo>
                  <a:close/>
                </a:path>
              </a:pathLst>
            </a:custGeom>
            <a:solidFill>
              <a:schemeClr val="accent3"/>
            </a:solidFill>
            <a:ln w="9525">
              <a:noFill/>
              <a:round/>
            </a:ln>
          </p:spPr>
          <p:txBody>
            <a:bodyPr anchor="ctr"/>
            <a:lstStyle/>
            <a:p>
              <a:pPr algn="ctr"/>
              <a:endParaRPr sz="2400" dirty="0">
                <a:solidFill>
                  <a:schemeClr val="bg1">
                    <a:lumMod val="50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 name="Freeform: Shape 106"/>
            <p:cNvSpPr/>
            <p:nvPr/>
          </p:nvSpPr>
          <p:spPr bwMode="auto">
            <a:xfrm>
              <a:off x="6012924" y="2630262"/>
              <a:ext cx="1974638" cy="1885067"/>
            </a:xfrm>
            <a:custGeom>
              <a:avLst/>
              <a:gdLst/>
              <a:ahLst/>
              <a:cxnLst>
                <a:cxn ang="0">
                  <a:pos x="305" y="91"/>
                </a:cxn>
                <a:cxn ang="0">
                  <a:pos x="181" y="57"/>
                </a:cxn>
                <a:cxn ang="0">
                  <a:pos x="187" y="0"/>
                </a:cxn>
                <a:cxn ang="0">
                  <a:pos x="0" y="114"/>
                </a:cxn>
                <a:cxn ang="0">
                  <a:pos x="160" y="267"/>
                </a:cxn>
                <a:cxn ang="0">
                  <a:pos x="166" y="209"/>
                </a:cxn>
                <a:cxn ang="0">
                  <a:pos x="255" y="236"/>
                </a:cxn>
                <a:cxn ang="0">
                  <a:pos x="582" y="561"/>
                </a:cxn>
                <a:cxn ang="0">
                  <a:pos x="573" y="642"/>
                </a:cxn>
                <a:cxn ang="0">
                  <a:pos x="625" y="496"/>
                </a:cxn>
                <a:cxn ang="0">
                  <a:pos x="305" y="91"/>
                </a:cxn>
              </a:cxnLst>
              <a:rect l="0" t="0" r="r" b="b"/>
              <a:pathLst>
                <a:path w="673" h="642">
                  <a:moveTo>
                    <a:pt x="305" y="91"/>
                  </a:moveTo>
                  <a:cubicBezTo>
                    <a:pt x="264" y="75"/>
                    <a:pt x="222" y="64"/>
                    <a:pt x="181" y="57"/>
                  </a:cubicBezTo>
                  <a:cubicBezTo>
                    <a:pt x="187" y="0"/>
                    <a:pt x="187" y="0"/>
                    <a:pt x="187" y="0"/>
                  </a:cubicBezTo>
                  <a:cubicBezTo>
                    <a:pt x="0" y="114"/>
                    <a:pt x="0" y="114"/>
                    <a:pt x="0" y="114"/>
                  </a:cubicBezTo>
                  <a:cubicBezTo>
                    <a:pt x="160" y="267"/>
                    <a:pt x="160" y="267"/>
                    <a:pt x="160" y="267"/>
                  </a:cubicBezTo>
                  <a:cubicBezTo>
                    <a:pt x="166" y="209"/>
                    <a:pt x="166" y="209"/>
                    <a:pt x="166" y="209"/>
                  </a:cubicBezTo>
                  <a:cubicBezTo>
                    <a:pt x="195" y="215"/>
                    <a:pt x="225" y="224"/>
                    <a:pt x="255" y="236"/>
                  </a:cubicBezTo>
                  <a:cubicBezTo>
                    <a:pt x="438" y="306"/>
                    <a:pt x="567" y="439"/>
                    <a:pt x="582" y="561"/>
                  </a:cubicBezTo>
                  <a:cubicBezTo>
                    <a:pt x="584" y="611"/>
                    <a:pt x="573" y="642"/>
                    <a:pt x="573" y="642"/>
                  </a:cubicBezTo>
                  <a:cubicBezTo>
                    <a:pt x="573" y="642"/>
                    <a:pt x="619" y="510"/>
                    <a:pt x="625" y="496"/>
                  </a:cubicBezTo>
                  <a:cubicBezTo>
                    <a:pt x="673" y="358"/>
                    <a:pt x="530" y="177"/>
                    <a:pt x="305" y="91"/>
                  </a:cubicBezTo>
                  <a:close/>
                </a:path>
              </a:pathLst>
            </a:custGeom>
            <a:solidFill>
              <a:schemeClr val="accent2"/>
            </a:solidFill>
            <a:ln w="9525">
              <a:noFill/>
              <a:round/>
            </a:ln>
          </p:spPr>
          <p:txBody>
            <a:bodyPr anchor="ctr"/>
            <a:lstStyle/>
            <a:p>
              <a:pPr algn="ctr"/>
              <a:endParaRPr sz="2400" dirty="0">
                <a:solidFill>
                  <a:schemeClr val="bg1">
                    <a:lumMod val="50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 name="Freeform: Shape 107"/>
            <p:cNvSpPr/>
            <p:nvPr/>
          </p:nvSpPr>
          <p:spPr bwMode="auto">
            <a:xfrm>
              <a:off x="5121282" y="1970692"/>
              <a:ext cx="1310996" cy="2182280"/>
            </a:xfrm>
            <a:custGeom>
              <a:avLst/>
              <a:gdLst/>
              <a:ahLst/>
              <a:cxnLst>
                <a:cxn ang="0">
                  <a:pos x="296" y="0"/>
                </a:cxn>
                <a:cxn ang="0">
                  <a:pos x="41" y="451"/>
                </a:cxn>
                <a:cxn ang="0">
                  <a:pos x="53" y="585"/>
                </a:cxn>
                <a:cxn ang="0">
                  <a:pos x="0" y="599"/>
                </a:cxn>
                <a:cxn ang="0">
                  <a:pos x="167" y="743"/>
                </a:cxn>
                <a:cxn ang="0">
                  <a:pos x="250" y="534"/>
                </a:cxn>
                <a:cxn ang="0">
                  <a:pos x="195" y="548"/>
                </a:cxn>
                <a:cxn ang="0">
                  <a:pos x="189" y="451"/>
                </a:cxn>
                <a:cxn ang="0">
                  <a:pos x="370" y="19"/>
                </a:cxn>
                <a:cxn ang="0">
                  <a:pos x="446" y="0"/>
                </a:cxn>
                <a:cxn ang="0">
                  <a:pos x="296" y="0"/>
                </a:cxn>
              </a:cxnLst>
              <a:rect l="0" t="0" r="r" b="b"/>
              <a:pathLst>
                <a:path w="446" h="743">
                  <a:moveTo>
                    <a:pt x="296" y="0"/>
                  </a:moveTo>
                  <a:cubicBezTo>
                    <a:pt x="155" y="0"/>
                    <a:pt x="41" y="202"/>
                    <a:pt x="41" y="451"/>
                  </a:cubicBezTo>
                  <a:cubicBezTo>
                    <a:pt x="41" y="498"/>
                    <a:pt x="45" y="543"/>
                    <a:pt x="53" y="585"/>
                  </a:cubicBezTo>
                  <a:cubicBezTo>
                    <a:pt x="0" y="599"/>
                    <a:pt x="0" y="599"/>
                    <a:pt x="0" y="599"/>
                  </a:cubicBezTo>
                  <a:cubicBezTo>
                    <a:pt x="167" y="743"/>
                    <a:pt x="167" y="743"/>
                    <a:pt x="167" y="743"/>
                  </a:cubicBezTo>
                  <a:cubicBezTo>
                    <a:pt x="250" y="534"/>
                    <a:pt x="250" y="534"/>
                    <a:pt x="250" y="534"/>
                  </a:cubicBezTo>
                  <a:cubicBezTo>
                    <a:pt x="195" y="548"/>
                    <a:pt x="195" y="548"/>
                    <a:pt x="195" y="548"/>
                  </a:cubicBezTo>
                  <a:cubicBezTo>
                    <a:pt x="191" y="517"/>
                    <a:pt x="189" y="485"/>
                    <a:pt x="189" y="451"/>
                  </a:cubicBezTo>
                  <a:cubicBezTo>
                    <a:pt x="189" y="248"/>
                    <a:pt x="265" y="75"/>
                    <a:pt x="370" y="19"/>
                  </a:cubicBezTo>
                  <a:cubicBezTo>
                    <a:pt x="414" y="0"/>
                    <a:pt x="446" y="0"/>
                    <a:pt x="446" y="0"/>
                  </a:cubicBezTo>
                  <a:cubicBezTo>
                    <a:pt x="446" y="0"/>
                    <a:pt x="311" y="0"/>
                    <a:pt x="296" y="0"/>
                  </a:cubicBezTo>
                  <a:close/>
                </a:path>
              </a:pathLst>
            </a:custGeom>
            <a:solidFill>
              <a:schemeClr val="accent1"/>
            </a:solidFill>
            <a:ln w="9525">
              <a:noFill/>
              <a:round/>
            </a:ln>
          </p:spPr>
          <p:txBody>
            <a:bodyPr anchor="ctr"/>
            <a:lstStyle/>
            <a:p>
              <a:pPr algn="ctr"/>
              <a:endParaRPr sz="2400" dirty="0">
                <a:solidFill>
                  <a:schemeClr val="bg1">
                    <a:lumMod val="50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48" name="组合 47"/>
          <p:cNvGrpSpPr/>
          <p:nvPr/>
        </p:nvGrpSpPr>
        <p:grpSpPr>
          <a:xfrm>
            <a:off x="8161483" y="1832098"/>
            <a:ext cx="3254516" cy="1416534"/>
            <a:chOff x="8273143" y="1832098"/>
            <a:chExt cx="3254516" cy="1416534"/>
          </a:xfrm>
        </p:grpSpPr>
        <p:sp>
          <p:nvSpPr>
            <p:cNvPr id="49" name="矩形: 圆角 48"/>
            <p:cNvSpPr/>
            <p:nvPr/>
          </p:nvSpPr>
          <p:spPr>
            <a:xfrm>
              <a:off x="8273143" y="1919182"/>
              <a:ext cx="413657" cy="41365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0" name="文本框 49"/>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1" name="文本框 50"/>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2" name="组合 51"/>
          <p:cNvGrpSpPr/>
          <p:nvPr/>
        </p:nvGrpSpPr>
        <p:grpSpPr>
          <a:xfrm>
            <a:off x="8161483" y="4275348"/>
            <a:ext cx="3254516" cy="1416534"/>
            <a:chOff x="8273143" y="1832098"/>
            <a:chExt cx="3254516" cy="1416534"/>
          </a:xfrm>
        </p:grpSpPr>
        <p:sp>
          <p:nvSpPr>
            <p:cNvPr id="53" name="矩形: 圆角 52"/>
            <p:cNvSpPr/>
            <p:nvPr/>
          </p:nvSpPr>
          <p:spPr>
            <a:xfrm>
              <a:off x="8273143" y="1919182"/>
              <a:ext cx="413657" cy="41365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4" name="文本框 53"/>
            <p:cNvSpPr txBox="1"/>
            <p:nvPr/>
          </p:nvSpPr>
          <p:spPr>
            <a:xfrm>
              <a:off x="8868834" y="1832098"/>
              <a:ext cx="1210588" cy="400110"/>
            </a:xfrm>
            <a:prstGeom prst="rect">
              <a:avLst/>
            </a:prstGeom>
            <a:noFill/>
          </p:spPr>
          <p:txBody>
            <a:bodyPr wrap="none" rtlCol="0">
              <a:spAutoFit/>
            </a:bodyPr>
            <a:lstStyle/>
            <a:p>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5" name="文本框 54"/>
            <p:cNvSpPr txBox="1"/>
            <p:nvPr/>
          </p:nvSpPr>
          <p:spPr>
            <a:xfrm>
              <a:off x="8868834" y="2213733"/>
              <a:ext cx="2658825" cy="1034899"/>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6" name="组合 55"/>
          <p:cNvGrpSpPr/>
          <p:nvPr/>
        </p:nvGrpSpPr>
        <p:grpSpPr>
          <a:xfrm flipH="1">
            <a:off x="843138" y="1832098"/>
            <a:ext cx="3254516" cy="1416534"/>
            <a:chOff x="8273143" y="1832098"/>
            <a:chExt cx="3254516" cy="1416534"/>
          </a:xfrm>
        </p:grpSpPr>
        <p:sp>
          <p:nvSpPr>
            <p:cNvPr id="57" name="矩形: 圆角 56"/>
            <p:cNvSpPr/>
            <p:nvPr/>
          </p:nvSpPr>
          <p:spPr>
            <a:xfrm>
              <a:off x="8273143" y="1919182"/>
              <a:ext cx="413657" cy="41365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8" name="文本框 57"/>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9" name="文本框 58"/>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0" name="组合 59"/>
          <p:cNvGrpSpPr/>
          <p:nvPr/>
        </p:nvGrpSpPr>
        <p:grpSpPr>
          <a:xfrm flipH="1">
            <a:off x="843138" y="4275348"/>
            <a:ext cx="3254516" cy="1416534"/>
            <a:chOff x="8273143" y="1832098"/>
            <a:chExt cx="3254516" cy="1416534"/>
          </a:xfrm>
        </p:grpSpPr>
        <p:sp>
          <p:nvSpPr>
            <p:cNvPr id="61" name="矩形: 圆角 60"/>
            <p:cNvSpPr/>
            <p:nvPr/>
          </p:nvSpPr>
          <p:spPr>
            <a:xfrm>
              <a:off x="8273143" y="1919182"/>
              <a:ext cx="413657" cy="413657"/>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2" name="文本框 61"/>
            <p:cNvSpPr txBox="1"/>
            <p:nvPr/>
          </p:nvSpPr>
          <p:spPr>
            <a:xfrm>
              <a:off x="8868834" y="1832098"/>
              <a:ext cx="1210588" cy="400110"/>
            </a:xfrm>
            <a:prstGeom prst="rect">
              <a:avLst/>
            </a:prstGeom>
            <a:noFill/>
          </p:spPr>
          <p:txBody>
            <a:bodyPr wrap="none" rtlCol="0">
              <a:spAutoFit/>
            </a:bodyPr>
            <a:lstStyle/>
            <a:p>
              <a:pPr algn="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3" name="文本框 62"/>
            <p:cNvSpPr txBox="1"/>
            <p:nvPr/>
          </p:nvSpPr>
          <p:spPr>
            <a:xfrm>
              <a:off x="8868834" y="2213733"/>
              <a:ext cx="2658825" cy="1034899"/>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500"/>
                                        <p:tgtEl>
                                          <p:spTgt spid="5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500"/>
                                        <p:tgtEl>
                                          <p:spTgt spid="48"/>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p:cNvGrpSpPr/>
          <p:nvPr/>
        </p:nvGrpSpPr>
        <p:grpSpPr>
          <a:xfrm>
            <a:off x="824015" y="1534505"/>
            <a:ext cx="10543970" cy="4684340"/>
            <a:chOff x="401121" y="1534505"/>
            <a:chExt cx="10543970" cy="4684340"/>
          </a:xfrm>
        </p:grpSpPr>
        <p:grpSp>
          <p:nvGrpSpPr>
            <p:cNvPr id="63" name="Group 13"/>
            <p:cNvGrpSpPr/>
            <p:nvPr/>
          </p:nvGrpSpPr>
          <p:grpSpPr>
            <a:xfrm>
              <a:off x="3061777" y="1534505"/>
              <a:ext cx="3797254" cy="1218762"/>
              <a:chOff x="1997075" y="2108200"/>
              <a:chExt cx="8210551" cy="2635250"/>
            </a:xfrm>
          </p:grpSpPr>
          <p:sp>
            <p:nvSpPr>
              <p:cNvPr id="97" name="Freeform 5"/>
              <p:cNvSpPr/>
              <p:nvPr/>
            </p:nvSpPr>
            <p:spPr bwMode="auto">
              <a:xfrm>
                <a:off x="9186863" y="2108200"/>
                <a:ext cx="1020763" cy="2635250"/>
              </a:xfrm>
              <a:custGeom>
                <a:avLst/>
                <a:gdLst>
                  <a:gd name="T0" fmla="*/ 0 w 643"/>
                  <a:gd name="T1" fmla="*/ 1660 h 1660"/>
                  <a:gd name="T2" fmla="*/ 0 w 643"/>
                  <a:gd name="T3" fmla="*/ 0 h 1660"/>
                  <a:gd name="T4" fmla="*/ 643 w 643"/>
                  <a:gd name="T5" fmla="*/ 301 h 1660"/>
                  <a:gd name="T6" fmla="*/ 643 w 643"/>
                  <a:gd name="T7" fmla="*/ 1359 h 1660"/>
                  <a:gd name="T8" fmla="*/ 0 w 643"/>
                  <a:gd name="T9" fmla="*/ 1660 h 1660"/>
                </a:gdLst>
                <a:ahLst/>
                <a:cxnLst>
                  <a:cxn ang="0">
                    <a:pos x="T0" y="T1"/>
                  </a:cxn>
                  <a:cxn ang="0">
                    <a:pos x="T2" y="T3"/>
                  </a:cxn>
                  <a:cxn ang="0">
                    <a:pos x="T4" y="T5"/>
                  </a:cxn>
                  <a:cxn ang="0">
                    <a:pos x="T6" y="T7"/>
                  </a:cxn>
                  <a:cxn ang="0">
                    <a:pos x="T8" y="T9"/>
                  </a:cxn>
                </a:cxnLst>
                <a:rect l="0" t="0" r="r" b="b"/>
                <a:pathLst>
                  <a:path w="643" h="1660">
                    <a:moveTo>
                      <a:pt x="0" y="1660"/>
                    </a:moveTo>
                    <a:lnTo>
                      <a:pt x="0" y="0"/>
                    </a:lnTo>
                    <a:lnTo>
                      <a:pt x="643" y="301"/>
                    </a:lnTo>
                    <a:lnTo>
                      <a:pt x="643" y="1359"/>
                    </a:lnTo>
                    <a:lnTo>
                      <a:pt x="0" y="1660"/>
                    </a:lnTo>
                    <a:close/>
                  </a:path>
                </a:pathLst>
              </a:custGeom>
              <a:solidFill>
                <a:schemeClr val="accent1">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8" name="Freeform 6"/>
              <p:cNvSpPr/>
              <p:nvPr/>
            </p:nvSpPr>
            <p:spPr bwMode="auto">
              <a:xfrm>
                <a:off x="2882900" y="2579688"/>
                <a:ext cx="7324725" cy="1692275"/>
              </a:xfrm>
              <a:custGeom>
                <a:avLst/>
                <a:gdLst>
                  <a:gd name="T0" fmla="*/ 4614 w 4614"/>
                  <a:gd name="T1" fmla="*/ 1066 h 1066"/>
                  <a:gd name="T2" fmla="*/ 0 w 4614"/>
                  <a:gd name="T3" fmla="*/ 1066 h 1066"/>
                  <a:gd name="T4" fmla="*/ 291 w 4614"/>
                  <a:gd name="T5" fmla="*/ 535 h 1066"/>
                  <a:gd name="T6" fmla="*/ 0 w 4614"/>
                  <a:gd name="T7" fmla="*/ 0 h 1066"/>
                  <a:gd name="T8" fmla="*/ 4614 w 4614"/>
                  <a:gd name="T9" fmla="*/ 0 h 1066"/>
                  <a:gd name="T10" fmla="*/ 4614 w 4614"/>
                  <a:gd name="T11" fmla="*/ 1066 h 1066"/>
                </a:gdLst>
                <a:ahLst/>
                <a:cxnLst>
                  <a:cxn ang="0">
                    <a:pos x="T0" y="T1"/>
                  </a:cxn>
                  <a:cxn ang="0">
                    <a:pos x="T2" y="T3"/>
                  </a:cxn>
                  <a:cxn ang="0">
                    <a:pos x="T4" y="T5"/>
                  </a:cxn>
                  <a:cxn ang="0">
                    <a:pos x="T6" y="T7"/>
                  </a:cxn>
                  <a:cxn ang="0">
                    <a:pos x="T8" y="T9"/>
                  </a:cxn>
                  <a:cxn ang="0">
                    <a:pos x="T10" y="T11"/>
                  </a:cxn>
                </a:cxnLst>
                <a:rect l="0" t="0" r="r" b="b"/>
                <a:pathLst>
                  <a:path w="4614" h="1066">
                    <a:moveTo>
                      <a:pt x="4614" y="1066"/>
                    </a:moveTo>
                    <a:lnTo>
                      <a:pt x="0" y="1066"/>
                    </a:lnTo>
                    <a:lnTo>
                      <a:pt x="291" y="535"/>
                    </a:lnTo>
                    <a:lnTo>
                      <a:pt x="0" y="0"/>
                    </a:lnTo>
                    <a:lnTo>
                      <a:pt x="4614" y="0"/>
                    </a:lnTo>
                    <a:lnTo>
                      <a:pt x="4614" y="1066"/>
                    </a:lnTo>
                    <a:close/>
                  </a:path>
                </a:pathLst>
              </a:custGeom>
              <a:solidFill>
                <a:schemeClr val="accent1"/>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9" name="Freeform 7"/>
              <p:cNvSpPr/>
              <p:nvPr/>
            </p:nvSpPr>
            <p:spPr bwMode="auto">
              <a:xfrm>
                <a:off x="2882900" y="2579688"/>
                <a:ext cx="7324725" cy="1692275"/>
              </a:xfrm>
              <a:custGeom>
                <a:avLst/>
                <a:gdLst>
                  <a:gd name="T0" fmla="*/ 4614 w 4614"/>
                  <a:gd name="T1" fmla="*/ 1066 h 1066"/>
                  <a:gd name="T2" fmla="*/ 0 w 4614"/>
                  <a:gd name="T3" fmla="*/ 1066 h 1066"/>
                  <a:gd name="T4" fmla="*/ 291 w 4614"/>
                  <a:gd name="T5" fmla="*/ 535 h 1066"/>
                  <a:gd name="T6" fmla="*/ 0 w 4614"/>
                  <a:gd name="T7" fmla="*/ 0 h 1066"/>
                  <a:gd name="T8" fmla="*/ 4614 w 4614"/>
                  <a:gd name="T9" fmla="*/ 0 h 1066"/>
                  <a:gd name="T10" fmla="*/ 4614 w 4614"/>
                  <a:gd name="T11" fmla="*/ 1066 h 1066"/>
                </a:gdLst>
                <a:ahLst/>
                <a:cxnLst>
                  <a:cxn ang="0">
                    <a:pos x="T0" y="T1"/>
                  </a:cxn>
                  <a:cxn ang="0">
                    <a:pos x="T2" y="T3"/>
                  </a:cxn>
                  <a:cxn ang="0">
                    <a:pos x="T4" y="T5"/>
                  </a:cxn>
                  <a:cxn ang="0">
                    <a:pos x="T6" y="T7"/>
                  </a:cxn>
                  <a:cxn ang="0">
                    <a:pos x="T8" y="T9"/>
                  </a:cxn>
                  <a:cxn ang="0">
                    <a:pos x="T10" y="T11"/>
                  </a:cxn>
                </a:cxnLst>
                <a:rect l="0" t="0" r="r" b="b"/>
                <a:pathLst>
                  <a:path w="4614" h="1066">
                    <a:moveTo>
                      <a:pt x="4614" y="1066"/>
                    </a:moveTo>
                    <a:lnTo>
                      <a:pt x="0" y="1066"/>
                    </a:lnTo>
                    <a:lnTo>
                      <a:pt x="291" y="535"/>
                    </a:lnTo>
                    <a:lnTo>
                      <a:pt x="0" y="0"/>
                    </a:lnTo>
                    <a:lnTo>
                      <a:pt x="4614" y="0"/>
                    </a:lnTo>
                    <a:lnTo>
                      <a:pt x="4614" y="106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0" name="Freeform 8"/>
              <p:cNvSpPr/>
              <p:nvPr/>
            </p:nvSpPr>
            <p:spPr bwMode="auto">
              <a:xfrm>
                <a:off x="2882900" y="2579688"/>
                <a:ext cx="5619750" cy="1692275"/>
              </a:xfrm>
              <a:custGeom>
                <a:avLst/>
                <a:gdLst>
                  <a:gd name="T0" fmla="*/ 2012 w 3540"/>
                  <a:gd name="T1" fmla="*/ 0 h 1066"/>
                  <a:gd name="T2" fmla="*/ 0 w 3540"/>
                  <a:gd name="T3" fmla="*/ 0 h 1066"/>
                  <a:gd name="T4" fmla="*/ 291 w 3540"/>
                  <a:gd name="T5" fmla="*/ 535 h 1066"/>
                  <a:gd name="T6" fmla="*/ 0 w 3540"/>
                  <a:gd name="T7" fmla="*/ 1066 h 1066"/>
                  <a:gd name="T8" fmla="*/ 3540 w 3540"/>
                  <a:gd name="T9" fmla="*/ 1066 h 1066"/>
                  <a:gd name="T10" fmla="*/ 2012 w 3540"/>
                  <a:gd name="T11" fmla="*/ 0 h 1066"/>
                </a:gdLst>
                <a:ahLst/>
                <a:cxnLst>
                  <a:cxn ang="0">
                    <a:pos x="T0" y="T1"/>
                  </a:cxn>
                  <a:cxn ang="0">
                    <a:pos x="T2" y="T3"/>
                  </a:cxn>
                  <a:cxn ang="0">
                    <a:pos x="T4" y="T5"/>
                  </a:cxn>
                  <a:cxn ang="0">
                    <a:pos x="T6" y="T7"/>
                  </a:cxn>
                  <a:cxn ang="0">
                    <a:pos x="T8" y="T9"/>
                  </a:cxn>
                  <a:cxn ang="0">
                    <a:pos x="T10" y="T11"/>
                  </a:cxn>
                </a:cxnLst>
                <a:rect l="0" t="0" r="r" b="b"/>
                <a:pathLst>
                  <a:path w="3540" h="1066">
                    <a:moveTo>
                      <a:pt x="2012" y="0"/>
                    </a:moveTo>
                    <a:lnTo>
                      <a:pt x="0" y="0"/>
                    </a:lnTo>
                    <a:lnTo>
                      <a:pt x="291" y="535"/>
                    </a:lnTo>
                    <a:lnTo>
                      <a:pt x="0" y="1066"/>
                    </a:lnTo>
                    <a:lnTo>
                      <a:pt x="3540" y="1066"/>
                    </a:lnTo>
                    <a:lnTo>
                      <a:pt x="2012" y="0"/>
                    </a:lnTo>
                    <a:close/>
                  </a:path>
                </a:pathLst>
              </a:custGeom>
              <a:solidFill>
                <a:schemeClr val="accent1">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1" name="Freeform 9"/>
              <p:cNvSpPr/>
              <p:nvPr/>
            </p:nvSpPr>
            <p:spPr bwMode="auto">
              <a:xfrm>
                <a:off x="2882900" y="2579688"/>
                <a:ext cx="5619750" cy="1692275"/>
              </a:xfrm>
              <a:custGeom>
                <a:avLst/>
                <a:gdLst>
                  <a:gd name="T0" fmla="*/ 2012 w 3540"/>
                  <a:gd name="T1" fmla="*/ 0 h 1066"/>
                  <a:gd name="T2" fmla="*/ 0 w 3540"/>
                  <a:gd name="T3" fmla="*/ 0 h 1066"/>
                  <a:gd name="T4" fmla="*/ 291 w 3540"/>
                  <a:gd name="T5" fmla="*/ 535 h 1066"/>
                  <a:gd name="T6" fmla="*/ 0 w 3540"/>
                  <a:gd name="T7" fmla="*/ 1066 h 1066"/>
                  <a:gd name="T8" fmla="*/ 3540 w 3540"/>
                  <a:gd name="T9" fmla="*/ 1066 h 1066"/>
                  <a:gd name="T10" fmla="*/ 2012 w 3540"/>
                  <a:gd name="T11" fmla="*/ 0 h 1066"/>
                </a:gdLst>
                <a:ahLst/>
                <a:cxnLst>
                  <a:cxn ang="0">
                    <a:pos x="T0" y="T1"/>
                  </a:cxn>
                  <a:cxn ang="0">
                    <a:pos x="T2" y="T3"/>
                  </a:cxn>
                  <a:cxn ang="0">
                    <a:pos x="T4" y="T5"/>
                  </a:cxn>
                  <a:cxn ang="0">
                    <a:pos x="T6" y="T7"/>
                  </a:cxn>
                  <a:cxn ang="0">
                    <a:pos x="T8" y="T9"/>
                  </a:cxn>
                  <a:cxn ang="0">
                    <a:pos x="T10" y="T11"/>
                  </a:cxn>
                </a:cxnLst>
                <a:rect l="0" t="0" r="r" b="b"/>
                <a:pathLst>
                  <a:path w="3540" h="1066">
                    <a:moveTo>
                      <a:pt x="2012" y="0"/>
                    </a:moveTo>
                    <a:lnTo>
                      <a:pt x="0" y="0"/>
                    </a:lnTo>
                    <a:lnTo>
                      <a:pt x="291" y="535"/>
                    </a:lnTo>
                    <a:lnTo>
                      <a:pt x="0" y="1066"/>
                    </a:lnTo>
                    <a:lnTo>
                      <a:pt x="3540" y="1066"/>
                    </a:lnTo>
                    <a:lnTo>
                      <a:pt x="201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2" name="Oval 10"/>
              <p:cNvSpPr>
                <a:spLocks noChangeArrowheads="1"/>
              </p:cNvSpPr>
              <p:nvPr/>
            </p:nvSpPr>
            <p:spPr bwMode="auto">
              <a:xfrm>
                <a:off x="1997075" y="2468563"/>
                <a:ext cx="1854200" cy="1855788"/>
              </a:xfrm>
              <a:prstGeom prst="ellipse">
                <a:avLst/>
              </a:prstGeom>
              <a:solidFill>
                <a:schemeClr val="bg1"/>
              </a:solidFill>
              <a:ln w="28575">
                <a:solidFill>
                  <a:schemeClr val="accent1"/>
                </a:solid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4" name="Group 14"/>
            <p:cNvGrpSpPr/>
            <p:nvPr/>
          </p:nvGrpSpPr>
          <p:grpSpPr>
            <a:xfrm>
              <a:off x="2174891" y="2689698"/>
              <a:ext cx="3797254" cy="1218762"/>
              <a:chOff x="1997075" y="2108200"/>
              <a:chExt cx="8210551" cy="2635250"/>
            </a:xfrm>
          </p:grpSpPr>
          <p:sp>
            <p:nvSpPr>
              <p:cNvPr id="91" name="Freeform 5"/>
              <p:cNvSpPr/>
              <p:nvPr/>
            </p:nvSpPr>
            <p:spPr bwMode="auto">
              <a:xfrm>
                <a:off x="9186863" y="2108200"/>
                <a:ext cx="1020763" cy="2635250"/>
              </a:xfrm>
              <a:custGeom>
                <a:avLst/>
                <a:gdLst>
                  <a:gd name="T0" fmla="*/ 0 w 643"/>
                  <a:gd name="T1" fmla="*/ 1660 h 1660"/>
                  <a:gd name="T2" fmla="*/ 0 w 643"/>
                  <a:gd name="T3" fmla="*/ 0 h 1660"/>
                  <a:gd name="T4" fmla="*/ 643 w 643"/>
                  <a:gd name="T5" fmla="*/ 301 h 1660"/>
                  <a:gd name="T6" fmla="*/ 643 w 643"/>
                  <a:gd name="T7" fmla="*/ 1359 h 1660"/>
                  <a:gd name="T8" fmla="*/ 0 w 643"/>
                  <a:gd name="T9" fmla="*/ 1660 h 1660"/>
                </a:gdLst>
                <a:ahLst/>
                <a:cxnLst>
                  <a:cxn ang="0">
                    <a:pos x="T0" y="T1"/>
                  </a:cxn>
                  <a:cxn ang="0">
                    <a:pos x="T2" y="T3"/>
                  </a:cxn>
                  <a:cxn ang="0">
                    <a:pos x="T4" y="T5"/>
                  </a:cxn>
                  <a:cxn ang="0">
                    <a:pos x="T6" y="T7"/>
                  </a:cxn>
                  <a:cxn ang="0">
                    <a:pos x="T8" y="T9"/>
                  </a:cxn>
                </a:cxnLst>
                <a:rect l="0" t="0" r="r" b="b"/>
                <a:pathLst>
                  <a:path w="643" h="1660">
                    <a:moveTo>
                      <a:pt x="0" y="1660"/>
                    </a:moveTo>
                    <a:lnTo>
                      <a:pt x="0" y="0"/>
                    </a:lnTo>
                    <a:lnTo>
                      <a:pt x="643" y="301"/>
                    </a:lnTo>
                    <a:lnTo>
                      <a:pt x="643" y="1359"/>
                    </a:lnTo>
                    <a:lnTo>
                      <a:pt x="0" y="1660"/>
                    </a:lnTo>
                    <a:close/>
                  </a:path>
                </a:pathLst>
              </a:custGeom>
              <a:solidFill>
                <a:schemeClr val="accent2">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2" name="Freeform 6"/>
              <p:cNvSpPr/>
              <p:nvPr/>
            </p:nvSpPr>
            <p:spPr bwMode="auto">
              <a:xfrm>
                <a:off x="2882900" y="2579688"/>
                <a:ext cx="7324725" cy="1692275"/>
              </a:xfrm>
              <a:custGeom>
                <a:avLst/>
                <a:gdLst>
                  <a:gd name="T0" fmla="*/ 4614 w 4614"/>
                  <a:gd name="T1" fmla="*/ 1066 h 1066"/>
                  <a:gd name="T2" fmla="*/ 0 w 4614"/>
                  <a:gd name="T3" fmla="*/ 1066 h 1066"/>
                  <a:gd name="T4" fmla="*/ 291 w 4614"/>
                  <a:gd name="T5" fmla="*/ 535 h 1066"/>
                  <a:gd name="T6" fmla="*/ 0 w 4614"/>
                  <a:gd name="T7" fmla="*/ 0 h 1066"/>
                  <a:gd name="T8" fmla="*/ 4614 w 4614"/>
                  <a:gd name="T9" fmla="*/ 0 h 1066"/>
                  <a:gd name="T10" fmla="*/ 4614 w 4614"/>
                  <a:gd name="T11" fmla="*/ 1066 h 1066"/>
                </a:gdLst>
                <a:ahLst/>
                <a:cxnLst>
                  <a:cxn ang="0">
                    <a:pos x="T0" y="T1"/>
                  </a:cxn>
                  <a:cxn ang="0">
                    <a:pos x="T2" y="T3"/>
                  </a:cxn>
                  <a:cxn ang="0">
                    <a:pos x="T4" y="T5"/>
                  </a:cxn>
                  <a:cxn ang="0">
                    <a:pos x="T6" y="T7"/>
                  </a:cxn>
                  <a:cxn ang="0">
                    <a:pos x="T8" y="T9"/>
                  </a:cxn>
                  <a:cxn ang="0">
                    <a:pos x="T10" y="T11"/>
                  </a:cxn>
                </a:cxnLst>
                <a:rect l="0" t="0" r="r" b="b"/>
                <a:pathLst>
                  <a:path w="4614" h="1066">
                    <a:moveTo>
                      <a:pt x="4614" y="1066"/>
                    </a:moveTo>
                    <a:lnTo>
                      <a:pt x="0" y="1066"/>
                    </a:lnTo>
                    <a:lnTo>
                      <a:pt x="291" y="535"/>
                    </a:lnTo>
                    <a:lnTo>
                      <a:pt x="0" y="0"/>
                    </a:lnTo>
                    <a:lnTo>
                      <a:pt x="4614" y="0"/>
                    </a:lnTo>
                    <a:lnTo>
                      <a:pt x="4614" y="1066"/>
                    </a:lnTo>
                    <a:close/>
                  </a:path>
                </a:pathLst>
              </a:custGeom>
              <a:solidFill>
                <a:schemeClr val="accent2"/>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3" name="Freeform 7"/>
              <p:cNvSpPr/>
              <p:nvPr/>
            </p:nvSpPr>
            <p:spPr bwMode="auto">
              <a:xfrm>
                <a:off x="2882900" y="2579688"/>
                <a:ext cx="7324725" cy="1692275"/>
              </a:xfrm>
              <a:custGeom>
                <a:avLst/>
                <a:gdLst>
                  <a:gd name="T0" fmla="*/ 4614 w 4614"/>
                  <a:gd name="T1" fmla="*/ 1066 h 1066"/>
                  <a:gd name="T2" fmla="*/ 0 w 4614"/>
                  <a:gd name="T3" fmla="*/ 1066 h 1066"/>
                  <a:gd name="T4" fmla="*/ 291 w 4614"/>
                  <a:gd name="T5" fmla="*/ 535 h 1066"/>
                  <a:gd name="T6" fmla="*/ 0 w 4614"/>
                  <a:gd name="T7" fmla="*/ 0 h 1066"/>
                  <a:gd name="T8" fmla="*/ 4614 w 4614"/>
                  <a:gd name="T9" fmla="*/ 0 h 1066"/>
                  <a:gd name="T10" fmla="*/ 4614 w 4614"/>
                  <a:gd name="T11" fmla="*/ 1066 h 1066"/>
                </a:gdLst>
                <a:ahLst/>
                <a:cxnLst>
                  <a:cxn ang="0">
                    <a:pos x="T0" y="T1"/>
                  </a:cxn>
                  <a:cxn ang="0">
                    <a:pos x="T2" y="T3"/>
                  </a:cxn>
                  <a:cxn ang="0">
                    <a:pos x="T4" y="T5"/>
                  </a:cxn>
                  <a:cxn ang="0">
                    <a:pos x="T6" y="T7"/>
                  </a:cxn>
                  <a:cxn ang="0">
                    <a:pos x="T8" y="T9"/>
                  </a:cxn>
                  <a:cxn ang="0">
                    <a:pos x="T10" y="T11"/>
                  </a:cxn>
                </a:cxnLst>
                <a:rect l="0" t="0" r="r" b="b"/>
                <a:pathLst>
                  <a:path w="4614" h="1066">
                    <a:moveTo>
                      <a:pt x="4614" y="1066"/>
                    </a:moveTo>
                    <a:lnTo>
                      <a:pt x="0" y="1066"/>
                    </a:lnTo>
                    <a:lnTo>
                      <a:pt x="291" y="535"/>
                    </a:lnTo>
                    <a:lnTo>
                      <a:pt x="0" y="0"/>
                    </a:lnTo>
                    <a:lnTo>
                      <a:pt x="4614" y="0"/>
                    </a:lnTo>
                    <a:lnTo>
                      <a:pt x="4614" y="106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4" name="Freeform 8"/>
              <p:cNvSpPr/>
              <p:nvPr/>
            </p:nvSpPr>
            <p:spPr bwMode="auto">
              <a:xfrm>
                <a:off x="2882900" y="2579688"/>
                <a:ext cx="5619750" cy="1692275"/>
              </a:xfrm>
              <a:custGeom>
                <a:avLst/>
                <a:gdLst>
                  <a:gd name="T0" fmla="*/ 2012 w 3540"/>
                  <a:gd name="T1" fmla="*/ 0 h 1066"/>
                  <a:gd name="T2" fmla="*/ 0 w 3540"/>
                  <a:gd name="T3" fmla="*/ 0 h 1066"/>
                  <a:gd name="T4" fmla="*/ 291 w 3540"/>
                  <a:gd name="T5" fmla="*/ 535 h 1066"/>
                  <a:gd name="T6" fmla="*/ 0 w 3540"/>
                  <a:gd name="T7" fmla="*/ 1066 h 1066"/>
                  <a:gd name="T8" fmla="*/ 3540 w 3540"/>
                  <a:gd name="T9" fmla="*/ 1066 h 1066"/>
                  <a:gd name="T10" fmla="*/ 2012 w 3540"/>
                  <a:gd name="T11" fmla="*/ 0 h 1066"/>
                </a:gdLst>
                <a:ahLst/>
                <a:cxnLst>
                  <a:cxn ang="0">
                    <a:pos x="T0" y="T1"/>
                  </a:cxn>
                  <a:cxn ang="0">
                    <a:pos x="T2" y="T3"/>
                  </a:cxn>
                  <a:cxn ang="0">
                    <a:pos x="T4" y="T5"/>
                  </a:cxn>
                  <a:cxn ang="0">
                    <a:pos x="T6" y="T7"/>
                  </a:cxn>
                  <a:cxn ang="0">
                    <a:pos x="T8" y="T9"/>
                  </a:cxn>
                  <a:cxn ang="0">
                    <a:pos x="T10" y="T11"/>
                  </a:cxn>
                </a:cxnLst>
                <a:rect l="0" t="0" r="r" b="b"/>
                <a:pathLst>
                  <a:path w="3540" h="1066">
                    <a:moveTo>
                      <a:pt x="2012" y="0"/>
                    </a:moveTo>
                    <a:lnTo>
                      <a:pt x="0" y="0"/>
                    </a:lnTo>
                    <a:lnTo>
                      <a:pt x="291" y="535"/>
                    </a:lnTo>
                    <a:lnTo>
                      <a:pt x="0" y="1066"/>
                    </a:lnTo>
                    <a:lnTo>
                      <a:pt x="3540" y="1066"/>
                    </a:lnTo>
                    <a:lnTo>
                      <a:pt x="2012" y="0"/>
                    </a:lnTo>
                    <a:close/>
                  </a:path>
                </a:pathLst>
              </a:custGeom>
              <a:solidFill>
                <a:schemeClr val="accent2">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5" name="Freeform 9"/>
              <p:cNvSpPr/>
              <p:nvPr/>
            </p:nvSpPr>
            <p:spPr bwMode="auto">
              <a:xfrm>
                <a:off x="2882900" y="2579688"/>
                <a:ext cx="5619750" cy="1692275"/>
              </a:xfrm>
              <a:custGeom>
                <a:avLst/>
                <a:gdLst>
                  <a:gd name="T0" fmla="*/ 2012 w 3540"/>
                  <a:gd name="T1" fmla="*/ 0 h 1066"/>
                  <a:gd name="T2" fmla="*/ 0 w 3540"/>
                  <a:gd name="T3" fmla="*/ 0 h 1066"/>
                  <a:gd name="T4" fmla="*/ 291 w 3540"/>
                  <a:gd name="T5" fmla="*/ 535 h 1066"/>
                  <a:gd name="T6" fmla="*/ 0 w 3540"/>
                  <a:gd name="T7" fmla="*/ 1066 h 1066"/>
                  <a:gd name="T8" fmla="*/ 3540 w 3540"/>
                  <a:gd name="T9" fmla="*/ 1066 h 1066"/>
                  <a:gd name="T10" fmla="*/ 2012 w 3540"/>
                  <a:gd name="T11" fmla="*/ 0 h 1066"/>
                </a:gdLst>
                <a:ahLst/>
                <a:cxnLst>
                  <a:cxn ang="0">
                    <a:pos x="T0" y="T1"/>
                  </a:cxn>
                  <a:cxn ang="0">
                    <a:pos x="T2" y="T3"/>
                  </a:cxn>
                  <a:cxn ang="0">
                    <a:pos x="T4" y="T5"/>
                  </a:cxn>
                  <a:cxn ang="0">
                    <a:pos x="T6" y="T7"/>
                  </a:cxn>
                  <a:cxn ang="0">
                    <a:pos x="T8" y="T9"/>
                  </a:cxn>
                  <a:cxn ang="0">
                    <a:pos x="T10" y="T11"/>
                  </a:cxn>
                </a:cxnLst>
                <a:rect l="0" t="0" r="r" b="b"/>
                <a:pathLst>
                  <a:path w="3540" h="1066">
                    <a:moveTo>
                      <a:pt x="2012" y="0"/>
                    </a:moveTo>
                    <a:lnTo>
                      <a:pt x="0" y="0"/>
                    </a:lnTo>
                    <a:lnTo>
                      <a:pt x="291" y="535"/>
                    </a:lnTo>
                    <a:lnTo>
                      <a:pt x="0" y="1066"/>
                    </a:lnTo>
                    <a:lnTo>
                      <a:pt x="3540" y="1066"/>
                    </a:lnTo>
                    <a:lnTo>
                      <a:pt x="201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6" name="Oval 10"/>
              <p:cNvSpPr>
                <a:spLocks noChangeArrowheads="1"/>
              </p:cNvSpPr>
              <p:nvPr/>
            </p:nvSpPr>
            <p:spPr bwMode="auto">
              <a:xfrm>
                <a:off x="1997075" y="2468562"/>
                <a:ext cx="1854201" cy="1855788"/>
              </a:xfrm>
              <a:prstGeom prst="ellipse">
                <a:avLst/>
              </a:prstGeom>
              <a:solidFill>
                <a:schemeClr val="bg1"/>
              </a:solidFill>
              <a:ln w="28575">
                <a:solidFill>
                  <a:schemeClr val="accent2"/>
                </a:solid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5" name="Group 30"/>
            <p:cNvGrpSpPr/>
            <p:nvPr/>
          </p:nvGrpSpPr>
          <p:grpSpPr>
            <a:xfrm>
              <a:off x="1288006" y="3844891"/>
              <a:ext cx="3797254" cy="1218762"/>
              <a:chOff x="1768551" y="4667281"/>
              <a:chExt cx="4833273" cy="1551282"/>
            </a:xfrm>
          </p:grpSpPr>
          <p:sp>
            <p:nvSpPr>
              <p:cNvPr id="85" name="Freeform 5"/>
              <p:cNvSpPr/>
              <p:nvPr/>
            </p:nvSpPr>
            <p:spPr bwMode="auto">
              <a:xfrm>
                <a:off x="6000935" y="4667281"/>
                <a:ext cx="600889" cy="1551282"/>
              </a:xfrm>
              <a:custGeom>
                <a:avLst/>
                <a:gdLst>
                  <a:gd name="T0" fmla="*/ 0 w 643"/>
                  <a:gd name="T1" fmla="*/ 1660 h 1660"/>
                  <a:gd name="T2" fmla="*/ 0 w 643"/>
                  <a:gd name="T3" fmla="*/ 0 h 1660"/>
                  <a:gd name="T4" fmla="*/ 643 w 643"/>
                  <a:gd name="T5" fmla="*/ 301 h 1660"/>
                  <a:gd name="T6" fmla="*/ 643 w 643"/>
                  <a:gd name="T7" fmla="*/ 1359 h 1660"/>
                  <a:gd name="T8" fmla="*/ 0 w 643"/>
                  <a:gd name="T9" fmla="*/ 1660 h 1660"/>
                </a:gdLst>
                <a:ahLst/>
                <a:cxnLst>
                  <a:cxn ang="0">
                    <a:pos x="T0" y="T1"/>
                  </a:cxn>
                  <a:cxn ang="0">
                    <a:pos x="T2" y="T3"/>
                  </a:cxn>
                  <a:cxn ang="0">
                    <a:pos x="T4" y="T5"/>
                  </a:cxn>
                  <a:cxn ang="0">
                    <a:pos x="T6" y="T7"/>
                  </a:cxn>
                  <a:cxn ang="0">
                    <a:pos x="T8" y="T9"/>
                  </a:cxn>
                </a:cxnLst>
                <a:rect l="0" t="0" r="r" b="b"/>
                <a:pathLst>
                  <a:path w="643" h="1660">
                    <a:moveTo>
                      <a:pt x="0" y="1660"/>
                    </a:moveTo>
                    <a:lnTo>
                      <a:pt x="0" y="0"/>
                    </a:lnTo>
                    <a:lnTo>
                      <a:pt x="643" y="301"/>
                    </a:lnTo>
                    <a:lnTo>
                      <a:pt x="643" y="1359"/>
                    </a:lnTo>
                    <a:lnTo>
                      <a:pt x="0" y="1660"/>
                    </a:lnTo>
                    <a:close/>
                  </a:path>
                </a:pathLst>
              </a:custGeom>
              <a:solidFill>
                <a:schemeClr val="accent3">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6" name="Freeform 6"/>
              <p:cNvSpPr/>
              <p:nvPr/>
            </p:nvSpPr>
            <p:spPr bwMode="auto">
              <a:xfrm>
                <a:off x="2290006" y="4944830"/>
                <a:ext cx="4311817" cy="996185"/>
              </a:xfrm>
              <a:custGeom>
                <a:avLst/>
                <a:gdLst>
                  <a:gd name="T0" fmla="*/ 4614 w 4614"/>
                  <a:gd name="T1" fmla="*/ 1066 h 1066"/>
                  <a:gd name="T2" fmla="*/ 0 w 4614"/>
                  <a:gd name="T3" fmla="*/ 1066 h 1066"/>
                  <a:gd name="T4" fmla="*/ 291 w 4614"/>
                  <a:gd name="T5" fmla="*/ 535 h 1066"/>
                  <a:gd name="T6" fmla="*/ 0 w 4614"/>
                  <a:gd name="T7" fmla="*/ 0 h 1066"/>
                  <a:gd name="T8" fmla="*/ 4614 w 4614"/>
                  <a:gd name="T9" fmla="*/ 0 h 1066"/>
                  <a:gd name="T10" fmla="*/ 4614 w 4614"/>
                  <a:gd name="T11" fmla="*/ 1066 h 1066"/>
                </a:gdLst>
                <a:ahLst/>
                <a:cxnLst>
                  <a:cxn ang="0">
                    <a:pos x="T0" y="T1"/>
                  </a:cxn>
                  <a:cxn ang="0">
                    <a:pos x="T2" y="T3"/>
                  </a:cxn>
                  <a:cxn ang="0">
                    <a:pos x="T4" y="T5"/>
                  </a:cxn>
                  <a:cxn ang="0">
                    <a:pos x="T6" y="T7"/>
                  </a:cxn>
                  <a:cxn ang="0">
                    <a:pos x="T8" y="T9"/>
                  </a:cxn>
                  <a:cxn ang="0">
                    <a:pos x="T10" y="T11"/>
                  </a:cxn>
                </a:cxnLst>
                <a:rect l="0" t="0" r="r" b="b"/>
                <a:pathLst>
                  <a:path w="4614" h="1066">
                    <a:moveTo>
                      <a:pt x="4614" y="1066"/>
                    </a:moveTo>
                    <a:lnTo>
                      <a:pt x="0" y="1066"/>
                    </a:lnTo>
                    <a:lnTo>
                      <a:pt x="291" y="535"/>
                    </a:lnTo>
                    <a:lnTo>
                      <a:pt x="0" y="0"/>
                    </a:lnTo>
                    <a:lnTo>
                      <a:pt x="4614" y="0"/>
                    </a:lnTo>
                    <a:lnTo>
                      <a:pt x="4614" y="1066"/>
                    </a:lnTo>
                    <a:close/>
                  </a:path>
                </a:pathLst>
              </a:custGeom>
              <a:solidFill>
                <a:schemeClr val="accent3"/>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7" name="Freeform 7"/>
              <p:cNvSpPr/>
              <p:nvPr/>
            </p:nvSpPr>
            <p:spPr bwMode="auto">
              <a:xfrm>
                <a:off x="2290006" y="4944830"/>
                <a:ext cx="4311817" cy="996185"/>
              </a:xfrm>
              <a:custGeom>
                <a:avLst/>
                <a:gdLst>
                  <a:gd name="T0" fmla="*/ 4614 w 4614"/>
                  <a:gd name="T1" fmla="*/ 1066 h 1066"/>
                  <a:gd name="T2" fmla="*/ 0 w 4614"/>
                  <a:gd name="T3" fmla="*/ 1066 h 1066"/>
                  <a:gd name="T4" fmla="*/ 291 w 4614"/>
                  <a:gd name="T5" fmla="*/ 535 h 1066"/>
                  <a:gd name="T6" fmla="*/ 0 w 4614"/>
                  <a:gd name="T7" fmla="*/ 0 h 1066"/>
                  <a:gd name="T8" fmla="*/ 4614 w 4614"/>
                  <a:gd name="T9" fmla="*/ 0 h 1066"/>
                  <a:gd name="T10" fmla="*/ 4614 w 4614"/>
                  <a:gd name="T11" fmla="*/ 1066 h 1066"/>
                </a:gdLst>
                <a:ahLst/>
                <a:cxnLst>
                  <a:cxn ang="0">
                    <a:pos x="T0" y="T1"/>
                  </a:cxn>
                  <a:cxn ang="0">
                    <a:pos x="T2" y="T3"/>
                  </a:cxn>
                  <a:cxn ang="0">
                    <a:pos x="T4" y="T5"/>
                  </a:cxn>
                  <a:cxn ang="0">
                    <a:pos x="T6" y="T7"/>
                  </a:cxn>
                  <a:cxn ang="0">
                    <a:pos x="T8" y="T9"/>
                  </a:cxn>
                  <a:cxn ang="0">
                    <a:pos x="T10" y="T11"/>
                  </a:cxn>
                </a:cxnLst>
                <a:rect l="0" t="0" r="r" b="b"/>
                <a:pathLst>
                  <a:path w="4614" h="1066">
                    <a:moveTo>
                      <a:pt x="4614" y="1066"/>
                    </a:moveTo>
                    <a:lnTo>
                      <a:pt x="0" y="1066"/>
                    </a:lnTo>
                    <a:lnTo>
                      <a:pt x="291" y="535"/>
                    </a:lnTo>
                    <a:lnTo>
                      <a:pt x="0" y="0"/>
                    </a:lnTo>
                    <a:lnTo>
                      <a:pt x="4614" y="0"/>
                    </a:lnTo>
                    <a:lnTo>
                      <a:pt x="4614" y="106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8" name="Freeform 8"/>
              <p:cNvSpPr/>
              <p:nvPr/>
            </p:nvSpPr>
            <p:spPr bwMode="auto">
              <a:xfrm>
                <a:off x="2290006" y="4944830"/>
                <a:ext cx="3308156" cy="996185"/>
              </a:xfrm>
              <a:custGeom>
                <a:avLst/>
                <a:gdLst>
                  <a:gd name="T0" fmla="*/ 2012 w 3540"/>
                  <a:gd name="T1" fmla="*/ 0 h 1066"/>
                  <a:gd name="T2" fmla="*/ 0 w 3540"/>
                  <a:gd name="T3" fmla="*/ 0 h 1066"/>
                  <a:gd name="T4" fmla="*/ 291 w 3540"/>
                  <a:gd name="T5" fmla="*/ 535 h 1066"/>
                  <a:gd name="T6" fmla="*/ 0 w 3540"/>
                  <a:gd name="T7" fmla="*/ 1066 h 1066"/>
                  <a:gd name="T8" fmla="*/ 3540 w 3540"/>
                  <a:gd name="T9" fmla="*/ 1066 h 1066"/>
                  <a:gd name="T10" fmla="*/ 2012 w 3540"/>
                  <a:gd name="T11" fmla="*/ 0 h 1066"/>
                </a:gdLst>
                <a:ahLst/>
                <a:cxnLst>
                  <a:cxn ang="0">
                    <a:pos x="T0" y="T1"/>
                  </a:cxn>
                  <a:cxn ang="0">
                    <a:pos x="T2" y="T3"/>
                  </a:cxn>
                  <a:cxn ang="0">
                    <a:pos x="T4" y="T5"/>
                  </a:cxn>
                  <a:cxn ang="0">
                    <a:pos x="T6" y="T7"/>
                  </a:cxn>
                  <a:cxn ang="0">
                    <a:pos x="T8" y="T9"/>
                  </a:cxn>
                  <a:cxn ang="0">
                    <a:pos x="T10" y="T11"/>
                  </a:cxn>
                </a:cxnLst>
                <a:rect l="0" t="0" r="r" b="b"/>
                <a:pathLst>
                  <a:path w="3540" h="1066">
                    <a:moveTo>
                      <a:pt x="2012" y="0"/>
                    </a:moveTo>
                    <a:lnTo>
                      <a:pt x="0" y="0"/>
                    </a:lnTo>
                    <a:lnTo>
                      <a:pt x="291" y="535"/>
                    </a:lnTo>
                    <a:lnTo>
                      <a:pt x="0" y="1066"/>
                    </a:lnTo>
                    <a:lnTo>
                      <a:pt x="3540" y="1066"/>
                    </a:lnTo>
                    <a:lnTo>
                      <a:pt x="2012" y="0"/>
                    </a:lnTo>
                    <a:close/>
                  </a:path>
                </a:pathLst>
              </a:custGeom>
              <a:solidFill>
                <a:schemeClr val="accent3">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9" name="Freeform 9"/>
              <p:cNvSpPr/>
              <p:nvPr/>
            </p:nvSpPr>
            <p:spPr bwMode="auto">
              <a:xfrm>
                <a:off x="2290006" y="4944830"/>
                <a:ext cx="3308156" cy="996185"/>
              </a:xfrm>
              <a:custGeom>
                <a:avLst/>
                <a:gdLst>
                  <a:gd name="T0" fmla="*/ 2012 w 3540"/>
                  <a:gd name="T1" fmla="*/ 0 h 1066"/>
                  <a:gd name="T2" fmla="*/ 0 w 3540"/>
                  <a:gd name="T3" fmla="*/ 0 h 1066"/>
                  <a:gd name="T4" fmla="*/ 291 w 3540"/>
                  <a:gd name="T5" fmla="*/ 535 h 1066"/>
                  <a:gd name="T6" fmla="*/ 0 w 3540"/>
                  <a:gd name="T7" fmla="*/ 1066 h 1066"/>
                  <a:gd name="T8" fmla="*/ 3540 w 3540"/>
                  <a:gd name="T9" fmla="*/ 1066 h 1066"/>
                  <a:gd name="T10" fmla="*/ 2012 w 3540"/>
                  <a:gd name="T11" fmla="*/ 0 h 1066"/>
                </a:gdLst>
                <a:ahLst/>
                <a:cxnLst>
                  <a:cxn ang="0">
                    <a:pos x="T0" y="T1"/>
                  </a:cxn>
                  <a:cxn ang="0">
                    <a:pos x="T2" y="T3"/>
                  </a:cxn>
                  <a:cxn ang="0">
                    <a:pos x="T4" y="T5"/>
                  </a:cxn>
                  <a:cxn ang="0">
                    <a:pos x="T6" y="T7"/>
                  </a:cxn>
                  <a:cxn ang="0">
                    <a:pos x="T8" y="T9"/>
                  </a:cxn>
                  <a:cxn ang="0">
                    <a:pos x="T10" y="T11"/>
                  </a:cxn>
                </a:cxnLst>
                <a:rect l="0" t="0" r="r" b="b"/>
                <a:pathLst>
                  <a:path w="3540" h="1066">
                    <a:moveTo>
                      <a:pt x="2012" y="0"/>
                    </a:moveTo>
                    <a:lnTo>
                      <a:pt x="0" y="0"/>
                    </a:lnTo>
                    <a:lnTo>
                      <a:pt x="291" y="535"/>
                    </a:lnTo>
                    <a:lnTo>
                      <a:pt x="0" y="1066"/>
                    </a:lnTo>
                    <a:lnTo>
                      <a:pt x="3540" y="1066"/>
                    </a:lnTo>
                    <a:lnTo>
                      <a:pt x="201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0" name="Oval 10"/>
              <p:cNvSpPr>
                <a:spLocks noChangeArrowheads="1"/>
              </p:cNvSpPr>
              <p:nvPr/>
            </p:nvSpPr>
            <p:spPr bwMode="auto">
              <a:xfrm>
                <a:off x="1768551" y="4879414"/>
                <a:ext cx="1091505" cy="1092439"/>
              </a:xfrm>
              <a:prstGeom prst="ellipse">
                <a:avLst/>
              </a:prstGeom>
              <a:solidFill>
                <a:schemeClr val="bg1"/>
              </a:solidFill>
              <a:ln w="28575">
                <a:solidFill>
                  <a:schemeClr val="accent3"/>
                </a:solid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66" name="Group 31"/>
            <p:cNvGrpSpPr/>
            <p:nvPr/>
          </p:nvGrpSpPr>
          <p:grpSpPr>
            <a:xfrm>
              <a:off x="401121" y="5000083"/>
              <a:ext cx="3797254" cy="1218762"/>
              <a:chOff x="1768551" y="4667281"/>
              <a:chExt cx="4833273" cy="1551282"/>
            </a:xfrm>
          </p:grpSpPr>
          <p:sp>
            <p:nvSpPr>
              <p:cNvPr id="79" name="Freeform 5"/>
              <p:cNvSpPr/>
              <p:nvPr/>
            </p:nvSpPr>
            <p:spPr bwMode="auto">
              <a:xfrm>
                <a:off x="6000935" y="4667281"/>
                <a:ext cx="600889" cy="1551282"/>
              </a:xfrm>
              <a:custGeom>
                <a:avLst/>
                <a:gdLst>
                  <a:gd name="T0" fmla="*/ 0 w 643"/>
                  <a:gd name="T1" fmla="*/ 1660 h 1660"/>
                  <a:gd name="T2" fmla="*/ 0 w 643"/>
                  <a:gd name="T3" fmla="*/ 0 h 1660"/>
                  <a:gd name="T4" fmla="*/ 643 w 643"/>
                  <a:gd name="T5" fmla="*/ 301 h 1660"/>
                  <a:gd name="T6" fmla="*/ 643 w 643"/>
                  <a:gd name="T7" fmla="*/ 1359 h 1660"/>
                  <a:gd name="T8" fmla="*/ 0 w 643"/>
                  <a:gd name="T9" fmla="*/ 1660 h 1660"/>
                </a:gdLst>
                <a:ahLst/>
                <a:cxnLst>
                  <a:cxn ang="0">
                    <a:pos x="T0" y="T1"/>
                  </a:cxn>
                  <a:cxn ang="0">
                    <a:pos x="T2" y="T3"/>
                  </a:cxn>
                  <a:cxn ang="0">
                    <a:pos x="T4" y="T5"/>
                  </a:cxn>
                  <a:cxn ang="0">
                    <a:pos x="T6" y="T7"/>
                  </a:cxn>
                  <a:cxn ang="0">
                    <a:pos x="T8" y="T9"/>
                  </a:cxn>
                </a:cxnLst>
                <a:rect l="0" t="0" r="r" b="b"/>
                <a:pathLst>
                  <a:path w="643" h="1660">
                    <a:moveTo>
                      <a:pt x="0" y="1660"/>
                    </a:moveTo>
                    <a:lnTo>
                      <a:pt x="0" y="0"/>
                    </a:lnTo>
                    <a:lnTo>
                      <a:pt x="643" y="301"/>
                    </a:lnTo>
                    <a:lnTo>
                      <a:pt x="643" y="1359"/>
                    </a:lnTo>
                    <a:lnTo>
                      <a:pt x="0" y="1660"/>
                    </a:lnTo>
                    <a:close/>
                  </a:path>
                </a:pathLst>
              </a:custGeom>
              <a:solidFill>
                <a:schemeClr val="accent4">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0" name="Freeform 6"/>
              <p:cNvSpPr/>
              <p:nvPr/>
            </p:nvSpPr>
            <p:spPr bwMode="auto">
              <a:xfrm>
                <a:off x="2290006" y="4944830"/>
                <a:ext cx="4311817" cy="996185"/>
              </a:xfrm>
              <a:custGeom>
                <a:avLst/>
                <a:gdLst>
                  <a:gd name="T0" fmla="*/ 4614 w 4614"/>
                  <a:gd name="T1" fmla="*/ 1066 h 1066"/>
                  <a:gd name="T2" fmla="*/ 0 w 4614"/>
                  <a:gd name="T3" fmla="*/ 1066 h 1066"/>
                  <a:gd name="T4" fmla="*/ 291 w 4614"/>
                  <a:gd name="T5" fmla="*/ 535 h 1066"/>
                  <a:gd name="T6" fmla="*/ 0 w 4614"/>
                  <a:gd name="T7" fmla="*/ 0 h 1066"/>
                  <a:gd name="T8" fmla="*/ 4614 w 4614"/>
                  <a:gd name="T9" fmla="*/ 0 h 1066"/>
                  <a:gd name="T10" fmla="*/ 4614 w 4614"/>
                  <a:gd name="T11" fmla="*/ 1066 h 1066"/>
                </a:gdLst>
                <a:ahLst/>
                <a:cxnLst>
                  <a:cxn ang="0">
                    <a:pos x="T0" y="T1"/>
                  </a:cxn>
                  <a:cxn ang="0">
                    <a:pos x="T2" y="T3"/>
                  </a:cxn>
                  <a:cxn ang="0">
                    <a:pos x="T4" y="T5"/>
                  </a:cxn>
                  <a:cxn ang="0">
                    <a:pos x="T6" y="T7"/>
                  </a:cxn>
                  <a:cxn ang="0">
                    <a:pos x="T8" y="T9"/>
                  </a:cxn>
                  <a:cxn ang="0">
                    <a:pos x="T10" y="T11"/>
                  </a:cxn>
                </a:cxnLst>
                <a:rect l="0" t="0" r="r" b="b"/>
                <a:pathLst>
                  <a:path w="4614" h="1066">
                    <a:moveTo>
                      <a:pt x="4614" y="1066"/>
                    </a:moveTo>
                    <a:lnTo>
                      <a:pt x="0" y="1066"/>
                    </a:lnTo>
                    <a:lnTo>
                      <a:pt x="291" y="535"/>
                    </a:lnTo>
                    <a:lnTo>
                      <a:pt x="0" y="0"/>
                    </a:lnTo>
                    <a:lnTo>
                      <a:pt x="4614" y="0"/>
                    </a:lnTo>
                    <a:lnTo>
                      <a:pt x="4614" y="1066"/>
                    </a:lnTo>
                    <a:close/>
                  </a:path>
                </a:pathLst>
              </a:custGeom>
              <a:solidFill>
                <a:schemeClr val="accent4"/>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1" name="Freeform 7"/>
              <p:cNvSpPr/>
              <p:nvPr/>
            </p:nvSpPr>
            <p:spPr bwMode="auto">
              <a:xfrm>
                <a:off x="2290006" y="4944830"/>
                <a:ext cx="4311817" cy="996185"/>
              </a:xfrm>
              <a:custGeom>
                <a:avLst/>
                <a:gdLst>
                  <a:gd name="T0" fmla="*/ 4614 w 4614"/>
                  <a:gd name="T1" fmla="*/ 1066 h 1066"/>
                  <a:gd name="T2" fmla="*/ 0 w 4614"/>
                  <a:gd name="T3" fmla="*/ 1066 h 1066"/>
                  <a:gd name="T4" fmla="*/ 291 w 4614"/>
                  <a:gd name="T5" fmla="*/ 535 h 1066"/>
                  <a:gd name="T6" fmla="*/ 0 w 4614"/>
                  <a:gd name="T7" fmla="*/ 0 h 1066"/>
                  <a:gd name="T8" fmla="*/ 4614 w 4614"/>
                  <a:gd name="T9" fmla="*/ 0 h 1066"/>
                  <a:gd name="T10" fmla="*/ 4614 w 4614"/>
                  <a:gd name="T11" fmla="*/ 1066 h 1066"/>
                </a:gdLst>
                <a:ahLst/>
                <a:cxnLst>
                  <a:cxn ang="0">
                    <a:pos x="T0" y="T1"/>
                  </a:cxn>
                  <a:cxn ang="0">
                    <a:pos x="T2" y="T3"/>
                  </a:cxn>
                  <a:cxn ang="0">
                    <a:pos x="T4" y="T5"/>
                  </a:cxn>
                  <a:cxn ang="0">
                    <a:pos x="T6" y="T7"/>
                  </a:cxn>
                  <a:cxn ang="0">
                    <a:pos x="T8" y="T9"/>
                  </a:cxn>
                  <a:cxn ang="0">
                    <a:pos x="T10" y="T11"/>
                  </a:cxn>
                </a:cxnLst>
                <a:rect l="0" t="0" r="r" b="b"/>
                <a:pathLst>
                  <a:path w="4614" h="1066">
                    <a:moveTo>
                      <a:pt x="4614" y="1066"/>
                    </a:moveTo>
                    <a:lnTo>
                      <a:pt x="0" y="1066"/>
                    </a:lnTo>
                    <a:lnTo>
                      <a:pt x="291" y="535"/>
                    </a:lnTo>
                    <a:lnTo>
                      <a:pt x="0" y="0"/>
                    </a:lnTo>
                    <a:lnTo>
                      <a:pt x="4614" y="0"/>
                    </a:lnTo>
                    <a:lnTo>
                      <a:pt x="4614" y="106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2" name="Freeform 8"/>
              <p:cNvSpPr/>
              <p:nvPr/>
            </p:nvSpPr>
            <p:spPr bwMode="auto">
              <a:xfrm>
                <a:off x="2290006" y="4944830"/>
                <a:ext cx="3308156" cy="996185"/>
              </a:xfrm>
              <a:custGeom>
                <a:avLst/>
                <a:gdLst>
                  <a:gd name="T0" fmla="*/ 2012 w 3540"/>
                  <a:gd name="T1" fmla="*/ 0 h 1066"/>
                  <a:gd name="T2" fmla="*/ 0 w 3540"/>
                  <a:gd name="T3" fmla="*/ 0 h 1066"/>
                  <a:gd name="T4" fmla="*/ 291 w 3540"/>
                  <a:gd name="T5" fmla="*/ 535 h 1066"/>
                  <a:gd name="T6" fmla="*/ 0 w 3540"/>
                  <a:gd name="T7" fmla="*/ 1066 h 1066"/>
                  <a:gd name="T8" fmla="*/ 3540 w 3540"/>
                  <a:gd name="T9" fmla="*/ 1066 h 1066"/>
                  <a:gd name="T10" fmla="*/ 2012 w 3540"/>
                  <a:gd name="T11" fmla="*/ 0 h 1066"/>
                </a:gdLst>
                <a:ahLst/>
                <a:cxnLst>
                  <a:cxn ang="0">
                    <a:pos x="T0" y="T1"/>
                  </a:cxn>
                  <a:cxn ang="0">
                    <a:pos x="T2" y="T3"/>
                  </a:cxn>
                  <a:cxn ang="0">
                    <a:pos x="T4" y="T5"/>
                  </a:cxn>
                  <a:cxn ang="0">
                    <a:pos x="T6" y="T7"/>
                  </a:cxn>
                  <a:cxn ang="0">
                    <a:pos x="T8" y="T9"/>
                  </a:cxn>
                  <a:cxn ang="0">
                    <a:pos x="T10" y="T11"/>
                  </a:cxn>
                </a:cxnLst>
                <a:rect l="0" t="0" r="r" b="b"/>
                <a:pathLst>
                  <a:path w="3540" h="1066">
                    <a:moveTo>
                      <a:pt x="2012" y="0"/>
                    </a:moveTo>
                    <a:lnTo>
                      <a:pt x="0" y="0"/>
                    </a:lnTo>
                    <a:lnTo>
                      <a:pt x="291" y="535"/>
                    </a:lnTo>
                    <a:lnTo>
                      <a:pt x="0" y="1066"/>
                    </a:lnTo>
                    <a:lnTo>
                      <a:pt x="3540" y="1066"/>
                    </a:lnTo>
                    <a:lnTo>
                      <a:pt x="2012" y="0"/>
                    </a:lnTo>
                    <a:close/>
                  </a:path>
                </a:pathLst>
              </a:custGeom>
              <a:solidFill>
                <a:schemeClr val="accent4">
                  <a:lumMod val="75000"/>
                </a:schemeClr>
              </a:solidFill>
              <a:ln>
                <a:no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3" name="Freeform 9"/>
              <p:cNvSpPr/>
              <p:nvPr/>
            </p:nvSpPr>
            <p:spPr bwMode="auto">
              <a:xfrm>
                <a:off x="2290006" y="4944830"/>
                <a:ext cx="3308156" cy="996185"/>
              </a:xfrm>
              <a:custGeom>
                <a:avLst/>
                <a:gdLst>
                  <a:gd name="T0" fmla="*/ 2012 w 3540"/>
                  <a:gd name="T1" fmla="*/ 0 h 1066"/>
                  <a:gd name="T2" fmla="*/ 0 w 3540"/>
                  <a:gd name="T3" fmla="*/ 0 h 1066"/>
                  <a:gd name="T4" fmla="*/ 291 w 3540"/>
                  <a:gd name="T5" fmla="*/ 535 h 1066"/>
                  <a:gd name="T6" fmla="*/ 0 w 3540"/>
                  <a:gd name="T7" fmla="*/ 1066 h 1066"/>
                  <a:gd name="T8" fmla="*/ 3540 w 3540"/>
                  <a:gd name="T9" fmla="*/ 1066 h 1066"/>
                  <a:gd name="T10" fmla="*/ 2012 w 3540"/>
                  <a:gd name="T11" fmla="*/ 0 h 1066"/>
                </a:gdLst>
                <a:ahLst/>
                <a:cxnLst>
                  <a:cxn ang="0">
                    <a:pos x="T0" y="T1"/>
                  </a:cxn>
                  <a:cxn ang="0">
                    <a:pos x="T2" y="T3"/>
                  </a:cxn>
                  <a:cxn ang="0">
                    <a:pos x="T4" y="T5"/>
                  </a:cxn>
                  <a:cxn ang="0">
                    <a:pos x="T6" y="T7"/>
                  </a:cxn>
                  <a:cxn ang="0">
                    <a:pos x="T8" y="T9"/>
                  </a:cxn>
                  <a:cxn ang="0">
                    <a:pos x="T10" y="T11"/>
                  </a:cxn>
                </a:cxnLst>
                <a:rect l="0" t="0" r="r" b="b"/>
                <a:pathLst>
                  <a:path w="3540" h="1066">
                    <a:moveTo>
                      <a:pt x="2012" y="0"/>
                    </a:moveTo>
                    <a:lnTo>
                      <a:pt x="0" y="0"/>
                    </a:lnTo>
                    <a:lnTo>
                      <a:pt x="291" y="535"/>
                    </a:lnTo>
                    <a:lnTo>
                      <a:pt x="0" y="1066"/>
                    </a:lnTo>
                    <a:lnTo>
                      <a:pt x="3540" y="1066"/>
                    </a:lnTo>
                    <a:lnTo>
                      <a:pt x="201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4" name="Oval 10"/>
              <p:cNvSpPr>
                <a:spLocks noChangeArrowheads="1"/>
              </p:cNvSpPr>
              <p:nvPr/>
            </p:nvSpPr>
            <p:spPr bwMode="auto">
              <a:xfrm>
                <a:off x="1768551" y="4879415"/>
                <a:ext cx="1091505" cy="1092440"/>
              </a:xfrm>
              <a:prstGeom prst="ellipse">
                <a:avLst/>
              </a:prstGeom>
              <a:solidFill>
                <a:schemeClr val="bg1"/>
              </a:solidFill>
              <a:ln w="28575">
                <a:solidFill>
                  <a:schemeClr val="accent4"/>
                </a:solidFill>
              </a:ln>
            </p:spPr>
            <p:txBody>
              <a:bodyPr vert="horz" wrap="square" lIns="91440" tIns="45720" rIns="91440" bIns="45720" numCol="1" anchor="t" anchorCtr="0" compatLnSpc="1"/>
              <a:lstStyle/>
              <a:p>
                <a:endParaRPr lang="en-US" dirty="0">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67" name="Inhaltsplatzhalter 4"/>
            <p:cNvSpPr txBox="1"/>
            <p:nvPr/>
          </p:nvSpPr>
          <p:spPr>
            <a:xfrm>
              <a:off x="1668339" y="5411726"/>
              <a:ext cx="2094167" cy="369332"/>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2400" dirty="0">
                  <a:latin typeface="思源黑体" panose="020B0500000000000000" pitchFamily="34" charset="-122"/>
                  <a:ea typeface="思源黑体" panose="020B0500000000000000" pitchFamily="34" charset="-122"/>
                  <a:sym typeface="思源黑体" panose="020B0500000000000000" pitchFamily="34" charset="-122"/>
                </a:rPr>
                <a:t>在此输入标题</a:t>
              </a:r>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8" name="Inhaltsplatzhalter 4"/>
            <p:cNvSpPr txBox="1"/>
            <p:nvPr/>
          </p:nvSpPr>
          <p:spPr>
            <a:xfrm>
              <a:off x="2555224" y="4244658"/>
              <a:ext cx="2094167" cy="369332"/>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2400" dirty="0">
                  <a:latin typeface="思源黑体" panose="020B0500000000000000" pitchFamily="34" charset="-122"/>
                  <a:ea typeface="思源黑体" panose="020B0500000000000000" pitchFamily="34" charset="-122"/>
                  <a:sym typeface="思源黑体" panose="020B0500000000000000" pitchFamily="34" charset="-122"/>
                </a:rPr>
                <a:t>在此输入标题</a:t>
              </a:r>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9" name="Inhaltsplatzhalter 4"/>
            <p:cNvSpPr txBox="1"/>
            <p:nvPr/>
          </p:nvSpPr>
          <p:spPr>
            <a:xfrm>
              <a:off x="3384923" y="3067614"/>
              <a:ext cx="2094167" cy="369332"/>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2400" dirty="0">
                  <a:latin typeface="思源黑体" panose="020B0500000000000000" pitchFamily="34" charset="-122"/>
                  <a:ea typeface="思源黑体" panose="020B0500000000000000" pitchFamily="34" charset="-122"/>
                  <a:sym typeface="思源黑体" panose="020B0500000000000000" pitchFamily="34" charset="-122"/>
                </a:rPr>
                <a:t>在此输入标题</a:t>
              </a:r>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0" name="Inhaltsplatzhalter 4"/>
            <p:cNvSpPr txBox="1"/>
            <p:nvPr/>
          </p:nvSpPr>
          <p:spPr>
            <a:xfrm>
              <a:off x="4235753" y="1945637"/>
              <a:ext cx="2094167" cy="369332"/>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2400" dirty="0">
                  <a:latin typeface="思源黑体" panose="020B0500000000000000" pitchFamily="34" charset="-122"/>
                  <a:ea typeface="思源黑体" panose="020B0500000000000000" pitchFamily="34" charset="-122"/>
                  <a:sym typeface="思源黑体" panose="020B0500000000000000" pitchFamily="34" charset="-122"/>
                </a:rPr>
                <a:t>在此输入标题</a:t>
              </a:r>
              <a:endParaRPr lang="en-US" sz="18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1" name="文本框 70"/>
            <p:cNvSpPr txBox="1"/>
            <p:nvPr/>
          </p:nvSpPr>
          <p:spPr>
            <a:xfrm>
              <a:off x="7072930" y="1752561"/>
              <a:ext cx="3872161"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2" name="文本框 71"/>
            <p:cNvSpPr txBox="1"/>
            <p:nvPr/>
          </p:nvSpPr>
          <p:spPr>
            <a:xfrm>
              <a:off x="6288583" y="2858140"/>
              <a:ext cx="3872161"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3" name="文本框 72"/>
            <p:cNvSpPr txBox="1"/>
            <p:nvPr/>
          </p:nvSpPr>
          <p:spPr>
            <a:xfrm>
              <a:off x="5401970" y="4073457"/>
              <a:ext cx="3872161"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4" name="文本框 73"/>
            <p:cNvSpPr txBox="1"/>
            <p:nvPr/>
          </p:nvSpPr>
          <p:spPr>
            <a:xfrm>
              <a:off x="4470604" y="5211370"/>
              <a:ext cx="3872161" cy="711733"/>
            </a:xfrm>
            <a:prstGeom prst="rect">
              <a:avLst/>
            </a:prstGeom>
            <a:noFill/>
          </p:spPr>
          <p:txBody>
            <a:bodyPr wrap="square" rtlCol="0">
              <a:spAutoFit/>
            </a:bodyPr>
            <a:lstStyle/>
            <a:p>
              <a:pP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pic>
          <p:nvPicPr>
            <p:cNvPr id="75" name="图形 74" descr="上升趋势条形图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42402" y="3041144"/>
              <a:ext cx="484336" cy="484336"/>
            </a:xfrm>
            <a:prstGeom prst="rect">
              <a:avLst/>
            </a:prstGeom>
          </p:spPr>
        </p:pic>
        <p:pic>
          <p:nvPicPr>
            <p:cNvPr id="76" name="图形 75" descr="区块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4607" y="4155436"/>
              <a:ext cx="484336" cy="484336"/>
            </a:xfrm>
            <a:prstGeom prst="rect">
              <a:avLst/>
            </a:prstGeom>
          </p:spPr>
        </p:pic>
        <p:pic>
          <p:nvPicPr>
            <p:cNvPr id="77" name="图形 76" descr="书籍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4502" y="1894259"/>
              <a:ext cx="472087" cy="472087"/>
            </a:xfrm>
            <a:prstGeom prst="rect">
              <a:avLst/>
            </a:prstGeom>
          </p:spPr>
        </p:pic>
        <p:pic>
          <p:nvPicPr>
            <p:cNvPr id="78" name="图形 77" descr="盒子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4756" y="5331192"/>
              <a:ext cx="472087" cy="472087"/>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397523" y="1303366"/>
            <a:ext cx="9435805" cy="5006217"/>
            <a:chOff x="1378097" y="1303366"/>
            <a:chExt cx="9435805" cy="5006217"/>
          </a:xfrm>
        </p:grpSpPr>
        <p:sp>
          <p:nvSpPr>
            <p:cNvPr id="6" name="任意多边形: 形状 42"/>
            <p:cNvSpPr/>
            <p:nvPr/>
          </p:nvSpPr>
          <p:spPr bwMode="auto">
            <a:xfrm>
              <a:off x="1378097" y="3263480"/>
              <a:ext cx="274403" cy="447710"/>
            </a:xfrm>
            <a:custGeom>
              <a:avLst/>
              <a:gdLst>
                <a:gd name="T0" fmla="*/ 152 w 152"/>
                <a:gd name="T1" fmla="*/ 248 h 248"/>
                <a:gd name="T2" fmla="*/ 0 w 152"/>
                <a:gd name="T3" fmla="*/ 139 h 248"/>
                <a:gd name="T4" fmla="*/ 66 w 152"/>
                <a:gd name="T5" fmla="*/ 0 h 248"/>
                <a:gd name="T6" fmla="*/ 152 w 152"/>
                <a:gd name="T7" fmla="*/ 85 h 248"/>
                <a:gd name="T8" fmla="*/ 152 w 152"/>
                <a:gd name="T9" fmla="*/ 248 h 248"/>
              </a:gdLst>
              <a:ahLst/>
              <a:cxnLst>
                <a:cxn ang="0">
                  <a:pos x="T0" y="T1"/>
                </a:cxn>
                <a:cxn ang="0">
                  <a:pos x="T2" y="T3"/>
                </a:cxn>
                <a:cxn ang="0">
                  <a:pos x="T4" y="T5"/>
                </a:cxn>
                <a:cxn ang="0">
                  <a:pos x="T6" y="T7"/>
                </a:cxn>
                <a:cxn ang="0">
                  <a:pos x="T8" y="T9"/>
                </a:cxn>
              </a:cxnLst>
              <a:rect l="0" t="0" r="r" b="b"/>
              <a:pathLst>
                <a:path w="152" h="248">
                  <a:moveTo>
                    <a:pt x="152" y="248"/>
                  </a:moveTo>
                  <a:lnTo>
                    <a:pt x="0" y="139"/>
                  </a:lnTo>
                  <a:lnTo>
                    <a:pt x="66" y="0"/>
                  </a:lnTo>
                  <a:lnTo>
                    <a:pt x="152" y="85"/>
                  </a:lnTo>
                  <a:lnTo>
                    <a:pt x="152" y="248"/>
                  </a:lnTo>
                  <a:close/>
                </a:path>
              </a:pathLst>
            </a:custGeom>
            <a:solidFill>
              <a:schemeClr val="tx2">
                <a:lumMod val="75000"/>
              </a:schemeClr>
            </a:solidFill>
            <a:ln>
              <a:noFill/>
            </a:ln>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 name="任意多边形: 形状 43"/>
            <p:cNvSpPr/>
            <p:nvPr/>
          </p:nvSpPr>
          <p:spPr bwMode="auto">
            <a:xfrm>
              <a:off x="3362104" y="3263480"/>
              <a:ext cx="274403" cy="447710"/>
            </a:xfrm>
            <a:custGeom>
              <a:avLst/>
              <a:gdLst>
                <a:gd name="T0" fmla="*/ 0 w 152"/>
                <a:gd name="T1" fmla="*/ 248 h 248"/>
                <a:gd name="T2" fmla="*/ 152 w 152"/>
                <a:gd name="T3" fmla="*/ 139 h 248"/>
                <a:gd name="T4" fmla="*/ 86 w 152"/>
                <a:gd name="T5" fmla="*/ 0 h 248"/>
                <a:gd name="T6" fmla="*/ 0 w 152"/>
                <a:gd name="T7" fmla="*/ 85 h 248"/>
                <a:gd name="T8" fmla="*/ 0 w 152"/>
                <a:gd name="T9" fmla="*/ 248 h 248"/>
              </a:gdLst>
              <a:ahLst/>
              <a:cxnLst>
                <a:cxn ang="0">
                  <a:pos x="T0" y="T1"/>
                </a:cxn>
                <a:cxn ang="0">
                  <a:pos x="T2" y="T3"/>
                </a:cxn>
                <a:cxn ang="0">
                  <a:pos x="T4" y="T5"/>
                </a:cxn>
                <a:cxn ang="0">
                  <a:pos x="T6" y="T7"/>
                </a:cxn>
                <a:cxn ang="0">
                  <a:pos x="T8" y="T9"/>
                </a:cxn>
              </a:cxnLst>
              <a:rect l="0" t="0" r="r" b="b"/>
              <a:pathLst>
                <a:path w="152" h="248">
                  <a:moveTo>
                    <a:pt x="0" y="248"/>
                  </a:moveTo>
                  <a:lnTo>
                    <a:pt x="152" y="139"/>
                  </a:lnTo>
                  <a:lnTo>
                    <a:pt x="86" y="0"/>
                  </a:lnTo>
                  <a:lnTo>
                    <a:pt x="0" y="85"/>
                  </a:lnTo>
                  <a:lnTo>
                    <a:pt x="0" y="248"/>
                  </a:lnTo>
                  <a:close/>
                </a:path>
              </a:pathLst>
            </a:custGeom>
            <a:solidFill>
              <a:schemeClr val="tx2">
                <a:lumMod val="75000"/>
              </a:schemeClr>
            </a:solidFill>
            <a:ln>
              <a:noFill/>
            </a:ln>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 name="梯形 7"/>
            <p:cNvSpPr/>
            <p:nvPr/>
          </p:nvSpPr>
          <p:spPr>
            <a:xfrm>
              <a:off x="1460763" y="1649903"/>
              <a:ext cx="2088839" cy="2700276"/>
            </a:xfrm>
            <a:prstGeom prst="trapezoid">
              <a:avLst/>
            </a:prstGeom>
            <a:solidFill>
              <a:schemeClr val="accent1"/>
            </a:solidFill>
            <a:ln w="28575">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9" name="椭圆 8"/>
            <p:cNvSpPr/>
            <p:nvPr/>
          </p:nvSpPr>
          <p:spPr>
            <a:xfrm>
              <a:off x="1847015" y="1303366"/>
              <a:ext cx="1336060" cy="133606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任意多边形: 形状 47"/>
            <p:cNvSpPr/>
            <p:nvPr/>
          </p:nvSpPr>
          <p:spPr bwMode="auto">
            <a:xfrm>
              <a:off x="2485688" y="2581402"/>
              <a:ext cx="58707" cy="58025"/>
            </a:xfrm>
            <a:custGeom>
              <a:avLst/>
              <a:gdLst>
                <a:gd name="T0" fmla="*/ 6 w 12"/>
                <a:gd name="T1" fmla="*/ 0 h 12"/>
                <a:gd name="T2" fmla="*/ 0 w 12"/>
                <a:gd name="T3" fmla="*/ 6 h 12"/>
                <a:gd name="T4" fmla="*/ 6 w 12"/>
                <a:gd name="T5" fmla="*/ 12 h 12"/>
                <a:gd name="T6" fmla="*/ 12 w 12"/>
                <a:gd name="T7" fmla="*/ 6 h 12"/>
                <a:gd name="T8" fmla="*/ 6 w 12"/>
                <a:gd name="T9" fmla="*/ 0 h 12"/>
                <a:gd name="T10" fmla="*/ 6 w 12"/>
                <a:gd name="T11" fmla="*/ 8 h 12"/>
                <a:gd name="T12" fmla="*/ 4 w 12"/>
                <a:gd name="T13" fmla="*/ 6 h 12"/>
                <a:gd name="T14" fmla="*/ 6 w 12"/>
                <a:gd name="T15" fmla="*/ 4 h 12"/>
                <a:gd name="T16" fmla="*/ 8 w 12"/>
                <a:gd name="T17" fmla="*/ 6 h 12"/>
                <a:gd name="T18" fmla="*/ 6 w 12"/>
                <a:gd name="T19"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2">
                  <a:moveTo>
                    <a:pt x="6" y="0"/>
                  </a:moveTo>
                  <a:cubicBezTo>
                    <a:pt x="3" y="0"/>
                    <a:pt x="0" y="3"/>
                    <a:pt x="0" y="6"/>
                  </a:cubicBezTo>
                  <a:cubicBezTo>
                    <a:pt x="0" y="9"/>
                    <a:pt x="3" y="12"/>
                    <a:pt x="6" y="12"/>
                  </a:cubicBezTo>
                  <a:cubicBezTo>
                    <a:pt x="9" y="12"/>
                    <a:pt x="12" y="9"/>
                    <a:pt x="12" y="6"/>
                  </a:cubicBezTo>
                  <a:cubicBezTo>
                    <a:pt x="12" y="3"/>
                    <a:pt x="9" y="0"/>
                    <a:pt x="6" y="0"/>
                  </a:cubicBezTo>
                  <a:close/>
                  <a:moveTo>
                    <a:pt x="6" y="8"/>
                  </a:moveTo>
                  <a:cubicBezTo>
                    <a:pt x="5" y="8"/>
                    <a:pt x="4" y="7"/>
                    <a:pt x="4" y="6"/>
                  </a:cubicBezTo>
                  <a:cubicBezTo>
                    <a:pt x="4" y="5"/>
                    <a:pt x="5" y="4"/>
                    <a:pt x="6" y="4"/>
                  </a:cubicBezTo>
                  <a:cubicBezTo>
                    <a:pt x="7" y="4"/>
                    <a:pt x="8" y="5"/>
                    <a:pt x="8" y="6"/>
                  </a:cubicBezTo>
                  <a:cubicBezTo>
                    <a:pt x="8" y="7"/>
                    <a:pt x="7" y="8"/>
                    <a:pt x="6" y="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1" name="矩形 10"/>
            <p:cNvSpPr/>
            <p:nvPr/>
          </p:nvSpPr>
          <p:spPr bwMode="auto">
            <a:xfrm>
              <a:off x="1378097" y="3095588"/>
              <a:ext cx="2254799" cy="418826"/>
            </a:xfrm>
            <a:prstGeom prst="rect">
              <a:avLst/>
            </a:prstGeom>
            <a:solidFill>
              <a:schemeClr val="bg1"/>
            </a:solidFill>
            <a:ln>
              <a:solidFill>
                <a:schemeClr val="bg1">
                  <a:lumMod val="85000"/>
                </a:schemeClr>
              </a:solidFill>
            </a:ln>
          </p:spPr>
          <p:txBody>
            <a:bodyPr vert="horz" wrap="none" lIns="91440" tIns="45720" rIns="91440" bIns="45720" anchor="ctr" anchorCtr="0" compatLnSpc="1">
              <a:normAutofit/>
            </a:bodyPr>
            <a:lstStyle/>
            <a:p>
              <a:pPr algn="ctr"/>
              <a:r>
                <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 name="任意多边形: 形状 35"/>
            <p:cNvSpPr/>
            <p:nvPr/>
          </p:nvSpPr>
          <p:spPr bwMode="auto">
            <a:xfrm>
              <a:off x="3770562" y="3263480"/>
              <a:ext cx="274403" cy="447710"/>
            </a:xfrm>
            <a:custGeom>
              <a:avLst/>
              <a:gdLst>
                <a:gd name="T0" fmla="*/ 152 w 152"/>
                <a:gd name="T1" fmla="*/ 248 h 248"/>
                <a:gd name="T2" fmla="*/ 0 w 152"/>
                <a:gd name="T3" fmla="*/ 139 h 248"/>
                <a:gd name="T4" fmla="*/ 66 w 152"/>
                <a:gd name="T5" fmla="*/ 0 h 248"/>
                <a:gd name="T6" fmla="*/ 152 w 152"/>
                <a:gd name="T7" fmla="*/ 85 h 248"/>
                <a:gd name="T8" fmla="*/ 152 w 152"/>
                <a:gd name="T9" fmla="*/ 248 h 248"/>
              </a:gdLst>
              <a:ahLst/>
              <a:cxnLst>
                <a:cxn ang="0">
                  <a:pos x="T0" y="T1"/>
                </a:cxn>
                <a:cxn ang="0">
                  <a:pos x="T2" y="T3"/>
                </a:cxn>
                <a:cxn ang="0">
                  <a:pos x="T4" y="T5"/>
                </a:cxn>
                <a:cxn ang="0">
                  <a:pos x="T6" y="T7"/>
                </a:cxn>
                <a:cxn ang="0">
                  <a:pos x="T8" y="T9"/>
                </a:cxn>
              </a:cxnLst>
              <a:rect l="0" t="0" r="r" b="b"/>
              <a:pathLst>
                <a:path w="152" h="248">
                  <a:moveTo>
                    <a:pt x="152" y="248"/>
                  </a:moveTo>
                  <a:lnTo>
                    <a:pt x="0" y="139"/>
                  </a:lnTo>
                  <a:lnTo>
                    <a:pt x="66" y="0"/>
                  </a:lnTo>
                  <a:lnTo>
                    <a:pt x="152" y="85"/>
                  </a:lnTo>
                  <a:lnTo>
                    <a:pt x="152" y="248"/>
                  </a:lnTo>
                  <a:close/>
                </a:path>
              </a:pathLst>
            </a:custGeom>
            <a:solidFill>
              <a:schemeClr val="tx2">
                <a:lumMod val="75000"/>
              </a:schemeClr>
            </a:solidFill>
            <a:ln>
              <a:noFill/>
            </a:ln>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5" name="任意多边形: 形状 36"/>
            <p:cNvSpPr/>
            <p:nvPr/>
          </p:nvSpPr>
          <p:spPr bwMode="auto">
            <a:xfrm>
              <a:off x="5754569" y="3263480"/>
              <a:ext cx="274403" cy="447710"/>
            </a:xfrm>
            <a:custGeom>
              <a:avLst/>
              <a:gdLst>
                <a:gd name="T0" fmla="*/ 0 w 152"/>
                <a:gd name="T1" fmla="*/ 248 h 248"/>
                <a:gd name="T2" fmla="*/ 152 w 152"/>
                <a:gd name="T3" fmla="*/ 139 h 248"/>
                <a:gd name="T4" fmla="*/ 86 w 152"/>
                <a:gd name="T5" fmla="*/ 0 h 248"/>
                <a:gd name="T6" fmla="*/ 0 w 152"/>
                <a:gd name="T7" fmla="*/ 85 h 248"/>
                <a:gd name="T8" fmla="*/ 0 w 152"/>
                <a:gd name="T9" fmla="*/ 248 h 248"/>
              </a:gdLst>
              <a:ahLst/>
              <a:cxnLst>
                <a:cxn ang="0">
                  <a:pos x="T0" y="T1"/>
                </a:cxn>
                <a:cxn ang="0">
                  <a:pos x="T2" y="T3"/>
                </a:cxn>
                <a:cxn ang="0">
                  <a:pos x="T4" y="T5"/>
                </a:cxn>
                <a:cxn ang="0">
                  <a:pos x="T6" y="T7"/>
                </a:cxn>
                <a:cxn ang="0">
                  <a:pos x="T8" y="T9"/>
                </a:cxn>
              </a:cxnLst>
              <a:rect l="0" t="0" r="r" b="b"/>
              <a:pathLst>
                <a:path w="152" h="248">
                  <a:moveTo>
                    <a:pt x="0" y="248"/>
                  </a:moveTo>
                  <a:lnTo>
                    <a:pt x="152" y="139"/>
                  </a:lnTo>
                  <a:lnTo>
                    <a:pt x="86" y="0"/>
                  </a:lnTo>
                  <a:lnTo>
                    <a:pt x="0" y="85"/>
                  </a:lnTo>
                  <a:lnTo>
                    <a:pt x="0" y="248"/>
                  </a:lnTo>
                  <a:close/>
                </a:path>
              </a:pathLst>
            </a:custGeom>
            <a:solidFill>
              <a:schemeClr val="tx2">
                <a:lumMod val="75000"/>
              </a:schemeClr>
            </a:solidFill>
            <a:ln>
              <a:noFill/>
            </a:ln>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6" name="梯形 15"/>
            <p:cNvSpPr/>
            <p:nvPr/>
          </p:nvSpPr>
          <p:spPr>
            <a:xfrm>
              <a:off x="3851035" y="1649903"/>
              <a:ext cx="2088839" cy="2700276"/>
            </a:xfrm>
            <a:prstGeom prst="trapezoid">
              <a:avLst/>
            </a:prstGeom>
            <a:solidFill>
              <a:schemeClr val="accent2"/>
            </a:solidFill>
            <a:ln w="28575">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7" name="椭圆 16"/>
            <p:cNvSpPr/>
            <p:nvPr/>
          </p:nvSpPr>
          <p:spPr>
            <a:xfrm>
              <a:off x="4219074" y="1303366"/>
              <a:ext cx="1336060" cy="1336061"/>
            </a:xfrm>
            <a:prstGeom prst="ellipse">
              <a:avLst/>
            </a:prstGeom>
          </p:spPr>
          <p:style>
            <a:lnRef idx="2">
              <a:schemeClr val="accent2"/>
            </a:lnRef>
            <a:fillRef idx="1">
              <a:schemeClr val="lt1"/>
            </a:fillRef>
            <a:effectRef idx="0">
              <a:schemeClr val="accent2"/>
            </a:effectRef>
            <a:fontRef idx="minor">
              <a:schemeClr val="dk1"/>
            </a:fontRef>
          </p:style>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8" name="矩形 17"/>
            <p:cNvSpPr/>
            <p:nvPr/>
          </p:nvSpPr>
          <p:spPr bwMode="auto">
            <a:xfrm>
              <a:off x="3770562" y="3095588"/>
              <a:ext cx="2254799" cy="418826"/>
            </a:xfrm>
            <a:prstGeom prst="rect">
              <a:avLst/>
            </a:prstGeom>
            <a:solidFill>
              <a:schemeClr val="bg1"/>
            </a:solidFill>
            <a:ln>
              <a:solidFill>
                <a:schemeClr val="bg1">
                  <a:lumMod val="85000"/>
                </a:schemeClr>
              </a:solidFill>
            </a:ln>
          </p:spPr>
          <p:txBody>
            <a:bodyPr vert="horz" wrap="none" lIns="91440" tIns="45720" rIns="91440" bIns="45720" anchor="ctr" anchorCtr="0" compatLnSpc="1">
              <a:normAutofit/>
            </a:bodyPr>
            <a:lstStyle/>
            <a:p>
              <a:pPr algn="ctr"/>
              <a:r>
                <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4" name="任意多边形: 形状 28"/>
            <p:cNvSpPr/>
            <p:nvPr/>
          </p:nvSpPr>
          <p:spPr bwMode="auto">
            <a:xfrm>
              <a:off x="6163028" y="3263480"/>
              <a:ext cx="274403" cy="447710"/>
            </a:xfrm>
            <a:custGeom>
              <a:avLst/>
              <a:gdLst>
                <a:gd name="T0" fmla="*/ 152 w 152"/>
                <a:gd name="T1" fmla="*/ 248 h 248"/>
                <a:gd name="T2" fmla="*/ 0 w 152"/>
                <a:gd name="T3" fmla="*/ 139 h 248"/>
                <a:gd name="T4" fmla="*/ 66 w 152"/>
                <a:gd name="T5" fmla="*/ 0 h 248"/>
                <a:gd name="T6" fmla="*/ 152 w 152"/>
                <a:gd name="T7" fmla="*/ 85 h 248"/>
                <a:gd name="T8" fmla="*/ 152 w 152"/>
                <a:gd name="T9" fmla="*/ 248 h 248"/>
              </a:gdLst>
              <a:ahLst/>
              <a:cxnLst>
                <a:cxn ang="0">
                  <a:pos x="T0" y="T1"/>
                </a:cxn>
                <a:cxn ang="0">
                  <a:pos x="T2" y="T3"/>
                </a:cxn>
                <a:cxn ang="0">
                  <a:pos x="T4" y="T5"/>
                </a:cxn>
                <a:cxn ang="0">
                  <a:pos x="T6" y="T7"/>
                </a:cxn>
                <a:cxn ang="0">
                  <a:pos x="T8" y="T9"/>
                </a:cxn>
              </a:cxnLst>
              <a:rect l="0" t="0" r="r" b="b"/>
              <a:pathLst>
                <a:path w="152" h="248">
                  <a:moveTo>
                    <a:pt x="152" y="248"/>
                  </a:moveTo>
                  <a:lnTo>
                    <a:pt x="0" y="139"/>
                  </a:lnTo>
                  <a:lnTo>
                    <a:pt x="66" y="0"/>
                  </a:lnTo>
                  <a:lnTo>
                    <a:pt x="152" y="85"/>
                  </a:lnTo>
                  <a:lnTo>
                    <a:pt x="152" y="248"/>
                  </a:lnTo>
                  <a:close/>
                </a:path>
              </a:pathLst>
            </a:custGeom>
            <a:solidFill>
              <a:schemeClr val="tx2">
                <a:lumMod val="75000"/>
              </a:schemeClr>
            </a:solidFill>
            <a:ln>
              <a:noFill/>
            </a:ln>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5" name="任意多边形: 形状 29"/>
            <p:cNvSpPr/>
            <p:nvPr/>
          </p:nvSpPr>
          <p:spPr bwMode="auto">
            <a:xfrm>
              <a:off x="8147035" y="3263480"/>
              <a:ext cx="274403" cy="447710"/>
            </a:xfrm>
            <a:custGeom>
              <a:avLst/>
              <a:gdLst>
                <a:gd name="T0" fmla="*/ 0 w 152"/>
                <a:gd name="T1" fmla="*/ 248 h 248"/>
                <a:gd name="T2" fmla="*/ 152 w 152"/>
                <a:gd name="T3" fmla="*/ 139 h 248"/>
                <a:gd name="T4" fmla="*/ 86 w 152"/>
                <a:gd name="T5" fmla="*/ 0 h 248"/>
                <a:gd name="T6" fmla="*/ 0 w 152"/>
                <a:gd name="T7" fmla="*/ 85 h 248"/>
                <a:gd name="T8" fmla="*/ 0 w 152"/>
                <a:gd name="T9" fmla="*/ 248 h 248"/>
              </a:gdLst>
              <a:ahLst/>
              <a:cxnLst>
                <a:cxn ang="0">
                  <a:pos x="T0" y="T1"/>
                </a:cxn>
                <a:cxn ang="0">
                  <a:pos x="T2" y="T3"/>
                </a:cxn>
                <a:cxn ang="0">
                  <a:pos x="T4" y="T5"/>
                </a:cxn>
                <a:cxn ang="0">
                  <a:pos x="T6" y="T7"/>
                </a:cxn>
                <a:cxn ang="0">
                  <a:pos x="T8" y="T9"/>
                </a:cxn>
              </a:cxnLst>
              <a:rect l="0" t="0" r="r" b="b"/>
              <a:pathLst>
                <a:path w="152" h="248">
                  <a:moveTo>
                    <a:pt x="0" y="248"/>
                  </a:moveTo>
                  <a:lnTo>
                    <a:pt x="152" y="139"/>
                  </a:lnTo>
                  <a:lnTo>
                    <a:pt x="86" y="0"/>
                  </a:lnTo>
                  <a:lnTo>
                    <a:pt x="0" y="85"/>
                  </a:lnTo>
                  <a:lnTo>
                    <a:pt x="0" y="248"/>
                  </a:lnTo>
                  <a:close/>
                </a:path>
              </a:pathLst>
            </a:custGeom>
            <a:solidFill>
              <a:schemeClr val="tx2">
                <a:lumMod val="75000"/>
              </a:schemeClr>
            </a:solidFill>
            <a:ln>
              <a:noFill/>
            </a:ln>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6" name="梯形 25"/>
            <p:cNvSpPr/>
            <p:nvPr/>
          </p:nvSpPr>
          <p:spPr>
            <a:xfrm>
              <a:off x="6243561" y="1649903"/>
              <a:ext cx="2088839" cy="2700276"/>
            </a:xfrm>
            <a:prstGeom prst="trapezoid">
              <a:avLst/>
            </a:prstGeom>
            <a:solidFill>
              <a:schemeClr val="accent3"/>
            </a:solidFill>
            <a:ln w="28575">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7" name="椭圆 26"/>
            <p:cNvSpPr/>
            <p:nvPr/>
          </p:nvSpPr>
          <p:spPr>
            <a:xfrm>
              <a:off x="6599612" y="1303366"/>
              <a:ext cx="1336060" cy="1336061"/>
            </a:xfrm>
            <a:prstGeom prst="ellipse">
              <a:avLst/>
            </a:prstGeom>
          </p:spPr>
          <p:style>
            <a:lnRef idx="2">
              <a:schemeClr val="accent3"/>
            </a:lnRef>
            <a:fillRef idx="1">
              <a:schemeClr val="lt1"/>
            </a:fillRef>
            <a:effectRef idx="0">
              <a:schemeClr val="accent3"/>
            </a:effectRef>
            <a:fontRef idx="minor">
              <a:schemeClr val="dk1"/>
            </a:fontRef>
          </p:style>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28" name="矩形 27"/>
            <p:cNvSpPr/>
            <p:nvPr/>
          </p:nvSpPr>
          <p:spPr bwMode="auto">
            <a:xfrm>
              <a:off x="6163028" y="3095588"/>
              <a:ext cx="2254799" cy="418826"/>
            </a:xfrm>
            <a:prstGeom prst="rect">
              <a:avLst/>
            </a:prstGeom>
            <a:solidFill>
              <a:schemeClr val="bg1"/>
            </a:solidFill>
            <a:ln>
              <a:solidFill>
                <a:schemeClr val="bg1">
                  <a:lumMod val="85000"/>
                </a:schemeClr>
              </a:solidFill>
            </a:ln>
          </p:spPr>
          <p:txBody>
            <a:bodyPr vert="horz" wrap="none" lIns="91440" tIns="45720" rIns="91440" bIns="45720" anchor="ctr" anchorCtr="0" compatLnSpc="1">
              <a:normAutofit/>
            </a:bodyPr>
            <a:lstStyle/>
            <a:p>
              <a:pPr algn="ctr"/>
              <a:r>
                <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1" name="任意多边形: 形状 21"/>
            <p:cNvSpPr/>
            <p:nvPr/>
          </p:nvSpPr>
          <p:spPr bwMode="auto">
            <a:xfrm>
              <a:off x="8555492" y="3263480"/>
              <a:ext cx="274403" cy="447710"/>
            </a:xfrm>
            <a:custGeom>
              <a:avLst/>
              <a:gdLst>
                <a:gd name="T0" fmla="*/ 152 w 152"/>
                <a:gd name="T1" fmla="*/ 248 h 248"/>
                <a:gd name="T2" fmla="*/ 0 w 152"/>
                <a:gd name="T3" fmla="*/ 139 h 248"/>
                <a:gd name="T4" fmla="*/ 66 w 152"/>
                <a:gd name="T5" fmla="*/ 0 h 248"/>
                <a:gd name="T6" fmla="*/ 152 w 152"/>
                <a:gd name="T7" fmla="*/ 85 h 248"/>
                <a:gd name="T8" fmla="*/ 152 w 152"/>
                <a:gd name="T9" fmla="*/ 248 h 248"/>
              </a:gdLst>
              <a:ahLst/>
              <a:cxnLst>
                <a:cxn ang="0">
                  <a:pos x="T0" y="T1"/>
                </a:cxn>
                <a:cxn ang="0">
                  <a:pos x="T2" y="T3"/>
                </a:cxn>
                <a:cxn ang="0">
                  <a:pos x="T4" y="T5"/>
                </a:cxn>
                <a:cxn ang="0">
                  <a:pos x="T6" y="T7"/>
                </a:cxn>
                <a:cxn ang="0">
                  <a:pos x="T8" y="T9"/>
                </a:cxn>
              </a:cxnLst>
              <a:rect l="0" t="0" r="r" b="b"/>
              <a:pathLst>
                <a:path w="152" h="248">
                  <a:moveTo>
                    <a:pt x="152" y="248"/>
                  </a:moveTo>
                  <a:lnTo>
                    <a:pt x="0" y="139"/>
                  </a:lnTo>
                  <a:lnTo>
                    <a:pt x="66" y="0"/>
                  </a:lnTo>
                  <a:lnTo>
                    <a:pt x="152" y="85"/>
                  </a:lnTo>
                  <a:lnTo>
                    <a:pt x="152" y="248"/>
                  </a:lnTo>
                  <a:close/>
                </a:path>
              </a:pathLst>
            </a:custGeom>
            <a:solidFill>
              <a:schemeClr val="tx2">
                <a:lumMod val="75000"/>
              </a:schemeClr>
            </a:solidFill>
            <a:ln>
              <a:noFill/>
            </a:ln>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2" name="任意多边形: 形状 22"/>
            <p:cNvSpPr/>
            <p:nvPr/>
          </p:nvSpPr>
          <p:spPr bwMode="auto">
            <a:xfrm>
              <a:off x="10539499" y="3263480"/>
              <a:ext cx="274403" cy="447710"/>
            </a:xfrm>
            <a:custGeom>
              <a:avLst/>
              <a:gdLst>
                <a:gd name="T0" fmla="*/ 0 w 152"/>
                <a:gd name="T1" fmla="*/ 248 h 248"/>
                <a:gd name="T2" fmla="*/ 152 w 152"/>
                <a:gd name="T3" fmla="*/ 139 h 248"/>
                <a:gd name="T4" fmla="*/ 86 w 152"/>
                <a:gd name="T5" fmla="*/ 0 h 248"/>
                <a:gd name="T6" fmla="*/ 0 w 152"/>
                <a:gd name="T7" fmla="*/ 85 h 248"/>
                <a:gd name="T8" fmla="*/ 0 w 152"/>
                <a:gd name="T9" fmla="*/ 248 h 248"/>
              </a:gdLst>
              <a:ahLst/>
              <a:cxnLst>
                <a:cxn ang="0">
                  <a:pos x="T0" y="T1"/>
                </a:cxn>
                <a:cxn ang="0">
                  <a:pos x="T2" y="T3"/>
                </a:cxn>
                <a:cxn ang="0">
                  <a:pos x="T4" y="T5"/>
                </a:cxn>
                <a:cxn ang="0">
                  <a:pos x="T6" y="T7"/>
                </a:cxn>
                <a:cxn ang="0">
                  <a:pos x="T8" y="T9"/>
                </a:cxn>
              </a:cxnLst>
              <a:rect l="0" t="0" r="r" b="b"/>
              <a:pathLst>
                <a:path w="152" h="248">
                  <a:moveTo>
                    <a:pt x="0" y="248"/>
                  </a:moveTo>
                  <a:lnTo>
                    <a:pt x="152" y="139"/>
                  </a:lnTo>
                  <a:lnTo>
                    <a:pt x="86" y="0"/>
                  </a:lnTo>
                  <a:lnTo>
                    <a:pt x="0" y="85"/>
                  </a:lnTo>
                  <a:lnTo>
                    <a:pt x="0" y="248"/>
                  </a:lnTo>
                  <a:close/>
                </a:path>
              </a:pathLst>
            </a:custGeom>
            <a:solidFill>
              <a:schemeClr val="tx2">
                <a:lumMod val="75000"/>
              </a:schemeClr>
            </a:solidFill>
            <a:ln>
              <a:noFill/>
            </a:ln>
          </p:spPr>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3" name="梯形 32"/>
            <p:cNvSpPr/>
            <p:nvPr/>
          </p:nvSpPr>
          <p:spPr>
            <a:xfrm>
              <a:off x="8640277" y="1649903"/>
              <a:ext cx="2088839" cy="2700276"/>
            </a:xfrm>
            <a:prstGeom prst="trapezoid">
              <a:avLst/>
            </a:prstGeom>
            <a:solidFill>
              <a:schemeClr val="accent4"/>
            </a:solidFill>
            <a:ln w="28575">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4" name="椭圆 33"/>
            <p:cNvSpPr/>
            <p:nvPr/>
          </p:nvSpPr>
          <p:spPr>
            <a:xfrm>
              <a:off x="9016666" y="1303366"/>
              <a:ext cx="1336060" cy="1336061"/>
            </a:xfrm>
            <a:prstGeom prst="ellipse">
              <a:avLst/>
            </a:prstGeom>
          </p:spPr>
          <p:style>
            <a:lnRef idx="2">
              <a:schemeClr val="accent4"/>
            </a:lnRef>
            <a:fillRef idx="1">
              <a:schemeClr val="lt1"/>
            </a:fillRef>
            <a:effectRef idx="0">
              <a:schemeClr val="accent4"/>
            </a:effectRef>
            <a:fontRef idx="minor">
              <a:schemeClr val="dk1"/>
            </a:fontRef>
          </p:style>
          <p:txBody>
            <a:bodyPr anchor="ctr"/>
            <a:lstStyle/>
            <a:p>
              <a:pPr algn="ctr"/>
              <a:endParaRPr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矩形 34"/>
            <p:cNvSpPr/>
            <p:nvPr/>
          </p:nvSpPr>
          <p:spPr bwMode="auto">
            <a:xfrm>
              <a:off x="8555492" y="3095588"/>
              <a:ext cx="2254799" cy="418826"/>
            </a:xfrm>
            <a:prstGeom prst="rect">
              <a:avLst/>
            </a:prstGeom>
            <a:solidFill>
              <a:schemeClr val="bg1"/>
            </a:solidFill>
            <a:ln>
              <a:solidFill>
                <a:schemeClr val="bg1">
                  <a:lumMod val="85000"/>
                </a:schemeClr>
              </a:solidFill>
            </a:ln>
          </p:spPr>
          <p:txBody>
            <a:bodyPr vert="horz" wrap="none" lIns="91440" tIns="45720" rIns="91440" bIns="45720" anchor="ctr" anchorCtr="0" compatLnSpc="1">
              <a:normAutofit/>
            </a:bodyPr>
            <a:lstStyle/>
            <a:p>
              <a:pPr algn="ctr"/>
              <a:r>
                <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关键词</a:t>
              </a:r>
              <a:endParaRPr lang="zh-CN" altLang="en-US"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pic>
          <p:nvPicPr>
            <p:cNvPr id="45" name="图形 44" descr="上升趋势条形图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5243" y="1660302"/>
              <a:ext cx="485473" cy="485473"/>
            </a:xfrm>
            <a:prstGeom prst="rect">
              <a:avLst/>
            </a:prstGeom>
          </p:spPr>
        </p:pic>
        <p:pic>
          <p:nvPicPr>
            <p:cNvPr id="46" name="图形 45" descr="区块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72304" y="1713854"/>
              <a:ext cx="485473" cy="485473"/>
            </a:xfrm>
            <a:prstGeom prst="rect">
              <a:avLst/>
            </a:prstGeom>
          </p:spPr>
        </p:pic>
        <p:pic>
          <p:nvPicPr>
            <p:cNvPr id="47" name="图形 46" descr="书籍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97475" y="1719992"/>
              <a:ext cx="473195" cy="473195"/>
            </a:xfrm>
            <a:prstGeom prst="rect">
              <a:avLst/>
            </a:prstGeom>
          </p:spPr>
        </p:pic>
        <p:pic>
          <p:nvPicPr>
            <p:cNvPr id="48" name="图形 47" descr="盒子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78200" y="1672580"/>
              <a:ext cx="473195" cy="473195"/>
            </a:xfrm>
            <a:prstGeom prst="rect">
              <a:avLst/>
            </a:prstGeom>
          </p:spPr>
        </p:pic>
        <p:grpSp>
          <p:nvGrpSpPr>
            <p:cNvPr id="3" name="组合 2"/>
            <p:cNvGrpSpPr/>
            <p:nvPr/>
          </p:nvGrpSpPr>
          <p:grpSpPr>
            <a:xfrm>
              <a:off x="1470620" y="4569541"/>
              <a:ext cx="2088840" cy="1733800"/>
              <a:chOff x="1470620" y="4569541"/>
              <a:chExt cx="2088840" cy="1733800"/>
            </a:xfrm>
          </p:grpSpPr>
          <p:sp>
            <p:nvSpPr>
              <p:cNvPr id="49" name="文本框 48"/>
              <p:cNvSpPr txBox="1"/>
              <p:nvPr/>
            </p:nvSpPr>
            <p:spPr>
              <a:xfrm>
                <a:off x="1909746" y="4569541"/>
                <a:ext cx="1210588" cy="400110"/>
              </a:xfrm>
              <a:prstGeom prst="rect">
                <a:avLst/>
              </a:prstGeom>
              <a:noFill/>
            </p:spPr>
            <p:txBody>
              <a:bodyPr wrap="none" rtlCol="0">
                <a:spAutoFit/>
              </a:bodyPr>
              <a:lstStyle/>
              <a:p>
                <a:pPr algn="ct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0" name="文本框 49"/>
              <p:cNvSpPr txBox="1"/>
              <p:nvPr/>
            </p:nvSpPr>
            <p:spPr>
              <a:xfrm>
                <a:off x="1470620" y="4951176"/>
                <a:ext cx="2088840" cy="1352165"/>
              </a:xfrm>
              <a:prstGeom prst="rect">
                <a:avLst/>
              </a:prstGeom>
              <a:noFill/>
            </p:spPr>
            <p:txBody>
              <a:bodyPr wrap="square" rtlCol="0">
                <a:spAutoFit/>
              </a:bodyPr>
              <a:lstStyle/>
              <a:p>
                <a:pPr algn="ct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1" name="组合 50"/>
            <p:cNvGrpSpPr/>
            <p:nvPr/>
          </p:nvGrpSpPr>
          <p:grpSpPr>
            <a:xfrm>
              <a:off x="3842684" y="4575783"/>
              <a:ext cx="2088840" cy="1733800"/>
              <a:chOff x="1470620" y="4569541"/>
              <a:chExt cx="2088840" cy="1733800"/>
            </a:xfrm>
          </p:grpSpPr>
          <p:sp>
            <p:nvSpPr>
              <p:cNvPr id="52" name="文本框 51"/>
              <p:cNvSpPr txBox="1"/>
              <p:nvPr/>
            </p:nvSpPr>
            <p:spPr>
              <a:xfrm>
                <a:off x="1909746" y="4569541"/>
                <a:ext cx="1210588" cy="400110"/>
              </a:xfrm>
              <a:prstGeom prst="rect">
                <a:avLst/>
              </a:prstGeom>
              <a:noFill/>
            </p:spPr>
            <p:txBody>
              <a:bodyPr wrap="none" rtlCol="0">
                <a:spAutoFit/>
              </a:bodyPr>
              <a:lstStyle/>
              <a:p>
                <a:pPr algn="ct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3" name="文本框 52"/>
              <p:cNvSpPr txBox="1"/>
              <p:nvPr/>
            </p:nvSpPr>
            <p:spPr>
              <a:xfrm>
                <a:off x="1470620" y="4951176"/>
                <a:ext cx="2088840" cy="1352165"/>
              </a:xfrm>
              <a:prstGeom prst="rect">
                <a:avLst/>
              </a:prstGeom>
              <a:noFill/>
            </p:spPr>
            <p:txBody>
              <a:bodyPr wrap="square" rtlCol="0">
                <a:spAutoFit/>
              </a:bodyPr>
              <a:lstStyle/>
              <a:p>
                <a:pPr algn="ct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4" name="组合 53"/>
            <p:cNvGrpSpPr/>
            <p:nvPr/>
          </p:nvGrpSpPr>
          <p:grpSpPr>
            <a:xfrm>
              <a:off x="6225245" y="4569541"/>
              <a:ext cx="2088840" cy="1733800"/>
              <a:chOff x="1470620" y="4569541"/>
              <a:chExt cx="2088840" cy="1733800"/>
            </a:xfrm>
          </p:grpSpPr>
          <p:sp>
            <p:nvSpPr>
              <p:cNvPr id="55" name="文本框 54"/>
              <p:cNvSpPr txBox="1"/>
              <p:nvPr/>
            </p:nvSpPr>
            <p:spPr>
              <a:xfrm>
                <a:off x="1909746" y="4569541"/>
                <a:ext cx="1210588" cy="400110"/>
              </a:xfrm>
              <a:prstGeom prst="rect">
                <a:avLst/>
              </a:prstGeom>
              <a:noFill/>
            </p:spPr>
            <p:txBody>
              <a:bodyPr wrap="none" rtlCol="0">
                <a:spAutoFit/>
              </a:bodyPr>
              <a:lstStyle/>
              <a:p>
                <a:pPr algn="ct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6" name="文本框 55"/>
              <p:cNvSpPr txBox="1"/>
              <p:nvPr/>
            </p:nvSpPr>
            <p:spPr>
              <a:xfrm>
                <a:off x="1470620" y="4951176"/>
                <a:ext cx="2088840" cy="1352165"/>
              </a:xfrm>
              <a:prstGeom prst="rect">
                <a:avLst/>
              </a:prstGeom>
              <a:noFill/>
            </p:spPr>
            <p:txBody>
              <a:bodyPr wrap="square" rtlCol="0">
                <a:spAutoFit/>
              </a:bodyPr>
              <a:lstStyle/>
              <a:p>
                <a:pPr algn="ct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7" name="组合 56"/>
            <p:cNvGrpSpPr/>
            <p:nvPr/>
          </p:nvGrpSpPr>
          <p:grpSpPr>
            <a:xfrm>
              <a:off x="8597309" y="4575783"/>
              <a:ext cx="2088840" cy="1733800"/>
              <a:chOff x="1470620" y="4569541"/>
              <a:chExt cx="2088840" cy="1733800"/>
            </a:xfrm>
          </p:grpSpPr>
          <p:sp>
            <p:nvSpPr>
              <p:cNvPr id="58" name="文本框 57"/>
              <p:cNvSpPr txBox="1"/>
              <p:nvPr/>
            </p:nvSpPr>
            <p:spPr>
              <a:xfrm>
                <a:off x="1909746" y="4569541"/>
                <a:ext cx="1210588" cy="400110"/>
              </a:xfrm>
              <a:prstGeom prst="rect">
                <a:avLst/>
              </a:prstGeom>
              <a:noFill/>
            </p:spPr>
            <p:txBody>
              <a:bodyPr wrap="none" rtlCol="0">
                <a:spAutoFit/>
              </a:bodyPr>
              <a:lstStyle/>
              <a:p>
                <a:pPr algn="ctr"/>
                <a:r>
                  <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输入标题</a:t>
                </a:r>
                <a:endParaRPr lang="zh-CN" altLang="en-US" sz="20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9" name="文本框 58"/>
              <p:cNvSpPr txBox="1"/>
              <p:nvPr/>
            </p:nvSpPr>
            <p:spPr>
              <a:xfrm>
                <a:off x="1470620" y="4951176"/>
                <a:ext cx="2088840" cy="1352165"/>
              </a:xfrm>
              <a:prstGeom prst="rect">
                <a:avLst/>
              </a:prstGeom>
              <a:noFill/>
            </p:spPr>
            <p:txBody>
              <a:bodyPr wrap="square" rtlCol="0">
                <a:spAutoFit/>
              </a:bodyPr>
              <a:lstStyle/>
              <a:p>
                <a:pPr algn="ctr">
                  <a:lnSpc>
                    <a:spcPct val="15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在此输入内容在此输入内容在此输入内容在此输入内容在此输入内容在此输入内容</a:t>
                </a:r>
                <a:endPar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resource_record_key" val="{&quot;71&quot;:[76235679955]}"/>
  <p:tag name="commondata" val="eyJoZGlkIjoiNDllYjI0M2Q4MTcxNjFkNzNmZjRiNDE2YzdhYTA2ZjAifQ=="/>
</p:tagLst>
</file>

<file path=ppt/theme/theme1.xml><?xml version="1.0" encoding="utf-8"?>
<a:theme xmlns:a="http://schemas.openxmlformats.org/drawingml/2006/main" name="Office 主题​​">
  <a:themeElements>
    <a:clrScheme name="">
      <a:dk1>
        <a:srgbClr val="000000"/>
      </a:dk1>
      <a:lt1>
        <a:srgbClr val="FFFFFF"/>
      </a:lt1>
      <a:dk2>
        <a:srgbClr val="3C3652"/>
      </a:dk2>
      <a:lt2>
        <a:srgbClr val="FEFAFF"/>
      </a:lt2>
      <a:accent1>
        <a:srgbClr val="B98CE2"/>
      </a:accent1>
      <a:accent2>
        <a:srgbClr val="8FAAFF"/>
      </a:accent2>
      <a:accent3>
        <a:srgbClr val="6FBEFF"/>
      </a:accent3>
      <a:accent4>
        <a:srgbClr val="84D3E8"/>
      </a:accent4>
      <a:accent5>
        <a:srgbClr val="81DDDF"/>
      </a:accent5>
      <a:accent6>
        <a:srgbClr val="86DAC4"/>
      </a:accent6>
      <a:hlink>
        <a:srgbClr val="5FCBFB"/>
      </a:hlink>
      <a:folHlink>
        <a:srgbClr val="B759BC"/>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3577</Words>
  <Application>WPS 演示</Application>
  <PresentationFormat>宽屏</PresentationFormat>
  <Paragraphs>348</Paragraphs>
  <Slides>22</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22</vt:i4>
      </vt:variant>
    </vt:vector>
  </HeadingPairs>
  <TitlesOfParts>
    <vt:vector size="41" baseType="lpstr">
      <vt:lpstr>Arial</vt:lpstr>
      <vt:lpstr>宋体</vt:lpstr>
      <vt:lpstr>Wingdings</vt:lpstr>
      <vt:lpstr>思源黑体</vt:lpstr>
      <vt:lpstr>黑体</vt:lpstr>
      <vt:lpstr>Montserrat</vt:lpstr>
      <vt:lpstr>Open Sans Light</vt:lpstr>
      <vt:lpstr>等线</vt:lpstr>
      <vt:lpstr>微软雅黑</vt:lpstr>
      <vt:lpstr>Arial Unicode MS</vt:lpstr>
      <vt:lpstr>DokChampa</vt:lpstr>
      <vt:lpstr>Gill Sans</vt:lpstr>
      <vt:lpstr>Calibri Light</vt:lpstr>
      <vt:lpstr>Symbol</vt:lpstr>
      <vt:lpstr>Times New Roman</vt:lpstr>
      <vt:lpstr>Calibri</vt:lpstr>
      <vt:lpstr>Microsoft Sans Serif</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cp:lastModifiedBy>
  <cp:revision>5</cp:revision>
  <dcterms:created xsi:type="dcterms:W3CDTF">2022-05-17T09:35:00Z</dcterms:created>
  <dcterms:modified xsi:type="dcterms:W3CDTF">2024-02-05T04:54:10Z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AED82FF7235742B3BE22562327DF1636_13</vt:lpwstr>
  </property>
  <property fmtid="{D5CDD505-2E9C-101B-9397-08002B2CF9AE}" pid="3" name="KSOProductBuildVer">
    <vt:lpwstr>2052-12.1.0.16120</vt:lpwstr>
  </property>
</Properties>
</file>