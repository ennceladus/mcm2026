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.xml" ContentType="application/vnd.openxmlformats-officedocument.themeOverride+xml"/>
  <Override PartName="/ppt/theme/themeOverride40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332" r:id="rId4"/>
    <p:sldId id="347" r:id="rId6"/>
    <p:sldId id="348" r:id="rId7"/>
    <p:sldId id="322" r:id="rId8"/>
    <p:sldId id="384" r:id="rId9"/>
    <p:sldId id="273" r:id="rId10"/>
    <p:sldId id="286" r:id="rId11"/>
    <p:sldId id="331" r:id="rId12"/>
    <p:sldId id="297" r:id="rId13"/>
    <p:sldId id="298" r:id="rId14"/>
    <p:sldId id="292" r:id="rId15"/>
    <p:sldId id="295" r:id="rId16"/>
    <p:sldId id="299" r:id="rId17"/>
    <p:sldId id="271" r:id="rId18"/>
    <p:sldId id="296" r:id="rId19"/>
    <p:sldId id="300" r:id="rId20"/>
    <p:sldId id="270" r:id="rId21"/>
    <p:sldId id="307" r:id="rId22"/>
    <p:sldId id="301" r:id="rId23"/>
    <p:sldId id="302" r:id="rId24"/>
    <p:sldId id="308" r:id="rId25"/>
    <p:sldId id="309" r:id="rId26"/>
    <p:sldId id="311" r:id="rId27"/>
    <p:sldId id="374" r:id="rId28"/>
    <p:sldId id="313" r:id="rId29"/>
    <p:sldId id="312" r:id="rId30"/>
    <p:sldId id="314" r:id="rId31"/>
    <p:sldId id="315" r:id="rId32"/>
    <p:sldId id="319" r:id="rId33"/>
    <p:sldId id="316" r:id="rId34"/>
    <p:sldId id="392" r:id="rId35"/>
    <p:sldId id="335" r:id="rId36"/>
    <p:sldId id="318" r:id="rId37"/>
    <p:sldId id="320" r:id="rId38"/>
    <p:sldId id="321" r:id="rId39"/>
    <p:sldId id="317" r:id="rId40"/>
    <p:sldId id="635" r:id="rId41"/>
    <p:sldId id="338" r:id="rId42"/>
    <p:sldId id="337" r:id="rId43"/>
    <p:sldId id="634" r:id="rId44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84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8" Type="http://schemas.openxmlformats.org/officeDocument/2006/relationships/tags" Target="tags/tag2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Peoples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2"/>
            <c:bubble3D val="0"/>
            <c:spPr>
              <a:solidFill>
                <a:schemeClr val="accent1"/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Sheet1!$A$2:$A$5</c:f>
              <c:strCache>
                <c:ptCount val="3"/>
                <c:pt idx="0">
                  <c:v>Video</c:v>
                </c:pt>
                <c:pt idx="1">
                  <c:v>Audio</c:v>
                </c:pt>
                <c:pt idx="2">
                  <c:v>Creative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17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Peoples</c:v>
                </c:pt>
              </c:strCache>
            </c:strRef>
          </c:tx>
          <c:spPr>
            <a:ln>
              <a:noFill/>
            </a:ln>
          </c:spPr>
          <c:explosion val="0"/>
          <c:dPt>
            <c:idx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</c:spPr>
          </c:dPt>
          <c:dPt>
            <c:idx val="2"/>
            <c:bubble3D val="0"/>
            <c:spPr>
              <a:solidFill>
                <a:schemeClr val="accent4">
                  <a:lumMod val="75000"/>
                </a:schemeClr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Promotion</c:v>
                </c:pt>
                <c:pt idx="1">
                  <c:v>Event</c:v>
                </c:pt>
                <c:pt idx="2">
                  <c:v>Marketing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90"/>
        <c:holeSize val="78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</c:spPr>
          </c:dPt>
          <c:dPt>
            <c:idx val="1"/>
            <c:bubble3D val="0"/>
            <c:spPr>
              <a:solidFill>
                <a:schemeClr val="accent3"/>
              </a:solidFill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Analysis</c:v>
                </c:pt>
                <c:pt idx="1">
                  <c:v>Optimizers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</c:chart>
  <c:spPr>
    <a:ln>
      <a:noFill/>
    </a:ln>
  </c:spPr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Peoples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</c:spPr>
          <c:explosion val="0"/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Coders</c:v>
                </c:pt>
                <c:pt idx="1">
                  <c:v>Designer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</c:plotArea>
    <c:plotVisOnly val="1"/>
    <c:dispBlanksAs val="gap"/>
    <c:showDLblsOverMax val="0"/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2">
                  <a:alpha val="25000"/>
                </a:schemeClr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2">
                  <a:alpha val="25000"/>
                </a:schemeClr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2">
                  <a:alpha val="25000"/>
                </a:schemeClr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2">
                  <a:alpha val="25000"/>
                </a:schemeClr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</c:v>
                </c:pt>
                <c:pt idx="1">
                  <c:v>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Light" panose="020B0300000000000000" pitchFamily="34" charset="-122"/>
                <a:ea typeface="思源黑体 Light" panose="020B03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Light" panose="020B0300000000000000" pitchFamily="34" charset="-122"/>
                <a:ea typeface="思源黑体 Light" panose="020B0300000000000000" pitchFamily="34" charset="-122"/>
              </a:defRPr>
            </a:lvl1pPr>
          </a:lstStyle>
          <a:p>
            <a:fld id="{CCD1EF27-46BC-48CB-AFDE-1E6241CC90B3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Light" panose="020B0300000000000000" pitchFamily="34" charset="-122"/>
                <a:ea typeface="思源黑体 Light" panose="020B03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Light" panose="020B0300000000000000" pitchFamily="34" charset="-122"/>
                <a:ea typeface="思源黑体 Light" panose="020B0300000000000000" pitchFamily="34" charset="-122"/>
              </a:defRPr>
            </a:lvl1pPr>
          </a:lstStyle>
          <a:p>
            <a:fld id="{F98C42AD-8365-4116-B568-EBF42570C30D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Light" panose="020B0300000000000000" pitchFamily="34" charset="-122"/>
        <a:ea typeface="思源黑体 Light" panose="020B03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Light" panose="020B0300000000000000" pitchFamily="34" charset="-122"/>
        <a:ea typeface="思源黑体 Light" panose="020B03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Light" panose="020B0300000000000000" pitchFamily="34" charset="-122"/>
        <a:ea typeface="思源黑体 Light" panose="020B03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Light" panose="020B0300000000000000" pitchFamily="34" charset="-122"/>
        <a:ea typeface="思源黑体 Light" panose="020B03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Light" panose="020B0300000000000000" pitchFamily="34" charset="-122"/>
        <a:ea typeface="思源黑体 Light" panose="020B03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C33DA8-0B69-49B1-903C-807367A02778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</a:fld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dk2">
                    <a:lumMod val="10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E8158F3E-B054-44E4-A043-FE8582668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D46652C7-C96C-4CB4-8978-8613801A0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  <a:lvl2pPr>
              <a:defRPr>
                <a:solidFill>
                  <a:schemeClr val="dk2">
                    <a:lumMod val="100000"/>
                  </a:schemeClr>
                </a:solidFill>
              </a:defRPr>
            </a:lvl2pPr>
            <a:lvl3pPr>
              <a:defRPr>
                <a:solidFill>
                  <a:schemeClr val="dk2">
                    <a:lumMod val="100000"/>
                  </a:schemeClr>
                </a:solidFill>
              </a:defRPr>
            </a:lvl3pPr>
            <a:lvl4pPr>
              <a:defRPr>
                <a:solidFill>
                  <a:schemeClr val="dk2">
                    <a:lumMod val="100000"/>
                  </a:schemeClr>
                </a:solidFill>
              </a:defRPr>
            </a:lvl4pPr>
            <a:lvl5pPr>
              <a:defRPr>
                <a:solidFill>
                  <a:schemeClr val="dk2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E8158F3E-B054-44E4-A043-FE8582668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D46652C7-C96C-4CB4-8978-8613801A0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E8158F3E-B054-44E4-A043-FE8582668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D46652C7-C96C-4CB4-8978-8613801A0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  <a:lvl2pPr>
              <a:defRPr>
                <a:solidFill>
                  <a:schemeClr val="dk2">
                    <a:lumMod val="100000"/>
                  </a:schemeClr>
                </a:solidFill>
              </a:defRPr>
            </a:lvl2pPr>
            <a:lvl3pPr>
              <a:defRPr>
                <a:solidFill>
                  <a:schemeClr val="dk2">
                    <a:lumMod val="100000"/>
                  </a:schemeClr>
                </a:solidFill>
              </a:defRPr>
            </a:lvl3pPr>
            <a:lvl4pPr>
              <a:defRPr>
                <a:solidFill>
                  <a:schemeClr val="dk2">
                    <a:lumMod val="100000"/>
                  </a:schemeClr>
                </a:solidFill>
              </a:defRPr>
            </a:lvl4pPr>
            <a:lvl5pPr>
              <a:defRPr>
                <a:solidFill>
                  <a:schemeClr val="dk2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  <a:lvl2pPr>
              <a:defRPr>
                <a:solidFill>
                  <a:schemeClr val="dk2">
                    <a:lumMod val="100000"/>
                  </a:schemeClr>
                </a:solidFill>
              </a:defRPr>
            </a:lvl2pPr>
            <a:lvl3pPr>
              <a:defRPr>
                <a:solidFill>
                  <a:schemeClr val="dk2">
                    <a:lumMod val="100000"/>
                  </a:schemeClr>
                </a:solidFill>
              </a:defRPr>
            </a:lvl3pPr>
            <a:lvl4pPr>
              <a:defRPr>
                <a:solidFill>
                  <a:schemeClr val="dk2">
                    <a:lumMod val="100000"/>
                  </a:schemeClr>
                </a:solidFill>
              </a:defRPr>
            </a:lvl4pPr>
            <a:lvl5pPr>
              <a:defRPr>
                <a:solidFill>
                  <a:schemeClr val="dk2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E8158F3E-B054-44E4-A043-FE8582668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D46652C7-C96C-4CB4-8978-8613801A0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dk2">
                    <a:lumMod val="10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  <a:lvl2pPr>
              <a:defRPr>
                <a:solidFill>
                  <a:schemeClr val="dk2">
                    <a:lumMod val="100000"/>
                  </a:schemeClr>
                </a:solidFill>
              </a:defRPr>
            </a:lvl2pPr>
            <a:lvl3pPr>
              <a:defRPr>
                <a:solidFill>
                  <a:schemeClr val="dk2">
                    <a:lumMod val="100000"/>
                  </a:schemeClr>
                </a:solidFill>
              </a:defRPr>
            </a:lvl3pPr>
            <a:lvl4pPr>
              <a:defRPr>
                <a:solidFill>
                  <a:schemeClr val="dk2">
                    <a:lumMod val="100000"/>
                  </a:schemeClr>
                </a:solidFill>
              </a:defRPr>
            </a:lvl4pPr>
            <a:lvl5pPr>
              <a:defRPr>
                <a:solidFill>
                  <a:schemeClr val="dk2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dk2">
                    <a:lumMod val="10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  <a:lvl2pPr>
              <a:defRPr>
                <a:solidFill>
                  <a:schemeClr val="dk2">
                    <a:lumMod val="100000"/>
                  </a:schemeClr>
                </a:solidFill>
              </a:defRPr>
            </a:lvl2pPr>
            <a:lvl3pPr>
              <a:defRPr>
                <a:solidFill>
                  <a:schemeClr val="dk2">
                    <a:lumMod val="100000"/>
                  </a:schemeClr>
                </a:solidFill>
              </a:defRPr>
            </a:lvl3pPr>
            <a:lvl4pPr>
              <a:defRPr>
                <a:solidFill>
                  <a:schemeClr val="dk2">
                    <a:lumMod val="100000"/>
                  </a:schemeClr>
                </a:solidFill>
              </a:defRPr>
            </a:lvl4pPr>
            <a:lvl5pPr>
              <a:defRPr>
                <a:solidFill>
                  <a:schemeClr val="dk2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E8158F3E-B054-44E4-A043-FE8582668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D46652C7-C96C-4CB4-8978-8613801A0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E8158F3E-B054-44E4-A043-FE8582668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D46652C7-C96C-4CB4-8978-8613801A0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E8158F3E-B054-44E4-A043-FE8582668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D46652C7-C96C-4CB4-8978-8613801A0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dk2">
                    <a:lumMod val="100000"/>
                  </a:schemeClr>
                </a:solidFill>
              </a:defRPr>
            </a:lvl1pPr>
            <a:lvl2pPr>
              <a:defRPr sz="2800">
                <a:solidFill>
                  <a:schemeClr val="dk2">
                    <a:lumMod val="100000"/>
                  </a:schemeClr>
                </a:solidFill>
              </a:defRPr>
            </a:lvl2pPr>
            <a:lvl3pPr>
              <a:defRPr sz="2400">
                <a:solidFill>
                  <a:schemeClr val="dk2">
                    <a:lumMod val="100000"/>
                  </a:schemeClr>
                </a:solidFill>
              </a:defRPr>
            </a:lvl3pPr>
            <a:lvl4pPr>
              <a:defRPr sz="2000">
                <a:solidFill>
                  <a:schemeClr val="dk2">
                    <a:lumMod val="100000"/>
                  </a:schemeClr>
                </a:solidFill>
              </a:defRPr>
            </a:lvl4pPr>
            <a:lvl5pPr>
              <a:defRPr sz="2000">
                <a:solidFill>
                  <a:schemeClr val="dk2">
                    <a:lumMod val="10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dk2">
                    <a:lumMod val="10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E8158F3E-B054-44E4-A043-FE8582668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D46652C7-C96C-4CB4-8978-8613801A0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dk2">
                    <a:lumMod val="10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E8158F3E-B054-44E4-A043-FE8582668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D46652C7-C96C-4CB4-8978-8613801A0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  <a:lvl2pPr>
              <a:defRPr>
                <a:solidFill>
                  <a:schemeClr val="dk2">
                    <a:lumMod val="100000"/>
                  </a:schemeClr>
                </a:solidFill>
              </a:defRPr>
            </a:lvl2pPr>
            <a:lvl3pPr>
              <a:defRPr>
                <a:solidFill>
                  <a:schemeClr val="dk2">
                    <a:lumMod val="100000"/>
                  </a:schemeClr>
                </a:solidFill>
              </a:defRPr>
            </a:lvl3pPr>
            <a:lvl4pPr>
              <a:defRPr>
                <a:solidFill>
                  <a:schemeClr val="dk2">
                    <a:lumMod val="100000"/>
                  </a:schemeClr>
                </a:solidFill>
              </a:defRPr>
            </a:lvl4pPr>
            <a:lvl5pPr>
              <a:defRPr>
                <a:solidFill>
                  <a:schemeClr val="dk2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E8158F3E-B054-44E4-A043-FE8582668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D46652C7-C96C-4CB4-8978-8613801A0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  <a:lvl2pPr>
              <a:defRPr>
                <a:solidFill>
                  <a:schemeClr val="dk2">
                    <a:lumMod val="100000"/>
                  </a:schemeClr>
                </a:solidFill>
              </a:defRPr>
            </a:lvl2pPr>
            <a:lvl3pPr>
              <a:defRPr>
                <a:solidFill>
                  <a:schemeClr val="dk2">
                    <a:lumMod val="100000"/>
                  </a:schemeClr>
                </a:solidFill>
              </a:defRPr>
            </a:lvl3pPr>
            <a:lvl4pPr>
              <a:defRPr>
                <a:solidFill>
                  <a:schemeClr val="dk2">
                    <a:lumMod val="100000"/>
                  </a:schemeClr>
                </a:solidFill>
              </a:defRPr>
            </a:lvl4pPr>
            <a:lvl5pPr>
              <a:defRPr>
                <a:solidFill>
                  <a:schemeClr val="dk2">
                    <a:lumMod val="10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E8158F3E-B054-44E4-A043-FE85826682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D46652C7-C96C-4CB4-8978-8613801A00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Phone with H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2 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t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t Mocku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blic Ev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ublic Ev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ublic Ev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blic Ev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 Lis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t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Mocku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6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9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et The Team 9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4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4 Picture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4 Pictur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Page 5 Min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Page 5 Minma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4 Pictur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et the Team 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dk2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>
                <a:solidFill>
                  <a:schemeClr val="dk2">
                    <a:lumMod val="100000"/>
                    <a:tint val="75000"/>
                  </a:schemeClr>
                </a:solidFill>
              </a:defRPr>
            </a:lvl1pPr>
          </a:lstStyle>
          <a:p>
            <a:fld id="{75F62417-4A12-46BB-B530-A96D3E44AFD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4" Type="http://schemas.openxmlformats.org/officeDocument/2006/relationships/theme" Target="../theme/theme2.xml"/><Relationship Id="rId43" Type="http://schemas.openxmlformats.org/officeDocument/2006/relationships/slideLayout" Target="../slideLayouts/slideLayout56.xml"/><Relationship Id="rId42" Type="http://schemas.openxmlformats.org/officeDocument/2006/relationships/slideLayout" Target="../slideLayouts/slideLayout55.xml"/><Relationship Id="rId41" Type="http://schemas.openxmlformats.org/officeDocument/2006/relationships/slideLayout" Target="../slideLayouts/slideLayout54.xml"/><Relationship Id="rId4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52.xml"/><Relationship Id="rId38" Type="http://schemas.openxmlformats.org/officeDocument/2006/relationships/slideLayout" Target="../slideLayouts/slideLayout51.xml"/><Relationship Id="rId37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49.xml"/><Relationship Id="rId35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47.xml"/><Relationship Id="rId33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3.xml"/><Relationship Id="rId3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>
                    <a:lumMod val="100000"/>
                    <a:tint val="75000"/>
                  </a:schemeClr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defRPr>
            </a:lvl1pPr>
          </a:lstStyle>
          <a:p>
            <a:fld id="{E8158F3E-B054-44E4-A043-FE858266824B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>
                    <a:lumMod val="100000"/>
                    <a:tint val="75000"/>
                  </a:schemeClr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defRPr>
            </a:lvl1pPr>
          </a:lstStyle>
          <a:p>
            <a:fld id="{D46652C7-C96C-4CB4-8978-8613801A000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2">
              <a:lumMod val="100000"/>
            </a:schemeClr>
          </a:solidFill>
          <a:latin typeface="思源黑体 Light" panose="020B0300000000000000" pitchFamily="34" charset="-122"/>
          <a:ea typeface="思源黑体 Light" panose="020B03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dk2">
              <a:lumMod val="100000"/>
            </a:schemeClr>
          </a:solidFill>
          <a:latin typeface="思源黑体 Light" panose="020B0300000000000000" pitchFamily="34" charset="-122"/>
          <a:ea typeface="思源黑体 Light" panose="020B03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dk2">
              <a:lumMod val="100000"/>
            </a:schemeClr>
          </a:solidFill>
          <a:latin typeface="思源黑体 Light" panose="020B0300000000000000" pitchFamily="34" charset="-122"/>
          <a:ea typeface="思源黑体 Light" panose="020B03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dk2">
              <a:lumMod val="100000"/>
            </a:schemeClr>
          </a:solidFill>
          <a:latin typeface="思源黑体 Light" panose="020B0300000000000000" pitchFamily="34" charset="-122"/>
          <a:ea typeface="思源黑体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2">
              <a:lumMod val="100000"/>
            </a:schemeClr>
          </a:solidFill>
          <a:latin typeface="思源黑体 Light" panose="020B0300000000000000" pitchFamily="34" charset="-122"/>
          <a:ea typeface="思源黑体 Light" panose="020B03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2">
              <a:lumMod val="100000"/>
            </a:schemeClr>
          </a:solidFill>
          <a:latin typeface="思源黑体 Light" panose="020B0300000000000000" pitchFamily="34" charset="-122"/>
          <a:ea typeface="思源黑体 Light" panose="020B03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>
                    <a:lumMod val="100000"/>
                    <a:tint val="75000"/>
                  </a:schemeClr>
                </a:solidFill>
                <a:latin typeface="Aa楷体" panose="02000500000000000000" pitchFamily="2" charset="-122"/>
              </a:defRPr>
            </a:lvl1pPr>
          </a:lstStyle>
          <a:p>
            <a:fld id="{FDA29939-D82F-474D-8F32-39F6ECA3E7F6}" type="datetimeFigureOut">
              <a:rPr lang="id-ID" smtClean="0"/>
            </a:fld>
            <a:endParaRPr lang="id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>
                    <a:lumMod val="100000"/>
                    <a:tint val="75000"/>
                  </a:schemeClr>
                </a:solidFill>
                <a:latin typeface="Aa楷体" panose="02000500000000000000" pitchFamily="2" charset="-122"/>
              </a:defRPr>
            </a:lvl1pPr>
          </a:lstStyle>
          <a:p>
            <a:fld id="{698E76B3-B06B-4332-85BE-760603C37ED0}" type="slidenum">
              <a:rPr lang="id-ID" smtClean="0"/>
            </a:fld>
            <a:endParaRPr lang="id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2">
              <a:lumMod val="100000"/>
            </a:schemeClr>
          </a:solidFill>
          <a:latin typeface="Aa楷体" panose="02000500000000000000" pitchFamily="2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dk2">
              <a:lumMod val="100000"/>
            </a:schemeClr>
          </a:solidFill>
          <a:latin typeface="Aa楷体" panose="02000500000000000000" pitchFamily="2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dk2">
              <a:lumMod val="100000"/>
            </a:schemeClr>
          </a:solidFill>
          <a:latin typeface="Aa楷体" panose="02000500000000000000" pitchFamily="2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dk2">
              <a:lumMod val="100000"/>
            </a:schemeClr>
          </a:solidFill>
          <a:latin typeface="Aa楷体" panose="02000500000000000000" pitchFamily="2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2">
              <a:lumMod val="100000"/>
            </a:schemeClr>
          </a:solidFill>
          <a:latin typeface="Aa楷体" panose="02000500000000000000" pitchFamily="2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2">
              <a:lumMod val="100000"/>
            </a:schemeClr>
          </a:solidFill>
          <a:latin typeface="Aa楷体" panose="02000500000000000000" pitchFamily="2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8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7.xml"/><Relationship Id="rId5" Type="http://schemas.openxmlformats.org/officeDocument/2006/relationships/themeOverride" Target="../theme/themeOverride10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0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9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5.xml"/><Relationship Id="rId5" Type="http://schemas.openxmlformats.org/officeDocument/2006/relationships/themeOverride" Target="../theme/themeOverride20.xml"/><Relationship Id="rId4" Type="http://schemas.openxmlformats.org/officeDocument/2006/relationships/chart" Target="../charts/chart8.xml"/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6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55.xml"/><Relationship Id="rId2" Type="http://schemas.openxmlformats.org/officeDocument/2006/relationships/themeOverride" Target="../theme/themeOverride37.xml"/><Relationship Id="rId1" Type="http://schemas.openxmlformats.org/officeDocument/2006/relationships/tags" Target="../tags/tag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56.xml"/><Relationship Id="rId1" Type="http://schemas.openxmlformats.org/officeDocument/2006/relationships/themeOverride" Target="../theme/themeOverr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55.xml"/><Relationship Id="rId1" Type="http://schemas.openxmlformats.org/officeDocument/2006/relationships/themeOverride" Target="../theme/themeOverr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55.xml"/><Relationship Id="rId1" Type="http://schemas.openxmlformats.org/officeDocument/2006/relationships/themeOverride" Target="../theme/themeOverr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Fishbone Diagram</a:t>
            </a:r>
            <a:endParaRPr lang="id-ID" dirty="0"/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Fishbone Sample</a:t>
            </a:r>
            <a:endParaRPr lang="id-ID" dirty="0"/>
          </a:p>
        </p:txBody>
      </p:sp>
      <p:sp>
        <p:nvSpPr>
          <p:cNvPr id="4" name="Freeform 3"/>
          <p:cNvSpPr/>
          <p:nvPr/>
        </p:nvSpPr>
        <p:spPr bwMode="auto">
          <a:xfrm>
            <a:off x="1020763" y="3392940"/>
            <a:ext cx="9480550" cy="811212"/>
          </a:xfrm>
          <a:custGeom>
            <a:avLst/>
            <a:gdLst>
              <a:gd name="T0" fmla="*/ 3232 w 3232"/>
              <a:gd name="T1" fmla="*/ 137 h 274"/>
              <a:gd name="T2" fmla="*/ 3055 w 3232"/>
              <a:gd name="T3" fmla="*/ 0 h 274"/>
              <a:gd name="T4" fmla="*/ 3055 w 3232"/>
              <a:gd name="T5" fmla="*/ 117 h 274"/>
              <a:gd name="T6" fmla="*/ 232 w 3232"/>
              <a:gd name="T7" fmla="*/ 117 h 274"/>
              <a:gd name="T8" fmla="*/ 211 w 3232"/>
              <a:gd name="T9" fmla="*/ 95 h 274"/>
              <a:gd name="T10" fmla="*/ 185 w 3232"/>
              <a:gd name="T11" fmla="*/ 55 h 274"/>
              <a:gd name="T12" fmla="*/ 0 w 3232"/>
              <a:gd name="T13" fmla="*/ 55 h 274"/>
              <a:gd name="T14" fmla="*/ 80 w 3232"/>
              <a:gd name="T15" fmla="*/ 137 h 274"/>
              <a:gd name="T16" fmla="*/ 0 w 3232"/>
              <a:gd name="T17" fmla="*/ 219 h 274"/>
              <a:gd name="T18" fmla="*/ 185 w 3232"/>
              <a:gd name="T19" fmla="*/ 219 h 274"/>
              <a:gd name="T20" fmla="*/ 232 w 3232"/>
              <a:gd name="T21" fmla="*/ 157 h 274"/>
              <a:gd name="T22" fmla="*/ 3055 w 3232"/>
              <a:gd name="T23" fmla="*/ 157 h 274"/>
              <a:gd name="T24" fmla="*/ 3055 w 3232"/>
              <a:gd name="T25" fmla="*/ 274 h 274"/>
              <a:gd name="T26" fmla="*/ 3232 w 3232"/>
              <a:gd name="T27" fmla="*/ 137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232" h="274">
                <a:moveTo>
                  <a:pt x="3232" y="137"/>
                </a:moveTo>
                <a:cubicBezTo>
                  <a:pt x="3055" y="0"/>
                  <a:pt x="3055" y="0"/>
                  <a:pt x="3055" y="0"/>
                </a:cubicBezTo>
                <a:cubicBezTo>
                  <a:pt x="3055" y="117"/>
                  <a:pt x="3055" y="117"/>
                  <a:pt x="3055" y="117"/>
                </a:cubicBezTo>
                <a:cubicBezTo>
                  <a:pt x="232" y="117"/>
                  <a:pt x="232" y="117"/>
                  <a:pt x="232" y="117"/>
                </a:cubicBezTo>
                <a:cubicBezTo>
                  <a:pt x="228" y="113"/>
                  <a:pt x="220" y="104"/>
                  <a:pt x="211" y="95"/>
                </a:cubicBezTo>
                <a:cubicBezTo>
                  <a:pt x="199" y="82"/>
                  <a:pt x="187" y="66"/>
                  <a:pt x="185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4" y="90"/>
                  <a:pt x="33" y="124"/>
                  <a:pt x="80" y="137"/>
                </a:cubicBezTo>
                <a:cubicBezTo>
                  <a:pt x="33" y="151"/>
                  <a:pt x="6" y="182"/>
                  <a:pt x="0" y="219"/>
                </a:cubicBezTo>
                <a:cubicBezTo>
                  <a:pt x="185" y="219"/>
                  <a:pt x="185" y="219"/>
                  <a:pt x="185" y="219"/>
                </a:cubicBezTo>
                <a:cubicBezTo>
                  <a:pt x="188" y="201"/>
                  <a:pt x="221" y="167"/>
                  <a:pt x="232" y="157"/>
                </a:cubicBezTo>
                <a:cubicBezTo>
                  <a:pt x="3055" y="157"/>
                  <a:pt x="3055" y="157"/>
                  <a:pt x="3055" y="157"/>
                </a:cubicBezTo>
                <a:cubicBezTo>
                  <a:pt x="3055" y="274"/>
                  <a:pt x="3055" y="274"/>
                  <a:pt x="3055" y="274"/>
                </a:cubicBezTo>
                <a:lnTo>
                  <a:pt x="3232" y="13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3252788" y="3424690"/>
            <a:ext cx="742950" cy="747712"/>
          </a:xfrm>
          <a:prstGeom prst="ellipse">
            <a:avLst/>
          </a:prstGeom>
          <a:solidFill>
            <a:schemeClr val="accent1"/>
          </a:solidFill>
          <a:ln w="88900"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5629276" y="3424690"/>
            <a:ext cx="742950" cy="747712"/>
          </a:xfrm>
          <a:prstGeom prst="ellipse">
            <a:avLst/>
          </a:prstGeom>
          <a:solidFill>
            <a:schemeClr val="accent2"/>
          </a:solidFill>
          <a:ln w="88900"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8008938" y="3424690"/>
            <a:ext cx="741363" cy="747712"/>
          </a:xfrm>
          <a:prstGeom prst="ellipse">
            <a:avLst/>
          </a:prstGeom>
          <a:solidFill>
            <a:schemeClr val="accent3"/>
          </a:solidFill>
          <a:ln w="88900"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717800" y="4175775"/>
            <a:ext cx="901700" cy="90170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 flipV="1">
            <a:off x="2717800" y="2507313"/>
            <a:ext cx="901700" cy="90170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099051" y="4175775"/>
            <a:ext cx="901700" cy="90170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5099051" y="2507313"/>
            <a:ext cx="901700" cy="90170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7493002" y="4175775"/>
            <a:ext cx="901700" cy="90170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7493002" y="2507313"/>
            <a:ext cx="901700" cy="90170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>
            <a:spLocks noChangeAspect="1"/>
          </p:cNvSpPr>
          <p:nvPr/>
        </p:nvSpPr>
        <p:spPr>
          <a:xfrm>
            <a:off x="3410264" y="3538863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4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TextBox 14"/>
          <p:cNvSpPr txBox="1">
            <a:spLocks noChangeAspect="1"/>
          </p:cNvSpPr>
          <p:nvPr/>
        </p:nvSpPr>
        <p:spPr>
          <a:xfrm>
            <a:off x="5797863" y="3535261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(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TextBox 15"/>
          <p:cNvSpPr txBox="1">
            <a:spLocks noChangeAspect="1"/>
          </p:cNvSpPr>
          <p:nvPr/>
        </p:nvSpPr>
        <p:spPr>
          <a:xfrm>
            <a:off x="8163239" y="3529239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333500" y="2507313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48717" y="2156059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1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60451" y="2744645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2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85851" y="4140941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3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46919" y="5089779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4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1333500" y="5079261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859733" y="3116913"/>
            <a:ext cx="14760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885133" y="4507761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720258" y="2507313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20258" y="2156059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1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52890" y="2744645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2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52890" y="4140941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3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39358" y="5089779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4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3720258" y="5079261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246491" y="3116913"/>
            <a:ext cx="14760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271891" y="4507761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117431" y="2507313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17431" y="2156059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1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50063" y="2744645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2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50063" y="4140941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3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36531" y="5089779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4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6117431" y="5079261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643664" y="3116913"/>
            <a:ext cx="14760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669064" y="4507761"/>
            <a:ext cx="1409700" cy="0"/>
          </a:xfrm>
          <a:prstGeom prst="line">
            <a:avLst/>
          </a:prstGeom>
          <a:ln w="63500">
            <a:solidFill>
              <a:schemeClr val="tx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613571" y="3567713"/>
            <a:ext cx="980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Result</a:t>
            </a:r>
            <a:endParaRPr kumimoji="0" lang="id-ID" sz="2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5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5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0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6500"/>
                            </p:stCondLst>
                            <p:childTnLst>
                              <p:par>
                                <p:cTn id="10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000"/>
                            </p:stCondLst>
                            <p:childTnLst>
                              <p:par>
                                <p:cTn id="1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5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8000"/>
                            </p:stCondLst>
                            <p:childTnLst>
                              <p:par>
                                <p:cTn id="1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4" grpId="0"/>
      <p:bldP spid="16" grpId="0"/>
      <p:bldP spid="18" grpId="0"/>
      <p:bldP spid="19" grpId="0"/>
      <p:bldP spid="20" grpId="0"/>
      <p:bldP spid="21" grpId="0"/>
      <p:bldP spid="26" grpId="0"/>
      <p:bldP spid="27" grpId="0"/>
      <p:bldP spid="28" grpId="0"/>
      <p:bldP spid="29" grpId="0"/>
      <p:bldP spid="34" grpId="0"/>
      <p:bldP spid="35" grpId="0"/>
      <p:bldP spid="36" grpId="0"/>
      <p:bldP spid="37" grpId="0"/>
      <p:bldP spid="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 idx="4294967295"/>
          </p:nvPr>
        </p:nvSpPr>
        <p:spPr>
          <a:xfrm>
            <a:off x="477461" y="560289"/>
            <a:ext cx="10515600" cy="911682"/>
          </a:xfrm>
        </p:spPr>
        <p:txBody>
          <a:bodyPr/>
          <a:lstStyle/>
          <a:p>
            <a:r>
              <a:rPr lang="id-ID" dirty="0"/>
              <a:t>Mindmap</a:t>
            </a:r>
            <a:endParaRPr lang="id-ID" dirty="0"/>
          </a:p>
        </p:txBody>
      </p:sp>
      <p:sp>
        <p:nvSpPr>
          <p:cNvPr id="64" name="Text Placeholder 63"/>
          <p:cNvSpPr>
            <a:spLocks noGrp="1"/>
          </p:cNvSpPr>
          <p:nvPr>
            <p:ph type="body" sz="quarter" idx="4294967295"/>
          </p:nvPr>
        </p:nvSpPr>
        <p:spPr>
          <a:xfrm>
            <a:off x="477461" y="12784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Process</a:t>
            </a:r>
            <a:endParaRPr lang="id-ID" dirty="0"/>
          </a:p>
        </p:txBody>
      </p:sp>
      <p:sp>
        <p:nvSpPr>
          <p:cNvPr id="4" name="TextBox 3"/>
          <p:cNvSpPr txBox="1"/>
          <p:nvPr/>
        </p:nvSpPr>
        <p:spPr>
          <a:xfrm rot="2441370">
            <a:off x="4626564" y="2800443"/>
            <a:ext cx="995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Solutions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 rot="476715">
            <a:off x="2730108" y="2390734"/>
            <a:ext cx="527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Plan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 rot="1359357">
            <a:off x="2672214" y="1816565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Follow Up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69405" y="2089190"/>
            <a:ext cx="577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View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 rot="20712158">
            <a:off x="2409846" y="3286507"/>
            <a:ext cx="12522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Requirements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Freeform 5"/>
          <p:cNvSpPr/>
          <p:nvPr/>
        </p:nvSpPr>
        <p:spPr bwMode="auto">
          <a:xfrm>
            <a:off x="1809586" y="2457934"/>
            <a:ext cx="3955580" cy="1354573"/>
          </a:xfrm>
          <a:custGeom>
            <a:avLst/>
            <a:gdLst>
              <a:gd name="T0" fmla="*/ 1136 w 1174"/>
              <a:gd name="T1" fmla="*/ 391 h 401"/>
              <a:gd name="T2" fmla="*/ 1094 w 1174"/>
              <a:gd name="T3" fmla="*/ 370 h 401"/>
              <a:gd name="T4" fmla="*/ 1055 w 1174"/>
              <a:gd name="T5" fmla="*/ 346 h 401"/>
              <a:gd name="T6" fmla="*/ 1016 w 1174"/>
              <a:gd name="T7" fmla="*/ 321 h 401"/>
              <a:gd name="T8" fmla="*/ 980 w 1174"/>
              <a:gd name="T9" fmla="*/ 294 h 401"/>
              <a:gd name="T10" fmla="*/ 944 w 1174"/>
              <a:gd name="T11" fmla="*/ 265 h 401"/>
              <a:gd name="T12" fmla="*/ 910 w 1174"/>
              <a:gd name="T13" fmla="*/ 235 h 401"/>
              <a:gd name="T14" fmla="*/ 876 w 1174"/>
              <a:gd name="T15" fmla="*/ 204 h 401"/>
              <a:gd name="T16" fmla="*/ 858 w 1174"/>
              <a:gd name="T17" fmla="*/ 186 h 401"/>
              <a:gd name="T18" fmla="*/ 858 w 1174"/>
              <a:gd name="T19" fmla="*/ 185 h 401"/>
              <a:gd name="T20" fmla="*/ 853 w 1174"/>
              <a:gd name="T21" fmla="*/ 181 h 401"/>
              <a:gd name="T22" fmla="*/ 837 w 1174"/>
              <a:gd name="T23" fmla="*/ 168 h 401"/>
              <a:gd name="T24" fmla="*/ 819 w 1174"/>
              <a:gd name="T25" fmla="*/ 157 h 401"/>
              <a:gd name="T26" fmla="*/ 810 w 1174"/>
              <a:gd name="T27" fmla="*/ 152 h 401"/>
              <a:gd name="T28" fmla="*/ 771 w 1174"/>
              <a:gd name="T29" fmla="*/ 134 h 401"/>
              <a:gd name="T30" fmla="*/ 756 w 1174"/>
              <a:gd name="T31" fmla="*/ 129 h 401"/>
              <a:gd name="T32" fmla="*/ 730 w 1174"/>
              <a:gd name="T33" fmla="*/ 121 h 401"/>
              <a:gd name="T34" fmla="*/ 698 w 1174"/>
              <a:gd name="T35" fmla="*/ 112 h 401"/>
              <a:gd name="T36" fmla="*/ 666 w 1174"/>
              <a:gd name="T37" fmla="*/ 106 h 401"/>
              <a:gd name="T38" fmla="*/ 622 w 1174"/>
              <a:gd name="T39" fmla="*/ 99 h 401"/>
              <a:gd name="T40" fmla="*/ 578 w 1174"/>
              <a:gd name="T41" fmla="*/ 94 h 401"/>
              <a:gd name="T42" fmla="*/ 535 w 1174"/>
              <a:gd name="T43" fmla="*/ 90 h 401"/>
              <a:gd name="T44" fmla="*/ 466 w 1174"/>
              <a:gd name="T45" fmla="*/ 89 h 401"/>
              <a:gd name="T46" fmla="*/ 432 w 1174"/>
              <a:gd name="T47" fmla="*/ 86 h 401"/>
              <a:gd name="T48" fmla="*/ 364 w 1174"/>
              <a:gd name="T49" fmla="*/ 79 h 401"/>
              <a:gd name="T50" fmla="*/ 297 w 1174"/>
              <a:gd name="T51" fmla="*/ 70 h 401"/>
              <a:gd name="T52" fmla="*/ 230 w 1174"/>
              <a:gd name="T53" fmla="*/ 58 h 401"/>
              <a:gd name="T54" fmla="*/ 164 w 1174"/>
              <a:gd name="T55" fmla="*/ 44 h 401"/>
              <a:gd name="T56" fmla="*/ 114 w 1174"/>
              <a:gd name="T57" fmla="*/ 32 h 401"/>
              <a:gd name="T58" fmla="*/ 65 w 1174"/>
              <a:gd name="T59" fmla="*/ 19 h 401"/>
              <a:gd name="T60" fmla="*/ 0 w 1174"/>
              <a:gd name="T61" fmla="*/ 0 h 401"/>
              <a:gd name="T62" fmla="*/ 66 w 1174"/>
              <a:gd name="T63" fmla="*/ 16 h 401"/>
              <a:gd name="T64" fmla="*/ 115 w 1174"/>
              <a:gd name="T65" fmla="*/ 28 h 401"/>
              <a:gd name="T66" fmla="*/ 165 w 1174"/>
              <a:gd name="T67" fmla="*/ 38 h 401"/>
              <a:gd name="T68" fmla="*/ 232 w 1174"/>
              <a:gd name="T69" fmla="*/ 49 h 401"/>
              <a:gd name="T70" fmla="*/ 299 w 1174"/>
              <a:gd name="T71" fmla="*/ 58 h 401"/>
              <a:gd name="T72" fmla="*/ 366 w 1174"/>
              <a:gd name="T73" fmla="*/ 65 h 401"/>
              <a:gd name="T74" fmla="*/ 433 w 1174"/>
              <a:gd name="T75" fmla="*/ 70 h 401"/>
              <a:gd name="T76" fmla="*/ 467 w 1174"/>
              <a:gd name="T77" fmla="*/ 71 h 401"/>
              <a:gd name="T78" fmla="*/ 533 w 1174"/>
              <a:gd name="T79" fmla="*/ 70 h 401"/>
              <a:gd name="T80" fmla="*/ 534 w 1174"/>
              <a:gd name="T81" fmla="*/ 70 h 401"/>
              <a:gd name="T82" fmla="*/ 602 w 1174"/>
              <a:gd name="T83" fmla="*/ 73 h 401"/>
              <a:gd name="T84" fmla="*/ 647 w 1174"/>
              <a:gd name="T85" fmla="*/ 77 h 401"/>
              <a:gd name="T86" fmla="*/ 692 w 1174"/>
              <a:gd name="T87" fmla="*/ 84 h 401"/>
              <a:gd name="T88" fmla="*/ 715 w 1174"/>
              <a:gd name="T89" fmla="*/ 88 h 401"/>
              <a:gd name="T90" fmla="*/ 759 w 1174"/>
              <a:gd name="T91" fmla="*/ 99 h 401"/>
              <a:gd name="T92" fmla="*/ 770 w 1174"/>
              <a:gd name="T93" fmla="*/ 102 h 401"/>
              <a:gd name="T94" fmla="*/ 803 w 1174"/>
              <a:gd name="T95" fmla="*/ 114 h 401"/>
              <a:gd name="T96" fmla="*/ 830 w 1174"/>
              <a:gd name="T97" fmla="*/ 126 h 401"/>
              <a:gd name="T98" fmla="*/ 845 w 1174"/>
              <a:gd name="T99" fmla="*/ 134 h 401"/>
              <a:gd name="T100" fmla="*/ 866 w 1174"/>
              <a:gd name="T101" fmla="*/ 148 h 401"/>
              <a:gd name="T102" fmla="*/ 880 w 1174"/>
              <a:gd name="T103" fmla="*/ 160 h 401"/>
              <a:gd name="T104" fmla="*/ 884 w 1174"/>
              <a:gd name="T105" fmla="*/ 164 h 401"/>
              <a:gd name="T106" fmla="*/ 884 w 1174"/>
              <a:gd name="T107" fmla="*/ 164 h 401"/>
              <a:gd name="T108" fmla="*/ 917 w 1174"/>
              <a:gd name="T109" fmla="*/ 193 h 401"/>
              <a:gd name="T110" fmla="*/ 951 w 1174"/>
              <a:gd name="T111" fmla="*/ 221 h 401"/>
              <a:gd name="T112" fmla="*/ 986 w 1174"/>
              <a:gd name="T113" fmla="*/ 248 h 401"/>
              <a:gd name="T114" fmla="*/ 1022 w 1174"/>
              <a:gd name="T115" fmla="*/ 274 h 401"/>
              <a:gd name="T116" fmla="*/ 1059 w 1174"/>
              <a:gd name="T117" fmla="*/ 298 h 401"/>
              <a:gd name="T118" fmla="*/ 1096 w 1174"/>
              <a:gd name="T119" fmla="*/ 320 h 401"/>
              <a:gd name="T120" fmla="*/ 1135 w 1174"/>
              <a:gd name="T121" fmla="*/ 339 h 401"/>
              <a:gd name="T122" fmla="*/ 1174 w 1174"/>
              <a:gd name="T123" fmla="*/ 355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174" h="401">
                <a:moveTo>
                  <a:pt x="1158" y="401"/>
                </a:moveTo>
                <a:cubicBezTo>
                  <a:pt x="1150" y="398"/>
                  <a:pt x="1143" y="394"/>
                  <a:pt x="1136" y="391"/>
                </a:cubicBezTo>
                <a:cubicBezTo>
                  <a:pt x="1129" y="388"/>
                  <a:pt x="1122" y="385"/>
                  <a:pt x="1115" y="381"/>
                </a:cubicBezTo>
                <a:cubicBezTo>
                  <a:pt x="1108" y="377"/>
                  <a:pt x="1101" y="374"/>
                  <a:pt x="1094" y="370"/>
                </a:cubicBezTo>
                <a:cubicBezTo>
                  <a:pt x="1087" y="366"/>
                  <a:pt x="1081" y="362"/>
                  <a:pt x="1074" y="358"/>
                </a:cubicBezTo>
                <a:cubicBezTo>
                  <a:pt x="1068" y="355"/>
                  <a:pt x="1061" y="350"/>
                  <a:pt x="1055" y="346"/>
                </a:cubicBezTo>
                <a:cubicBezTo>
                  <a:pt x="1048" y="342"/>
                  <a:pt x="1042" y="338"/>
                  <a:pt x="1035" y="334"/>
                </a:cubicBezTo>
                <a:cubicBezTo>
                  <a:pt x="1029" y="330"/>
                  <a:pt x="1023" y="325"/>
                  <a:pt x="1016" y="321"/>
                </a:cubicBezTo>
                <a:cubicBezTo>
                  <a:pt x="1010" y="316"/>
                  <a:pt x="1004" y="312"/>
                  <a:pt x="998" y="307"/>
                </a:cubicBezTo>
                <a:cubicBezTo>
                  <a:pt x="980" y="294"/>
                  <a:pt x="980" y="294"/>
                  <a:pt x="980" y="294"/>
                </a:cubicBezTo>
                <a:cubicBezTo>
                  <a:pt x="974" y="289"/>
                  <a:pt x="968" y="284"/>
                  <a:pt x="962" y="279"/>
                </a:cubicBezTo>
                <a:cubicBezTo>
                  <a:pt x="956" y="275"/>
                  <a:pt x="950" y="270"/>
                  <a:pt x="944" y="265"/>
                </a:cubicBezTo>
                <a:cubicBezTo>
                  <a:pt x="927" y="250"/>
                  <a:pt x="927" y="250"/>
                  <a:pt x="927" y="250"/>
                </a:cubicBezTo>
                <a:cubicBezTo>
                  <a:pt x="921" y="245"/>
                  <a:pt x="915" y="240"/>
                  <a:pt x="910" y="235"/>
                </a:cubicBezTo>
                <a:cubicBezTo>
                  <a:pt x="893" y="220"/>
                  <a:pt x="893" y="220"/>
                  <a:pt x="893" y="220"/>
                </a:cubicBezTo>
                <a:cubicBezTo>
                  <a:pt x="887" y="215"/>
                  <a:pt x="882" y="209"/>
                  <a:pt x="876" y="204"/>
                </a:cubicBezTo>
                <a:cubicBezTo>
                  <a:pt x="860" y="188"/>
                  <a:pt x="860" y="188"/>
                  <a:pt x="860" y="188"/>
                </a:cubicBezTo>
                <a:cubicBezTo>
                  <a:pt x="858" y="186"/>
                  <a:pt x="858" y="186"/>
                  <a:pt x="858" y="186"/>
                </a:cubicBezTo>
                <a:cubicBezTo>
                  <a:pt x="858" y="186"/>
                  <a:pt x="858" y="186"/>
                  <a:pt x="858" y="186"/>
                </a:cubicBezTo>
                <a:cubicBezTo>
                  <a:pt x="858" y="185"/>
                  <a:pt x="858" y="185"/>
                  <a:pt x="858" y="185"/>
                </a:cubicBezTo>
                <a:cubicBezTo>
                  <a:pt x="857" y="185"/>
                  <a:pt x="857" y="184"/>
                  <a:pt x="856" y="184"/>
                </a:cubicBezTo>
                <a:cubicBezTo>
                  <a:pt x="853" y="181"/>
                  <a:pt x="853" y="181"/>
                  <a:pt x="853" y="181"/>
                </a:cubicBezTo>
                <a:cubicBezTo>
                  <a:pt x="850" y="179"/>
                  <a:pt x="848" y="176"/>
                  <a:pt x="845" y="174"/>
                </a:cubicBezTo>
                <a:cubicBezTo>
                  <a:pt x="843" y="172"/>
                  <a:pt x="840" y="170"/>
                  <a:pt x="837" y="168"/>
                </a:cubicBezTo>
                <a:cubicBezTo>
                  <a:pt x="829" y="162"/>
                  <a:pt x="829" y="162"/>
                  <a:pt x="829" y="162"/>
                </a:cubicBezTo>
                <a:cubicBezTo>
                  <a:pt x="819" y="157"/>
                  <a:pt x="819" y="157"/>
                  <a:pt x="819" y="157"/>
                </a:cubicBezTo>
                <a:cubicBezTo>
                  <a:pt x="815" y="154"/>
                  <a:pt x="815" y="154"/>
                  <a:pt x="815" y="154"/>
                </a:cubicBezTo>
                <a:cubicBezTo>
                  <a:pt x="810" y="152"/>
                  <a:pt x="810" y="152"/>
                  <a:pt x="810" y="152"/>
                </a:cubicBezTo>
                <a:cubicBezTo>
                  <a:pt x="804" y="149"/>
                  <a:pt x="798" y="145"/>
                  <a:pt x="791" y="143"/>
                </a:cubicBezTo>
                <a:cubicBezTo>
                  <a:pt x="784" y="140"/>
                  <a:pt x="778" y="137"/>
                  <a:pt x="771" y="134"/>
                </a:cubicBezTo>
                <a:cubicBezTo>
                  <a:pt x="761" y="131"/>
                  <a:pt x="761" y="131"/>
                  <a:pt x="761" y="131"/>
                </a:cubicBezTo>
                <a:cubicBezTo>
                  <a:pt x="756" y="129"/>
                  <a:pt x="756" y="129"/>
                  <a:pt x="756" y="129"/>
                </a:cubicBezTo>
                <a:cubicBezTo>
                  <a:pt x="751" y="127"/>
                  <a:pt x="751" y="127"/>
                  <a:pt x="751" y="127"/>
                </a:cubicBezTo>
                <a:cubicBezTo>
                  <a:pt x="730" y="121"/>
                  <a:pt x="730" y="121"/>
                  <a:pt x="730" y="121"/>
                </a:cubicBezTo>
                <a:cubicBezTo>
                  <a:pt x="709" y="115"/>
                  <a:pt x="709" y="115"/>
                  <a:pt x="709" y="115"/>
                </a:cubicBezTo>
                <a:cubicBezTo>
                  <a:pt x="705" y="114"/>
                  <a:pt x="701" y="113"/>
                  <a:pt x="698" y="112"/>
                </a:cubicBezTo>
                <a:cubicBezTo>
                  <a:pt x="687" y="110"/>
                  <a:pt x="687" y="110"/>
                  <a:pt x="687" y="110"/>
                </a:cubicBezTo>
                <a:cubicBezTo>
                  <a:pt x="666" y="106"/>
                  <a:pt x="666" y="106"/>
                  <a:pt x="666" y="106"/>
                </a:cubicBezTo>
                <a:cubicBezTo>
                  <a:pt x="658" y="104"/>
                  <a:pt x="651" y="103"/>
                  <a:pt x="644" y="102"/>
                </a:cubicBezTo>
                <a:cubicBezTo>
                  <a:pt x="636" y="101"/>
                  <a:pt x="629" y="100"/>
                  <a:pt x="622" y="99"/>
                </a:cubicBezTo>
                <a:cubicBezTo>
                  <a:pt x="600" y="96"/>
                  <a:pt x="600" y="96"/>
                  <a:pt x="600" y="96"/>
                </a:cubicBezTo>
                <a:cubicBezTo>
                  <a:pt x="593" y="95"/>
                  <a:pt x="585" y="94"/>
                  <a:pt x="578" y="94"/>
                </a:cubicBezTo>
                <a:cubicBezTo>
                  <a:pt x="534" y="90"/>
                  <a:pt x="534" y="90"/>
                  <a:pt x="534" y="90"/>
                </a:cubicBezTo>
                <a:cubicBezTo>
                  <a:pt x="535" y="90"/>
                  <a:pt x="535" y="90"/>
                  <a:pt x="535" y="90"/>
                </a:cubicBezTo>
                <a:cubicBezTo>
                  <a:pt x="523" y="91"/>
                  <a:pt x="512" y="90"/>
                  <a:pt x="500" y="90"/>
                </a:cubicBezTo>
                <a:cubicBezTo>
                  <a:pt x="489" y="90"/>
                  <a:pt x="477" y="89"/>
                  <a:pt x="466" y="89"/>
                </a:cubicBezTo>
                <a:cubicBezTo>
                  <a:pt x="449" y="88"/>
                  <a:pt x="449" y="88"/>
                  <a:pt x="449" y="88"/>
                </a:cubicBezTo>
                <a:cubicBezTo>
                  <a:pt x="432" y="86"/>
                  <a:pt x="432" y="86"/>
                  <a:pt x="432" y="86"/>
                </a:cubicBezTo>
                <a:cubicBezTo>
                  <a:pt x="421" y="85"/>
                  <a:pt x="409" y="84"/>
                  <a:pt x="398" y="83"/>
                </a:cubicBezTo>
                <a:cubicBezTo>
                  <a:pt x="387" y="82"/>
                  <a:pt x="375" y="81"/>
                  <a:pt x="364" y="79"/>
                </a:cubicBezTo>
                <a:cubicBezTo>
                  <a:pt x="353" y="78"/>
                  <a:pt x="342" y="76"/>
                  <a:pt x="331" y="75"/>
                </a:cubicBezTo>
                <a:cubicBezTo>
                  <a:pt x="319" y="73"/>
                  <a:pt x="308" y="72"/>
                  <a:pt x="297" y="70"/>
                </a:cubicBezTo>
                <a:cubicBezTo>
                  <a:pt x="263" y="64"/>
                  <a:pt x="263" y="64"/>
                  <a:pt x="263" y="64"/>
                </a:cubicBezTo>
                <a:cubicBezTo>
                  <a:pt x="230" y="58"/>
                  <a:pt x="230" y="58"/>
                  <a:pt x="230" y="58"/>
                </a:cubicBezTo>
                <a:cubicBezTo>
                  <a:pt x="219" y="56"/>
                  <a:pt x="208" y="53"/>
                  <a:pt x="197" y="51"/>
                </a:cubicBezTo>
                <a:cubicBezTo>
                  <a:pt x="186" y="49"/>
                  <a:pt x="175" y="46"/>
                  <a:pt x="164" y="44"/>
                </a:cubicBezTo>
                <a:cubicBezTo>
                  <a:pt x="131" y="36"/>
                  <a:pt x="131" y="36"/>
                  <a:pt x="131" y="36"/>
                </a:cubicBezTo>
                <a:cubicBezTo>
                  <a:pt x="114" y="32"/>
                  <a:pt x="114" y="32"/>
                  <a:pt x="114" y="32"/>
                </a:cubicBezTo>
                <a:cubicBezTo>
                  <a:pt x="98" y="28"/>
                  <a:pt x="98" y="28"/>
                  <a:pt x="98" y="28"/>
                </a:cubicBezTo>
                <a:cubicBezTo>
                  <a:pt x="65" y="19"/>
                  <a:pt x="65" y="19"/>
                  <a:pt x="65" y="19"/>
                </a:cubicBezTo>
                <a:cubicBezTo>
                  <a:pt x="54" y="16"/>
                  <a:pt x="43" y="13"/>
                  <a:pt x="32" y="10"/>
                </a:cubicBezTo>
                <a:cubicBezTo>
                  <a:pt x="0" y="0"/>
                  <a:pt x="0" y="0"/>
                  <a:pt x="0" y="0"/>
                </a:cubicBezTo>
                <a:cubicBezTo>
                  <a:pt x="33" y="8"/>
                  <a:pt x="33" y="8"/>
                  <a:pt x="33" y="8"/>
                </a:cubicBezTo>
                <a:cubicBezTo>
                  <a:pt x="44" y="11"/>
                  <a:pt x="55" y="14"/>
                  <a:pt x="66" y="16"/>
                </a:cubicBezTo>
                <a:cubicBezTo>
                  <a:pt x="99" y="24"/>
                  <a:pt x="99" y="24"/>
                  <a:pt x="99" y="24"/>
                </a:cubicBezTo>
                <a:cubicBezTo>
                  <a:pt x="115" y="28"/>
                  <a:pt x="115" y="28"/>
                  <a:pt x="115" y="28"/>
                </a:cubicBezTo>
                <a:cubicBezTo>
                  <a:pt x="132" y="31"/>
                  <a:pt x="132" y="31"/>
                  <a:pt x="132" y="31"/>
                </a:cubicBezTo>
                <a:cubicBezTo>
                  <a:pt x="165" y="38"/>
                  <a:pt x="165" y="38"/>
                  <a:pt x="165" y="38"/>
                </a:cubicBezTo>
                <a:cubicBezTo>
                  <a:pt x="176" y="40"/>
                  <a:pt x="187" y="41"/>
                  <a:pt x="198" y="43"/>
                </a:cubicBezTo>
                <a:cubicBezTo>
                  <a:pt x="209" y="45"/>
                  <a:pt x="220" y="47"/>
                  <a:pt x="232" y="49"/>
                </a:cubicBezTo>
                <a:cubicBezTo>
                  <a:pt x="265" y="54"/>
                  <a:pt x="265" y="54"/>
                  <a:pt x="265" y="54"/>
                </a:cubicBezTo>
                <a:cubicBezTo>
                  <a:pt x="299" y="58"/>
                  <a:pt x="299" y="58"/>
                  <a:pt x="299" y="58"/>
                </a:cubicBezTo>
                <a:cubicBezTo>
                  <a:pt x="310" y="60"/>
                  <a:pt x="321" y="61"/>
                  <a:pt x="332" y="62"/>
                </a:cubicBezTo>
                <a:cubicBezTo>
                  <a:pt x="343" y="63"/>
                  <a:pt x="354" y="64"/>
                  <a:pt x="366" y="65"/>
                </a:cubicBezTo>
                <a:cubicBezTo>
                  <a:pt x="377" y="66"/>
                  <a:pt x="388" y="67"/>
                  <a:pt x="399" y="68"/>
                </a:cubicBezTo>
                <a:cubicBezTo>
                  <a:pt x="411" y="68"/>
                  <a:pt x="422" y="69"/>
                  <a:pt x="433" y="70"/>
                </a:cubicBezTo>
                <a:cubicBezTo>
                  <a:pt x="450" y="70"/>
                  <a:pt x="450" y="70"/>
                  <a:pt x="450" y="70"/>
                </a:cubicBezTo>
                <a:cubicBezTo>
                  <a:pt x="467" y="71"/>
                  <a:pt x="467" y="71"/>
                  <a:pt x="467" y="71"/>
                </a:cubicBezTo>
                <a:cubicBezTo>
                  <a:pt x="478" y="71"/>
                  <a:pt x="489" y="71"/>
                  <a:pt x="500" y="71"/>
                </a:cubicBezTo>
                <a:cubicBezTo>
                  <a:pt x="511" y="71"/>
                  <a:pt x="523" y="70"/>
                  <a:pt x="533" y="70"/>
                </a:cubicBezTo>
                <a:cubicBezTo>
                  <a:pt x="534" y="70"/>
                  <a:pt x="534" y="70"/>
                  <a:pt x="534" y="70"/>
                </a:cubicBezTo>
                <a:cubicBezTo>
                  <a:pt x="534" y="70"/>
                  <a:pt x="534" y="70"/>
                  <a:pt x="534" y="70"/>
                </a:cubicBezTo>
                <a:cubicBezTo>
                  <a:pt x="580" y="71"/>
                  <a:pt x="580" y="71"/>
                  <a:pt x="580" y="71"/>
                </a:cubicBezTo>
                <a:cubicBezTo>
                  <a:pt x="587" y="72"/>
                  <a:pt x="595" y="72"/>
                  <a:pt x="602" y="73"/>
                </a:cubicBezTo>
                <a:cubicBezTo>
                  <a:pt x="625" y="75"/>
                  <a:pt x="625" y="75"/>
                  <a:pt x="625" y="75"/>
                </a:cubicBezTo>
                <a:cubicBezTo>
                  <a:pt x="632" y="75"/>
                  <a:pt x="640" y="76"/>
                  <a:pt x="647" y="77"/>
                </a:cubicBezTo>
                <a:cubicBezTo>
                  <a:pt x="655" y="78"/>
                  <a:pt x="662" y="79"/>
                  <a:pt x="670" y="80"/>
                </a:cubicBezTo>
                <a:cubicBezTo>
                  <a:pt x="692" y="84"/>
                  <a:pt x="692" y="84"/>
                  <a:pt x="692" y="84"/>
                </a:cubicBezTo>
                <a:cubicBezTo>
                  <a:pt x="703" y="86"/>
                  <a:pt x="703" y="86"/>
                  <a:pt x="703" y="86"/>
                </a:cubicBezTo>
                <a:cubicBezTo>
                  <a:pt x="707" y="87"/>
                  <a:pt x="711" y="87"/>
                  <a:pt x="715" y="88"/>
                </a:cubicBezTo>
                <a:cubicBezTo>
                  <a:pt x="737" y="93"/>
                  <a:pt x="737" y="93"/>
                  <a:pt x="737" y="93"/>
                </a:cubicBezTo>
                <a:cubicBezTo>
                  <a:pt x="759" y="99"/>
                  <a:pt x="759" y="99"/>
                  <a:pt x="759" y="99"/>
                </a:cubicBezTo>
                <a:cubicBezTo>
                  <a:pt x="765" y="101"/>
                  <a:pt x="765" y="101"/>
                  <a:pt x="765" y="101"/>
                </a:cubicBezTo>
                <a:cubicBezTo>
                  <a:pt x="770" y="102"/>
                  <a:pt x="770" y="102"/>
                  <a:pt x="770" y="102"/>
                </a:cubicBezTo>
                <a:cubicBezTo>
                  <a:pt x="781" y="106"/>
                  <a:pt x="781" y="106"/>
                  <a:pt x="781" y="106"/>
                </a:cubicBezTo>
                <a:cubicBezTo>
                  <a:pt x="789" y="108"/>
                  <a:pt x="796" y="111"/>
                  <a:pt x="803" y="114"/>
                </a:cubicBezTo>
                <a:cubicBezTo>
                  <a:pt x="810" y="117"/>
                  <a:pt x="817" y="120"/>
                  <a:pt x="824" y="124"/>
                </a:cubicBezTo>
                <a:cubicBezTo>
                  <a:pt x="830" y="126"/>
                  <a:pt x="830" y="126"/>
                  <a:pt x="830" y="126"/>
                </a:cubicBezTo>
                <a:cubicBezTo>
                  <a:pt x="835" y="129"/>
                  <a:pt x="835" y="129"/>
                  <a:pt x="835" y="129"/>
                </a:cubicBezTo>
                <a:cubicBezTo>
                  <a:pt x="845" y="134"/>
                  <a:pt x="845" y="134"/>
                  <a:pt x="845" y="134"/>
                </a:cubicBezTo>
                <a:cubicBezTo>
                  <a:pt x="856" y="141"/>
                  <a:pt x="856" y="141"/>
                  <a:pt x="856" y="141"/>
                </a:cubicBezTo>
                <a:cubicBezTo>
                  <a:pt x="859" y="143"/>
                  <a:pt x="862" y="145"/>
                  <a:pt x="866" y="148"/>
                </a:cubicBezTo>
                <a:cubicBezTo>
                  <a:pt x="869" y="150"/>
                  <a:pt x="872" y="153"/>
                  <a:pt x="875" y="155"/>
                </a:cubicBezTo>
                <a:cubicBezTo>
                  <a:pt x="880" y="160"/>
                  <a:pt x="880" y="160"/>
                  <a:pt x="880" y="160"/>
                </a:cubicBezTo>
                <a:cubicBezTo>
                  <a:pt x="881" y="161"/>
                  <a:pt x="882" y="162"/>
                  <a:pt x="883" y="162"/>
                </a:cubicBezTo>
                <a:cubicBezTo>
                  <a:pt x="884" y="164"/>
                  <a:pt x="884" y="164"/>
                  <a:pt x="884" y="164"/>
                </a:cubicBezTo>
                <a:cubicBezTo>
                  <a:pt x="886" y="166"/>
                  <a:pt x="886" y="166"/>
                  <a:pt x="886" y="166"/>
                </a:cubicBezTo>
                <a:cubicBezTo>
                  <a:pt x="884" y="164"/>
                  <a:pt x="884" y="164"/>
                  <a:pt x="884" y="164"/>
                </a:cubicBezTo>
                <a:cubicBezTo>
                  <a:pt x="900" y="178"/>
                  <a:pt x="900" y="178"/>
                  <a:pt x="900" y="178"/>
                </a:cubicBezTo>
                <a:cubicBezTo>
                  <a:pt x="906" y="183"/>
                  <a:pt x="911" y="188"/>
                  <a:pt x="917" y="193"/>
                </a:cubicBezTo>
                <a:cubicBezTo>
                  <a:pt x="934" y="207"/>
                  <a:pt x="934" y="207"/>
                  <a:pt x="934" y="207"/>
                </a:cubicBezTo>
                <a:cubicBezTo>
                  <a:pt x="940" y="212"/>
                  <a:pt x="945" y="217"/>
                  <a:pt x="951" y="221"/>
                </a:cubicBezTo>
                <a:cubicBezTo>
                  <a:pt x="968" y="235"/>
                  <a:pt x="968" y="235"/>
                  <a:pt x="968" y="235"/>
                </a:cubicBezTo>
                <a:cubicBezTo>
                  <a:pt x="974" y="240"/>
                  <a:pt x="980" y="244"/>
                  <a:pt x="986" y="248"/>
                </a:cubicBezTo>
                <a:cubicBezTo>
                  <a:pt x="992" y="253"/>
                  <a:pt x="998" y="257"/>
                  <a:pt x="1004" y="261"/>
                </a:cubicBezTo>
                <a:cubicBezTo>
                  <a:pt x="1022" y="274"/>
                  <a:pt x="1022" y="274"/>
                  <a:pt x="1022" y="274"/>
                </a:cubicBezTo>
                <a:cubicBezTo>
                  <a:pt x="1028" y="278"/>
                  <a:pt x="1034" y="282"/>
                  <a:pt x="1040" y="286"/>
                </a:cubicBezTo>
                <a:cubicBezTo>
                  <a:pt x="1046" y="290"/>
                  <a:pt x="1052" y="294"/>
                  <a:pt x="1059" y="298"/>
                </a:cubicBezTo>
                <a:cubicBezTo>
                  <a:pt x="1065" y="302"/>
                  <a:pt x="1071" y="305"/>
                  <a:pt x="1077" y="309"/>
                </a:cubicBezTo>
                <a:cubicBezTo>
                  <a:pt x="1084" y="313"/>
                  <a:pt x="1090" y="316"/>
                  <a:pt x="1096" y="320"/>
                </a:cubicBezTo>
                <a:cubicBezTo>
                  <a:pt x="1103" y="323"/>
                  <a:pt x="1109" y="327"/>
                  <a:pt x="1115" y="330"/>
                </a:cubicBezTo>
                <a:cubicBezTo>
                  <a:pt x="1122" y="333"/>
                  <a:pt x="1128" y="336"/>
                  <a:pt x="1135" y="339"/>
                </a:cubicBezTo>
                <a:cubicBezTo>
                  <a:pt x="1141" y="342"/>
                  <a:pt x="1148" y="345"/>
                  <a:pt x="1155" y="348"/>
                </a:cubicBezTo>
                <a:cubicBezTo>
                  <a:pt x="1161" y="351"/>
                  <a:pt x="1168" y="353"/>
                  <a:pt x="1174" y="355"/>
                </a:cubicBezTo>
                <a:lnTo>
                  <a:pt x="1158" y="40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Freeform 6"/>
          <p:cNvSpPr/>
          <p:nvPr/>
        </p:nvSpPr>
        <p:spPr bwMode="auto">
          <a:xfrm>
            <a:off x="2205579" y="1890208"/>
            <a:ext cx="2729065" cy="828111"/>
          </a:xfrm>
          <a:custGeom>
            <a:avLst/>
            <a:gdLst>
              <a:gd name="T0" fmla="*/ 787 w 810"/>
              <a:gd name="T1" fmla="*/ 129 h 245"/>
              <a:gd name="T2" fmla="*/ 765 w 810"/>
              <a:gd name="T3" fmla="*/ 133 h 245"/>
              <a:gd name="T4" fmla="*/ 742 w 810"/>
              <a:gd name="T5" fmla="*/ 135 h 245"/>
              <a:gd name="T6" fmla="*/ 719 w 810"/>
              <a:gd name="T7" fmla="*/ 137 h 245"/>
              <a:gd name="T8" fmla="*/ 689 w 810"/>
              <a:gd name="T9" fmla="*/ 138 h 245"/>
              <a:gd name="T10" fmla="*/ 658 w 810"/>
              <a:gd name="T11" fmla="*/ 138 h 245"/>
              <a:gd name="T12" fmla="*/ 598 w 810"/>
              <a:gd name="T13" fmla="*/ 134 h 245"/>
              <a:gd name="T14" fmla="*/ 537 w 810"/>
              <a:gd name="T15" fmla="*/ 128 h 245"/>
              <a:gd name="T16" fmla="*/ 522 w 810"/>
              <a:gd name="T17" fmla="*/ 126 h 245"/>
              <a:gd name="T18" fmla="*/ 505 w 810"/>
              <a:gd name="T19" fmla="*/ 124 h 245"/>
              <a:gd name="T20" fmla="*/ 472 w 810"/>
              <a:gd name="T21" fmla="*/ 126 h 245"/>
              <a:gd name="T22" fmla="*/ 408 w 810"/>
              <a:gd name="T23" fmla="*/ 153 h 245"/>
              <a:gd name="T24" fmla="*/ 389 w 810"/>
              <a:gd name="T25" fmla="*/ 165 h 245"/>
              <a:gd name="T26" fmla="*/ 374 w 810"/>
              <a:gd name="T27" fmla="*/ 144 h 245"/>
              <a:gd name="T28" fmla="*/ 357 w 810"/>
              <a:gd name="T29" fmla="*/ 125 h 245"/>
              <a:gd name="T30" fmla="*/ 332 w 810"/>
              <a:gd name="T31" fmla="*/ 104 h 245"/>
              <a:gd name="T32" fmla="*/ 297 w 810"/>
              <a:gd name="T33" fmla="*/ 82 h 245"/>
              <a:gd name="T34" fmla="*/ 276 w 810"/>
              <a:gd name="T35" fmla="*/ 70 h 245"/>
              <a:gd name="T36" fmla="*/ 232 w 810"/>
              <a:gd name="T37" fmla="*/ 51 h 245"/>
              <a:gd name="T38" fmla="*/ 186 w 810"/>
              <a:gd name="T39" fmla="*/ 36 h 245"/>
              <a:gd name="T40" fmla="*/ 171 w 810"/>
              <a:gd name="T41" fmla="*/ 31 h 245"/>
              <a:gd name="T42" fmla="*/ 140 w 810"/>
              <a:gd name="T43" fmla="*/ 23 h 245"/>
              <a:gd name="T44" fmla="*/ 94 w 810"/>
              <a:gd name="T45" fmla="*/ 13 h 245"/>
              <a:gd name="T46" fmla="*/ 63 w 810"/>
              <a:gd name="T47" fmla="*/ 8 h 245"/>
              <a:gd name="T48" fmla="*/ 0 w 810"/>
              <a:gd name="T49" fmla="*/ 0 h 245"/>
              <a:gd name="T50" fmla="*/ 61 w 810"/>
              <a:gd name="T51" fmla="*/ 17 h 245"/>
              <a:gd name="T52" fmla="*/ 91 w 810"/>
              <a:gd name="T53" fmla="*/ 25 h 245"/>
              <a:gd name="T54" fmla="*/ 150 w 810"/>
              <a:gd name="T55" fmla="*/ 45 h 245"/>
              <a:gd name="T56" fmla="*/ 172 w 810"/>
              <a:gd name="T57" fmla="*/ 53 h 245"/>
              <a:gd name="T58" fmla="*/ 208 w 810"/>
              <a:gd name="T59" fmla="*/ 67 h 245"/>
              <a:gd name="T60" fmla="*/ 236 w 810"/>
              <a:gd name="T61" fmla="*/ 80 h 245"/>
              <a:gd name="T62" fmla="*/ 276 w 810"/>
              <a:gd name="T63" fmla="*/ 102 h 245"/>
              <a:gd name="T64" fmla="*/ 289 w 810"/>
              <a:gd name="T65" fmla="*/ 110 h 245"/>
              <a:gd name="T66" fmla="*/ 325 w 810"/>
              <a:gd name="T67" fmla="*/ 137 h 245"/>
              <a:gd name="T68" fmla="*/ 345 w 810"/>
              <a:gd name="T69" fmla="*/ 158 h 245"/>
              <a:gd name="T70" fmla="*/ 354 w 810"/>
              <a:gd name="T71" fmla="*/ 169 h 245"/>
              <a:gd name="T72" fmla="*/ 368 w 810"/>
              <a:gd name="T73" fmla="*/ 193 h 245"/>
              <a:gd name="T74" fmla="*/ 372 w 810"/>
              <a:gd name="T75" fmla="*/ 232 h 245"/>
              <a:gd name="T76" fmla="*/ 372 w 810"/>
              <a:gd name="T77" fmla="*/ 242 h 245"/>
              <a:gd name="T78" fmla="*/ 405 w 810"/>
              <a:gd name="T79" fmla="*/ 245 h 245"/>
              <a:gd name="T80" fmla="*/ 407 w 810"/>
              <a:gd name="T81" fmla="*/ 234 h 245"/>
              <a:gd name="T82" fmla="*/ 414 w 810"/>
              <a:gd name="T83" fmla="*/ 196 h 245"/>
              <a:gd name="T84" fmla="*/ 476 w 810"/>
              <a:gd name="T85" fmla="*/ 155 h 245"/>
              <a:gd name="T86" fmla="*/ 490 w 810"/>
              <a:gd name="T87" fmla="*/ 153 h 245"/>
              <a:gd name="T88" fmla="*/ 512 w 810"/>
              <a:gd name="T89" fmla="*/ 152 h 245"/>
              <a:gd name="T90" fmla="*/ 523 w 810"/>
              <a:gd name="T91" fmla="*/ 153 h 245"/>
              <a:gd name="T92" fmla="*/ 526 w 810"/>
              <a:gd name="T93" fmla="*/ 153 h 245"/>
              <a:gd name="T94" fmla="*/ 527 w 810"/>
              <a:gd name="T95" fmla="*/ 153 h 245"/>
              <a:gd name="T96" fmla="*/ 526 w 810"/>
              <a:gd name="T97" fmla="*/ 153 h 245"/>
              <a:gd name="T98" fmla="*/ 565 w 810"/>
              <a:gd name="T99" fmla="*/ 156 h 245"/>
              <a:gd name="T100" fmla="*/ 628 w 810"/>
              <a:gd name="T101" fmla="*/ 157 h 245"/>
              <a:gd name="T102" fmla="*/ 690 w 810"/>
              <a:gd name="T103" fmla="*/ 153 h 245"/>
              <a:gd name="T104" fmla="*/ 721 w 810"/>
              <a:gd name="T105" fmla="*/ 149 h 245"/>
              <a:gd name="T106" fmla="*/ 744 w 810"/>
              <a:gd name="T107" fmla="*/ 145 h 245"/>
              <a:gd name="T108" fmla="*/ 766 w 810"/>
              <a:gd name="T109" fmla="*/ 140 h 245"/>
              <a:gd name="T110" fmla="*/ 789 w 810"/>
              <a:gd name="T111" fmla="*/ 133 h 245"/>
              <a:gd name="T112" fmla="*/ 810 w 810"/>
              <a:gd name="T113" fmla="*/ 124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10" h="245">
                <a:moveTo>
                  <a:pt x="795" y="127"/>
                </a:moveTo>
                <a:cubicBezTo>
                  <a:pt x="787" y="129"/>
                  <a:pt x="787" y="129"/>
                  <a:pt x="787" y="129"/>
                </a:cubicBezTo>
                <a:cubicBezTo>
                  <a:pt x="780" y="130"/>
                  <a:pt x="780" y="130"/>
                  <a:pt x="780" y="130"/>
                </a:cubicBezTo>
                <a:cubicBezTo>
                  <a:pt x="765" y="133"/>
                  <a:pt x="765" y="133"/>
                  <a:pt x="765" y="133"/>
                </a:cubicBezTo>
                <a:cubicBezTo>
                  <a:pt x="750" y="135"/>
                  <a:pt x="750" y="135"/>
                  <a:pt x="750" y="135"/>
                </a:cubicBezTo>
                <a:cubicBezTo>
                  <a:pt x="742" y="135"/>
                  <a:pt x="742" y="135"/>
                  <a:pt x="742" y="135"/>
                </a:cubicBezTo>
                <a:cubicBezTo>
                  <a:pt x="734" y="136"/>
                  <a:pt x="734" y="136"/>
                  <a:pt x="734" y="136"/>
                </a:cubicBezTo>
                <a:cubicBezTo>
                  <a:pt x="719" y="137"/>
                  <a:pt x="719" y="137"/>
                  <a:pt x="719" y="137"/>
                </a:cubicBezTo>
                <a:cubicBezTo>
                  <a:pt x="714" y="137"/>
                  <a:pt x="709" y="138"/>
                  <a:pt x="704" y="138"/>
                </a:cubicBezTo>
                <a:cubicBezTo>
                  <a:pt x="699" y="138"/>
                  <a:pt x="694" y="138"/>
                  <a:pt x="689" y="138"/>
                </a:cubicBezTo>
                <a:cubicBezTo>
                  <a:pt x="674" y="138"/>
                  <a:pt x="674" y="138"/>
                  <a:pt x="674" y="138"/>
                </a:cubicBezTo>
                <a:cubicBezTo>
                  <a:pt x="668" y="138"/>
                  <a:pt x="663" y="138"/>
                  <a:pt x="658" y="138"/>
                </a:cubicBezTo>
                <a:cubicBezTo>
                  <a:pt x="648" y="138"/>
                  <a:pt x="638" y="137"/>
                  <a:pt x="628" y="137"/>
                </a:cubicBezTo>
                <a:cubicBezTo>
                  <a:pt x="618" y="136"/>
                  <a:pt x="608" y="135"/>
                  <a:pt x="598" y="134"/>
                </a:cubicBezTo>
                <a:cubicBezTo>
                  <a:pt x="587" y="134"/>
                  <a:pt x="577" y="133"/>
                  <a:pt x="567" y="132"/>
                </a:cubicBezTo>
                <a:cubicBezTo>
                  <a:pt x="557" y="130"/>
                  <a:pt x="547" y="129"/>
                  <a:pt x="537" y="128"/>
                </a:cubicBezTo>
                <a:cubicBezTo>
                  <a:pt x="530" y="127"/>
                  <a:pt x="530" y="127"/>
                  <a:pt x="530" y="127"/>
                </a:cubicBezTo>
                <a:cubicBezTo>
                  <a:pt x="522" y="126"/>
                  <a:pt x="522" y="126"/>
                  <a:pt x="522" y="126"/>
                </a:cubicBezTo>
                <a:cubicBezTo>
                  <a:pt x="519" y="125"/>
                  <a:pt x="517" y="125"/>
                  <a:pt x="514" y="125"/>
                </a:cubicBezTo>
                <a:cubicBezTo>
                  <a:pt x="505" y="124"/>
                  <a:pt x="505" y="124"/>
                  <a:pt x="505" y="124"/>
                </a:cubicBezTo>
                <a:cubicBezTo>
                  <a:pt x="500" y="124"/>
                  <a:pt x="494" y="124"/>
                  <a:pt x="489" y="124"/>
                </a:cubicBezTo>
                <a:cubicBezTo>
                  <a:pt x="483" y="125"/>
                  <a:pt x="478" y="125"/>
                  <a:pt x="472" y="126"/>
                </a:cubicBezTo>
                <a:cubicBezTo>
                  <a:pt x="461" y="127"/>
                  <a:pt x="450" y="130"/>
                  <a:pt x="439" y="134"/>
                </a:cubicBezTo>
                <a:cubicBezTo>
                  <a:pt x="428" y="139"/>
                  <a:pt x="417" y="145"/>
                  <a:pt x="408" y="153"/>
                </a:cubicBezTo>
                <a:cubicBezTo>
                  <a:pt x="402" y="159"/>
                  <a:pt x="397" y="165"/>
                  <a:pt x="392" y="172"/>
                </a:cubicBezTo>
                <a:cubicBezTo>
                  <a:pt x="391" y="170"/>
                  <a:pt x="390" y="167"/>
                  <a:pt x="389" y="165"/>
                </a:cubicBezTo>
                <a:cubicBezTo>
                  <a:pt x="386" y="160"/>
                  <a:pt x="383" y="155"/>
                  <a:pt x="379" y="151"/>
                </a:cubicBezTo>
                <a:cubicBezTo>
                  <a:pt x="378" y="149"/>
                  <a:pt x="376" y="146"/>
                  <a:pt x="374" y="144"/>
                </a:cubicBezTo>
                <a:cubicBezTo>
                  <a:pt x="369" y="137"/>
                  <a:pt x="369" y="137"/>
                  <a:pt x="369" y="137"/>
                </a:cubicBezTo>
                <a:cubicBezTo>
                  <a:pt x="365" y="133"/>
                  <a:pt x="361" y="129"/>
                  <a:pt x="357" y="125"/>
                </a:cubicBezTo>
                <a:cubicBezTo>
                  <a:pt x="353" y="121"/>
                  <a:pt x="349" y="118"/>
                  <a:pt x="345" y="114"/>
                </a:cubicBezTo>
                <a:cubicBezTo>
                  <a:pt x="340" y="110"/>
                  <a:pt x="336" y="107"/>
                  <a:pt x="332" y="104"/>
                </a:cubicBezTo>
                <a:cubicBezTo>
                  <a:pt x="323" y="97"/>
                  <a:pt x="314" y="91"/>
                  <a:pt x="304" y="86"/>
                </a:cubicBezTo>
                <a:cubicBezTo>
                  <a:pt x="297" y="82"/>
                  <a:pt x="297" y="82"/>
                  <a:pt x="297" y="82"/>
                </a:cubicBezTo>
                <a:cubicBezTo>
                  <a:pt x="295" y="80"/>
                  <a:pt x="293" y="79"/>
                  <a:pt x="290" y="78"/>
                </a:cubicBezTo>
                <a:cubicBezTo>
                  <a:pt x="285" y="75"/>
                  <a:pt x="281" y="73"/>
                  <a:pt x="276" y="70"/>
                </a:cubicBezTo>
                <a:cubicBezTo>
                  <a:pt x="266" y="66"/>
                  <a:pt x="256" y="61"/>
                  <a:pt x="246" y="57"/>
                </a:cubicBezTo>
                <a:cubicBezTo>
                  <a:pt x="241" y="55"/>
                  <a:pt x="237" y="53"/>
                  <a:pt x="232" y="51"/>
                </a:cubicBezTo>
                <a:cubicBezTo>
                  <a:pt x="217" y="45"/>
                  <a:pt x="217" y="45"/>
                  <a:pt x="217" y="45"/>
                </a:cubicBezTo>
                <a:cubicBezTo>
                  <a:pt x="207" y="42"/>
                  <a:pt x="196" y="39"/>
                  <a:pt x="186" y="36"/>
                </a:cubicBezTo>
                <a:cubicBezTo>
                  <a:pt x="179" y="33"/>
                  <a:pt x="179" y="33"/>
                  <a:pt x="179" y="33"/>
                </a:cubicBezTo>
                <a:cubicBezTo>
                  <a:pt x="171" y="31"/>
                  <a:pt x="171" y="31"/>
                  <a:pt x="171" y="31"/>
                </a:cubicBezTo>
                <a:cubicBezTo>
                  <a:pt x="156" y="27"/>
                  <a:pt x="156" y="27"/>
                  <a:pt x="156" y="27"/>
                </a:cubicBezTo>
                <a:cubicBezTo>
                  <a:pt x="150" y="26"/>
                  <a:pt x="145" y="24"/>
                  <a:pt x="140" y="23"/>
                </a:cubicBezTo>
                <a:cubicBezTo>
                  <a:pt x="125" y="20"/>
                  <a:pt x="125" y="20"/>
                  <a:pt x="125" y="20"/>
                </a:cubicBezTo>
                <a:cubicBezTo>
                  <a:pt x="114" y="17"/>
                  <a:pt x="104" y="15"/>
                  <a:pt x="94" y="13"/>
                </a:cubicBezTo>
                <a:cubicBezTo>
                  <a:pt x="78" y="10"/>
                  <a:pt x="78" y="10"/>
                  <a:pt x="78" y="10"/>
                </a:cubicBezTo>
                <a:cubicBezTo>
                  <a:pt x="63" y="8"/>
                  <a:pt x="63" y="8"/>
                  <a:pt x="63" y="8"/>
                </a:cubicBezTo>
                <a:cubicBezTo>
                  <a:pt x="52" y="6"/>
                  <a:pt x="42" y="5"/>
                  <a:pt x="31" y="3"/>
                </a:cubicBezTo>
                <a:cubicBezTo>
                  <a:pt x="21" y="2"/>
                  <a:pt x="10" y="1"/>
                  <a:pt x="0" y="0"/>
                </a:cubicBezTo>
                <a:cubicBezTo>
                  <a:pt x="10" y="3"/>
                  <a:pt x="20" y="6"/>
                  <a:pt x="30" y="8"/>
                </a:cubicBezTo>
                <a:cubicBezTo>
                  <a:pt x="41" y="11"/>
                  <a:pt x="51" y="14"/>
                  <a:pt x="61" y="17"/>
                </a:cubicBezTo>
                <a:cubicBezTo>
                  <a:pt x="76" y="21"/>
                  <a:pt x="76" y="21"/>
                  <a:pt x="76" y="21"/>
                </a:cubicBezTo>
                <a:cubicBezTo>
                  <a:pt x="91" y="25"/>
                  <a:pt x="91" y="25"/>
                  <a:pt x="91" y="25"/>
                </a:cubicBezTo>
                <a:cubicBezTo>
                  <a:pt x="101" y="29"/>
                  <a:pt x="111" y="31"/>
                  <a:pt x="121" y="35"/>
                </a:cubicBezTo>
                <a:cubicBezTo>
                  <a:pt x="130" y="38"/>
                  <a:pt x="140" y="41"/>
                  <a:pt x="150" y="45"/>
                </a:cubicBezTo>
                <a:cubicBezTo>
                  <a:pt x="165" y="50"/>
                  <a:pt x="165" y="50"/>
                  <a:pt x="165" y="50"/>
                </a:cubicBezTo>
                <a:cubicBezTo>
                  <a:pt x="172" y="53"/>
                  <a:pt x="172" y="53"/>
                  <a:pt x="172" y="53"/>
                </a:cubicBezTo>
                <a:cubicBezTo>
                  <a:pt x="179" y="56"/>
                  <a:pt x="179" y="56"/>
                  <a:pt x="179" y="56"/>
                </a:cubicBezTo>
                <a:cubicBezTo>
                  <a:pt x="189" y="59"/>
                  <a:pt x="199" y="63"/>
                  <a:pt x="208" y="67"/>
                </a:cubicBezTo>
                <a:cubicBezTo>
                  <a:pt x="222" y="73"/>
                  <a:pt x="222" y="73"/>
                  <a:pt x="222" y="73"/>
                </a:cubicBezTo>
                <a:cubicBezTo>
                  <a:pt x="236" y="80"/>
                  <a:pt x="236" y="80"/>
                  <a:pt x="236" y="80"/>
                </a:cubicBezTo>
                <a:cubicBezTo>
                  <a:pt x="245" y="84"/>
                  <a:pt x="254" y="89"/>
                  <a:pt x="263" y="94"/>
                </a:cubicBezTo>
                <a:cubicBezTo>
                  <a:pt x="268" y="96"/>
                  <a:pt x="272" y="99"/>
                  <a:pt x="276" y="102"/>
                </a:cubicBezTo>
                <a:cubicBezTo>
                  <a:pt x="279" y="103"/>
                  <a:pt x="281" y="104"/>
                  <a:pt x="283" y="106"/>
                </a:cubicBezTo>
                <a:cubicBezTo>
                  <a:pt x="289" y="110"/>
                  <a:pt x="289" y="110"/>
                  <a:pt x="289" y="110"/>
                </a:cubicBezTo>
                <a:cubicBezTo>
                  <a:pt x="298" y="115"/>
                  <a:pt x="306" y="121"/>
                  <a:pt x="314" y="127"/>
                </a:cubicBezTo>
                <a:cubicBezTo>
                  <a:pt x="317" y="130"/>
                  <a:pt x="321" y="133"/>
                  <a:pt x="325" y="137"/>
                </a:cubicBezTo>
                <a:cubicBezTo>
                  <a:pt x="329" y="140"/>
                  <a:pt x="332" y="143"/>
                  <a:pt x="336" y="147"/>
                </a:cubicBezTo>
                <a:cubicBezTo>
                  <a:pt x="339" y="151"/>
                  <a:pt x="343" y="154"/>
                  <a:pt x="345" y="158"/>
                </a:cubicBezTo>
                <a:cubicBezTo>
                  <a:pt x="350" y="163"/>
                  <a:pt x="350" y="163"/>
                  <a:pt x="350" y="163"/>
                </a:cubicBezTo>
                <a:cubicBezTo>
                  <a:pt x="351" y="165"/>
                  <a:pt x="353" y="167"/>
                  <a:pt x="354" y="169"/>
                </a:cubicBezTo>
                <a:cubicBezTo>
                  <a:pt x="357" y="173"/>
                  <a:pt x="359" y="177"/>
                  <a:pt x="362" y="181"/>
                </a:cubicBezTo>
                <a:cubicBezTo>
                  <a:pt x="364" y="185"/>
                  <a:pt x="366" y="189"/>
                  <a:pt x="368" y="193"/>
                </a:cubicBezTo>
                <a:cubicBezTo>
                  <a:pt x="371" y="201"/>
                  <a:pt x="373" y="209"/>
                  <a:pt x="374" y="217"/>
                </a:cubicBezTo>
                <a:cubicBezTo>
                  <a:pt x="373" y="222"/>
                  <a:pt x="373" y="227"/>
                  <a:pt x="372" y="232"/>
                </a:cubicBezTo>
                <a:cubicBezTo>
                  <a:pt x="372" y="235"/>
                  <a:pt x="372" y="238"/>
                  <a:pt x="372" y="241"/>
                </a:cubicBezTo>
                <a:cubicBezTo>
                  <a:pt x="372" y="241"/>
                  <a:pt x="372" y="241"/>
                  <a:pt x="372" y="242"/>
                </a:cubicBezTo>
                <a:cubicBezTo>
                  <a:pt x="376" y="241"/>
                  <a:pt x="380" y="240"/>
                  <a:pt x="385" y="240"/>
                </a:cubicBezTo>
                <a:cubicBezTo>
                  <a:pt x="392" y="240"/>
                  <a:pt x="399" y="242"/>
                  <a:pt x="405" y="245"/>
                </a:cubicBezTo>
                <a:cubicBezTo>
                  <a:pt x="405" y="244"/>
                  <a:pt x="406" y="244"/>
                  <a:pt x="406" y="244"/>
                </a:cubicBezTo>
                <a:cubicBezTo>
                  <a:pt x="406" y="240"/>
                  <a:pt x="406" y="237"/>
                  <a:pt x="407" y="234"/>
                </a:cubicBezTo>
                <a:cubicBezTo>
                  <a:pt x="407" y="229"/>
                  <a:pt x="407" y="224"/>
                  <a:pt x="406" y="218"/>
                </a:cubicBezTo>
                <a:cubicBezTo>
                  <a:pt x="408" y="211"/>
                  <a:pt x="411" y="203"/>
                  <a:pt x="414" y="196"/>
                </a:cubicBezTo>
                <a:cubicBezTo>
                  <a:pt x="422" y="181"/>
                  <a:pt x="435" y="169"/>
                  <a:pt x="451" y="162"/>
                </a:cubicBezTo>
                <a:cubicBezTo>
                  <a:pt x="459" y="159"/>
                  <a:pt x="467" y="156"/>
                  <a:pt x="476" y="155"/>
                </a:cubicBezTo>
                <a:cubicBezTo>
                  <a:pt x="479" y="154"/>
                  <a:pt x="481" y="154"/>
                  <a:pt x="483" y="154"/>
                </a:cubicBezTo>
                <a:cubicBezTo>
                  <a:pt x="490" y="153"/>
                  <a:pt x="490" y="153"/>
                  <a:pt x="490" y="153"/>
                </a:cubicBezTo>
                <a:cubicBezTo>
                  <a:pt x="495" y="153"/>
                  <a:pt x="500" y="152"/>
                  <a:pt x="505" y="152"/>
                </a:cubicBezTo>
                <a:cubicBezTo>
                  <a:pt x="512" y="152"/>
                  <a:pt x="512" y="152"/>
                  <a:pt x="512" y="152"/>
                </a:cubicBezTo>
                <a:cubicBezTo>
                  <a:pt x="514" y="152"/>
                  <a:pt x="517" y="153"/>
                  <a:pt x="519" y="153"/>
                </a:cubicBezTo>
                <a:cubicBezTo>
                  <a:pt x="523" y="153"/>
                  <a:pt x="523" y="153"/>
                  <a:pt x="523" y="153"/>
                </a:cubicBezTo>
                <a:cubicBezTo>
                  <a:pt x="525" y="153"/>
                  <a:pt x="525" y="153"/>
                  <a:pt x="525" y="153"/>
                </a:cubicBezTo>
                <a:cubicBezTo>
                  <a:pt x="526" y="153"/>
                  <a:pt x="526" y="153"/>
                  <a:pt x="526" y="153"/>
                </a:cubicBezTo>
                <a:cubicBezTo>
                  <a:pt x="526" y="153"/>
                  <a:pt x="526" y="153"/>
                  <a:pt x="526" y="153"/>
                </a:cubicBezTo>
                <a:cubicBezTo>
                  <a:pt x="527" y="153"/>
                  <a:pt x="527" y="153"/>
                  <a:pt x="527" y="153"/>
                </a:cubicBezTo>
                <a:cubicBezTo>
                  <a:pt x="527" y="153"/>
                  <a:pt x="527" y="153"/>
                  <a:pt x="527" y="153"/>
                </a:cubicBezTo>
                <a:cubicBezTo>
                  <a:pt x="526" y="153"/>
                  <a:pt x="527" y="154"/>
                  <a:pt x="526" y="153"/>
                </a:cubicBezTo>
                <a:cubicBezTo>
                  <a:pt x="534" y="154"/>
                  <a:pt x="534" y="154"/>
                  <a:pt x="534" y="154"/>
                </a:cubicBezTo>
                <a:cubicBezTo>
                  <a:pt x="544" y="155"/>
                  <a:pt x="555" y="156"/>
                  <a:pt x="565" y="156"/>
                </a:cubicBezTo>
                <a:cubicBezTo>
                  <a:pt x="576" y="157"/>
                  <a:pt x="586" y="157"/>
                  <a:pt x="596" y="157"/>
                </a:cubicBezTo>
                <a:cubicBezTo>
                  <a:pt x="607" y="158"/>
                  <a:pt x="617" y="158"/>
                  <a:pt x="628" y="157"/>
                </a:cubicBezTo>
                <a:cubicBezTo>
                  <a:pt x="638" y="157"/>
                  <a:pt x="648" y="157"/>
                  <a:pt x="659" y="156"/>
                </a:cubicBezTo>
                <a:cubicBezTo>
                  <a:pt x="669" y="155"/>
                  <a:pt x="679" y="155"/>
                  <a:pt x="690" y="153"/>
                </a:cubicBezTo>
                <a:cubicBezTo>
                  <a:pt x="695" y="153"/>
                  <a:pt x="700" y="152"/>
                  <a:pt x="705" y="152"/>
                </a:cubicBezTo>
                <a:cubicBezTo>
                  <a:pt x="710" y="151"/>
                  <a:pt x="715" y="150"/>
                  <a:pt x="721" y="149"/>
                </a:cubicBezTo>
                <a:cubicBezTo>
                  <a:pt x="736" y="147"/>
                  <a:pt x="736" y="147"/>
                  <a:pt x="736" y="147"/>
                </a:cubicBezTo>
                <a:cubicBezTo>
                  <a:pt x="738" y="146"/>
                  <a:pt x="741" y="146"/>
                  <a:pt x="744" y="145"/>
                </a:cubicBezTo>
                <a:cubicBezTo>
                  <a:pt x="751" y="143"/>
                  <a:pt x="751" y="143"/>
                  <a:pt x="751" y="143"/>
                </a:cubicBezTo>
                <a:cubicBezTo>
                  <a:pt x="766" y="140"/>
                  <a:pt x="766" y="140"/>
                  <a:pt x="766" y="140"/>
                </a:cubicBezTo>
                <a:cubicBezTo>
                  <a:pt x="781" y="135"/>
                  <a:pt x="781" y="135"/>
                  <a:pt x="781" y="135"/>
                </a:cubicBezTo>
                <a:cubicBezTo>
                  <a:pt x="789" y="133"/>
                  <a:pt x="789" y="133"/>
                  <a:pt x="789" y="133"/>
                </a:cubicBezTo>
                <a:cubicBezTo>
                  <a:pt x="796" y="130"/>
                  <a:pt x="796" y="130"/>
                  <a:pt x="796" y="130"/>
                </a:cubicBezTo>
                <a:cubicBezTo>
                  <a:pt x="810" y="124"/>
                  <a:pt x="810" y="124"/>
                  <a:pt x="810" y="124"/>
                </a:cubicBezTo>
                <a:lnTo>
                  <a:pt x="795" y="12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Freeform 7"/>
          <p:cNvSpPr/>
          <p:nvPr/>
        </p:nvSpPr>
        <p:spPr bwMode="auto">
          <a:xfrm rot="21177278">
            <a:off x="1178343" y="2853625"/>
            <a:ext cx="2442708" cy="565027"/>
          </a:xfrm>
          <a:custGeom>
            <a:avLst/>
            <a:gdLst>
              <a:gd name="T0" fmla="*/ 599 w 599"/>
              <a:gd name="T1" fmla="*/ 1 h 138"/>
              <a:gd name="T2" fmla="*/ 599 w 599"/>
              <a:gd name="T3" fmla="*/ 4 h 138"/>
              <a:gd name="T4" fmla="*/ 598 w 599"/>
              <a:gd name="T5" fmla="*/ 10 h 138"/>
              <a:gd name="T6" fmla="*/ 591 w 599"/>
              <a:gd name="T7" fmla="*/ 34 h 138"/>
              <a:gd name="T8" fmla="*/ 574 w 599"/>
              <a:gd name="T9" fmla="*/ 65 h 138"/>
              <a:gd name="T10" fmla="*/ 540 w 599"/>
              <a:gd name="T11" fmla="*/ 97 h 138"/>
              <a:gd name="T12" fmla="*/ 493 w 599"/>
              <a:gd name="T13" fmla="*/ 121 h 138"/>
              <a:gd name="T14" fmla="*/ 437 w 599"/>
              <a:gd name="T15" fmla="*/ 134 h 138"/>
              <a:gd name="T16" fmla="*/ 407 w 599"/>
              <a:gd name="T17" fmla="*/ 137 h 138"/>
              <a:gd name="T18" fmla="*/ 377 w 599"/>
              <a:gd name="T19" fmla="*/ 138 h 138"/>
              <a:gd name="T20" fmla="*/ 346 w 599"/>
              <a:gd name="T21" fmla="*/ 137 h 138"/>
              <a:gd name="T22" fmla="*/ 316 w 599"/>
              <a:gd name="T23" fmla="*/ 135 h 138"/>
              <a:gd name="T24" fmla="*/ 285 w 599"/>
              <a:gd name="T25" fmla="*/ 131 h 138"/>
              <a:gd name="T26" fmla="*/ 255 w 599"/>
              <a:gd name="T27" fmla="*/ 125 h 138"/>
              <a:gd name="T28" fmla="*/ 225 w 599"/>
              <a:gd name="T29" fmla="*/ 119 h 138"/>
              <a:gd name="T30" fmla="*/ 197 w 599"/>
              <a:gd name="T31" fmla="*/ 112 h 138"/>
              <a:gd name="T32" fmla="*/ 144 w 599"/>
              <a:gd name="T33" fmla="*/ 98 h 138"/>
              <a:gd name="T34" fmla="*/ 96 w 599"/>
              <a:gd name="T35" fmla="*/ 84 h 138"/>
              <a:gd name="T36" fmla="*/ 57 w 599"/>
              <a:gd name="T37" fmla="*/ 72 h 138"/>
              <a:gd name="T38" fmla="*/ 26 w 599"/>
              <a:gd name="T39" fmla="*/ 62 h 138"/>
              <a:gd name="T40" fmla="*/ 0 w 599"/>
              <a:gd name="T41" fmla="*/ 54 h 138"/>
              <a:gd name="T42" fmla="*/ 27 w 599"/>
              <a:gd name="T43" fmla="*/ 61 h 138"/>
              <a:gd name="T44" fmla="*/ 58 w 599"/>
              <a:gd name="T45" fmla="*/ 69 h 138"/>
              <a:gd name="T46" fmla="*/ 98 w 599"/>
              <a:gd name="T47" fmla="*/ 79 h 138"/>
              <a:gd name="T48" fmla="*/ 146 w 599"/>
              <a:gd name="T49" fmla="*/ 90 h 138"/>
              <a:gd name="T50" fmla="*/ 199 w 599"/>
              <a:gd name="T51" fmla="*/ 101 h 138"/>
              <a:gd name="T52" fmla="*/ 228 w 599"/>
              <a:gd name="T53" fmla="*/ 106 h 138"/>
              <a:gd name="T54" fmla="*/ 257 w 599"/>
              <a:gd name="T55" fmla="*/ 111 h 138"/>
              <a:gd name="T56" fmla="*/ 287 w 599"/>
              <a:gd name="T57" fmla="*/ 115 h 138"/>
              <a:gd name="T58" fmla="*/ 316 w 599"/>
              <a:gd name="T59" fmla="*/ 117 h 138"/>
              <a:gd name="T60" fmla="*/ 347 w 599"/>
              <a:gd name="T61" fmla="*/ 117 h 138"/>
              <a:gd name="T62" fmla="*/ 376 w 599"/>
              <a:gd name="T63" fmla="*/ 117 h 138"/>
              <a:gd name="T64" fmla="*/ 405 w 599"/>
              <a:gd name="T65" fmla="*/ 114 h 138"/>
              <a:gd name="T66" fmla="*/ 433 w 599"/>
              <a:gd name="T67" fmla="*/ 110 h 138"/>
              <a:gd name="T68" fmla="*/ 483 w 599"/>
              <a:gd name="T69" fmla="*/ 95 h 138"/>
              <a:gd name="T70" fmla="*/ 522 w 599"/>
              <a:gd name="T71" fmla="*/ 73 h 138"/>
              <a:gd name="T72" fmla="*/ 547 w 599"/>
              <a:gd name="T73" fmla="*/ 46 h 138"/>
              <a:gd name="T74" fmla="*/ 559 w 599"/>
              <a:gd name="T75" fmla="*/ 22 h 138"/>
              <a:gd name="T76" fmla="*/ 563 w 599"/>
              <a:gd name="T77" fmla="*/ 5 h 138"/>
              <a:gd name="T78" fmla="*/ 563 w 599"/>
              <a:gd name="T79" fmla="*/ 1 h 138"/>
              <a:gd name="T80" fmla="*/ 563 w 599"/>
              <a:gd name="T81" fmla="*/ 0 h 138"/>
              <a:gd name="T82" fmla="*/ 599 w 599"/>
              <a:gd name="T83" fmla="*/ 1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99" h="138">
                <a:moveTo>
                  <a:pt x="599" y="1"/>
                </a:moveTo>
                <a:cubicBezTo>
                  <a:pt x="599" y="1"/>
                  <a:pt x="599" y="2"/>
                  <a:pt x="599" y="4"/>
                </a:cubicBezTo>
                <a:cubicBezTo>
                  <a:pt x="599" y="5"/>
                  <a:pt x="598" y="7"/>
                  <a:pt x="598" y="10"/>
                </a:cubicBezTo>
                <a:cubicBezTo>
                  <a:pt x="597" y="16"/>
                  <a:pt x="595" y="24"/>
                  <a:pt x="591" y="34"/>
                </a:cubicBezTo>
                <a:cubicBezTo>
                  <a:pt x="588" y="43"/>
                  <a:pt x="582" y="54"/>
                  <a:pt x="574" y="65"/>
                </a:cubicBezTo>
                <a:cubicBezTo>
                  <a:pt x="565" y="77"/>
                  <a:pt x="554" y="88"/>
                  <a:pt x="540" y="97"/>
                </a:cubicBezTo>
                <a:cubicBezTo>
                  <a:pt x="526" y="107"/>
                  <a:pt x="510" y="115"/>
                  <a:pt x="493" y="121"/>
                </a:cubicBezTo>
                <a:cubicBezTo>
                  <a:pt x="475" y="127"/>
                  <a:pt x="456" y="132"/>
                  <a:pt x="437" y="134"/>
                </a:cubicBezTo>
                <a:cubicBezTo>
                  <a:pt x="427" y="136"/>
                  <a:pt x="417" y="136"/>
                  <a:pt x="407" y="137"/>
                </a:cubicBezTo>
                <a:cubicBezTo>
                  <a:pt x="397" y="138"/>
                  <a:pt x="387" y="138"/>
                  <a:pt x="377" y="138"/>
                </a:cubicBezTo>
                <a:cubicBezTo>
                  <a:pt x="366" y="138"/>
                  <a:pt x="356" y="137"/>
                  <a:pt x="346" y="137"/>
                </a:cubicBezTo>
                <a:cubicBezTo>
                  <a:pt x="336" y="136"/>
                  <a:pt x="326" y="136"/>
                  <a:pt x="316" y="135"/>
                </a:cubicBezTo>
                <a:cubicBezTo>
                  <a:pt x="305" y="134"/>
                  <a:pt x="295" y="132"/>
                  <a:pt x="285" y="131"/>
                </a:cubicBezTo>
                <a:cubicBezTo>
                  <a:pt x="274" y="129"/>
                  <a:pt x="264" y="127"/>
                  <a:pt x="255" y="125"/>
                </a:cubicBezTo>
                <a:cubicBezTo>
                  <a:pt x="245" y="123"/>
                  <a:pt x="235" y="121"/>
                  <a:pt x="225" y="119"/>
                </a:cubicBezTo>
                <a:cubicBezTo>
                  <a:pt x="216" y="117"/>
                  <a:pt x="206" y="115"/>
                  <a:pt x="197" y="112"/>
                </a:cubicBezTo>
                <a:cubicBezTo>
                  <a:pt x="179" y="107"/>
                  <a:pt x="161" y="103"/>
                  <a:pt x="144" y="98"/>
                </a:cubicBezTo>
                <a:cubicBezTo>
                  <a:pt x="127" y="93"/>
                  <a:pt x="111" y="89"/>
                  <a:pt x="96" y="84"/>
                </a:cubicBezTo>
                <a:cubicBezTo>
                  <a:pt x="82" y="80"/>
                  <a:pt x="69" y="76"/>
                  <a:pt x="57" y="72"/>
                </a:cubicBezTo>
                <a:cubicBezTo>
                  <a:pt x="45" y="68"/>
                  <a:pt x="35" y="65"/>
                  <a:pt x="26" y="62"/>
                </a:cubicBezTo>
                <a:cubicBezTo>
                  <a:pt x="9" y="57"/>
                  <a:pt x="0" y="54"/>
                  <a:pt x="0" y="54"/>
                </a:cubicBezTo>
                <a:cubicBezTo>
                  <a:pt x="0" y="54"/>
                  <a:pt x="9" y="57"/>
                  <a:pt x="27" y="61"/>
                </a:cubicBezTo>
                <a:cubicBezTo>
                  <a:pt x="35" y="63"/>
                  <a:pt x="46" y="66"/>
                  <a:pt x="58" y="69"/>
                </a:cubicBezTo>
                <a:cubicBezTo>
                  <a:pt x="70" y="72"/>
                  <a:pt x="83" y="76"/>
                  <a:pt x="98" y="79"/>
                </a:cubicBezTo>
                <a:cubicBezTo>
                  <a:pt x="113" y="82"/>
                  <a:pt x="129" y="86"/>
                  <a:pt x="146" y="90"/>
                </a:cubicBezTo>
                <a:cubicBezTo>
                  <a:pt x="163" y="94"/>
                  <a:pt x="181" y="97"/>
                  <a:pt x="199" y="101"/>
                </a:cubicBezTo>
                <a:cubicBezTo>
                  <a:pt x="209" y="103"/>
                  <a:pt x="218" y="104"/>
                  <a:pt x="228" y="106"/>
                </a:cubicBezTo>
                <a:cubicBezTo>
                  <a:pt x="237" y="108"/>
                  <a:pt x="247" y="110"/>
                  <a:pt x="257" y="111"/>
                </a:cubicBezTo>
                <a:cubicBezTo>
                  <a:pt x="267" y="112"/>
                  <a:pt x="277" y="113"/>
                  <a:pt x="287" y="115"/>
                </a:cubicBezTo>
                <a:cubicBezTo>
                  <a:pt x="297" y="115"/>
                  <a:pt x="307" y="116"/>
                  <a:pt x="316" y="117"/>
                </a:cubicBezTo>
                <a:cubicBezTo>
                  <a:pt x="326" y="117"/>
                  <a:pt x="336" y="117"/>
                  <a:pt x="347" y="117"/>
                </a:cubicBezTo>
                <a:cubicBezTo>
                  <a:pt x="356" y="117"/>
                  <a:pt x="366" y="117"/>
                  <a:pt x="376" y="117"/>
                </a:cubicBezTo>
                <a:cubicBezTo>
                  <a:pt x="386" y="116"/>
                  <a:pt x="396" y="115"/>
                  <a:pt x="405" y="114"/>
                </a:cubicBezTo>
                <a:cubicBezTo>
                  <a:pt x="414" y="113"/>
                  <a:pt x="424" y="112"/>
                  <a:pt x="433" y="110"/>
                </a:cubicBezTo>
                <a:cubicBezTo>
                  <a:pt x="451" y="107"/>
                  <a:pt x="468" y="102"/>
                  <a:pt x="483" y="95"/>
                </a:cubicBezTo>
                <a:cubicBezTo>
                  <a:pt x="498" y="89"/>
                  <a:pt x="511" y="81"/>
                  <a:pt x="522" y="73"/>
                </a:cubicBezTo>
                <a:cubicBezTo>
                  <a:pt x="533" y="64"/>
                  <a:pt x="541" y="55"/>
                  <a:pt x="547" y="46"/>
                </a:cubicBezTo>
                <a:cubicBezTo>
                  <a:pt x="553" y="37"/>
                  <a:pt x="557" y="29"/>
                  <a:pt x="559" y="22"/>
                </a:cubicBezTo>
                <a:cubicBezTo>
                  <a:pt x="561" y="15"/>
                  <a:pt x="562" y="9"/>
                  <a:pt x="563" y="5"/>
                </a:cubicBezTo>
                <a:cubicBezTo>
                  <a:pt x="563" y="3"/>
                  <a:pt x="563" y="2"/>
                  <a:pt x="563" y="1"/>
                </a:cubicBezTo>
                <a:cubicBezTo>
                  <a:pt x="563" y="1"/>
                  <a:pt x="563" y="0"/>
                  <a:pt x="563" y="0"/>
                </a:cubicBezTo>
                <a:lnTo>
                  <a:pt x="59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Freeform 27"/>
          <p:cNvSpPr/>
          <p:nvPr/>
        </p:nvSpPr>
        <p:spPr bwMode="auto">
          <a:xfrm flipH="1">
            <a:off x="693692" y="3319368"/>
            <a:ext cx="1569776" cy="625550"/>
          </a:xfrm>
          <a:custGeom>
            <a:avLst/>
            <a:gdLst>
              <a:gd name="T0" fmla="*/ 30 w 506"/>
              <a:gd name="T1" fmla="*/ 0 h 201"/>
              <a:gd name="T2" fmla="*/ 33 w 506"/>
              <a:gd name="T3" fmla="*/ 4 h 201"/>
              <a:gd name="T4" fmla="*/ 43 w 506"/>
              <a:gd name="T5" fmla="*/ 17 h 201"/>
              <a:gd name="T6" fmla="*/ 60 w 506"/>
              <a:gd name="T7" fmla="*/ 36 h 201"/>
              <a:gd name="T8" fmla="*/ 84 w 506"/>
              <a:gd name="T9" fmla="*/ 58 h 201"/>
              <a:gd name="T10" fmla="*/ 116 w 506"/>
              <a:gd name="T11" fmla="*/ 82 h 201"/>
              <a:gd name="T12" fmla="*/ 154 w 506"/>
              <a:gd name="T13" fmla="*/ 107 h 201"/>
              <a:gd name="T14" fmla="*/ 174 w 506"/>
              <a:gd name="T15" fmla="*/ 118 h 201"/>
              <a:gd name="T16" fmla="*/ 196 w 506"/>
              <a:gd name="T17" fmla="*/ 129 h 201"/>
              <a:gd name="T18" fmla="*/ 219 w 506"/>
              <a:gd name="T19" fmla="*/ 139 h 201"/>
              <a:gd name="T20" fmla="*/ 231 w 506"/>
              <a:gd name="T21" fmla="*/ 144 h 201"/>
              <a:gd name="T22" fmla="*/ 242 w 506"/>
              <a:gd name="T23" fmla="*/ 148 h 201"/>
              <a:gd name="T24" fmla="*/ 254 w 506"/>
              <a:gd name="T25" fmla="*/ 153 h 201"/>
              <a:gd name="T26" fmla="*/ 266 w 506"/>
              <a:gd name="T27" fmla="*/ 157 h 201"/>
              <a:gd name="T28" fmla="*/ 290 w 506"/>
              <a:gd name="T29" fmla="*/ 165 h 201"/>
              <a:gd name="T30" fmla="*/ 313 w 506"/>
              <a:gd name="T31" fmla="*/ 171 h 201"/>
              <a:gd name="T32" fmla="*/ 325 w 506"/>
              <a:gd name="T33" fmla="*/ 175 h 201"/>
              <a:gd name="T34" fmla="*/ 337 w 506"/>
              <a:gd name="T35" fmla="*/ 177 h 201"/>
              <a:gd name="T36" fmla="*/ 381 w 506"/>
              <a:gd name="T37" fmla="*/ 187 h 201"/>
              <a:gd name="T38" fmla="*/ 422 w 506"/>
              <a:gd name="T39" fmla="*/ 193 h 201"/>
              <a:gd name="T40" fmla="*/ 440 w 506"/>
              <a:gd name="T41" fmla="*/ 195 h 201"/>
              <a:gd name="T42" fmla="*/ 456 w 506"/>
              <a:gd name="T43" fmla="*/ 197 h 201"/>
              <a:gd name="T44" fmla="*/ 471 w 506"/>
              <a:gd name="T45" fmla="*/ 198 h 201"/>
              <a:gd name="T46" fmla="*/ 483 w 506"/>
              <a:gd name="T47" fmla="*/ 199 h 201"/>
              <a:gd name="T48" fmla="*/ 506 w 506"/>
              <a:gd name="T49" fmla="*/ 201 h 201"/>
              <a:gd name="T50" fmla="*/ 483 w 506"/>
              <a:gd name="T51" fmla="*/ 201 h 201"/>
              <a:gd name="T52" fmla="*/ 471 w 506"/>
              <a:gd name="T53" fmla="*/ 201 h 201"/>
              <a:gd name="T54" fmla="*/ 456 w 506"/>
              <a:gd name="T55" fmla="*/ 200 h 201"/>
              <a:gd name="T56" fmla="*/ 439 w 506"/>
              <a:gd name="T57" fmla="*/ 200 h 201"/>
              <a:gd name="T58" fmla="*/ 421 w 506"/>
              <a:gd name="T59" fmla="*/ 199 h 201"/>
              <a:gd name="T60" fmla="*/ 380 w 506"/>
              <a:gd name="T61" fmla="*/ 195 h 201"/>
              <a:gd name="T62" fmla="*/ 334 w 506"/>
              <a:gd name="T63" fmla="*/ 188 h 201"/>
              <a:gd name="T64" fmla="*/ 322 w 506"/>
              <a:gd name="T65" fmla="*/ 186 h 201"/>
              <a:gd name="T66" fmla="*/ 310 w 506"/>
              <a:gd name="T67" fmla="*/ 184 h 201"/>
              <a:gd name="T68" fmla="*/ 286 w 506"/>
              <a:gd name="T69" fmla="*/ 179 h 201"/>
              <a:gd name="T70" fmla="*/ 261 w 506"/>
              <a:gd name="T71" fmla="*/ 173 h 201"/>
              <a:gd name="T72" fmla="*/ 249 w 506"/>
              <a:gd name="T73" fmla="*/ 169 h 201"/>
              <a:gd name="T74" fmla="*/ 236 w 506"/>
              <a:gd name="T75" fmla="*/ 165 h 201"/>
              <a:gd name="T76" fmla="*/ 224 w 506"/>
              <a:gd name="T77" fmla="*/ 162 h 201"/>
              <a:gd name="T78" fmla="*/ 212 w 506"/>
              <a:gd name="T79" fmla="*/ 157 h 201"/>
              <a:gd name="T80" fmla="*/ 188 w 506"/>
              <a:gd name="T81" fmla="*/ 149 h 201"/>
              <a:gd name="T82" fmla="*/ 164 w 506"/>
              <a:gd name="T83" fmla="*/ 139 h 201"/>
              <a:gd name="T84" fmla="*/ 142 w 506"/>
              <a:gd name="T85" fmla="*/ 128 h 201"/>
              <a:gd name="T86" fmla="*/ 101 w 506"/>
              <a:gd name="T87" fmla="*/ 106 h 201"/>
              <a:gd name="T88" fmla="*/ 66 w 506"/>
              <a:gd name="T89" fmla="*/ 82 h 201"/>
              <a:gd name="T90" fmla="*/ 38 w 506"/>
              <a:gd name="T91" fmla="*/ 59 h 201"/>
              <a:gd name="T92" fmla="*/ 17 w 506"/>
              <a:gd name="T93" fmla="*/ 40 h 201"/>
              <a:gd name="T94" fmla="*/ 5 w 506"/>
              <a:gd name="T95" fmla="*/ 26 h 201"/>
              <a:gd name="T96" fmla="*/ 0 w 506"/>
              <a:gd name="T97" fmla="*/ 20 h 201"/>
              <a:gd name="T98" fmla="*/ 30 w 506"/>
              <a:gd name="T99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06" h="201">
                <a:moveTo>
                  <a:pt x="30" y="0"/>
                </a:moveTo>
                <a:cubicBezTo>
                  <a:pt x="30" y="0"/>
                  <a:pt x="31" y="1"/>
                  <a:pt x="33" y="4"/>
                </a:cubicBezTo>
                <a:cubicBezTo>
                  <a:pt x="35" y="7"/>
                  <a:pt x="38" y="12"/>
                  <a:pt x="43" y="17"/>
                </a:cubicBezTo>
                <a:cubicBezTo>
                  <a:pt x="47" y="22"/>
                  <a:pt x="53" y="29"/>
                  <a:pt x="60" y="36"/>
                </a:cubicBezTo>
                <a:cubicBezTo>
                  <a:pt x="67" y="43"/>
                  <a:pt x="75" y="50"/>
                  <a:pt x="84" y="58"/>
                </a:cubicBezTo>
                <a:cubicBezTo>
                  <a:pt x="94" y="66"/>
                  <a:pt x="104" y="74"/>
                  <a:pt x="116" y="82"/>
                </a:cubicBezTo>
                <a:cubicBezTo>
                  <a:pt x="128" y="91"/>
                  <a:pt x="140" y="99"/>
                  <a:pt x="154" y="107"/>
                </a:cubicBezTo>
                <a:cubicBezTo>
                  <a:pt x="160" y="111"/>
                  <a:pt x="167" y="114"/>
                  <a:pt x="174" y="118"/>
                </a:cubicBezTo>
                <a:cubicBezTo>
                  <a:pt x="182" y="122"/>
                  <a:pt x="189" y="125"/>
                  <a:pt x="196" y="129"/>
                </a:cubicBezTo>
                <a:cubicBezTo>
                  <a:pt x="204" y="132"/>
                  <a:pt x="211" y="136"/>
                  <a:pt x="219" y="139"/>
                </a:cubicBezTo>
                <a:cubicBezTo>
                  <a:pt x="231" y="144"/>
                  <a:pt x="231" y="144"/>
                  <a:pt x="231" y="144"/>
                </a:cubicBezTo>
                <a:cubicBezTo>
                  <a:pt x="242" y="148"/>
                  <a:pt x="242" y="148"/>
                  <a:pt x="242" y="148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66" y="157"/>
                  <a:pt x="266" y="157"/>
                  <a:pt x="266" y="157"/>
                </a:cubicBezTo>
                <a:cubicBezTo>
                  <a:pt x="274" y="160"/>
                  <a:pt x="282" y="162"/>
                  <a:pt x="290" y="165"/>
                </a:cubicBezTo>
                <a:cubicBezTo>
                  <a:pt x="298" y="167"/>
                  <a:pt x="305" y="169"/>
                  <a:pt x="313" y="171"/>
                </a:cubicBezTo>
                <a:cubicBezTo>
                  <a:pt x="317" y="172"/>
                  <a:pt x="321" y="173"/>
                  <a:pt x="325" y="175"/>
                </a:cubicBezTo>
                <a:cubicBezTo>
                  <a:pt x="329" y="175"/>
                  <a:pt x="333" y="176"/>
                  <a:pt x="337" y="177"/>
                </a:cubicBezTo>
                <a:cubicBezTo>
                  <a:pt x="352" y="181"/>
                  <a:pt x="367" y="184"/>
                  <a:pt x="381" y="187"/>
                </a:cubicBezTo>
                <a:cubicBezTo>
                  <a:pt x="396" y="189"/>
                  <a:pt x="409" y="191"/>
                  <a:pt x="422" y="193"/>
                </a:cubicBezTo>
                <a:cubicBezTo>
                  <a:pt x="428" y="194"/>
                  <a:pt x="434" y="195"/>
                  <a:pt x="440" y="195"/>
                </a:cubicBezTo>
                <a:cubicBezTo>
                  <a:pt x="446" y="196"/>
                  <a:pt x="451" y="196"/>
                  <a:pt x="456" y="197"/>
                </a:cubicBezTo>
                <a:cubicBezTo>
                  <a:pt x="461" y="198"/>
                  <a:pt x="466" y="198"/>
                  <a:pt x="471" y="198"/>
                </a:cubicBezTo>
                <a:cubicBezTo>
                  <a:pt x="475" y="199"/>
                  <a:pt x="479" y="199"/>
                  <a:pt x="483" y="199"/>
                </a:cubicBezTo>
                <a:cubicBezTo>
                  <a:pt x="498" y="200"/>
                  <a:pt x="506" y="201"/>
                  <a:pt x="506" y="201"/>
                </a:cubicBezTo>
                <a:cubicBezTo>
                  <a:pt x="506" y="201"/>
                  <a:pt x="498" y="201"/>
                  <a:pt x="483" y="201"/>
                </a:cubicBezTo>
                <a:cubicBezTo>
                  <a:pt x="479" y="201"/>
                  <a:pt x="475" y="201"/>
                  <a:pt x="471" y="201"/>
                </a:cubicBezTo>
                <a:cubicBezTo>
                  <a:pt x="466" y="201"/>
                  <a:pt x="461" y="200"/>
                  <a:pt x="456" y="200"/>
                </a:cubicBezTo>
                <a:cubicBezTo>
                  <a:pt x="451" y="200"/>
                  <a:pt x="445" y="200"/>
                  <a:pt x="439" y="200"/>
                </a:cubicBezTo>
                <a:cubicBezTo>
                  <a:pt x="434" y="199"/>
                  <a:pt x="428" y="199"/>
                  <a:pt x="421" y="199"/>
                </a:cubicBezTo>
                <a:cubicBezTo>
                  <a:pt x="408" y="198"/>
                  <a:pt x="395" y="196"/>
                  <a:pt x="380" y="195"/>
                </a:cubicBezTo>
                <a:cubicBezTo>
                  <a:pt x="366" y="193"/>
                  <a:pt x="350" y="191"/>
                  <a:pt x="334" y="188"/>
                </a:cubicBezTo>
                <a:cubicBezTo>
                  <a:pt x="330" y="188"/>
                  <a:pt x="326" y="187"/>
                  <a:pt x="322" y="186"/>
                </a:cubicBezTo>
                <a:cubicBezTo>
                  <a:pt x="318" y="186"/>
                  <a:pt x="314" y="185"/>
                  <a:pt x="310" y="184"/>
                </a:cubicBezTo>
                <a:cubicBezTo>
                  <a:pt x="302" y="182"/>
                  <a:pt x="294" y="181"/>
                  <a:pt x="286" y="179"/>
                </a:cubicBezTo>
                <a:cubicBezTo>
                  <a:pt x="278" y="177"/>
                  <a:pt x="269" y="175"/>
                  <a:pt x="261" y="173"/>
                </a:cubicBezTo>
                <a:cubicBezTo>
                  <a:pt x="257" y="171"/>
                  <a:pt x="253" y="170"/>
                  <a:pt x="249" y="169"/>
                </a:cubicBezTo>
                <a:cubicBezTo>
                  <a:pt x="236" y="165"/>
                  <a:pt x="236" y="165"/>
                  <a:pt x="236" y="165"/>
                </a:cubicBezTo>
                <a:cubicBezTo>
                  <a:pt x="232" y="164"/>
                  <a:pt x="228" y="163"/>
                  <a:pt x="224" y="162"/>
                </a:cubicBezTo>
                <a:cubicBezTo>
                  <a:pt x="212" y="157"/>
                  <a:pt x="212" y="157"/>
                  <a:pt x="212" y="157"/>
                </a:cubicBezTo>
                <a:cubicBezTo>
                  <a:pt x="204" y="155"/>
                  <a:pt x="196" y="152"/>
                  <a:pt x="188" y="149"/>
                </a:cubicBezTo>
                <a:cubicBezTo>
                  <a:pt x="180" y="145"/>
                  <a:pt x="172" y="142"/>
                  <a:pt x="164" y="139"/>
                </a:cubicBezTo>
                <a:cubicBezTo>
                  <a:pt x="157" y="135"/>
                  <a:pt x="149" y="132"/>
                  <a:pt x="142" y="128"/>
                </a:cubicBezTo>
                <a:cubicBezTo>
                  <a:pt x="127" y="121"/>
                  <a:pt x="114" y="113"/>
                  <a:pt x="101" y="106"/>
                </a:cubicBezTo>
                <a:cubicBezTo>
                  <a:pt x="88" y="98"/>
                  <a:pt x="76" y="90"/>
                  <a:pt x="66" y="82"/>
                </a:cubicBezTo>
                <a:cubicBezTo>
                  <a:pt x="55" y="74"/>
                  <a:pt x="46" y="67"/>
                  <a:pt x="38" y="59"/>
                </a:cubicBezTo>
                <a:cubicBezTo>
                  <a:pt x="29" y="52"/>
                  <a:pt x="23" y="46"/>
                  <a:pt x="17" y="40"/>
                </a:cubicBezTo>
                <a:cubicBezTo>
                  <a:pt x="12" y="34"/>
                  <a:pt x="8" y="29"/>
                  <a:pt x="5" y="26"/>
                </a:cubicBezTo>
                <a:cubicBezTo>
                  <a:pt x="2" y="23"/>
                  <a:pt x="0" y="20"/>
                  <a:pt x="0" y="20"/>
                </a:cubicBezTo>
                <a:lnTo>
                  <a:pt x="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Freeform 28"/>
          <p:cNvSpPr/>
          <p:nvPr/>
        </p:nvSpPr>
        <p:spPr bwMode="auto">
          <a:xfrm>
            <a:off x="6360108" y="4247609"/>
            <a:ext cx="5076825" cy="1654175"/>
          </a:xfrm>
          <a:custGeom>
            <a:avLst/>
            <a:gdLst>
              <a:gd name="T0" fmla="*/ 52 w 1351"/>
              <a:gd name="T1" fmla="*/ 17 h 439"/>
              <a:gd name="T2" fmla="*/ 90 w 1351"/>
              <a:gd name="T3" fmla="*/ 69 h 439"/>
              <a:gd name="T4" fmla="*/ 119 w 1351"/>
              <a:gd name="T5" fmla="*/ 100 h 439"/>
              <a:gd name="T6" fmla="*/ 151 w 1351"/>
              <a:gd name="T7" fmla="*/ 130 h 439"/>
              <a:gd name="T8" fmla="*/ 185 w 1351"/>
              <a:gd name="T9" fmla="*/ 157 h 439"/>
              <a:gd name="T10" fmla="*/ 220 w 1351"/>
              <a:gd name="T11" fmla="*/ 182 h 439"/>
              <a:gd name="T12" fmla="*/ 248 w 1351"/>
              <a:gd name="T13" fmla="*/ 199 h 439"/>
              <a:gd name="T14" fmla="*/ 277 w 1351"/>
              <a:gd name="T15" fmla="*/ 214 h 439"/>
              <a:gd name="T16" fmla="*/ 337 w 1351"/>
              <a:gd name="T17" fmla="*/ 240 h 439"/>
              <a:gd name="T18" fmla="*/ 399 w 1351"/>
              <a:gd name="T19" fmla="*/ 261 h 439"/>
              <a:gd name="T20" fmla="*/ 442 w 1351"/>
              <a:gd name="T21" fmla="*/ 272 h 439"/>
              <a:gd name="T22" fmla="*/ 485 w 1351"/>
              <a:gd name="T23" fmla="*/ 280 h 439"/>
              <a:gd name="T24" fmla="*/ 518 w 1351"/>
              <a:gd name="T25" fmla="*/ 285 h 439"/>
              <a:gd name="T26" fmla="*/ 550 w 1351"/>
              <a:gd name="T27" fmla="*/ 289 h 439"/>
              <a:gd name="T28" fmla="*/ 595 w 1351"/>
              <a:gd name="T29" fmla="*/ 292 h 439"/>
              <a:gd name="T30" fmla="*/ 640 w 1351"/>
              <a:gd name="T31" fmla="*/ 293 h 439"/>
              <a:gd name="T32" fmla="*/ 687 w 1351"/>
              <a:gd name="T33" fmla="*/ 298 h 439"/>
              <a:gd name="T34" fmla="*/ 779 w 1351"/>
              <a:gd name="T35" fmla="*/ 313 h 439"/>
              <a:gd name="T36" fmla="*/ 871 w 1351"/>
              <a:gd name="T37" fmla="*/ 334 h 439"/>
              <a:gd name="T38" fmla="*/ 927 w 1351"/>
              <a:gd name="T39" fmla="*/ 351 h 439"/>
              <a:gd name="T40" fmla="*/ 950 w 1351"/>
              <a:gd name="T41" fmla="*/ 359 h 439"/>
              <a:gd name="T42" fmla="*/ 982 w 1351"/>
              <a:gd name="T43" fmla="*/ 374 h 439"/>
              <a:gd name="T44" fmla="*/ 1044 w 1351"/>
              <a:gd name="T45" fmla="*/ 406 h 439"/>
              <a:gd name="T46" fmla="*/ 1179 w 1351"/>
              <a:gd name="T47" fmla="*/ 430 h 439"/>
              <a:gd name="T48" fmla="*/ 1269 w 1351"/>
              <a:gd name="T49" fmla="*/ 413 h 439"/>
              <a:gd name="T50" fmla="*/ 1301 w 1351"/>
              <a:gd name="T51" fmla="*/ 399 h 439"/>
              <a:gd name="T52" fmla="*/ 1332 w 1351"/>
              <a:gd name="T53" fmla="*/ 382 h 439"/>
              <a:gd name="T54" fmla="*/ 1332 w 1351"/>
              <a:gd name="T55" fmla="*/ 383 h 439"/>
              <a:gd name="T56" fmla="*/ 1302 w 1351"/>
              <a:gd name="T57" fmla="*/ 401 h 439"/>
              <a:gd name="T58" fmla="*/ 1270 w 1351"/>
              <a:gd name="T59" fmla="*/ 416 h 439"/>
              <a:gd name="T60" fmla="*/ 1179 w 1351"/>
              <a:gd name="T61" fmla="*/ 437 h 439"/>
              <a:gd name="T62" fmla="*/ 1040 w 1351"/>
              <a:gd name="T63" fmla="*/ 416 h 439"/>
              <a:gd name="T64" fmla="*/ 976 w 1351"/>
              <a:gd name="T65" fmla="*/ 385 h 439"/>
              <a:gd name="T66" fmla="*/ 945 w 1351"/>
              <a:gd name="T67" fmla="*/ 373 h 439"/>
              <a:gd name="T68" fmla="*/ 923 w 1351"/>
              <a:gd name="T69" fmla="*/ 365 h 439"/>
              <a:gd name="T70" fmla="*/ 867 w 1351"/>
              <a:gd name="T71" fmla="*/ 350 h 439"/>
              <a:gd name="T72" fmla="*/ 776 w 1351"/>
              <a:gd name="T73" fmla="*/ 333 h 439"/>
              <a:gd name="T74" fmla="*/ 684 w 1351"/>
              <a:gd name="T75" fmla="*/ 321 h 439"/>
              <a:gd name="T76" fmla="*/ 639 w 1351"/>
              <a:gd name="T77" fmla="*/ 317 h 439"/>
              <a:gd name="T78" fmla="*/ 571 w 1351"/>
              <a:gd name="T79" fmla="*/ 317 h 439"/>
              <a:gd name="T80" fmla="*/ 526 w 1351"/>
              <a:gd name="T81" fmla="*/ 315 h 439"/>
              <a:gd name="T82" fmla="*/ 503 w 1351"/>
              <a:gd name="T83" fmla="*/ 312 h 439"/>
              <a:gd name="T84" fmla="*/ 458 w 1351"/>
              <a:gd name="T85" fmla="*/ 306 h 439"/>
              <a:gd name="T86" fmla="*/ 413 w 1351"/>
              <a:gd name="T87" fmla="*/ 298 h 439"/>
              <a:gd name="T88" fmla="*/ 369 w 1351"/>
              <a:gd name="T89" fmla="*/ 287 h 439"/>
              <a:gd name="T90" fmla="*/ 282 w 1351"/>
              <a:gd name="T91" fmla="*/ 257 h 439"/>
              <a:gd name="T92" fmla="*/ 240 w 1351"/>
              <a:gd name="T93" fmla="*/ 237 h 439"/>
              <a:gd name="T94" fmla="*/ 220 w 1351"/>
              <a:gd name="T95" fmla="*/ 226 h 439"/>
              <a:gd name="T96" fmla="*/ 180 w 1351"/>
              <a:gd name="T97" fmla="*/ 203 h 439"/>
              <a:gd name="T98" fmla="*/ 142 w 1351"/>
              <a:gd name="T99" fmla="*/ 176 h 439"/>
              <a:gd name="T100" fmla="*/ 106 w 1351"/>
              <a:gd name="T101" fmla="*/ 147 h 439"/>
              <a:gd name="T102" fmla="*/ 72 w 1351"/>
              <a:gd name="T103" fmla="*/ 115 h 439"/>
              <a:gd name="T104" fmla="*/ 26 w 1351"/>
              <a:gd name="T105" fmla="*/ 62 h 439"/>
              <a:gd name="T106" fmla="*/ 0 w 1351"/>
              <a:gd name="T107" fmla="*/ 22 h 4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351" h="439">
                <a:moveTo>
                  <a:pt x="42" y="0"/>
                </a:moveTo>
                <a:cubicBezTo>
                  <a:pt x="45" y="5"/>
                  <a:pt x="49" y="11"/>
                  <a:pt x="52" y="17"/>
                </a:cubicBezTo>
                <a:cubicBezTo>
                  <a:pt x="56" y="23"/>
                  <a:pt x="60" y="29"/>
                  <a:pt x="64" y="35"/>
                </a:cubicBezTo>
                <a:cubicBezTo>
                  <a:pt x="72" y="47"/>
                  <a:pt x="81" y="58"/>
                  <a:pt x="90" y="69"/>
                </a:cubicBezTo>
                <a:cubicBezTo>
                  <a:pt x="95" y="74"/>
                  <a:pt x="100" y="80"/>
                  <a:pt x="105" y="85"/>
                </a:cubicBezTo>
                <a:cubicBezTo>
                  <a:pt x="109" y="90"/>
                  <a:pt x="114" y="95"/>
                  <a:pt x="119" y="100"/>
                </a:cubicBezTo>
                <a:cubicBezTo>
                  <a:pt x="124" y="106"/>
                  <a:pt x="130" y="110"/>
                  <a:pt x="135" y="115"/>
                </a:cubicBezTo>
                <a:cubicBezTo>
                  <a:pt x="140" y="120"/>
                  <a:pt x="146" y="125"/>
                  <a:pt x="151" y="130"/>
                </a:cubicBezTo>
                <a:cubicBezTo>
                  <a:pt x="168" y="144"/>
                  <a:pt x="168" y="144"/>
                  <a:pt x="168" y="144"/>
                </a:cubicBezTo>
                <a:cubicBezTo>
                  <a:pt x="185" y="157"/>
                  <a:pt x="185" y="157"/>
                  <a:pt x="185" y="157"/>
                </a:cubicBezTo>
                <a:cubicBezTo>
                  <a:pt x="190" y="161"/>
                  <a:pt x="196" y="165"/>
                  <a:pt x="202" y="170"/>
                </a:cubicBezTo>
                <a:cubicBezTo>
                  <a:pt x="208" y="174"/>
                  <a:pt x="214" y="178"/>
                  <a:pt x="220" y="182"/>
                </a:cubicBezTo>
                <a:cubicBezTo>
                  <a:pt x="226" y="186"/>
                  <a:pt x="233" y="189"/>
                  <a:pt x="239" y="193"/>
                </a:cubicBezTo>
                <a:cubicBezTo>
                  <a:pt x="248" y="199"/>
                  <a:pt x="248" y="199"/>
                  <a:pt x="248" y="199"/>
                </a:cubicBezTo>
                <a:cubicBezTo>
                  <a:pt x="258" y="204"/>
                  <a:pt x="258" y="204"/>
                  <a:pt x="258" y="204"/>
                </a:cubicBezTo>
                <a:cubicBezTo>
                  <a:pt x="264" y="207"/>
                  <a:pt x="270" y="211"/>
                  <a:pt x="277" y="214"/>
                </a:cubicBezTo>
                <a:cubicBezTo>
                  <a:pt x="297" y="223"/>
                  <a:pt x="297" y="223"/>
                  <a:pt x="297" y="223"/>
                </a:cubicBezTo>
                <a:cubicBezTo>
                  <a:pt x="310" y="229"/>
                  <a:pt x="323" y="235"/>
                  <a:pt x="337" y="240"/>
                </a:cubicBezTo>
                <a:cubicBezTo>
                  <a:pt x="350" y="246"/>
                  <a:pt x="364" y="250"/>
                  <a:pt x="378" y="255"/>
                </a:cubicBezTo>
                <a:cubicBezTo>
                  <a:pt x="385" y="257"/>
                  <a:pt x="392" y="259"/>
                  <a:pt x="399" y="261"/>
                </a:cubicBezTo>
                <a:cubicBezTo>
                  <a:pt x="406" y="263"/>
                  <a:pt x="413" y="265"/>
                  <a:pt x="420" y="267"/>
                </a:cubicBezTo>
                <a:cubicBezTo>
                  <a:pt x="442" y="272"/>
                  <a:pt x="442" y="272"/>
                  <a:pt x="442" y="272"/>
                </a:cubicBezTo>
                <a:cubicBezTo>
                  <a:pt x="449" y="274"/>
                  <a:pt x="456" y="275"/>
                  <a:pt x="463" y="276"/>
                </a:cubicBezTo>
                <a:cubicBezTo>
                  <a:pt x="470" y="278"/>
                  <a:pt x="478" y="279"/>
                  <a:pt x="485" y="280"/>
                </a:cubicBezTo>
                <a:cubicBezTo>
                  <a:pt x="507" y="284"/>
                  <a:pt x="507" y="284"/>
                  <a:pt x="507" y="284"/>
                </a:cubicBezTo>
                <a:cubicBezTo>
                  <a:pt x="518" y="285"/>
                  <a:pt x="518" y="285"/>
                  <a:pt x="518" y="285"/>
                </a:cubicBezTo>
                <a:cubicBezTo>
                  <a:pt x="529" y="287"/>
                  <a:pt x="529" y="287"/>
                  <a:pt x="529" y="287"/>
                </a:cubicBezTo>
                <a:cubicBezTo>
                  <a:pt x="550" y="289"/>
                  <a:pt x="550" y="289"/>
                  <a:pt x="550" y="289"/>
                </a:cubicBezTo>
                <a:cubicBezTo>
                  <a:pt x="558" y="290"/>
                  <a:pt x="565" y="290"/>
                  <a:pt x="572" y="290"/>
                </a:cubicBezTo>
                <a:cubicBezTo>
                  <a:pt x="595" y="292"/>
                  <a:pt x="595" y="292"/>
                  <a:pt x="595" y="292"/>
                </a:cubicBezTo>
                <a:cubicBezTo>
                  <a:pt x="609" y="292"/>
                  <a:pt x="624" y="292"/>
                  <a:pt x="639" y="293"/>
                </a:cubicBezTo>
                <a:cubicBezTo>
                  <a:pt x="640" y="293"/>
                  <a:pt x="640" y="293"/>
                  <a:pt x="640" y="293"/>
                </a:cubicBezTo>
                <a:cubicBezTo>
                  <a:pt x="640" y="293"/>
                  <a:pt x="640" y="293"/>
                  <a:pt x="640" y="293"/>
                </a:cubicBezTo>
                <a:cubicBezTo>
                  <a:pt x="656" y="294"/>
                  <a:pt x="671" y="296"/>
                  <a:pt x="687" y="298"/>
                </a:cubicBezTo>
                <a:cubicBezTo>
                  <a:pt x="702" y="301"/>
                  <a:pt x="718" y="303"/>
                  <a:pt x="733" y="305"/>
                </a:cubicBezTo>
                <a:cubicBezTo>
                  <a:pt x="749" y="308"/>
                  <a:pt x="764" y="311"/>
                  <a:pt x="779" y="313"/>
                </a:cubicBezTo>
                <a:cubicBezTo>
                  <a:pt x="795" y="316"/>
                  <a:pt x="810" y="319"/>
                  <a:pt x="825" y="323"/>
                </a:cubicBezTo>
                <a:cubicBezTo>
                  <a:pt x="841" y="326"/>
                  <a:pt x="856" y="330"/>
                  <a:pt x="871" y="334"/>
                </a:cubicBezTo>
                <a:cubicBezTo>
                  <a:pt x="886" y="338"/>
                  <a:pt x="901" y="342"/>
                  <a:pt x="916" y="348"/>
                </a:cubicBezTo>
                <a:cubicBezTo>
                  <a:pt x="927" y="351"/>
                  <a:pt x="927" y="351"/>
                  <a:pt x="927" y="351"/>
                </a:cubicBezTo>
                <a:cubicBezTo>
                  <a:pt x="931" y="352"/>
                  <a:pt x="935" y="354"/>
                  <a:pt x="938" y="355"/>
                </a:cubicBezTo>
                <a:cubicBezTo>
                  <a:pt x="950" y="359"/>
                  <a:pt x="950" y="359"/>
                  <a:pt x="950" y="359"/>
                </a:cubicBezTo>
                <a:cubicBezTo>
                  <a:pt x="953" y="361"/>
                  <a:pt x="957" y="362"/>
                  <a:pt x="960" y="364"/>
                </a:cubicBezTo>
                <a:cubicBezTo>
                  <a:pt x="968" y="367"/>
                  <a:pt x="975" y="370"/>
                  <a:pt x="982" y="374"/>
                </a:cubicBezTo>
                <a:cubicBezTo>
                  <a:pt x="1003" y="385"/>
                  <a:pt x="1003" y="385"/>
                  <a:pt x="1003" y="385"/>
                </a:cubicBezTo>
                <a:cubicBezTo>
                  <a:pt x="1016" y="393"/>
                  <a:pt x="1030" y="400"/>
                  <a:pt x="1044" y="406"/>
                </a:cubicBezTo>
                <a:cubicBezTo>
                  <a:pt x="1058" y="411"/>
                  <a:pt x="1073" y="416"/>
                  <a:pt x="1087" y="420"/>
                </a:cubicBezTo>
                <a:cubicBezTo>
                  <a:pt x="1117" y="428"/>
                  <a:pt x="1148" y="431"/>
                  <a:pt x="1179" y="430"/>
                </a:cubicBezTo>
                <a:cubicBezTo>
                  <a:pt x="1194" y="430"/>
                  <a:pt x="1209" y="428"/>
                  <a:pt x="1225" y="425"/>
                </a:cubicBezTo>
                <a:cubicBezTo>
                  <a:pt x="1240" y="422"/>
                  <a:pt x="1255" y="418"/>
                  <a:pt x="1269" y="413"/>
                </a:cubicBezTo>
                <a:cubicBezTo>
                  <a:pt x="1276" y="410"/>
                  <a:pt x="1284" y="407"/>
                  <a:pt x="1291" y="404"/>
                </a:cubicBezTo>
                <a:cubicBezTo>
                  <a:pt x="1301" y="399"/>
                  <a:pt x="1301" y="399"/>
                  <a:pt x="1301" y="399"/>
                </a:cubicBezTo>
                <a:cubicBezTo>
                  <a:pt x="1312" y="394"/>
                  <a:pt x="1312" y="394"/>
                  <a:pt x="1312" y="394"/>
                </a:cubicBezTo>
                <a:cubicBezTo>
                  <a:pt x="1319" y="390"/>
                  <a:pt x="1325" y="386"/>
                  <a:pt x="1332" y="382"/>
                </a:cubicBezTo>
                <a:cubicBezTo>
                  <a:pt x="1338" y="378"/>
                  <a:pt x="1345" y="373"/>
                  <a:pt x="1351" y="369"/>
                </a:cubicBezTo>
                <a:cubicBezTo>
                  <a:pt x="1345" y="374"/>
                  <a:pt x="1339" y="378"/>
                  <a:pt x="1332" y="383"/>
                </a:cubicBezTo>
                <a:cubicBezTo>
                  <a:pt x="1326" y="387"/>
                  <a:pt x="1319" y="391"/>
                  <a:pt x="1312" y="395"/>
                </a:cubicBezTo>
                <a:cubicBezTo>
                  <a:pt x="1302" y="401"/>
                  <a:pt x="1302" y="401"/>
                  <a:pt x="1302" y="401"/>
                </a:cubicBezTo>
                <a:cubicBezTo>
                  <a:pt x="1292" y="406"/>
                  <a:pt x="1292" y="406"/>
                  <a:pt x="1292" y="406"/>
                </a:cubicBezTo>
                <a:cubicBezTo>
                  <a:pt x="1285" y="410"/>
                  <a:pt x="1277" y="413"/>
                  <a:pt x="1270" y="416"/>
                </a:cubicBezTo>
                <a:cubicBezTo>
                  <a:pt x="1256" y="421"/>
                  <a:pt x="1241" y="426"/>
                  <a:pt x="1226" y="430"/>
                </a:cubicBezTo>
                <a:cubicBezTo>
                  <a:pt x="1210" y="433"/>
                  <a:pt x="1195" y="436"/>
                  <a:pt x="1179" y="437"/>
                </a:cubicBezTo>
                <a:cubicBezTo>
                  <a:pt x="1148" y="439"/>
                  <a:pt x="1116" y="436"/>
                  <a:pt x="1085" y="429"/>
                </a:cubicBezTo>
                <a:cubicBezTo>
                  <a:pt x="1070" y="426"/>
                  <a:pt x="1055" y="421"/>
                  <a:pt x="1040" y="416"/>
                </a:cubicBezTo>
                <a:cubicBezTo>
                  <a:pt x="1025" y="410"/>
                  <a:pt x="1011" y="404"/>
                  <a:pt x="997" y="396"/>
                </a:cubicBezTo>
                <a:cubicBezTo>
                  <a:pt x="976" y="385"/>
                  <a:pt x="976" y="385"/>
                  <a:pt x="976" y="385"/>
                </a:cubicBezTo>
                <a:cubicBezTo>
                  <a:pt x="969" y="382"/>
                  <a:pt x="962" y="380"/>
                  <a:pt x="955" y="377"/>
                </a:cubicBezTo>
                <a:cubicBezTo>
                  <a:pt x="952" y="375"/>
                  <a:pt x="948" y="374"/>
                  <a:pt x="945" y="373"/>
                </a:cubicBezTo>
                <a:cubicBezTo>
                  <a:pt x="934" y="369"/>
                  <a:pt x="934" y="369"/>
                  <a:pt x="934" y="369"/>
                </a:cubicBezTo>
                <a:cubicBezTo>
                  <a:pt x="930" y="368"/>
                  <a:pt x="926" y="366"/>
                  <a:pt x="923" y="365"/>
                </a:cubicBezTo>
                <a:cubicBezTo>
                  <a:pt x="912" y="362"/>
                  <a:pt x="912" y="362"/>
                  <a:pt x="912" y="362"/>
                </a:cubicBezTo>
                <a:cubicBezTo>
                  <a:pt x="897" y="358"/>
                  <a:pt x="882" y="354"/>
                  <a:pt x="867" y="350"/>
                </a:cubicBezTo>
                <a:cubicBezTo>
                  <a:pt x="852" y="347"/>
                  <a:pt x="837" y="344"/>
                  <a:pt x="822" y="341"/>
                </a:cubicBezTo>
                <a:cubicBezTo>
                  <a:pt x="807" y="338"/>
                  <a:pt x="791" y="336"/>
                  <a:pt x="776" y="333"/>
                </a:cubicBezTo>
                <a:cubicBezTo>
                  <a:pt x="761" y="331"/>
                  <a:pt x="745" y="328"/>
                  <a:pt x="730" y="327"/>
                </a:cubicBezTo>
                <a:cubicBezTo>
                  <a:pt x="715" y="325"/>
                  <a:pt x="699" y="323"/>
                  <a:pt x="684" y="321"/>
                </a:cubicBezTo>
                <a:cubicBezTo>
                  <a:pt x="669" y="320"/>
                  <a:pt x="653" y="318"/>
                  <a:pt x="638" y="317"/>
                </a:cubicBezTo>
                <a:cubicBezTo>
                  <a:pt x="639" y="317"/>
                  <a:pt x="639" y="317"/>
                  <a:pt x="639" y="317"/>
                </a:cubicBezTo>
                <a:cubicBezTo>
                  <a:pt x="624" y="317"/>
                  <a:pt x="609" y="318"/>
                  <a:pt x="594" y="318"/>
                </a:cubicBezTo>
                <a:cubicBezTo>
                  <a:pt x="571" y="317"/>
                  <a:pt x="571" y="317"/>
                  <a:pt x="571" y="317"/>
                </a:cubicBezTo>
                <a:cubicBezTo>
                  <a:pt x="564" y="317"/>
                  <a:pt x="556" y="317"/>
                  <a:pt x="548" y="316"/>
                </a:cubicBezTo>
                <a:cubicBezTo>
                  <a:pt x="526" y="315"/>
                  <a:pt x="526" y="315"/>
                  <a:pt x="526" y="315"/>
                </a:cubicBezTo>
                <a:cubicBezTo>
                  <a:pt x="514" y="314"/>
                  <a:pt x="514" y="314"/>
                  <a:pt x="514" y="314"/>
                </a:cubicBezTo>
                <a:cubicBezTo>
                  <a:pt x="503" y="312"/>
                  <a:pt x="503" y="312"/>
                  <a:pt x="503" y="312"/>
                </a:cubicBezTo>
                <a:cubicBezTo>
                  <a:pt x="480" y="310"/>
                  <a:pt x="480" y="310"/>
                  <a:pt x="480" y="310"/>
                </a:cubicBezTo>
                <a:cubicBezTo>
                  <a:pt x="473" y="309"/>
                  <a:pt x="465" y="307"/>
                  <a:pt x="458" y="306"/>
                </a:cubicBezTo>
                <a:cubicBezTo>
                  <a:pt x="450" y="305"/>
                  <a:pt x="443" y="304"/>
                  <a:pt x="435" y="302"/>
                </a:cubicBezTo>
                <a:cubicBezTo>
                  <a:pt x="413" y="298"/>
                  <a:pt x="413" y="298"/>
                  <a:pt x="413" y="298"/>
                </a:cubicBezTo>
                <a:cubicBezTo>
                  <a:pt x="406" y="297"/>
                  <a:pt x="398" y="294"/>
                  <a:pt x="391" y="293"/>
                </a:cubicBezTo>
                <a:cubicBezTo>
                  <a:pt x="383" y="291"/>
                  <a:pt x="376" y="289"/>
                  <a:pt x="369" y="287"/>
                </a:cubicBezTo>
                <a:cubicBezTo>
                  <a:pt x="354" y="282"/>
                  <a:pt x="339" y="278"/>
                  <a:pt x="325" y="273"/>
                </a:cubicBezTo>
                <a:cubicBezTo>
                  <a:pt x="310" y="268"/>
                  <a:pt x="296" y="262"/>
                  <a:pt x="282" y="257"/>
                </a:cubicBezTo>
                <a:cubicBezTo>
                  <a:pt x="261" y="247"/>
                  <a:pt x="261" y="247"/>
                  <a:pt x="261" y="247"/>
                </a:cubicBezTo>
                <a:cubicBezTo>
                  <a:pt x="254" y="244"/>
                  <a:pt x="247" y="240"/>
                  <a:pt x="240" y="237"/>
                </a:cubicBezTo>
                <a:cubicBezTo>
                  <a:pt x="230" y="232"/>
                  <a:pt x="230" y="232"/>
                  <a:pt x="230" y="232"/>
                </a:cubicBezTo>
                <a:cubicBezTo>
                  <a:pt x="220" y="226"/>
                  <a:pt x="220" y="226"/>
                  <a:pt x="220" y="226"/>
                </a:cubicBezTo>
                <a:cubicBezTo>
                  <a:pt x="213" y="223"/>
                  <a:pt x="206" y="219"/>
                  <a:pt x="200" y="215"/>
                </a:cubicBezTo>
                <a:cubicBezTo>
                  <a:pt x="193" y="211"/>
                  <a:pt x="187" y="207"/>
                  <a:pt x="180" y="203"/>
                </a:cubicBezTo>
                <a:cubicBezTo>
                  <a:pt x="174" y="199"/>
                  <a:pt x="167" y="194"/>
                  <a:pt x="161" y="190"/>
                </a:cubicBezTo>
                <a:cubicBezTo>
                  <a:pt x="155" y="185"/>
                  <a:pt x="148" y="181"/>
                  <a:pt x="142" y="176"/>
                </a:cubicBezTo>
                <a:cubicBezTo>
                  <a:pt x="136" y="172"/>
                  <a:pt x="130" y="167"/>
                  <a:pt x="124" y="162"/>
                </a:cubicBezTo>
                <a:cubicBezTo>
                  <a:pt x="118" y="157"/>
                  <a:pt x="112" y="152"/>
                  <a:pt x="106" y="147"/>
                </a:cubicBezTo>
                <a:cubicBezTo>
                  <a:pt x="100" y="142"/>
                  <a:pt x="95" y="137"/>
                  <a:pt x="89" y="132"/>
                </a:cubicBezTo>
                <a:cubicBezTo>
                  <a:pt x="83" y="126"/>
                  <a:pt x="78" y="121"/>
                  <a:pt x="72" y="115"/>
                </a:cubicBezTo>
                <a:cubicBezTo>
                  <a:pt x="67" y="110"/>
                  <a:pt x="62" y="104"/>
                  <a:pt x="56" y="98"/>
                </a:cubicBezTo>
                <a:cubicBezTo>
                  <a:pt x="46" y="87"/>
                  <a:pt x="36" y="75"/>
                  <a:pt x="26" y="62"/>
                </a:cubicBezTo>
                <a:cubicBezTo>
                  <a:pt x="22" y="56"/>
                  <a:pt x="17" y="50"/>
                  <a:pt x="13" y="43"/>
                </a:cubicBezTo>
                <a:cubicBezTo>
                  <a:pt x="8" y="36"/>
                  <a:pt x="4" y="30"/>
                  <a:pt x="0" y="22"/>
                </a:cubicBezTo>
                <a:lnTo>
                  <a:pt x="4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Freeform 29"/>
          <p:cNvSpPr/>
          <p:nvPr/>
        </p:nvSpPr>
        <p:spPr bwMode="auto">
          <a:xfrm>
            <a:off x="8227008" y="5335046"/>
            <a:ext cx="1619250" cy="904875"/>
          </a:xfrm>
          <a:custGeom>
            <a:avLst/>
            <a:gdLst>
              <a:gd name="T0" fmla="*/ 34 w 431"/>
              <a:gd name="T1" fmla="*/ 0 h 240"/>
              <a:gd name="T2" fmla="*/ 35 w 431"/>
              <a:gd name="T3" fmla="*/ 4 h 240"/>
              <a:gd name="T4" fmla="*/ 41 w 431"/>
              <a:gd name="T5" fmla="*/ 17 h 240"/>
              <a:gd name="T6" fmla="*/ 53 w 431"/>
              <a:gd name="T7" fmla="*/ 37 h 240"/>
              <a:gd name="T8" fmla="*/ 70 w 431"/>
              <a:gd name="T9" fmla="*/ 62 h 240"/>
              <a:gd name="T10" fmla="*/ 93 w 431"/>
              <a:gd name="T11" fmla="*/ 90 h 240"/>
              <a:gd name="T12" fmla="*/ 122 w 431"/>
              <a:gd name="T13" fmla="*/ 118 h 240"/>
              <a:gd name="T14" fmla="*/ 157 w 431"/>
              <a:gd name="T15" fmla="*/ 145 h 240"/>
              <a:gd name="T16" fmla="*/ 196 w 431"/>
              <a:gd name="T17" fmla="*/ 169 h 240"/>
              <a:gd name="T18" fmla="*/ 216 w 431"/>
              <a:gd name="T19" fmla="*/ 180 h 240"/>
              <a:gd name="T20" fmla="*/ 226 w 431"/>
              <a:gd name="T21" fmla="*/ 185 h 240"/>
              <a:gd name="T22" fmla="*/ 237 w 431"/>
              <a:gd name="T23" fmla="*/ 190 h 240"/>
              <a:gd name="T24" fmla="*/ 247 w 431"/>
              <a:gd name="T25" fmla="*/ 194 h 240"/>
              <a:gd name="T26" fmla="*/ 257 w 431"/>
              <a:gd name="T27" fmla="*/ 198 h 240"/>
              <a:gd name="T28" fmla="*/ 268 w 431"/>
              <a:gd name="T29" fmla="*/ 202 h 240"/>
              <a:gd name="T30" fmla="*/ 278 w 431"/>
              <a:gd name="T31" fmla="*/ 206 h 240"/>
              <a:gd name="T32" fmla="*/ 318 w 431"/>
              <a:gd name="T33" fmla="*/ 219 h 240"/>
              <a:gd name="T34" fmla="*/ 354 w 431"/>
              <a:gd name="T35" fmla="*/ 227 h 240"/>
              <a:gd name="T36" fmla="*/ 371 w 431"/>
              <a:gd name="T37" fmla="*/ 231 h 240"/>
              <a:gd name="T38" fmla="*/ 385 w 431"/>
              <a:gd name="T39" fmla="*/ 233 h 240"/>
              <a:gd name="T40" fmla="*/ 399 w 431"/>
              <a:gd name="T41" fmla="*/ 236 h 240"/>
              <a:gd name="T42" fmla="*/ 410 w 431"/>
              <a:gd name="T43" fmla="*/ 237 h 240"/>
              <a:gd name="T44" fmla="*/ 431 w 431"/>
              <a:gd name="T45" fmla="*/ 240 h 240"/>
              <a:gd name="T46" fmla="*/ 410 w 431"/>
              <a:gd name="T47" fmla="*/ 239 h 240"/>
              <a:gd name="T48" fmla="*/ 398 w 431"/>
              <a:gd name="T49" fmla="*/ 238 h 240"/>
              <a:gd name="T50" fmla="*/ 385 w 431"/>
              <a:gd name="T51" fmla="*/ 237 h 240"/>
              <a:gd name="T52" fmla="*/ 370 w 431"/>
              <a:gd name="T53" fmla="*/ 235 h 240"/>
              <a:gd name="T54" fmla="*/ 353 w 431"/>
              <a:gd name="T55" fmla="*/ 233 h 240"/>
              <a:gd name="T56" fmla="*/ 316 w 431"/>
              <a:gd name="T57" fmla="*/ 227 h 240"/>
              <a:gd name="T58" fmla="*/ 275 w 431"/>
              <a:gd name="T59" fmla="*/ 217 h 240"/>
              <a:gd name="T60" fmla="*/ 264 w 431"/>
              <a:gd name="T61" fmla="*/ 214 h 240"/>
              <a:gd name="T62" fmla="*/ 253 w 431"/>
              <a:gd name="T63" fmla="*/ 211 h 240"/>
              <a:gd name="T64" fmla="*/ 242 w 431"/>
              <a:gd name="T65" fmla="*/ 207 h 240"/>
              <a:gd name="T66" fmla="*/ 231 w 431"/>
              <a:gd name="T67" fmla="*/ 203 h 240"/>
              <a:gd name="T68" fmla="*/ 220 w 431"/>
              <a:gd name="T69" fmla="*/ 199 h 240"/>
              <a:gd name="T70" fmla="*/ 209 w 431"/>
              <a:gd name="T71" fmla="*/ 195 h 240"/>
              <a:gd name="T72" fmla="*/ 187 w 431"/>
              <a:gd name="T73" fmla="*/ 185 h 240"/>
              <a:gd name="T74" fmla="*/ 145 w 431"/>
              <a:gd name="T75" fmla="*/ 163 h 240"/>
              <a:gd name="T76" fmla="*/ 107 w 431"/>
              <a:gd name="T77" fmla="*/ 138 h 240"/>
              <a:gd name="T78" fmla="*/ 73 w 431"/>
              <a:gd name="T79" fmla="*/ 110 h 240"/>
              <a:gd name="T80" fmla="*/ 46 w 431"/>
              <a:gd name="T81" fmla="*/ 82 h 240"/>
              <a:gd name="T82" fmla="*/ 25 w 431"/>
              <a:gd name="T83" fmla="*/ 55 h 240"/>
              <a:gd name="T84" fmla="*/ 11 w 431"/>
              <a:gd name="T85" fmla="*/ 34 h 240"/>
              <a:gd name="T86" fmla="*/ 3 w 431"/>
              <a:gd name="T87" fmla="*/ 18 h 240"/>
              <a:gd name="T88" fmla="*/ 0 w 431"/>
              <a:gd name="T89" fmla="*/ 12 h 240"/>
              <a:gd name="T90" fmla="*/ 34 w 431"/>
              <a:gd name="T91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31" h="240">
                <a:moveTo>
                  <a:pt x="34" y="0"/>
                </a:moveTo>
                <a:cubicBezTo>
                  <a:pt x="34" y="0"/>
                  <a:pt x="34" y="1"/>
                  <a:pt x="35" y="4"/>
                </a:cubicBezTo>
                <a:cubicBezTo>
                  <a:pt x="37" y="7"/>
                  <a:pt x="39" y="11"/>
                  <a:pt x="41" y="17"/>
                </a:cubicBezTo>
                <a:cubicBezTo>
                  <a:pt x="44" y="23"/>
                  <a:pt x="48" y="30"/>
                  <a:pt x="53" y="37"/>
                </a:cubicBezTo>
                <a:cubicBezTo>
                  <a:pt x="57" y="45"/>
                  <a:pt x="63" y="53"/>
                  <a:pt x="70" y="62"/>
                </a:cubicBezTo>
                <a:cubicBezTo>
                  <a:pt x="77" y="71"/>
                  <a:pt x="84" y="81"/>
                  <a:pt x="93" y="90"/>
                </a:cubicBezTo>
                <a:cubicBezTo>
                  <a:pt x="102" y="100"/>
                  <a:pt x="112" y="109"/>
                  <a:pt x="122" y="118"/>
                </a:cubicBezTo>
                <a:cubicBezTo>
                  <a:pt x="133" y="128"/>
                  <a:pt x="145" y="137"/>
                  <a:pt x="157" y="145"/>
                </a:cubicBezTo>
                <a:cubicBezTo>
                  <a:pt x="169" y="154"/>
                  <a:pt x="182" y="162"/>
                  <a:pt x="196" y="169"/>
                </a:cubicBezTo>
                <a:cubicBezTo>
                  <a:pt x="202" y="173"/>
                  <a:pt x="209" y="177"/>
                  <a:pt x="216" y="180"/>
                </a:cubicBezTo>
                <a:cubicBezTo>
                  <a:pt x="219" y="182"/>
                  <a:pt x="223" y="183"/>
                  <a:pt x="226" y="185"/>
                </a:cubicBezTo>
                <a:cubicBezTo>
                  <a:pt x="230" y="187"/>
                  <a:pt x="233" y="188"/>
                  <a:pt x="237" y="190"/>
                </a:cubicBezTo>
                <a:cubicBezTo>
                  <a:pt x="240" y="191"/>
                  <a:pt x="243" y="193"/>
                  <a:pt x="247" y="194"/>
                </a:cubicBezTo>
                <a:cubicBezTo>
                  <a:pt x="250" y="196"/>
                  <a:pt x="254" y="197"/>
                  <a:pt x="257" y="198"/>
                </a:cubicBezTo>
                <a:cubicBezTo>
                  <a:pt x="261" y="200"/>
                  <a:pt x="264" y="201"/>
                  <a:pt x="268" y="202"/>
                </a:cubicBezTo>
                <a:cubicBezTo>
                  <a:pt x="271" y="204"/>
                  <a:pt x="274" y="205"/>
                  <a:pt x="278" y="206"/>
                </a:cubicBezTo>
                <a:cubicBezTo>
                  <a:pt x="292" y="211"/>
                  <a:pt x="305" y="215"/>
                  <a:pt x="318" y="219"/>
                </a:cubicBezTo>
                <a:cubicBezTo>
                  <a:pt x="331" y="222"/>
                  <a:pt x="343" y="225"/>
                  <a:pt x="354" y="227"/>
                </a:cubicBezTo>
                <a:cubicBezTo>
                  <a:pt x="360" y="229"/>
                  <a:pt x="365" y="230"/>
                  <a:pt x="371" y="231"/>
                </a:cubicBezTo>
                <a:cubicBezTo>
                  <a:pt x="376" y="232"/>
                  <a:pt x="381" y="233"/>
                  <a:pt x="385" y="233"/>
                </a:cubicBezTo>
                <a:cubicBezTo>
                  <a:pt x="390" y="234"/>
                  <a:pt x="395" y="235"/>
                  <a:pt x="399" y="236"/>
                </a:cubicBezTo>
                <a:cubicBezTo>
                  <a:pt x="403" y="236"/>
                  <a:pt x="406" y="237"/>
                  <a:pt x="410" y="237"/>
                </a:cubicBezTo>
                <a:cubicBezTo>
                  <a:pt x="423" y="239"/>
                  <a:pt x="431" y="240"/>
                  <a:pt x="431" y="240"/>
                </a:cubicBezTo>
                <a:cubicBezTo>
                  <a:pt x="431" y="240"/>
                  <a:pt x="423" y="240"/>
                  <a:pt x="410" y="239"/>
                </a:cubicBezTo>
                <a:cubicBezTo>
                  <a:pt x="406" y="239"/>
                  <a:pt x="402" y="238"/>
                  <a:pt x="398" y="238"/>
                </a:cubicBezTo>
                <a:cubicBezTo>
                  <a:pt x="394" y="238"/>
                  <a:pt x="390" y="237"/>
                  <a:pt x="385" y="237"/>
                </a:cubicBezTo>
                <a:cubicBezTo>
                  <a:pt x="380" y="236"/>
                  <a:pt x="375" y="236"/>
                  <a:pt x="370" y="235"/>
                </a:cubicBezTo>
                <a:cubicBezTo>
                  <a:pt x="365" y="234"/>
                  <a:pt x="359" y="234"/>
                  <a:pt x="353" y="233"/>
                </a:cubicBezTo>
                <a:cubicBezTo>
                  <a:pt x="342" y="232"/>
                  <a:pt x="329" y="229"/>
                  <a:pt x="316" y="227"/>
                </a:cubicBezTo>
                <a:cubicBezTo>
                  <a:pt x="303" y="224"/>
                  <a:pt x="289" y="221"/>
                  <a:pt x="275" y="217"/>
                </a:cubicBezTo>
                <a:cubicBezTo>
                  <a:pt x="271" y="216"/>
                  <a:pt x="267" y="215"/>
                  <a:pt x="264" y="214"/>
                </a:cubicBezTo>
                <a:cubicBezTo>
                  <a:pt x="260" y="213"/>
                  <a:pt x="257" y="212"/>
                  <a:pt x="253" y="211"/>
                </a:cubicBezTo>
                <a:cubicBezTo>
                  <a:pt x="249" y="209"/>
                  <a:pt x="246" y="208"/>
                  <a:pt x="242" y="207"/>
                </a:cubicBezTo>
                <a:cubicBezTo>
                  <a:pt x="238" y="206"/>
                  <a:pt x="235" y="205"/>
                  <a:pt x="231" y="203"/>
                </a:cubicBezTo>
                <a:cubicBezTo>
                  <a:pt x="227" y="202"/>
                  <a:pt x="224" y="201"/>
                  <a:pt x="220" y="199"/>
                </a:cubicBezTo>
                <a:cubicBezTo>
                  <a:pt x="216" y="198"/>
                  <a:pt x="213" y="196"/>
                  <a:pt x="209" y="195"/>
                </a:cubicBezTo>
                <a:cubicBezTo>
                  <a:pt x="202" y="192"/>
                  <a:pt x="195" y="189"/>
                  <a:pt x="187" y="185"/>
                </a:cubicBezTo>
                <a:cubicBezTo>
                  <a:pt x="173" y="179"/>
                  <a:pt x="159" y="171"/>
                  <a:pt x="145" y="163"/>
                </a:cubicBezTo>
                <a:cubicBezTo>
                  <a:pt x="132" y="155"/>
                  <a:pt x="119" y="147"/>
                  <a:pt x="107" y="138"/>
                </a:cubicBezTo>
                <a:cubicBezTo>
                  <a:pt x="95" y="129"/>
                  <a:pt x="84" y="119"/>
                  <a:pt x="73" y="110"/>
                </a:cubicBezTo>
                <a:cubicBezTo>
                  <a:pt x="63" y="100"/>
                  <a:pt x="54" y="91"/>
                  <a:pt x="46" y="82"/>
                </a:cubicBezTo>
                <a:cubicBezTo>
                  <a:pt x="38" y="72"/>
                  <a:pt x="31" y="63"/>
                  <a:pt x="25" y="55"/>
                </a:cubicBezTo>
                <a:cubicBezTo>
                  <a:pt x="20" y="47"/>
                  <a:pt x="15" y="40"/>
                  <a:pt x="11" y="34"/>
                </a:cubicBezTo>
                <a:cubicBezTo>
                  <a:pt x="7" y="27"/>
                  <a:pt x="5" y="22"/>
                  <a:pt x="3" y="18"/>
                </a:cubicBezTo>
                <a:cubicBezTo>
                  <a:pt x="1" y="15"/>
                  <a:pt x="0" y="12"/>
                  <a:pt x="0" y="12"/>
                </a:cubicBezTo>
                <a:lnTo>
                  <a:pt x="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Freeform 30"/>
          <p:cNvSpPr/>
          <p:nvPr/>
        </p:nvSpPr>
        <p:spPr bwMode="auto">
          <a:xfrm>
            <a:off x="8053971" y="4953001"/>
            <a:ext cx="3101401" cy="432846"/>
          </a:xfrm>
          <a:custGeom>
            <a:avLst/>
            <a:gdLst>
              <a:gd name="T0" fmla="*/ 632 w 660"/>
              <a:gd name="T1" fmla="*/ 22 h 92"/>
              <a:gd name="T2" fmla="*/ 600 w 660"/>
              <a:gd name="T3" fmla="*/ 16 h 92"/>
              <a:gd name="T4" fmla="*/ 557 w 660"/>
              <a:gd name="T5" fmla="*/ 10 h 92"/>
              <a:gd name="T6" fmla="*/ 533 w 660"/>
              <a:gd name="T7" fmla="*/ 7 h 92"/>
              <a:gd name="T8" fmla="*/ 520 w 660"/>
              <a:gd name="T9" fmla="*/ 5 h 92"/>
              <a:gd name="T10" fmla="*/ 507 w 660"/>
              <a:gd name="T11" fmla="*/ 4 h 92"/>
              <a:gd name="T12" fmla="*/ 451 w 660"/>
              <a:gd name="T13" fmla="*/ 1 h 92"/>
              <a:gd name="T14" fmla="*/ 421 w 660"/>
              <a:gd name="T15" fmla="*/ 0 h 92"/>
              <a:gd name="T16" fmla="*/ 390 w 660"/>
              <a:gd name="T17" fmla="*/ 0 h 92"/>
              <a:gd name="T18" fmla="*/ 359 w 660"/>
              <a:gd name="T19" fmla="*/ 1 h 92"/>
              <a:gd name="T20" fmla="*/ 328 w 660"/>
              <a:gd name="T21" fmla="*/ 3 h 92"/>
              <a:gd name="T22" fmla="*/ 296 w 660"/>
              <a:gd name="T23" fmla="*/ 6 h 92"/>
              <a:gd name="T24" fmla="*/ 281 w 660"/>
              <a:gd name="T25" fmla="*/ 8 h 92"/>
              <a:gd name="T26" fmla="*/ 265 w 660"/>
              <a:gd name="T27" fmla="*/ 10 h 92"/>
              <a:gd name="T28" fmla="*/ 205 w 660"/>
              <a:gd name="T29" fmla="*/ 20 h 92"/>
              <a:gd name="T30" fmla="*/ 149 w 660"/>
              <a:gd name="T31" fmla="*/ 33 h 92"/>
              <a:gd name="T32" fmla="*/ 100 w 660"/>
              <a:gd name="T33" fmla="*/ 47 h 92"/>
              <a:gd name="T34" fmla="*/ 28 w 660"/>
              <a:gd name="T35" fmla="*/ 74 h 92"/>
              <a:gd name="T36" fmla="*/ 8 w 660"/>
              <a:gd name="T37" fmla="*/ 83 h 92"/>
              <a:gd name="T38" fmla="*/ 1 w 660"/>
              <a:gd name="T39" fmla="*/ 87 h 92"/>
              <a:gd name="T40" fmla="*/ 4 w 660"/>
              <a:gd name="T41" fmla="*/ 92 h 92"/>
              <a:gd name="T42" fmla="*/ 10 w 660"/>
              <a:gd name="T43" fmla="*/ 91 h 92"/>
              <a:gd name="T44" fmla="*/ 52 w 660"/>
              <a:gd name="T45" fmla="*/ 88 h 92"/>
              <a:gd name="T46" fmla="*/ 71 w 660"/>
              <a:gd name="T47" fmla="*/ 91 h 92"/>
              <a:gd name="T48" fmla="*/ 110 w 660"/>
              <a:gd name="T49" fmla="*/ 75 h 92"/>
              <a:gd name="T50" fmla="*/ 157 w 660"/>
              <a:gd name="T51" fmla="*/ 59 h 92"/>
              <a:gd name="T52" fmla="*/ 210 w 660"/>
              <a:gd name="T53" fmla="*/ 44 h 92"/>
              <a:gd name="T54" fmla="*/ 269 w 660"/>
              <a:gd name="T55" fmla="*/ 31 h 92"/>
              <a:gd name="T56" fmla="*/ 284 w 660"/>
              <a:gd name="T57" fmla="*/ 28 h 92"/>
              <a:gd name="T58" fmla="*/ 299 w 660"/>
              <a:gd name="T59" fmla="*/ 26 h 92"/>
              <a:gd name="T60" fmla="*/ 329 w 660"/>
              <a:gd name="T61" fmla="*/ 21 h 92"/>
              <a:gd name="T62" fmla="*/ 360 w 660"/>
              <a:gd name="T63" fmla="*/ 18 h 92"/>
              <a:gd name="T64" fmla="*/ 391 w 660"/>
              <a:gd name="T65" fmla="*/ 15 h 92"/>
              <a:gd name="T66" fmla="*/ 421 w 660"/>
              <a:gd name="T67" fmla="*/ 13 h 92"/>
              <a:gd name="T68" fmla="*/ 451 w 660"/>
              <a:gd name="T69" fmla="*/ 12 h 92"/>
              <a:gd name="T70" fmla="*/ 507 w 660"/>
              <a:gd name="T71" fmla="*/ 13 h 92"/>
              <a:gd name="T72" fmla="*/ 520 w 660"/>
              <a:gd name="T73" fmla="*/ 13 h 92"/>
              <a:gd name="T74" fmla="*/ 533 w 660"/>
              <a:gd name="T75" fmla="*/ 14 h 92"/>
              <a:gd name="T76" fmla="*/ 557 w 660"/>
              <a:gd name="T77" fmla="*/ 15 h 92"/>
              <a:gd name="T78" fmla="*/ 599 w 660"/>
              <a:gd name="T79" fmla="*/ 19 h 92"/>
              <a:gd name="T80" fmla="*/ 632 w 660"/>
              <a:gd name="T81" fmla="*/ 23 h 92"/>
              <a:gd name="T82" fmla="*/ 660 w 660"/>
              <a:gd name="T83" fmla="*/ 27 h 92"/>
              <a:gd name="T84" fmla="*/ 632 w 660"/>
              <a:gd name="T85" fmla="*/ 2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60" h="92">
                <a:moveTo>
                  <a:pt x="632" y="22"/>
                </a:moveTo>
                <a:cubicBezTo>
                  <a:pt x="623" y="20"/>
                  <a:pt x="612" y="18"/>
                  <a:pt x="600" y="16"/>
                </a:cubicBezTo>
                <a:cubicBezTo>
                  <a:pt x="587" y="14"/>
                  <a:pt x="573" y="12"/>
                  <a:pt x="557" y="10"/>
                </a:cubicBezTo>
                <a:cubicBezTo>
                  <a:pt x="550" y="9"/>
                  <a:pt x="542" y="8"/>
                  <a:pt x="533" y="7"/>
                </a:cubicBezTo>
                <a:cubicBezTo>
                  <a:pt x="529" y="6"/>
                  <a:pt x="525" y="6"/>
                  <a:pt x="520" y="5"/>
                </a:cubicBezTo>
                <a:cubicBezTo>
                  <a:pt x="516" y="5"/>
                  <a:pt x="512" y="5"/>
                  <a:pt x="507" y="4"/>
                </a:cubicBezTo>
                <a:cubicBezTo>
                  <a:pt x="489" y="3"/>
                  <a:pt x="470" y="2"/>
                  <a:pt x="451" y="1"/>
                </a:cubicBezTo>
                <a:cubicBezTo>
                  <a:pt x="441" y="1"/>
                  <a:pt x="431" y="0"/>
                  <a:pt x="421" y="0"/>
                </a:cubicBezTo>
                <a:cubicBezTo>
                  <a:pt x="411" y="0"/>
                  <a:pt x="400" y="0"/>
                  <a:pt x="390" y="0"/>
                </a:cubicBezTo>
                <a:cubicBezTo>
                  <a:pt x="380" y="1"/>
                  <a:pt x="369" y="1"/>
                  <a:pt x="359" y="1"/>
                </a:cubicBezTo>
                <a:cubicBezTo>
                  <a:pt x="349" y="2"/>
                  <a:pt x="338" y="2"/>
                  <a:pt x="328" y="3"/>
                </a:cubicBezTo>
                <a:cubicBezTo>
                  <a:pt x="317" y="4"/>
                  <a:pt x="307" y="5"/>
                  <a:pt x="296" y="6"/>
                </a:cubicBezTo>
                <a:cubicBezTo>
                  <a:pt x="291" y="7"/>
                  <a:pt x="286" y="7"/>
                  <a:pt x="281" y="8"/>
                </a:cubicBezTo>
                <a:cubicBezTo>
                  <a:pt x="275" y="9"/>
                  <a:pt x="270" y="9"/>
                  <a:pt x="265" y="10"/>
                </a:cubicBezTo>
                <a:cubicBezTo>
                  <a:pt x="245" y="13"/>
                  <a:pt x="224" y="16"/>
                  <a:pt x="205" y="20"/>
                </a:cubicBezTo>
                <a:cubicBezTo>
                  <a:pt x="186" y="24"/>
                  <a:pt x="167" y="28"/>
                  <a:pt x="149" y="33"/>
                </a:cubicBezTo>
                <a:cubicBezTo>
                  <a:pt x="132" y="37"/>
                  <a:pt x="115" y="42"/>
                  <a:pt x="100" y="47"/>
                </a:cubicBezTo>
                <a:cubicBezTo>
                  <a:pt x="70" y="56"/>
                  <a:pt x="45" y="66"/>
                  <a:pt x="28" y="74"/>
                </a:cubicBezTo>
                <a:cubicBezTo>
                  <a:pt x="19" y="77"/>
                  <a:pt x="12" y="81"/>
                  <a:pt x="8" y="83"/>
                </a:cubicBezTo>
                <a:cubicBezTo>
                  <a:pt x="3" y="85"/>
                  <a:pt x="0" y="87"/>
                  <a:pt x="1" y="87"/>
                </a:cubicBezTo>
                <a:cubicBezTo>
                  <a:pt x="4" y="92"/>
                  <a:pt x="4" y="92"/>
                  <a:pt x="4" y="92"/>
                </a:cubicBezTo>
                <a:cubicBezTo>
                  <a:pt x="6" y="91"/>
                  <a:pt x="8" y="91"/>
                  <a:pt x="10" y="91"/>
                </a:cubicBezTo>
                <a:cubicBezTo>
                  <a:pt x="24" y="90"/>
                  <a:pt x="38" y="89"/>
                  <a:pt x="52" y="88"/>
                </a:cubicBezTo>
                <a:cubicBezTo>
                  <a:pt x="59" y="87"/>
                  <a:pt x="65" y="89"/>
                  <a:pt x="71" y="91"/>
                </a:cubicBezTo>
                <a:cubicBezTo>
                  <a:pt x="83" y="86"/>
                  <a:pt x="96" y="81"/>
                  <a:pt x="110" y="75"/>
                </a:cubicBezTo>
                <a:cubicBezTo>
                  <a:pt x="124" y="70"/>
                  <a:pt x="140" y="65"/>
                  <a:pt x="157" y="59"/>
                </a:cubicBezTo>
                <a:cubicBezTo>
                  <a:pt x="174" y="54"/>
                  <a:pt x="192" y="49"/>
                  <a:pt x="210" y="44"/>
                </a:cubicBezTo>
                <a:cubicBezTo>
                  <a:pt x="229" y="39"/>
                  <a:pt x="249" y="35"/>
                  <a:pt x="269" y="31"/>
                </a:cubicBezTo>
                <a:cubicBezTo>
                  <a:pt x="274" y="30"/>
                  <a:pt x="279" y="29"/>
                  <a:pt x="284" y="28"/>
                </a:cubicBezTo>
                <a:cubicBezTo>
                  <a:pt x="289" y="27"/>
                  <a:pt x="294" y="27"/>
                  <a:pt x="299" y="26"/>
                </a:cubicBezTo>
                <a:cubicBezTo>
                  <a:pt x="309" y="24"/>
                  <a:pt x="319" y="23"/>
                  <a:pt x="329" y="21"/>
                </a:cubicBezTo>
                <a:cubicBezTo>
                  <a:pt x="340" y="20"/>
                  <a:pt x="350" y="19"/>
                  <a:pt x="360" y="18"/>
                </a:cubicBezTo>
                <a:cubicBezTo>
                  <a:pt x="370" y="17"/>
                  <a:pt x="381" y="16"/>
                  <a:pt x="391" y="15"/>
                </a:cubicBezTo>
                <a:cubicBezTo>
                  <a:pt x="401" y="14"/>
                  <a:pt x="411" y="14"/>
                  <a:pt x="421" y="13"/>
                </a:cubicBezTo>
                <a:cubicBezTo>
                  <a:pt x="431" y="13"/>
                  <a:pt x="441" y="13"/>
                  <a:pt x="451" y="12"/>
                </a:cubicBezTo>
                <a:cubicBezTo>
                  <a:pt x="470" y="12"/>
                  <a:pt x="489" y="12"/>
                  <a:pt x="507" y="13"/>
                </a:cubicBezTo>
                <a:cubicBezTo>
                  <a:pt x="511" y="13"/>
                  <a:pt x="515" y="13"/>
                  <a:pt x="520" y="13"/>
                </a:cubicBezTo>
                <a:cubicBezTo>
                  <a:pt x="524" y="13"/>
                  <a:pt x="528" y="14"/>
                  <a:pt x="533" y="14"/>
                </a:cubicBezTo>
                <a:cubicBezTo>
                  <a:pt x="541" y="14"/>
                  <a:pt x="549" y="15"/>
                  <a:pt x="557" y="15"/>
                </a:cubicBezTo>
                <a:cubicBezTo>
                  <a:pt x="572" y="17"/>
                  <a:pt x="587" y="18"/>
                  <a:pt x="599" y="19"/>
                </a:cubicBezTo>
                <a:cubicBezTo>
                  <a:pt x="612" y="21"/>
                  <a:pt x="623" y="22"/>
                  <a:pt x="632" y="23"/>
                </a:cubicBezTo>
                <a:cubicBezTo>
                  <a:pt x="650" y="26"/>
                  <a:pt x="660" y="27"/>
                  <a:pt x="660" y="27"/>
                </a:cubicBezTo>
                <a:cubicBezTo>
                  <a:pt x="660" y="27"/>
                  <a:pt x="650" y="25"/>
                  <a:pt x="632" y="2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Freeform 20"/>
          <p:cNvSpPr/>
          <p:nvPr/>
        </p:nvSpPr>
        <p:spPr bwMode="auto">
          <a:xfrm>
            <a:off x="6837871" y="2552032"/>
            <a:ext cx="3070246" cy="1153867"/>
          </a:xfrm>
          <a:custGeom>
            <a:avLst/>
            <a:gdLst>
              <a:gd name="T0" fmla="*/ 3 w 1027"/>
              <a:gd name="T1" fmla="*/ 342 h 385"/>
              <a:gd name="T2" fmla="*/ 23 w 1027"/>
              <a:gd name="T3" fmla="*/ 330 h 385"/>
              <a:gd name="T4" fmla="*/ 61 w 1027"/>
              <a:gd name="T5" fmla="*/ 306 h 385"/>
              <a:gd name="T6" fmla="*/ 86 w 1027"/>
              <a:gd name="T7" fmla="*/ 289 h 385"/>
              <a:gd name="T8" fmla="*/ 143 w 1027"/>
              <a:gd name="T9" fmla="*/ 245 h 385"/>
              <a:gd name="T10" fmla="*/ 154 w 1027"/>
              <a:gd name="T11" fmla="*/ 236 h 385"/>
              <a:gd name="T12" fmla="*/ 174 w 1027"/>
              <a:gd name="T13" fmla="*/ 218 h 385"/>
              <a:gd name="T14" fmla="*/ 206 w 1027"/>
              <a:gd name="T15" fmla="*/ 189 h 385"/>
              <a:gd name="T16" fmla="*/ 248 w 1027"/>
              <a:gd name="T17" fmla="*/ 147 h 385"/>
              <a:gd name="T18" fmla="*/ 274 w 1027"/>
              <a:gd name="T19" fmla="*/ 120 h 385"/>
              <a:gd name="T20" fmla="*/ 364 w 1027"/>
              <a:gd name="T21" fmla="*/ 59 h 385"/>
              <a:gd name="T22" fmla="*/ 500 w 1027"/>
              <a:gd name="T23" fmla="*/ 42 h 385"/>
              <a:gd name="T24" fmla="*/ 554 w 1027"/>
              <a:gd name="T25" fmla="*/ 45 h 385"/>
              <a:gd name="T26" fmla="*/ 633 w 1027"/>
              <a:gd name="T27" fmla="*/ 55 h 385"/>
              <a:gd name="T28" fmla="*/ 778 w 1027"/>
              <a:gd name="T29" fmla="*/ 73 h 385"/>
              <a:gd name="T30" fmla="*/ 933 w 1027"/>
              <a:gd name="T31" fmla="*/ 48 h 385"/>
              <a:gd name="T32" fmla="*/ 974 w 1027"/>
              <a:gd name="T33" fmla="*/ 30 h 385"/>
              <a:gd name="T34" fmla="*/ 995 w 1027"/>
              <a:gd name="T35" fmla="*/ 20 h 385"/>
              <a:gd name="T36" fmla="*/ 1016 w 1027"/>
              <a:gd name="T37" fmla="*/ 7 h 385"/>
              <a:gd name="T38" fmla="*/ 1016 w 1027"/>
              <a:gd name="T39" fmla="*/ 7 h 385"/>
              <a:gd name="T40" fmla="*/ 995 w 1027"/>
              <a:gd name="T41" fmla="*/ 21 h 385"/>
              <a:gd name="T42" fmla="*/ 975 w 1027"/>
              <a:gd name="T43" fmla="*/ 33 h 385"/>
              <a:gd name="T44" fmla="*/ 935 w 1027"/>
              <a:gd name="T45" fmla="*/ 52 h 385"/>
              <a:gd name="T46" fmla="*/ 778 w 1027"/>
              <a:gd name="T47" fmla="*/ 84 h 385"/>
              <a:gd name="T48" fmla="*/ 631 w 1027"/>
              <a:gd name="T49" fmla="*/ 72 h 385"/>
              <a:gd name="T50" fmla="*/ 553 w 1027"/>
              <a:gd name="T51" fmla="*/ 66 h 385"/>
              <a:gd name="T52" fmla="*/ 500 w 1027"/>
              <a:gd name="T53" fmla="*/ 65 h 385"/>
              <a:gd name="T54" fmla="*/ 374 w 1027"/>
              <a:gd name="T55" fmla="*/ 86 h 385"/>
              <a:gd name="T56" fmla="*/ 298 w 1027"/>
              <a:gd name="T57" fmla="*/ 143 h 385"/>
              <a:gd name="T58" fmla="*/ 273 w 1027"/>
              <a:gd name="T59" fmla="*/ 171 h 385"/>
              <a:gd name="T60" fmla="*/ 232 w 1027"/>
              <a:gd name="T61" fmla="*/ 215 h 385"/>
              <a:gd name="T62" fmla="*/ 200 w 1027"/>
              <a:gd name="T63" fmla="*/ 247 h 385"/>
              <a:gd name="T64" fmla="*/ 181 w 1027"/>
              <a:gd name="T65" fmla="*/ 266 h 385"/>
              <a:gd name="T66" fmla="*/ 169 w 1027"/>
              <a:gd name="T67" fmla="*/ 276 h 385"/>
              <a:gd name="T68" fmla="*/ 112 w 1027"/>
              <a:gd name="T69" fmla="*/ 324 h 385"/>
              <a:gd name="T70" fmla="*/ 87 w 1027"/>
              <a:gd name="T71" fmla="*/ 343 h 385"/>
              <a:gd name="T72" fmla="*/ 48 w 1027"/>
              <a:gd name="T73" fmla="*/ 370 h 385"/>
              <a:gd name="T74" fmla="*/ 26 w 1027"/>
              <a:gd name="T75" fmla="*/ 384 h 385"/>
              <a:gd name="T76" fmla="*/ 0 w 1027"/>
              <a:gd name="T77" fmla="*/ 343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7" h="385">
                <a:moveTo>
                  <a:pt x="0" y="343"/>
                </a:moveTo>
                <a:cubicBezTo>
                  <a:pt x="0" y="343"/>
                  <a:pt x="1" y="343"/>
                  <a:pt x="3" y="342"/>
                </a:cubicBezTo>
                <a:cubicBezTo>
                  <a:pt x="5" y="341"/>
                  <a:pt x="7" y="339"/>
                  <a:pt x="11" y="337"/>
                </a:cubicBezTo>
                <a:cubicBezTo>
                  <a:pt x="14" y="335"/>
                  <a:pt x="18" y="333"/>
                  <a:pt x="23" y="330"/>
                </a:cubicBezTo>
                <a:cubicBezTo>
                  <a:pt x="28" y="327"/>
                  <a:pt x="34" y="324"/>
                  <a:pt x="40" y="320"/>
                </a:cubicBezTo>
                <a:cubicBezTo>
                  <a:pt x="47" y="316"/>
                  <a:pt x="54" y="311"/>
                  <a:pt x="61" y="306"/>
                </a:cubicBezTo>
                <a:cubicBezTo>
                  <a:pt x="65" y="303"/>
                  <a:pt x="69" y="301"/>
                  <a:pt x="73" y="298"/>
                </a:cubicBezTo>
                <a:cubicBezTo>
                  <a:pt x="78" y="295"/>
                  <a:pt x="82" y="292"/>
                  <a:pt x="86" y="289"/>
                </a:cubicBezTo>
                <a:cubicBezTo>
                  <a:pt x="95" y="282"/>
                  <a:pt x="104" y="276"/>
                  <a:pt x="113" y="269"/>
                </a:cubicBezTo>
                <a:cubicBezTo>
                  <a:pt x="123" y="261"/>
                  <a:pt x="133" y="253"/>
                  <a:pt x="143" y="245"/>
                </a:cubicBezTo>
                <a:cubicBezTo>
                  <a:pt x="145" y="243"/>
                  <a:pt x="148" y="241"/>
                  <a:pt x="151" y="239"/>
                </a:cubicBezTo>
                <a:cubicBezTo>
                  <a:pt x="154" y="236"/>
                  <a:pt x="154" y="236"/>
                  <a:pt x="154" y="236"/>
                </a:cubicBezTo>
                <a:cubicBezTo>
                  <a:pt x="158" y="232"/>
                  <a:pt x="158" y="232"/>
                  <a:pt x="158" y="232"/>
                </a:cubicBezTo>
                <a:cubicBezTo>
                  <a:pt x="163" y="228"/>
                  <a:pt x="169" y="223"/>
                  <a:pt x="174" y="218"/>
                </a:cubicBezTo>
                <a:cubicBezTo>
                  <a:pt x="179" y="214"/>
                  <a:pt x="185" y="209"/>
                  <a:pt x="190" y="204"/>
                </a:cubicBezTo>
                <a:cubicBezTo>
                  <a:pt x="196" y="199"/>
                  <a:pt x="201" y="194"/>
                  <a:pt x="206" y="189"/>
                </a:cubicBezTo>
                <a:cubicBezTo>
                  <a:pt x="217" y="178"/>
                  <a:pt x="228" y="167"/>
                  <a:pt x="239" y="156"/>
                </a:cubicBezTo>
                <a:cubicBezTo>
                  <a:pt x="242" y="153"/>
                  <a:pt x="245" y="150"/>
                  <a:pt x="248" y="147"/>
                </a:cubicBezTo>
                <a:cubicBezTo>
                  <a:pt x="251" y="145"/>
                  <a:pt x="253" y="142"/>
                  <a:pt x="256" y="139"/>
                </a:cubicBezTo>
                <a:cubicBezTo>
                  <a:pt x="262" y="133"/>
                  <a:pt x="268" y="126"/>
                  <a:pt x="274" y="120"/>
                </a:cubicBezTo>
                <a:cubicBezTo>
                  <a:pt x="286" y="108"/>
                  <a:pt x="299" y="96"/>
                  <a:pt x="314" y="85"/>
                </a:cubicBezTo>
                <a:cubicBezTo>
                  <a:pt x="329" y="74"/>
                  <a:pt x="346" y="66"/>
                  <a:pt x="364" y="59"/>
                </a:cubicBezTo>
                <a:cubicBezTo>
                  <a:pt x="399" y="47"/>
                  <a:pt x="437" y="43"/>
                  <a:pt x="473" y="42"/>
                </a:cubicBezTo>
                <a:cubicBezTo>
                  <a:pt x="500" y="42"/>
                  <a:pt x="500" y="42"/>
                  <a:pt x="500" y="42"/>
                </a:cubicBezTo>
                <a:cubicBezTo>
                  <a:pt x="509" y="42"/>
                  <a:pt x="518" y="43"/>
                  <a:pt x="527" y="43"/>
                </a:cubicBezTo>
                <a:cubicBezTo>
                  <a:pt x="536" y="43"/>
                  <a:pt x="545" y="44"/>
                  <a:pt x="554" y="45"/>
                </a:cubicBezTo>
                <a:cubicBezTo>
                  <a:pt x="563" y="46"/>
                  <a:pt x="572" y="47"/>
                  <a:pt x="581" y="48"/>
                </a:cubicBezTo>
                <a:cubicBezTo>
                  <a:pt x="598" y="50"/>
                  <a:pt x="616" y="52"/>
                  <a:pt x="633" y="55"/>
                </a:cubicBezTo>
                <a:cubicBezTo>
                  <a:pt x="650" y="58"/>
                  <a:pt x="667" y="61"/>
                  <a:pt x="683" y="63"/>
                </a:cubicBezTo>
                <a:cubicBezTo>
                  <a:pt x="716" y="69"/>
                  <a:pt x="748" y="72"/>
                  <a:pt x="778" y="73"/>
                </a:cubicBezTo>
                <a:cubicBezTo>
                  <a:pt x="809" y="74"/>
                  <a:pt x="837" y="71"/>
                  <a:pt x="863" y="67"/>
                </a:cubicBezTo>
                <a:cubicBezTo>
                  <a:pt x="890" y="62"/>
                  <a:pt x="913" y="55"/>
                  <a:pt x="933" y="48"/>
                </a:cubicBezTo>
                <a:cubicBezTo>
                  <a:pt x="944" y="44"/>
                  <a:pt x="953" y="40"/>
                  <a:pt x="961" y="36"/>
                </a:cubicBezTo>
                <a:cubicBezTo>
                  <a:pt x="966" y="35"/>
                  <a:pt x="970" y="32"/>
                  <a:pt x="974" y="30"/>
                </a:cubicBezTo>
                <a:cubicBezTo>
                  <a:pt x="978" y="28"/>
                  <a:pt x="981" y="27"/>
                  <a:pt x="985" y="25"/>
                </a:cubicBezTo>
                <a:cubicBezTo>
                  <a:pt x="988" y="23"/>
                  <a:pt x="991" y="21"/>
                  <a:pt x="995" y="20"/>
                </a:cubicBezTo>
                <a:cubicBezTo>
                  <a:pt x="998" y="18"/>
                  <a:pt x="1000" y="16"/>
                  <a:pt x="1003" y="15"/>
                </a:cubicBezTo>
                <a:cubicBezTo>
                  <a:pt x="1008" y="12"/>
                  <a:pt x="1013" y="9"/>
                  <a:pt x="1016" y="7"/>
                </a:cubicBezTo>
                <a:cubicBezTo>
                  <a:pt x="1023" y="3"/>
                  <a:pt x="1027" y="0"/>
                  <a:pt x="1027" y="0"/>
                </a:cubicBezTo>
                <a:cubicBezTo>
                  <a:pt x="1027" y="0"/>
                  <a:pt x="1023" y="3"/>
                  <a:pt x="1016" y="7"/>
                </a:cubicBezTo>
                <a:cubicBezTo>
                  <a:pt x="1013" y="10"/>
                  <a:pt x="1009" y="13"/>
                  <a:pt x="1004" y="16"/>
                </a:cubicBezTo>
                <a:cubicBezTo>
                  <a:pt x="1001" y="18"/>
                  <a:pt x="998" y="19"/>
                  <a:pt x="995" y="21"/>
                </a:cubicBezTo>
                <a:cubicBezTo>
                  <a:pt x="992" y="23"/>
                  <a:pt x="989" y="25"/>
                  <a:pt x="986" y="27"/>
                </a:cubicBezTo>
                <a:cubicBezTo>
                  <a:pt x="982" y="29"/>
                  <a:pt x="979" y="31"/>
                  <a:pt x="975" y="33"/>
                </a:cubicBezTo>
                <a:cubicBezTo>
                  <a:pt x="971" y="35"/>
                  <a:pt x="967" y="37"/>
                  <a:pt x="963" y="39"/>
                </a:cubicBezTo>
                <a:cubicBezTo>
                  <a:pt x="954" y="43"/>
                  <a:pt x="945" y="48"/>
                  <a:pt x="935" y="52"/>
                </a:cubicBezTo>
                <a:cubicBezTo>
                  <a:pt x="915" y="60"/>
                  <a:pt x="891" y="69"/>
                  <a:pt x="865" y="74"/>
                </a:cubicBezTo>
                <a:cubicBezTo>
                  <a:pt x="839" y="80"/>
                  <a:pt x="809" y="84"/>
                  <a:pt x="778" y="84"/>
                </a:cubicBezTo>
                <a:cubicBezTo>
                  <a:pt x="747" y="85"/>
                  <a:pt x="715" y="82"/>
                  <a:pt x="681" y="78"/>
                </a:cubicBezTo>
                <a:cubicBezTo>
                  <a:pt x="664" y="76"/>
                  <a:pt x="648" y="74"/>
                  <a:pt x="631" y="72"/>
                </a:cubicBezTo>
                <a:cubicBezTo>
                  <a:pt x="614" y="70"/>
                  <a:pt x="596" y="69"/>
                  <a:pt x="579" y="67"/>
                </a:cubicBezTo>
                <a:cubicBezTo>
                  <a:pt x="570" y="67"/>
                  <a:pt x="562" y="66"/>
                  <a:pt x="553" y="66"/>
                </a:cubicBezTo>
                <a:cubicBezTo>
                  <a:pt x="544" y="65"/>
                  <a:pt x="535" y="65"/>
                  <a:pt x="527" y="65"/>
                </a:cubicBezTo>
                <a:cubicBezTo>
                  <a:pt x="518" y="65"/>
                  <a:pt x="509" y="65"/>
                  <a:pt x="500" y="65"/>
                </a:cubicBezTo>
                <a:cubicBezTo>
                  <a:pt x="474" y="66"/>
                  <a:pt x="474" y="66"/>
                  <a:pt x="474" y="66"/>
                </a:cubicBezTo>
                <a:cubicBezTo>
                  <a:pt x="439" y="68"/>
                  <a:pt x="405" y="73"/>
                  <a:pt x="374" y="86"/>
                </a:cubicBezTo>
                <a:cubicBezTo>
                  <a:pt x="359" y="92"/>
                  <a:pt x="345" y="100"/>
                  <a:pt x="332" y="110"/>
                </a:cubicBezTo>
                <a:cubicBezTo>
                  <a:pt x="320" y="120"/>
                  <a:pt x="308" y="131"/>
                  <a:pt x="298" y="143"/>
                </a:cubicBezTo>
                <a:cubicBezTo>
                  <a:pt x="292" y="149"/>
                  <a:pt x="287" y="155"/>
                  <a:pt x="281" y="161"/>
                </a:cubicBezTo>
                <a:cubicBezTo>
                  <a:pt x="279" y="164"/>
                  <a:pt x="276" y="168"/>
                  <a:pt x="273" y="171"/>
                </a:cubicBezTo>
                <a:cubicBezTo>
                  <a:pt x="271" y="174"/>
                  <a:pt x="268" y="177"/>
                  <a:pt x="265" y="180"/>
                </a:cubicBezTo>
                <a:cubicBezTo>
                  <a:pt x="254" y="192"/>
                  <a:pt x="243" y="203"/>
                  <a:pt x="232" y="215"/>
                </a:cubicBezTo>
                <a:cubicBezTo>
                  <a:pt x="227" y="221"/>
                  <a:pt x="222" y="226"/>
                  <a:pt x="216" y="231"/>
                </a:cubicBezTo>
                <a:cubicBezTo>
                  <a:pt x="211" y="237"/>
                  <a:pt x="205" y="242"/>
                  <a:pt x="200" y="247"/>
                </a:cubicBezTo>
                <a:cubicBezTo>
                  <a:pt x="195" y="252"/>
                  <a:pt x="190" y="257"/>
                  <a:pt x="185" y="262"/>
                </a:cubicBezTo>
                <a:cubicBezTo>
                  <a:pt x="181" y="266"/>
                  <a:pt x="181" y="266"/>
                  <a:pt x="181" y="266"/>
                </a:cubicBezTo>
                <a:cubicBezTo>
                  <a:pt x="177" y="269"/>
                  <a:pt x="177" y="269"/>
                  <a:pt x="177" y="269"/>
                </a:cubicBezTo>
                <a:cubicBezTo>
                  <a:pt x="174" y="271"/>
                  <a:pt x="172" y="274"/>
                  <a:pt x="169" y="276"/>
                </a:cubicBezTo>
                <a:cubicBezTo>
                  <a:pt x="159" y="285"/>
                  <a:pt x="149" y="293"/>
                  <a:pt x="140" y="302"/>
                </a:cubicBezTo>
                <a:cubicBezTo>
                  <a:pt x="130" y="309"/>
                  <a:pt x="121" y="317"/>
                  <a:pt x="112" y="324"/>
                </a:cubicBezTo>
                <a:cubicBezTo>
                  <a:pt x="108" y="327"/>
                  <a:pt x="104" y="331"/>
                  <a:pt x="99" y="334"/>
                </a:cubicBezTo>
                <a:cubicBezTo>
                  <a:pt x="95" y="337"/>
                  <a:pt x="91" y="340"/>
                  <a:pt x="87" y="343"/>
                </a:cubicBezTo>
                <a:cubicBezTo>
                  <a:pt x="79" y="348"/>
                  <a:pt x="72" y="354"/>
                  <a:pt x="66" y="358"/>
                </a:cubicBezTo>
                <a:cubicBezTo>
                  <a:pt x="59" y="362"/>
                  <a:pt x="53" y="366"/>
                  <a:pt x="48" y="370"/>
                </a:cubicBezTo>
                <a:cubicBezTo>
                  <a:pt x="43" y="373"/>
                  <a:pt x="38" y="376"/>
                  <a:pt x="34" y="379"/>
                </a:cubicBezTo>
                <a:cubicBezTo>
                  <a:pt x="30" y="381"/>
                  <a:pt x="27" y="383"/>
                  <a:pt x="26" y="384"/>
                </a:cubicBezTo>
                <a:cubicBezTo>
                  <a:pt x="24" y="385"/>
                  <a:pt x="23" y="385"/>
                  <a:pt x="23" y="385"/>
                </a:cubicBezTo>
                <a:lnTo>
                  <a:pt x="0" y="3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 rot="18859415">
            <a:off x="6700334" y="2991528"/>
            <a:ext cx="922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Problem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 rot="15455269">
            <a:off x="7489763" y="1224363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Business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 rot="19573696">
            <a:off x="8475406" y="1253438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Personal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 rot="20077395">
            <a:off x="9037806" y="1770308"/>
            <a:ext cx="8467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Emotional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Freeform 26"/>
          <p:cNvSpPr/>
          <p:nvPr/>
        </p:nvSpPr>
        <p:spPr bwMode="auto">
          <a:xfrm rot="20579757" flipH="1">
            <a:off x="805017" y="4748488"/>
            <a:ext cx="5004811" cy="683998"/>
          </a:xfrm>
          <a:custGeom>
            <a:avLst/>
            <a:gdLst>
              <a:gd name="T0" fmla="*/ 24 w 1073"/>
              <a:gd name="T1" fmla="*/ 70 h 146"/>
              <a:gd name="T2" fmla="*/ 28 w 1073"/>
              <a:gd name="T3" fmla="*/ 72 h 146"/>
              <a:gd name="T4" fmla="*/ 50 w 1073"/>
              <a:gd name="T5" fmla="*/ 81 h 146"/>
              <a:gd name="T6" fmla="*/ 80 w 1073"/>
              <a:gd name="T7" fmla="*/ 90 h 146"/>
              <a:gd name="T8" fmla="*/ 96 w 1073"/>
              <a:gd name="T9" fmla="*/ 94 h 146"/>
              <a:gd name="T10" fmla="*/ 143 w 1073"/>
              <a:gd name="T11" fmla="*/ 102 h 146"/>
              <a:gd name="T12" fmla="*/ 209 w 1073"/>
              <a:gd name="T13" fmla="*/ 107 h 146"/>
              <a:gd name="T14" fmla="*/ 275 w 1073"/>
              <a:gd name="T15" fmla="*/ 107 h 146"/>
              <a:gd name="T16" fmla="*/ 308 w 1073"/>
              <a:gd name="T17" fmla="*/ 105 h 146"/>
              <a:gd name="T18" fmla="*/ 374 w 1073"/>
              <a:gd name="T19" fmla="*/ 97 h 146"/>
              <a:gd name="T20" fmla="*/ 440 w 1073"/>
              <a:gd name="T21" fmla="*/ 86 h 146"/>
              <a:gd name="T22" fmla="*/ 538 w 1073"/>
              <a:gd name="T23" fmla="*/ 64 h 146"/>
              <a:gd name="T24" fmla="*/ 570 w 1073"/>
              <a:gd name="T25" fmla="*/ 54 h 146"/>
              <a:gd name="T26" fmla="*/ 636 w 1073"/>
              <a:gd name="T27" fmla="*/ 34 h 146"/>
              <a:gd name="T28" fmla="*/ 703 w 1073"/>
              <a:gd name="T29" fmla="*/ 19 h 146"/>
              <a:gd name="T30" fmla="*/ 771 w 1073"/>
              <a:gd name="T31" fmla="*/ 7 h 146"/>
              <a:gd name="T32" fmla="*/ 840 w 1073"/>
              <a:gd name="T33" fmla="*/ 1 h 146"/>
              <a:gd name="T34" fmla="*/ 875 w 1073"/>
              <a:gd name="T35" fmla="*/ 0 h 146"/>
              <a:gd name="T36" fmla="*/ 909 w 1073"/>
              <a:gd name="T37" fmla="*/ 1 h 146"/>
              <a:gd name="T38" fmla="*/ 943 w 1073"/>
              <a:gd name="T39" fmla="*/ 4 h 146"/>
              <a:gd name="T40" fmla="*/ 978 w 1073"/>
              <a:gd name="T41" fmla="*/ 9 h 146"/>
              <a:gd name="T42" fmla="*/ 1019 w 1073"/>
              <a:gd name="T43" fmla="*/ 21 h 146"/>
              <a:gd name="T44" fmla="*/ 1043 w 1073"/>
              <a:gd name="T45" fmla="*/ 30 h 146"/>
              <a:gd name="T46" fmla="*/ 1073 w 1073"/>
              <a:gd name="T47" fmla="*/ 47 h 146"/>
              <a:gd name="T48" fmla="*/ 1042 w 1073"/>
              <a:gd name="T49" fmla="*/ 32 h 146"/>
              <a:gd name="T50" fmla="*/ 1018 w 1073"/>
              <a:gd name="T51" fmla="*/ 23 h 146"/>
              <a:gd name="T52" fmla="*/ 977 w 1073"/>
              <a:gd name="T53" fmla="*/ 14 h 146"/>
              <a:gd name="T54" fmla="*/ 943 w 1073"/>
              <a:gd name="T55" fmla="*/ 10 h 146"/>
              <a:gd name="T56" fmla="*/ 909 w 1073"/>
              <a:gd name="T57" fmla="*/ 8 h 146"/>
              <a:gd name="T58" fmla="*/ 875 w 1073"/>
              <a:gd name="T59" fmla="*/ 9 h 146"/>
              <a:gd name="T60" fmla="*/ 841 w 1073"/>
              <a:gd name="T61" fmla="*/ 11 h 146"/>
              <a:gd name="T62" fmla="*/ 773 w 1073"/>
              <a:gd name="T63" fmla="*/ 21 h 146"/>
              <a:gd name="T64" fmla="*/ 707 w 1073"/>
              <a:gd name="T65" fmla="*/ 35 h 146"/>
              <a:gd name="T66" fmla="*/ 641 w 1073"/>
              <a:gd name="T67" fmla="*/ 53 h 146"/>
              <a:gd name="T68" fmla="*/ 577 w 1073"/>
              <a:gd name="T69" fmla="*/ 75 h 146"/>
              <a:gd name="T70" fmla="*/ 545 w 1073"/>
              <a:gd name="T71" fmla="*/ 87 h 146"/>
              <a:gd name="T72" fmla="*/ 479 w 1073"/>
              <a:gd name="T73" fmla="*/ 106 h 146"/>
              <a:gd name="T74" fmla="*/ 413 w 1073"/>
              <a:gd name="T75" fmla="*/ 122 h 146"/>
              <a:gd name="T76" fmla="*/ 345 w 1073"/>
              <a:gd name="T77" fmla="*/ 135 h 146"/>
              <a:gd name="T78" fmla="*/ 294 w 1073"/>
              <a:gd name="T79" fmla="*/ 141 h 146"/>
              <a:gd name="T80" fmla="*/ 243 w 1073"/>
              <a:gd name="T81" fmla="*/ 145 h 146"/>
              <a:gd name="T82" fmla="*/ 174 w 1073"/>
              <a:gd name="T83" fmla="*/ 146 h 146"/>
              <a:gd name="T84" fmla="*/ 104 w 1073"/>
              <a:gd name="T85" fmla="*/ 140 h 146"/>
              <a:gd name="T86" fmla="*/ 78 w 1073"/>
              <a:gd name="T87" fmla="*/ 136 h 146"/>
              <a:gd name="T88" fmla="*/ 52 w 1073"/>
              <a:gd name="T89" fmla="*/ 130 h 146"/>
              <a:gd name="T90" fmla="*/ 18 w 1073"/>
              <a:gd name="T91" fmla="*/ 119 h 146"/>
              <a:gd name="T92" fmla="*/ 4 w 1073"/>
              <a:gd name="T93" fmla="*/ 113 h 146"/>
              <a:gd name="T94" fmla="*/ 0 w 1073"/>
              <a:gd name="T95" fmla="*/ 111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73" h="146">
                <a:moveTo>
                  <a:pt x="22" y="69"/>
                </a:moveTo>
                <a:cubicBezTo>
                  <a:pt x="24" y="70"/>
                  <a:pt x="24" y="70"/>
                  <a:pt x="24" y="70"/>
                </a:cubicBezTo>
                <a:cubicBezTo>
                  <a:pt x="26" y="71"/>
                  <a:pt x="26" y="71"/>
                  <a:pt x="26" y="71"/>
                </a:cubicBezTo>
                <a:cubicBezTo>
                  <a:pt x="28" y="72"/>
                  <a:pt x="28" y="72"/>
                  <a:pt x="28" y="72"/>
                </a:cubicBezTo>
                <a:cubicBezTo>
                  <a:pt x="35" y="75"/>
                  <a:pt x="35" y="75"/>
                  <a:pt x="35" y="75"/>
                </a:cubicBezTo>
                <a:cubicBezTo>
                  <a:pt x="40" y="77"/>
                  <a:pt x="45" y="79"/>
                  <a:pt x="50" y="81"/>
                </a:cubicBezTo>
                <a:cubicBezTo>
                  <a:pt x="65" y="86"/>
                  <a:pt x="65" y="86"/>
                  <a:pt x="65" y="86"/>
                </a:cubicBezTo>
                <a:cubicBezTo>
                  <a:pt x="70" y="87"/>
                  <a:pt x="75" y="88"/>
                  <a:pt x="80" y="90"/>
                </a:cubicBezTo>
                <a:cubicBezTo>
                  <a:pt x="83" y="91"/>
                  <a:pt x="85" y="91"/>
                  <a:pt x="88" y="92"/>
                </a:cubicBezTo>
                <a:cubicBezTo>
                  <a:pt x="96" y="94"/>
                  <a:pt x="96" y="94"/>
                  <a:pt x="96" y="94"/>
                </a:cubicBezTo>
                <a:cubicBezTo>
                  <a:pt x="111" y="97"/>
                  <a:pt x="111" y="97"/>
                  <a:pt x="111" y="97"/>
                </a:cubicBezTo>
                <a:cubicBezTo>
                  <a:pt x="122" y="99"/>
                  <a:pt x="133" y="101"/>
                  <a:pt x="143" y="102"/>
                </a:cubicBezTo>
                <a:cubicBezTo>
                  <a:pt x="154" y="103"/>
                  <a:pt x="165" y="105"/>
                  <a:pt x="176" y="106"/>
                </a:cubicBezTo>
                <a:cubicBezTo>
                  <a:pt x="209" y="107"/>
                  <a:pt x="209" y="107"/>
                  <a:pt x="209" y="107"/>
                </a:cubicBezTo>
                <a:cubicBezTo>
                  <a:pt x="220" y="108"/>
                  <a:pt x="231" y="108"/>
                  <a:pt x="242" y="108"/>
                </a:cubicBezTo>
                <a:cubicBezTo>
                  <a:pt x="253" y="108"/>
                  <a:pt x="264" y="107"/>
                  <a:pt x="275" y="107"/>
                </a:cubicBezTo>
                <a:cubicBezTo>
                  <a:pt x="291" y="106"/>
                  <a:pt x="291" y="106"/>
                  <a:pt x="291" y="106"/>
                </a:cubicBezTo>
                <a:cubicBezTo>
                  <a:pt x="297" y="106"/>
                  <a:pt x="302" y="106"/>
                  <a:pt x="308" y="105"/>
                </a:cubicBezTo>
                <a:cubicBezTo>
                  <a:pt x="341" y="102"/>
                  <a:pt x="341" y="102"/>
                  <a:pt x="341" y="102"/>
                </a:cubicBezTo>
                <a:cubicBezTo>
                  <a:pt x="352" y="101"/>
                  <a:pt x="363" y="99"/>
                  <a:pt x="374" y="97"/>
                </a:cubicBezTo>
                <a:cubicBezTo>
                  <a:pt x="407" y="93"/>
                  <a:pt x="407" y="93"/>
                  <a:pt x="407" y="93"/>
                </a:cubicBezTo>
                <a:cubicBezTo>
                  <a:pt x="418" y="91"/>
                  <a:pt x="429" y="89"/>
                  <a:pt x="440" y="86"/>
                </a:cubicBezTo>
                <a:cubicBezTo>
                  <a:pt x="473" y="80"/>
                  <a:pt x="473" y="80"/>
                  <a:pt x="473" y="80"/>
                </a:cubicBezTo>
                <a:cubicBezTo>
                  <a:pt x="538" y="64"/>
                  <a:pt x="538" y="64"/>
                  <a:pt x="538" y="64"/>
                </a:cubicBezTo>
                <a:cubicBezTo>
                  <a:pt x="537" y="65"/>
                  <a:pt x="537" y="65"/>
                  <a:pt x="537" y="65"/>
                </a:cubicBezTo>
                <a:cubicBezTo>
                  <a:pt x="548" y="61"/>
                  <a:pt x="559" y="57"/>
                  <a:pt x="570" y="54"/>
                </a:cubicBezTo>
                <a:cubicBezTo>
                  <a:pt x="581" y="50"/>
                  <a:pt x="592" y="47"/>
                  <a:pt x="603" y="44"/>
                </a:cubicBezTo>
                <a:cubicBezTo>
                  <a:pt x="614" y="40"/>
                  <a:pt x="625" y="37"/>
                  <a:pt x="636" y="34"/>
                </a:cubicBezTo>
                <a:cubicBezTo>
                  <a:pt x="647" y="32"/>
                  <a:pt x="658" y="29"/>
                  <a:pt x="670" y="26"/>
                </a:cubicBezTo>
                <a:cubicBezTo>
                  <a:pt x="681" y="24"/>
                  <a:pt x="692" y="21"/>
                  <a:pt x="703" y="19"/>
                </a:cubicBezTo>
                <a:cubicBezTo>
                  <a:pt x="715" y="17"/>
                  <a:pt x="726" y="15"/>
                  <a:pt x="737" y="13"/>
                </a:cubicBezTo>
                <a:cubicBezTo>
                  <a:pt x="749" y="11"/>
                  <a:pt x="760" y="9"/>
                  <a:pt x="771" y="7"/>
                </a:cubicBezTo>
                <a:cubicBezTo>
                  <a:pt x="783" y="6"/>
                  <a:pt x="794" y="5"/>
                  <a:pt x="806" y="3"/>
                </a:cubicBezTo>
                <a:cubicBezTo>
                  <a:pt x="817" y="2"/>
                  <a:pt x="829" y="1"/>
                  <a:pt x="840" y="1"/>
                </a:cubicBezTo>
                <a:cubicBezTo>
                  <a:pt x="846" y="0"/>
                  <a:pt x="852" y="0"/>
                  <a:pt x="857" y="0"/>
                </a:cubicBezTo>
                <a:cubicBezTo>
                  <a:pt x="863" y="0"/>
                  <a:pt x="869" y="0"/>
                  <a:pt x="875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909" y="1"/>
                  <a:pt x="909" y="1"/>
                  <a:pt x="909" y="1"/>
                </a:cubicBezTo>
                <a:cubicBezTo>
                  <a:pt x="915" y="1"/>
                  <a:pt x="921" y="1"/>
                  <a:pt x="926" y="2"/>
                </a:cubicBezTo>
                <a:cubicBezTo>
                  <a:pt x="932" y="2"/>
                  <a:pt x="938" y="3"/>
                  <a:pt x="943" y="4"/>
                </a:cubicBezTo>
                <a:cubicBezTo>
                  <a:pt x="949" y="4"/>
                  <a:pt x="955" y="5"/>
                  <a:pt x="961" y="6"/>
                </a:cubicBezTo>
                <a:cubicBezTo>
                  <a:pt x="978" y="9"/>
                  <a:pt x="978" y="9"/>
                  <a:pt x="978" y="9"/>
                </a:cubicBezTo>
                <a:cubicBezTo>
                  <a:pt x="989" y="12"/>
                  <a:pt x="1000" y="14"/>
                  <a:pt x="1011" y="18"/>
                </a:cubicBezTo>
                <a:cubicBezTo>
                  <a:pt x="1019" y="21"/>
                  <a:pt x="1019" y="21"/>
                  <a:pt x="1019" y="21"/>
                </a:cubicBezTo>
                <a:cubicBezTo>
                  <a:pt x="1027" y="24"/>
                  <a:pt x="1027" y="24"/>
                  <a:pt x="1027" y="24"/>
                </a:cubicBezTo>
                <a:cubicBezTo>
                  <a:pt x="1032" y="26"/>
                  <a:pt x="1038" y="28"/>
                  <a:pt x="1043" y="30"/>
                </a:cubicBezTo>
                <a:cubicBezTo>
                  <a:pt x="1048" y="33"/>
                  <a:pt x="1053" y="35"/>
                  <a:pt x="1058" y="38"/>
                </a:cubicBezTo>
                <a:cubicBezTo>
                  <a:pt x="1073" y="47"/>
                  <a:pt x="1073" y="47"/>
                  <a:pt x="1073" y="47"/>
                </a:cubicBezTo>
                <a:cubicBezTo>
                  <a:pt x="1058" y="39"/>
                  <a:pt x="1058" y="39"/>
                  <a:pt x="1058" y="39"/>
                </a:cubicBezTo>
                <a:cubicBezTo>
                  <a:pt x="1053" y="36"/>
                  <a:pt x="1047" y="34"/>
                  <a:pt x="1042" y="32"/>
                </a:cubicBezTo>
                <a:cubicBezTo>
                  <a:pt x="1037" y="29"/>
                  <a:pt x="1032" y="28"/>
                  <a:pt x="1026" y="26"/>
                </a:cubicBezTo>
                <a:cubicBezTo>
                  <a:pt x="1018" y="23"/>
                  <a:pt x="1018" y="23"/>
                  <a:pt x="1018" y="23"/>
                </a:cubicBezTo>
                <a:cubicBezTo>
                  <a:pt x="1010" y="21"/>
                  <a:pt x="1010" y="21"/>
                  <a:pt x="1010" y="21"/>
                </a:cubicBezTo>
                <a:cubicBezTo>
                  <a:pt x="999" y="18"/>
                  <a:pt x="988" y="16"/>
                  <a:pt x="977" y="14"/>
                </a:cubicBezTo>
                <a:cubicBezTo>
                  <a:pt x="960" y="11"/>
                  <a:pt x="960" y="11"/>
                  <a:pt x="960" y="11"/>
                </a:cubicBezTo>
                <a:cubicBezTo>
                  <a:pt x="954" y="10"/>
                  <a:pt x="948" y="10"/>
                  <a:pt x="943" y="10"/>
                </a:cubicBezTo>
                <a:cubicBezTo>
                  <a:pt x="937" y="9"/>
                  <a:pt x="932" y="9"/>
                  <a:pt x="926" y="9"/>
                </a:cubicBezTo>
                <a:cubicBezTo>
                  <a:pt x="920" y="8"/>
                  <a:pt x="915" y="8"/>
                  <a:pt x="909" y="8"/>
                </a:cubicBezTo>
                <a:cubicBezTo>
                  <a:pt x="892" y="8"/>
                  <a:pt x="892" y="8"/>
                  <a:pt x="892" y="8"/>
                </a:cubicBezTo>
                <a:cubicBezTo>
                  <a:pt x="875" y="9"/>
                  <a:pt x="875" y="9"/>
                  <a:pt x="875" y="9"/>
                </a:cubicBezTo>
                <a:cubicBezTo>
                  <a:pt x="869" y="9"/>
                  <a:pt x="863" y="10"/>
                  <a:pt x="858" y="10"/>
                </a:cubicBezTo>
                <a:cubicBezTo>
                  <a:pt x="852" y="10"/>
                  <a:pt x="847" y="11"/>
                  <a:pt x="841" y="11"/>
                </a:cubicBezTo>
                <a:cubicBezTo>
                  <a:pt x="830" y="12"/>
                  <a:pt x="818" y="14"/>
                  <a:pt x="807" y="15"/>
                </a:cubicBezTo>
                <a:cubicBezTo>
                  <a:pt x="796" y="17"/>
                  <a:pt x="785" y="19"/>
                  <a:pt x="773" y="21"/>
                </a:cubicBezTo>
                <a:cubicBezTo>
                  <a:pt x="762" y="23"/>
                  <a:pt x="751" y="25"/>
                  <a:pt x="740" y="27"/>
                </a:cubicBezTo>
                <a:cubicBezTo>
                  <a:pt x="729" y="30"/>
                  <a:pt x="718" y="32"/>
                  <a:pt x="707" y="35"/>
                </a:cubicBezTo>
                <a:cubicBezTo>
                  <a:pt x="696" y="38"/>
                  <a:pt x="685" y="41"/>
                  <a:pt x="674" y="44"/>
                </a:cubicBezTo>
                <a:cubicBezTo>
                  <a:pt x="663" y="47"/>
                  <a:pt x="652" y="50"/>
                  <a:pt x="641" y="53"/>
                </a:cubicBezTo>
                <a:cubicBezTo>
                  <a:pt x="631" y="57"/>
                  <a:pt x="620" y="60"/>
                  <a:pt x="609" y="64"/>
                </a:cubicBezTo>
                <a:cubicBezTo>
                  <a:pt x="598" y="67"/>
                  <a:pt x="588" y="71"/>
                  <a:pt x="577" y="75"/>
                </a:cubicBezTo>
                <a:cubicBezTo>
                  <a:pt x="566" y="79"/>
                  <a:pt x="556" y="83"/>
                  <a:pt x="545" y="87"/>
                </a:cubicBezTo>
                <a:cubicBezTo>
                  <a:pt x="545" y="87"/>
                  <a:pt x="545" y="87"/>
                  <a:pt x="545" y="87"/>
                </a:cubicBezTo>
                <a:cubicBezTo>
                  <a:pt x="544" y="88"/>
                  <a:pt x="544" y="88"/>
                  <a:pt x="544" y="8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46" y="114"/>
                  <a:pt x="446" y="114"/>
                  <a:pt x="446" y="114"/>
                </a:cubicBezTo>
                <a:cubicBezTo>
                  <a:pt x="435" y="117"/>
                  <a:pt x="424" y="120"/>
                  <a:pt x="413" y="122"/>
                </a:cubicBezTo>
                <a:cubicBezTo>
                  <a:pt x="379" y="129"/>
                  <a:pt x="379" y="129"/>
                  <a:pt x="379" y="129"/>
                </a:cubicBezTo>
                <a:cubicBezTo>
                  <a:pt x="368" y="131"/>
                  <a:pt x="357" y="133"/>
                  <a:pt x="345" y="135"/>
                </a:cubicBezTo>
                <a:cubicBezTo>
                  <a:pt x="311" y="139"/>
                  <a:pt x="311" y="139"/>
                  <a:pt x="311" y="139"/>
                </a:cubicBezTo>
                <a:cubicBezTo>
                  <a:pt x="306" y="140"/>
                  <a:pt x="300" y="141"/>
                  <a:pt x="294" y="141"/>
                </a:cubicBezTo>
                <a:cubicBezTo>
                  <a:pt x="277" y="143"/>
                  <a:pt x="277" y="143"/>
                  <a:pt x="277" y="143"/>
                </a:cubicBezTo>
                <a:cubicBezTo>
                  <a:pt x="266" y="144"/>
                  <a:pt x="254" y="145"/>
                  <a:pt x="243" y="145"/>
                </a:cubicBezTo>
                <a:cubicBezTo>
                  <a:pt x="231" y="146"/>
                  <a:pt x="220" y="146"/>
                  <a:pt x="208" y="146"/>
                </a:cubicBezTo>
                <a:cubicBezTo>
                  <a:pt x="174" y="146"/>
                  <a:pt x="174" y="146"/>
                  <a:pt x="174" y="146"/>
                </a:cubicBezTo>
                <a:cubicBezTo>
                  <a:pt x="162" y="146"/>
                  <a:pt x="151" y="145"/>
                  <a:pt x="139" y="144"/>
                </a:cubicBezTo>
                <a:cubicBezTo>
                  <a:pt x="127" y="143"/>
                  <a:pt x="116" y="141"/>
                  <a:pt x="104" y="140"/>
                </a:cubicBezTo>
                <a:cubicBezTo>
                  <a:pt x="87" y="137"/>
                  <a:pt x="87" y="137"/>
                  <a:pt x="87" y="137"/>
                </a:cubicBezTo>
                <a:cubicBezTo>
                  <a:pt x="78" y="136"/>
                  <a:pt x="78" y="136"/>
                  <a:pt x="78" y="136"/>
                </a:cubicBezTo>
                <a:cubicBezTo>
                  <a:pt x="75" y="135"/>
                  <a:pt x="72" y="134"/>
                  <a:pt x="69" y="134"/>
                </a:cubicBezTo>
                <a:cubicBezTo>
                  <a:pt x="64" y="132"/>
                  <a:pt x="58" y="131"/>
                  <a:pt x="52" y="130"/>
                </a:cubicBezTo>
                <a:cubicBezTo>
                  <a:pt x="35" y="125"/>
                  <a:pt x="35" y="125"/>
                  <a:pt x="35" y="125"/>
                </a:cubicBezTo>
                <a:cubicBezTo>
                  <a:pt x="29" y="123"/>
                  <a:pt x="23" y="121"/>
                  <a:pt x="18" y="119"/>
                </a:cubicBezTo>
                <a:cubicBezTo>
                  <a:pt x="9" y="115"/>
                  <a:pt x="9" y="115"/>
                  <a:pt x="9" y="115"/>
                </a:cubicBezTo>
                <a:cubicBezTo>
                  <a:pt x="4" y="113"/>
                  <a:pt x="4" y="113"/>
                  <a:pt x="4" y="113"/>
                </a:cubicBezTo>
                <a:cubicBezTo>
                  <a:pt x="2" y="112"/>
                  <a:pt x="2" y="112"/>
                  <a:pt x="2" y="112"/>
                </a:cubicBezTo>
                <a:cubicBezTo>
                  <a:pt x="0" y="111"/>
                  <a:pt x="0" y="111"/>
                  <a:pt x="0" y="111"/>
                </a:cubicBezTo>
                <a:lnTo>
                  <a:pt x="22" y="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Freeform 27"/>
          <p:cNvSpPr/>
          <p:nvPr/>
        </p:nvSpPr>
        <p:spPr bwMode="auto">
          <a:xfrm flipH="1">
            <a:off x="2205132" y="5005835"/>
            <a:ext cx="1900238" cy="757238"/>
          </a:xfrm>
          <a:custGeom>
            <a:avLst/>
            <a:gdLst>
              <a:gd name="T0" fmla="*/ 30 w 506"/>
              <a:gd name="T1" fmla="*/ 0 h 201"/>
              <a:gd name="T2" fmla="*/ 33 w 506"/>
              <a:gd name="T3" fmla="*/ 4 h 201"/>
              <a:gd name="T4" fmla="*/ 43 w 506"/>
              <a:gd name="T5" fmla="*/ 17 h 201"/>
              <a:gd name="T6" fmla="*/ 60 w 506"/>
              <a:gd name="T7" fmla="*/ 36 h 201"/>
              <a:gd name="T8" fmla="*/ 84 w 506"/>
              <a:gd name="T9" fmla="*/ 58 h 201"/>
              <a:gd name="T10" fmla="*/ 116 w 506"/>
              <a:gd name="T11" fmla="*/ 82 h 201"/>
              <a:gd name="T12" fmla="*/ 154 w 506"/>
              <a:gd name="T13" fmla="*/ 107 h 201"/>
              <a:gd name="T14" fmla="*/ 174 w 506"/>
              <a:gd name="T15" fmla="*/ 118 h 201"/>
              <a:gd name="T16" fmla="*/ 196 w 506"/>
              <a:gd name="T17" fmla="*/ 129 h 201"/>
              <a:gd name="T18" fmla="*/ 219 w 506"/>
              <a:gd name="T19" fmla="*/ 139 h 201"/>
              <a:gd name="T20" fmla="*/ 231 w 506"/>
              <a:gd name="T21" fmla="*/ 144 h 201"/>
              <a:gd name="T22" fmla="*/ 242 w 506"/>
              <a:gd name="T23" fmla="*/ 148 h 201"/>
              <a:gd name="T24" fmla="*/ 254 w 506"/>
              <a:gd name="T25" fmla="*/ 153 h 201"/>
              <a:gd name="T26" fmla="*/ 266 w 506"/>
              <a:gd name="T27" fmla="*/ 157 h 201"/>
              <a:gd name="T28" fmla="*/ 290 w 506"/>
              <a:gd name="T29" fmla="*/ 165 h 201"/>
              <a:gd name="T30" fmla="*/ 313 w 506"/>
              <a:gd name="T31" fmla="*/ 171 h 201"/>
              <a:gd name="T32" fmla="*/ 325 w 506"/>
              <a:gd name="T33" fmla="*/ 175 h 201"/>
              <a:gd name="T34" fmla="*/ 337 w 506"/>
              <a:gd name="T35" fmla="*/ 177 h 201"/>
              <a:gd name="T36" fmla="*/ 381 w 506"/>
              <a:gd name="T37" fmla="*/ 187 h 201"/>
              <a:gd name="T38" fmla="*/ 422 w 506"/>
              <a:gd name="T39" fmla="*/ 193 h 201"/>
              <a:gd name="T40" fmla="*/ 440 w 506"/>
              <a:gd name="T41" fmla="*/ 195 h 201"/>
              <a:gd name="T42" fmla="*/ 456 w 506"/>
              <a:gd name="T43" fmla="*/ 197 h 201"/>
              <a:gd name="T44" fmla="*/ 471 w 506"/>
              <a:gd name="T45" fmla="*/ 198 h 201"/>
              <a:gd name="T46" fmla="*/ 483 w 506"/>
              <a:gd name="T47" fmla="*/ 199 h 201"/>
              <a:gd name="T48" fmla="*/ 506 w 506"/>
              <a:gd name="T49" fmla="*/ 201 h 201"/>
              <a:gd name="T50" fmla="*/ 483 w 506"/>
              <a:gd name="T51" fmla="*/ 201 h 201"/>
              <a:gd name="T52" fmla="*/ 471 w 506"/>
              <a:gd name="T53" fmla="*/ 201 h 201"/>
              <a:gd name="T54" fmla="*/ 456 w 506"/>
              <a:gd name="T55" fmla="*/ 200 h 201"/>
              <a:gd name="T56" fmla="*/ 439 w 506"/>
              <a:gd name="T57" fmla="*/ 200 h 201"/>
              <a:gd name="T58" fmla="*/ 421 w 506"/>
              <a:gd name="T59" fmla="*/ 199 h 201"/>
              <a:gd name="T60" fmla="*/ 380 w 506"/>
              <a:gd name="T61" fmla="*/ 195 h 201"/>
              <a:gd name="T62" fmla="*/ 334 w 506"/>
              <a:gd name="T63" fmla="*/ 188 h 201"/>
              <a:gd name="T64" fmla="*/ 322 w 506"/>
              <a:gd name="T65" fmla="*/ 186 h 201"/>
              <a:gd name="T66" fmla="*/ 310 w 506"/>
              <a:gd name="T67" fmla="*/ 184 h 201"/>
              <a:gd name="T68" fmla="*/ 286 w 506"/>
              <a:gd name="T69" fmla="*/ 179 h 201"/>
              <a:gd name="T70" fmla="*/ 261 w 506"/>
              <a:gd name="T71" fmla="*/ 173 h 201"/>
              <a:gd name="T72" fmla="*/ 249 w 506"/>
              <a:gd name="T73" fmla="*/ 169 h 201"/>
              <a:gd name="T74" fmla="*/ 236 w 506"/>
              <a:gd name="T75" fmla="*/ 165 h 201"/>
              <a:gd name="T76" fmla="*/ 224 w 506"/>
              <a:gd name="T77" fmla="*/ 162 h 201"/>
              <a:gd name="T78" fmla="*/ 212 w 506"/>
              <a:gd name="T79" fmla="*/ 157 h 201"/>
              <a:gd name="T80" fmla="*/ 188 w 506"/>
              <a:gd name="T81" fmla="*/ 149 h 201"/>
              <a:gd name="T82" fmla="*/ 164 w 506"/>
              <a:gd name="T83" fmla="*/ 139 h 201"/>
              <a:gd name="T84" fmla="*/ 142 w 506"/>
              <a:gd name="T85" fmla="*/ 128 h 201"/>
              <a:gd name="T86" fmla="*/ 101 w 506"/>
              <a:gd name="T87" fmla="*/ 106 h 201"/>
              <a:gd name="T88" fmla="*/ 66 w 506"/>
              <a:gd name="T89" fmla="*/ 82 h 201"/>
              <a:gd name="T90" fmla="*/ 38 w 506"/>
              <a:gd name="T91" fmla="*/ 59 h 201"/>
              <a:gd name="T92" fmla="*/ 17 w 506"/>
              <a:gd name="T93" fmla="*/ 40 h 201"/>
              <a:gd name="T94" fmla="*/ 5 w 506"/>
              <a:gd name="T95" fmla="*/ 26 h 201"/>
              <a:gd name="T96" fmla="*/ 0 w 506"/>
              <a:gd name="T97" fmla="*/ 20 h 201"/>
              <a:gd name="T98" fmla="*/ 30 w 506"/>
              <a:gd name="T99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06" h="201">
                <a:moveTo>
                  <a:pt x="30" y="0"/>
                </a:moveTo>
                <a:cubicBezTo>
                  <a:pt x="30" y="0"/>
                  <a:pt x="31" y="1"/>
                  <a:pt x="33" y="4"/>
                </a:cubicBezTo>
                <a:cubicBezTo>
                  <a:pt x="35" y="7"/>
                  <a:pt x="38" y="12"/>
                  <a:pt x="43" y="17"/>
                </a:cubicBezTo>
                <a:cubicBezTo>
                  <a:pt x="47" y="22"/>
                  <a:pt x="53" y="29"/>
                  <a:pt x="60" y="36"/>
                </a:cubicBezTo>
                <a:cubicBezTo>
                  <a:pt x="67" y="43"/>
                  <a:pt x="75" y="50"/>
                  <a:pt x="84" y="58"/>
                </a:cubicBezTo>
                <a:cubicBezTo>
                  <a:pt x="94" y="66"/>
                  <a:pt x="104" y="74"/>
                  <a:pt x="116" y="82"/>
                </a:cubicBezTo>
                <a:cubicBezTo>
                  <a:pt x="128" y="91"/>
                  <a:pt x="140" y="99"/>
                  <a:pt x="154" y="107"/>
                </a:cubicBezTo>
                <a:cubicBezTo>
                  <a:pt x="160" y="111"/>
                  <a:pt x="167" y="114"/>
                  <a:pt x="174" y="118"/>
                </a:cubicBezTo>
                <a:cubicBezTo>
                  <a:pt x="182" y="122"/>
                  <a:pt x="189" y="125"/>
                  <a:pt x="196" y="129"/>
                </a:cubicBezTo>
                <a:cubicBezTo>
                  <a:pt x="204" y="132"/>
                  <a:pt x="211" y="136"/>
                  <a:pt x="219" y="139"/>
                </a:cubicBezTo>
                <a:cubicBezTo>
                  <a:pt x="231" y="144"/>
                  <a:pt x="231" y="144"/>
                  <a:pt x="231" y="144"/>
                </a:cubicBezTo>
                <a:cubicBezTo>
                  <a:pt x="242" y="148"/>
                  <a:pt x="242" y="148"/>
                  <a:pt x="242" y="148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66" y="157"/>
                  <a:pt x="266" y="157"/>
                  <a:pt x="266" y="157"/>
                </a:cubicBezTo>
                <a:cubicBezTo>
                  <a:pt x="274" y="160"/>
                  <a:pt x="282" y="162"/>
                  <a:pt x="290" y="165"/>
                </a:cubicBezTo>
                <a:cubicBezTo>
                  <a:pt x="298" y="167"/>
                  <a:pt x="305" y="169"/>
                  <a:pt x="313" y="171"/>
                </a:cubicBezTo>
                <a:cubicBezTo>
                  <a:pt x="317" y="172"/>
                  <a:pt x="321" y="173"/>
                  <a:pt x="325" y="175"/>
                </a:cubicBezTo>
                <a:cubicBezTo>
                  <a:pt x="329" y="175"/>
                  <a:pt x="333" y="176"/>
                  <a:pt x="337" y="177"/>
                </a:cubicBezTo>
                <a:cubicBezTo>
                  <a:pt x="352" y="181"/>
                  <a:pt x="367" y="184"/>
                  <a:pt x="381" y="187"/>
                </a:cubicBezTo>
                <a:cubicBezTo>
                  <a:pt x="396" y="189"/>
                  <a:pt x="409" y="191"/>
                  <a:pt x="422" y="193"/>
                </a:cubicBezTo>
                <a:cubicBezTo>
                  <a:pt x="428" y="194"/>
                  <a:pt x="434" y="195"/>
                  <a:pt x="440" y="195"/>
                </a:cubicBezTo>
                <a:cubicBezTo>
                  <a:pt x="446" y="196"/>
                  <a:pt x="451" y="196"/>
                  <a:pt x="456" y="197"/>
                </a:cubicBezTo>
                <a:cubicBezTo>
                  <a:pt x="461" y="198"/>
                  <a:pt x="466" y="198"/>
                  <a:pt x="471" y="198"/>
                </a:cubicBezTo>
                <a:cubicBezTo>
                  <a:pt x="475" y="199"/>
                  <a:pt x="479" y="199"/>
                  <a:pt x="483" y="199"/>
                </a:cubicBezTo>
                <a:cubicBezTo>
                  <a:pt x="498" y="200"/>
                  <a:pt x="506" y="201"/>
                  <a:pt x="506" y="201"/>
                </a:cubicBezTo>
                <a:cubicBezTo>
                  <a:pt x="506" y="201"/>
                  <a:pt x="498" y="201"/>
                  <a:pt x="483" y="201"/>
                </a:cubicBezTo>
                <a:cubicBezTo>
                  <a:pt x="479" y="201"/>
                  <a:pt x="475" y="201"/>
                  <a:pt x="471" y="201"/>
                </a:cubicBezTo>
                <a:cubicBezTo>
                  <a:pt x="466" y="201"/>
                  <a:pt x="461" y="200"/>
                  <a:pt x="456" y="200"/>
                </a:cubicBezTo>
                <a:cubicBezTo>
                  <a:pt x="451" y="200"/>
                  <a:pt x="445" y="200"/>
                  <a:pt x="439" y="200"/>
                </a:cubicBezTo>
                <a:cubicBezTo>
                  <a:pt x="434" y="199"/>
                  <a:pt x="428" y="199"/>
                  <a:pt x="421" y="199"/>
                </a:cubicBezTo>
                <a:cubicBezTo>
                  <a:pt x="408" y="198"/>
                  <a:pt x="395" y="196"/>
                  <a:pt x="380" y="195"/>
                </a:cubicBezTo>
                <a:cubicBezTo>
                  <a:pt x="366" y="193"/>
                  <a:pt x="350" y="191"/>
                  <a:pt x="334" y="188"/>
                </a:cubicBezTo>
                <a:cubicBezTo>
                  <a:pt x="330" y="188"/>
                  <a:pt x="326" y="187"/>
                  <a:pt x="322" y="186"/>
                </a:cubicBezTo>
                <a:cubicBezTo>
                  <a:pt x="318" y="186"/>
                  <a:pt x="314" y="185"/>
                  <a:pt x="310" y="184"/>
                </a:cubicBezTo>
                <a:cubicBezTo>
                  <a:pt x="302" y="182"/>
                  <a:pt x="294" y="181"/>
                  <a:pt x="286" y="179"/>
                </a:cubicBezTo>
                <a:cubicBezTo>
                  <a:pt x="278" y="177"/>
                  <a:pt x="269" y="175"/>
                  <a:pt x="261" y="173"/>
                </a:cubicBezTo>
                <a:cubicBezTo>
                  <a:pt x="257" y="171"/>
                  <a:pt x="253" y="170"/>
                  <a:pt x="249" y="169"/>
                </a:cubicBezTo>
                <a:cubicBezTo>
                  <a:pt x="236" y="165"/>
                  <a:pt x="236" y="165"/>
                  <a:pt x="236" y="165"/>
                </a:cubicBezTo>
                <a:cubicBezTo>
                  <a:pt x="232" y="164"/>
                  <a:pt x="228" y="163"/>
                  <a:pt x="224" y="162"/>
                </a:cubicBezTo>
                <a:cubicBezTo>
                  <a:pt x="212" y="157"/>
                  <a:pt x="212" y="157"/>
                  <a:pt x="212" y="157"/>
                </a:cubicBezTo>
                <a:cubicBezTo>
                  <a:pt x="204" y="155"/>
                  <a:pt x="196" y="152"/>
                  <a:pt x="188" y="149"/>
                </a:cubicBezTo>
                <a:cubicBezTo>
                  <a:pt x="180" y="145"/>
                  <a:pt x="172" y="142"/>
                  <a:pt x="164" y="139"/>
                </a:cubicBezTo>
                <a:cubicBezTo>
                  <a:pt x="157" y="135"/>
                  <a:pt x="149" y="132"/>
                  <a:pt x="142" y="128"/>
                </a:cubicBezTo>
                <a:cubicBezTo>
                  <a:pt x="127" y="121"/>
                  <a:pt x="114" y="113"/>
                  <a:pt x="101" y="106"/>
                </a:cubicBezTo>
                <a:cubicBezTo>
                  <a:pt x="88" y="98"/>
                  <a:pt x="76" y="90"/>
                  <a:pt x="66" y="82"/>
                </a:cubicBezTo>
                <a:cubicBezTo>
                  <a:pt x="55" y="74"/>
                  <a:pt x="46" y="67"/>
                  <a:pt x="38" y="59"/>
                </a:cubicBezTo>
                <a:cubicBezTo>
                  <a:pt x="29" y="52"/>
                  <a:pt x="23" y="46"/>
                  <a:pt x="17" y="40"/>
                </a:cubicBezTo>
                <a:cubicBezTo>
                  <a:pt x="12" y="34"/>
                  <a:pt x="8" y="29"/>
                  <a:pt x="5" y="26"/>
                </a:cubicBezTo>
                <a:cubicBezTo>
                  <a:pt x="2" y="23"/>
                  <a:pt x="0" y="20"/>
                  <a:pt x="0" y="20"/>
                </a:cubicBezTo>
                <a:lnTo>
                  <a:pt x="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 rot="1387539" flipH="1">
            <a:off x="2703116" y="4124851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Exercise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 flipH="1">
            <a:off x="2342646" y="4771215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Mindmap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 rot="20198554" flipH="1">
            <a:off x="3098768" y="5591032"/>
            <a:ext cx="713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Advice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 rot="20327951" flipH="1">
            <a:off x="4413137" y="4426053"/>
            <a:ext cx="785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Others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 rot="1438057">
            <a:off x="6803547" y="4738294"/>
            <a:ext cx="1492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Circumstances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 rot="20870297">
            <a:off x="8459498" y="4754113"/>
            <a:ext cx="1026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Negotiable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380758" y="5466900"/>
            <a:ext cx="7072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Money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 rot="682910">
            <a:off x="9302467" y="5863320"/>
            <a:ext cx="570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Time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3" name="Freeform 27"/>
          <p:cNvSpPr/>
          <p:nvPr/>
        </p:nvSpPr>
        <p:spPr bwMode="auto">
          <a:xfrm rot="11534133">
            <a:off x="1103899" y="2784078"/>
            <a:ext cx="1209100" cy="481822"/>
          </a:xfrm>
          <a:custGeom>
            <a:avLst/>
            <a:gdLst>
              <a:gd name="T0" fmla="*/ 30 w 506"/>
              <a:gd name="T1" fmla="*/ 0 h 201"/>
              <a:gd name="T2" fmla="*/ 33 w 506"/>
              <a:gd name="T3" fmla="*/ 4 h 201"/>
              <a:gd name="T4" fmla="*/ 43 w 506"/>
              <a:gd name="T5" fmla="*/ 17 h 201"/>
              <a:gd name="T6" fmla="*/ 60 w 506"/>
              <a:gd name="T7" fmla="*/ 36 h 201"/>
              <a:gd name="T8" fmla="*/ 84 w 506"/>
              <a:gd name="T9" fmla="*/ 58 h 201"/>
              <a:gd name="T10" fmla="*/ 116 w 506"/>
              <a:gd name="T11" fmla="*/ 82 h 201"/>
              <a:gd name="T12" fmla="*/ 154 w 506"/>
              <a:gd name="T13" fmla="*/ 107 h 201"/>
              <a:gd name="T14" fmla="*/ 174 w 506"/>
              <a:gd name="T15" fmla="*/ 118 h 201"/>
              <a:gd name="T16" fmla="*/ 196 w 506"/>
              <a:gd name="T17" fmla="*/ 129 h 201"/>
              <a:gd name="T18" fmla="*/ 219 w 506"/>
              <a:gd name="T19" fmla="*/ 139 h 201"/>
              <a:gd name="T20" fmla="*/ 231 w 506"/>
              <a:gd name="T21" fmla="*/ 144 h 201"/>
              <a:gd name="T22" fmla="*/ 242 w 506"/>
              <a:gd name="T23" fmla="*/ 148 h 201"/>
              <a:gd name="T24" fmla="*/ 254 w 506"/>
              <a:gd name="T25" fmla="*/ 153 h 201"/>
              <a:gd name="T26" fmla="*/ 266 w 506"/>
              <a:gd name="T27" fmla="*/ 157 h 201"/>
              <a:gd name="T28" fmla="*/ 290 w 506"/>
              <a:gd name="T29" fmla="*/ 165 h 201"/>
              <a:gd name="T30" fmla="*/ 313 w 506"/>
              <a:gd name="T31" fmla="*/ 171 h 201"/>
              <a:gd name="T32" fmla="*/ 325 w 506"/>
              <a:gd name="T33" fmla="*/ 175 h 201"/>
              <a:gd name="T34" fmla="*/ 337 w 506"/>
              <a:gd name="T35" fmla="*/ 177 h 201"/>
              <a:gd name="T36" fmla="*/ 381 w 506"/>
              <a:gd name="T37" fmla="*/ 187 h 201"/>
              <a:gd name="T38" fmla="*/ 422 w 506"/>
              <a:gd name="T39" fmla="*/ 193 h 201"/>
              <a:gd name="T40" fmla="*/ 440 w 506"/>
              <a:gd name="T41" fmla="*/ 195 h 201"/>
              <a:gd name="T42" fmla="*/ 456 w 506"/>
              <a:gd name="T43" fmla="*/ 197 h 201"/>
              <a:gd name="T44" fmla="*/ 471 w 506"/>
              <a:gd name="T45" fmla="*/ 198 h 201"/>
              <a:gd name="T46" fmla="*/ 483 w 506"/>
              <a:gd name="T47" fmla="*/ 199 h 201"/>
              <a:gd name="T48" fmla="*/ 506 w 506"/>
              <a:gd name="T49" fmla="*/ 201 h 201"/>
              <a:gd name="T50" fmla="*/ 483 w 506"/>
              <a:gd name="T51" fmla="*/ 201 h 201"/>
              <a:gd name="T52" fmla="*/ 471 w 506"/>
              <a:gd name="T53" fmla="*/ 201 h 201"/>
              <a:gd name="T54" fmla="*/ 456 w 506"/>
              <a:gd name="T55" fmla="*/ 200 h 201"/>
              <a:gd name="T56" fmla="*/ 439 w 506"/>
              <a:gd name="T57" fmla="*/ 200 h 201"/>
              <a:gd name="T58" fmla="*/ 421 w 506"/>
              <a:gd name="T59" fmla="*/ 199 h 201"/>
              <a:gd name="T60" fmla="*/ 380 w 506"/>
              <a:gd name="T61" fmla="*/ 195 h 201"/>
              <a:gd name="T62" fmla="*/ 334 w 506"/>
              <a:gd name="T63" fmla="*/ 188 h 201"/>
              <a:gd name="T64" fmla="*/ 322 w 506"/>
              <a:gd name="T65" fmla="*/ 186 h 201"/>
              <a:gd name="T66" fmla="*/ 310 w 506"/>
              <a:gd name="T67" fmla="*/ 184 h 201"/>
              <a:gd name="T68" fmla="*/ 286 w 506"/>
              <a:gd name="T69" fmla="*/ 179 h 201"/>
              <a:gd name="T70" fmla="*/ 261 w 506"/>
              <a:gd name="T71" fmla="*/ 173 h 201"/>
              <a:gd name="T72" fmla="*/ 249 w 506"/>
              <a:gd name="T73" fmla="*/ 169 h 201"/>
              <a:gd name="T74" fmla="*/ 236 w 506"/>
              <a:gd name="T75" fmla="*/ 165 h 201"/>
              <a:gd name="T76" fmla="*/ 224 w 506"/>
              <a:gd name="T77" fmla="*/ 162 h 201"/>
              <a:gd name="T78" fmla="*/ 212 w 506"/>
              <a:gd name="T79" fmla="*/ 157 h 201"/>
              <a:gd name="T80" fmla="*/ 188 w 506"/>
              <a:gd name="T81" fmla="*/ 149 h 201"/>
              <a:gd name="T82" fmla="*/ 164 w 506"/>
              <a:gd name="T83" fmla="*/ 139 h 201"/>
              <a:gd name="T84" fmla="*/ 142 w 506"/>
              <a:gd name="T85" fmla="*/ 128 h 201"/>
              <a:gd name="T86" fmla="*/ 101 w 506"/>
              <a:gd name="T87" fmla="*/ 106 h 201"/>
              <a:gd name="T88" fmla="*/ 66 w 506"/>
              <a:gd name="T89" fmla="*/ 82 h 201"/>
              <a:gd name="T90" fmla="*/ 38 w 506"/>
              <a:gd name="T91" fmla="*/ 59 h 201"/>
              <a:gd name="T92" fmla="*/ 17 w 506"/>
              <a:gd name="T93" fmla="*/ 40 h 201"/>
              <a:gd name="T94" fmla="*/ 5 w 506"/>
              <a:gd name="T95" fmla="*/ 26 h 201"/>
              <a:gd name="T96" fmla="*/ 0 w 506"/>
              <a:gd name="T97" fmla="*/ 20 h 201"/>
              <a:gd name="T98" fmla="*/ 30 w 506"/>
              <a:gd name="T99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06" h="201">
                <a:moveTo>
                  <a:pt x="30" y="0"/>
                </a:moveTo>
                <a:cubicBezTo>
                  <a:pt x="30" y="0"/>
                  <a:pt x="31" y="1"/>
                  <a:pt x="33" y="4"/>
                </a:cubicBezTo>
                <a:cubicBezTo>
                  <a:pt x="35" y="7"/>
                  <a:pt x="38" y="12"/>
                  <a:pt x="43" y="17"/>
                </a:cubicBezTo>
                <a:cubicBezTo>
                  <a:pt x="47" y="22"/>
                  <a:pt x="53" y="29"/>
                  <a:pt x="60" y="36"/>
                </a:cubicBezTo>
                <a:cubicBezTo>
                  <a:pt x="67" y="43"/>
                  <a:pt x="75" y="50"/>
                  <a:pt x="84" y="58"/>
                </a:cubicBezTo>
                <a:cubicBezTo>
                  <a:pt x="94" y="66"/>
                  <a:pt x="104" y="74"/>
                  <a:pt x="116" y="82"/>
                </a:cubicBezTo>
                <a:cubicBezTo>
                  <a:pt x="128" y="91"/>
                  <a:pt x="140" y="99"/>
                  <a:pt x="154" y="107"/>
                </a:cubicBezTo>
                <a:cubicBezTo>
                  <a:pt x="160" y="111"/>
                  <a:pt x="167" y="114"/>
                  <a:pt x="174" y="118"/>
                </a:cubicBezTo>
                <a:cubicBezTo>
                  <a:pt x="182" y="122"/>
                  <a:pt x="189" y="125"/>
                  <a:pt x="196" y="129"/>
                </a:cubicBezTo>
                <a:cubicBezTo>
                  <a:pt x="204" y="132"/>
                  <a:pt x="211" y="136"/>
                  <a:pt x="219" y="139"/>
                </a:cubicBezTo>
                <a:cubicBezTo>
                  <a:pt x="231" y="144"/>
                  <a:pt x="231" y="144"/>
                  <a:pt x="231" y="144"/>
                </a:cubicBezTo>
                <a:cubicBezTo>
                  <a:pt x="242" y="148"/>
                  <a:pt x="242" y="148"/>
                  <a:pt x="242" y="148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66" y="157"/>
                  <a:pt x="266" y="157"/>
                  <a:pt x="266" y="157"/>
                </a:cubicBezTo>
                <a:cubicBezTo>
                  <a:pt x="274" y="160"/>
                  <a:pt x="282" y="162"/>
                  <a:pt x="290" y="165"/>
                </a:cubicBezTo>
                <a:cubicBezTo>
                  <a:pt x="298" y="167"/>
                  <a:pt x="305" y="169"/>
                  <a:pt x="313" y="171"/>
                </a:cubicBezTo>
                <a:cubicBezTo>
                  <a:pt x="317" y="172"/>
                  <a:pt x="321" y="173"/>
                  <a:pt x="325" y="175"/>
                </a:cubicBezTo>
                <a:cubicBezTo>
                  <a:pt x="329" y="175"/>
                  <a:pt x="333" y="176"/>
                  <a:pt x="337" y="177"/>
                </a:cubicBezTo>
                <a:cubicBezTo>
                  <a:pt x="352" y="181"/>
                  <a:pt x="367" y="184"/>
                  <a:pt x="381" y="187"/>
                </a:cubicBezTo>
                <a:cubicBezTo>
                  <a:pt x="396" y="189"/>
                  <a:pt x="409" y="191"/>
                  <a:pt x="422" y="193"/>
                </a:cubicBezTo>
                <a:cubicBezTo>
                  <a:pt x="428" y="194"/>
                  <a:pt x="434" y="195"/>
                  <a:pt x="440" y="195"/>
                </a:cubicBezTo>
                <a:cubicBezTo>
                  <a:pt x="446" y="196"/>
                  <a:pt x="451" y="196"/>
                  <a:pt x="456" y="197"/>
                </a:cubicBezTo>
                <a:cubicBezTo>
                  <a:pt x="461" y="198"/>
                  <a:pt x="466" y="198"/>
                  <a:pt x="471" y="198"/>
                </a:cubicBezTo>
                <a:cubicBezTo>
                  <a:pt x="475" y="199"/>
                  <a:pt x="479" y="199"/>
                  <a:pt x="483" y="199"/>
                </a:cubicBezTo>
                <a:cubicBezTo>
                  <a:pt x="498" y="200"/>
                  <a:pt x="506" y="201"/>
                  <a:pt x="506" y="201"/>
                </a:cubicBezTo>
                <a:cubicBezTo>
                  <a:pt x="506" y="201"/>
                  <a:pt x="498" y="201"/>
                  <a:pt x="483" y="201"/>
                </a:cubicBezTo>
                <a:cubicBezTo>
                  <a:pt x="479" y="201"/>
                  <a:pt x="475" y="201"/>
                  <a:pt x="471" y="201"/>
                </a:cubicBezTo>
                <a:cubicBezTo>
                  <a:pt x="466" y="201"/>
                  <a:pt x="461" y="200"/>
                  <a:pt x="456" y="200"/>
                </a:cubicBezTo>
                <a:cubicBezTo>
                  <a:pt x="451" y="200"/>
                  <a:pt x="445" y="200"/>
                  <a:pt x="439" y="200"/>
                </a:cubicBezTo>
                <a:cubicBezTo>
                  <a:pt x="434" y="199"/>
                  <a:pt x="428" y="199"/>
                  <a:pt x="421" y="199"/>
                </a:cubicBezTo>
                <a:cubicBezTo>
                  <a:pt x="408" y="198"/>
                  <a:pt x="395" y="196"/>
                  <a:pt x="380" y="195"/>
                </a:cubicBezTo>
                <a:cubicBezTo>
                  <a:pt x="366" y="193"/>
                  <a:pt x="350" y="191"/>
                  <a:pt x="334" y="188"/>
                </a:cubicBezTo>
                <a:cubicBezTo>
                  <a:pt x="330" y="188"/>
                  <a:pt x="326" y="187"/>
                  <a:pt x="322" y="186"/>
                </a:cubicBezTo>
                <a:cubicBezTo>
                  <a:pt x="318" y="186"/>
                  <a:pt x="314" y="185"/>
                  <a:pt x="310" y="184"/>
                </a:cubicBezTo>
                <a:cubicBezTo>
                  <a:pt x="302" y="182"/>
                  <a:pt x="294" y="181"/>
                  <a:pt x="286" y="179"/>
                </a:cubicBezTo>
                <a:cubicBezTo>
                  <a:pt x="278" y="177"/>
                  <a:pt x="269" y="175"/>
                  <a:pt x="261" y="173"/>
                </a:cubicBezTo>
                <a:cubicBezTo>
                  <a:pt x="257" y="171"/>
                  <a:pt x="253" y="170"/>
                  <a:pt x="249" y="169"/>
                </a:cubicBezTo>
                <a:cubicBezTo>
                  <a:pt x="236" y="165"/>
                  <a:pt x="236" y="165"/>
                  <a:pt x="236" y="165"/>
                </a:cubicBezTo>
                <a:cubicBezTo>
                  <a:pt x="232" y="164"/>
                  <a:pt x="228" y="163"/>
                  <a:pt x="224" y="162"/>
                </a:cubicBezTo>
                <a:cubicBezTo>
                  <a:pt x="212" y="157"/>
                  <a:pt x="212" y="157"/>
                  <a:pt x="212" y="157"/>
                </a:cubicBezTo>
                <a:cubicBezTo>
                  <a:pt x="204" y="155"/>
                  <a:pt x="196" y="152"/>
                  <a:pt x="188" y="149"/>
                </a:cubicBezTo>
                <a:cubicBezTo>
                  <a:pt x="180" y="145"/>
                  <a:pt x="172" y="142"/>
                  <a:pt x="164" y="139"/>
                </a:cubicBezTo>
                <a:cubicBezTo>
                  <a:pt x="157" y="135"/>
                  <a:pt x="149" y="132"/>
                  <a:pt x="142" y="128"/>
                </a:cubicBezTo>
                <a:cubicBezTo>
                  <a:pt x="127" y="121"/>
                  <a:pt x="114" y="113"/>
                  <a:pt x="101" y="106"/>
                </a:cubicBezTo>
                <a:cubicBezTo>
                  <a:pt x="88" y="98"/>
                  <a:pt x="76" y="90"/>
                  <a:pt x="66" y="82"/>
                </a:cubicBezTo>
                <a:cubicBezTo>
                  <a:pt x="55" y="74"/>
                  <a:pt x="46" y="67"/>
                  <a:pt x="38" y="59"/>
                </a:cubicBezTo>
                <a:cubicBezTo>
                  <a:pt x="29" y="52"/>
                  <a:pt x="23" y="46"/>
                  <a:pt x="17" y="40"/>
                </a:cubicBezTo>
                <a:cubicBezTo>
                  <a:pt x="12" y="34"/>
                  <a:pt x="8" y="29"/>
                  <a:pt x="5" y="26"/>
                </a:cubicBezTo>
                <a:cubicBezTo>
                  <a:pt x="2" y="23"/>
                  <a:pt x="0" y="20"/>
                  <a:pt x="0" y="20"/>
                </a:cubicBezTo>
                <a:lnTo>
                  <a:pt x="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 rot="20712158">
            <a:off x="1155878" y="3861744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People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23066" y="3304103"/>
            <a:ext cx="513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Time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 rot="1252184">
            <a:off x="1273926" y="2500566"/>
            <a:ext cx="630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Money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7" name="Freeform 20"/>
          <p:cNvSpPr/>
          <p:nvPr/>
        </p:nvSpPr>
        <p:spPr bwMode="auto">
          <a:xfrm rot="10410518" flipH="1">
            <a:off x="7580889" y="2829114"/>
            <a:ext cx="2514813" cy="945123"/>
          </a:xfrm>
          <a:custGeom>
            <a:avLst/>
            <a:gdLst>
              <a:gd name="T0" fmla="*/ 3 w 1027"/>
              <a:gd name="T1" fmla="*/ 342 h 385"/>
              <a:gd name="T2" fmla="*/ 23 w 1027"/>
              <a:gd name="T3" fmla="*/ 330 h 385"/>
              <a:gd name="T4" fmla="*/ 61 w 1027"/>
              <a:gd name="T5" fmla="*/ 306 h 385"/>
              <a:gd name="T6" fmla="*/ 86 w 1027"/>
              <a:gd name="T7" fmla="*/ 289 h 385"/>
              <a:gd name="T8" fmla="*/ 143 w 1027"/>
              <a:gd name="T9" fmla="*/ 245 h 385"/>
              <a:gd name="T10" fmla="*/ 154 w 1027"/>
              <a:gd name="T11" fmla="*/ 236 h 385"/>
              <a:gd name="T12" fmla="*/ 174 w 1027"/>
              <a:gd name="T13" fmla="*/ 218 h 385"/>
              <a:gd name="T14" fmla="*/ 206 w 1027"/>
              <a:gd name="T15" fmla="*/ 189 h 385"/>
              <a:gd name="T16" fmla="*/ 248 w 1027"/>
              <a:gd name="T17" fmla="*/ 147 h 385"/>
              <a:gd name="T18" fmla="*/ 274 w 1027"/>
              <a:gd name="T19" fmla="*/ 120 h 385"/>
              <a:gd name="T20" fmla="*/ 364 w 1027"/>
              <a:gd name="T21" fmla="*/ 59 h 385"/>
              <a:gd name="T22" fmla="*/ 500 w 1027"/>
              <a:gd name="T23" fmla="*/ 42 h 385"/>
              <a:gd name="T24" fmla="*/ 554 w 1027"/>
              <a:gd name="T25" fmla="*/ 45 h 385"/>
              <a:gd name="T26" fmla="*/ 633 w 1027"/>
              <a:gd name="T27" fmla="*/ 55 h 385"/>
              <a:gd name="T28" fmla="*/ 778 w 1027"/>
              <a:gd name="T29" fmla="*/ 73 h 385"/>
              <a:gd name="T30" fmla="*/ 933 w 1027"/>
              <a:gd name="T31" fmla="*/ 48 h 385"/>
              <a:gd name="T32" fmla="*/ 974 w 1027"/>
              <a:gd name="T33" fmla="*/ 30 h 385"/>
              <a:gd name="T34" fmla="*/ 995 w 1027"/>
              <a:gd name="T35" fmla="*/ 20 h 385"/>
              <a:gd name="T36" fmla="*/ 1016 w 1027"/>
              <a:gd name="T37" fmla="*/ 7 h 385"/>
              <a:gd name="T38" fmla="*/ 1016 w 1027"/>
              <a:gd name="T39" fmla="*/ 7 h 385"/>
              <a:gd name="T40" fmla="*/ 995 w 1027"/>
              <a:gd name="T41" fmla="*/ 21 h 385"/>
              <a:gd name="T42" fmla="*/ 975 w 1027"/>
              <a:gd name="T43" fmla="*/ 33 h 385"/>
              <a:gd name="T44" fmla="*/ 935 w 1027"/>
              <a:gd name="T45" fmla="*/ 52 h 385"/>
              <a:gd name="T46" fmla="*/ 778 w 1027"/>
              <a:gd name="T47" fmla="*/ 84 h 385"/>
              <a:gd name="T48" fmla="*/ 631 w 1027"/>
              <a:gd name="T49" fmla="*/ 72 h 385"/>
              <a:gd name="T50" fmla="*/ 553 w 1027"/>
              <a:gd name="T51" fmla="*/ 66 h 385"/>
              <a:gd name="T52" fmla="*/ 500 w 1027"/>
              <a:gd name="T53" fmla="*/ 65 h 385"/>
              <a:gd name="T54" fmla="*/ 374 w 1027"/>
              <a:gd name="T55" fmla="*/ 86 h 385"/>
              <a:gd name="T56" fmla="*/ 298 w 1027"/>
              <a:gd name="T57" fmla="*/ 143 h 385"/>
              <a:gd name="T58" fmla="*/ 273 w 1027"/>
              <a:gd name="T59" fmla="*/ 171 h 385"/>
              <a:gd name="T60" fmla="*/ 232 w 1027"/>
              <a:gd name="T61" fmla="*/ 215 h 385"/>
              <a:gd name="T62" fmla="*/ 200 w 1027"/>
              <a:gd name="T63" fmla="*/ 247 h 385"/>
              <a:gd name="T64" fmla="*/ 181 w 1027"/>
              <a:gd name="T65" fmla="*/ 266 h 385"/>
              <a:gd name="T66" fmla="*/ 169 w 1027"/>
              <a:gd name="T67" fmla="*/ 276 h 385"/>
              <a:gd name="T68" fmla="*/ 112 w 1027"/>
              <a:gd name="T69" fmla="*/ 324 h 385"/>
              <a:gd name="T70" fmla="*/ 87 w 1027"/>
              <a:gd name="T71" fmla="*/ 343 h 385"/>
              <a:gd name="T72" fmla="*/ 48 w 1027"/>
              <a:gd name="T73" fmla="*/ 370 h 385"/>
              <a:gd name="T74" fmla="*/ 26 w 1027"/>
              <a:gd name="T75" fmla="*/ 384 h 385"/>
              <a:gd name="T76" fmla="*/ 0 w 1027"/>
              <a:gd name="T77" fmla="*/ 343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27" h="385">
                <a:moveTo>
                  <a:pt x="0" y="343"/>
                </a:moveTo>
                <a:cubicBezTo>
                  <a:pt x="0" y="343"/>
                  <a:pt x="1" y="343"/>
                  <a:pt x="3" y="342"/>
                </a:cubicBezTo>
                <a:cubicBezTo>
                  <a:pt x="5" y="341"/>
                  <a:pt x="7" y="339"/>
                  <a:pt x="11" y="337"/>
                </a:cubicBezTo>
                <a:cubicBezTo>
                  <a:pt x="14" y="335"/>
                  <a:pt x="18" y="333"/>
                  <a:pt x="23" y="330"/>
                </a:cubicBezTo>
                <a:cubicBezTo>
                  <a:pt x="28" y="327"/>
                  <a:pt x="34" y="324"/>
                  <a:pt x="40" y="320"/>
                </a:cubicBezTo>
                <a:cubicBezTo>
                  <a:pt x="47" y="316"/>
                  <a:pt x="54" y="311"/>
                  <a:pt x="61" y="306"/>
                </a:cubicBezTo>
                <a:cubicBezTo>
                  <a:pt x="65" y="303"/>
                  <a:pt x="69" y="301"/>
                  <a:pt x="73" y="298"/>
                </a:cubicBezTo>
                <a:cubicBezTo>
                  <a:pt x="78" y="295"/>
                  <a:pt x="82" y="292"/>
                  <a:pt x="86" y="289"/>
                </a:cubicBezTo>
                <a:cubicBezTo>
                  <a:pt x="95" y="282"/>
                  <a:pt x="104" y="276"/>
                  <a:pt x="113" y="269"/>
                </a:cubicBezTo>
                <a:cubicBezTo>
                  <a:pt x="123" y="261"/>
                  <a:pt x="133" y="253"/>
                  <a:pt x="143" y="245"/>
                </a:cubicBezTo>
                <a:cubicBezTo>
                  <a:pt x="145" y="243"/>
                  <a:pt x="148" y="241"/>
                  <a:pt x="151" y="239"/>
                </a:cubicBezTo>
                <a:cubicBezTo>
                  <a:pt x="154" y="236"/>
                  <a:pt x="154" y="236"/>
                  <a:pt x="154" y="236"/>
                </a:cubicBezTo>
                <a:cubicBezTo>
                  <a:pt x="158" y="232"/>
                  <a:pt x="158" y="232"/>
                  <a:pt x="158" y="232"/>
                </a:cubicBezTo>
                <a:cubicBezTo>
                  <a:pt x="163" y="228"/>
                  <a:pt x="169" y="223"/>
                  <a:pt x="174" y="218"/>
                </a:cubicBezTo>
                <a:cubicBezTo>
                  <a:pt x="179" y="214"/>
                  <a:pt x="185" y="209"/>
                  <a:pt x="190" y="204"/>
                </a:cubicBezTo>
                <a:cubicBezTo>
                  <a:pt x="196" y="199"/>
                  <a:pt x="201" y="194"/>
                  <a:pt x="206" y="189"/>
                </a:cubicBezTo>
                <a:cubicBezTo>
                  <a:pt x="217" y="178"/>
                  <a:pt x="228" y="167"/>
                  <a:pt x="239" y="156"/>
                </a:cubicBezTo>
                <a:cubicBezTo>
                  <a:pt x="242" y="153"/>
                  <a:pt x="245" y="150"/>
                  <a:pt x="248" y="147"/>
                </a:cubicBezTo>
                <a:cubicBezTo>
                  <a:pt x="251" y="145"/>
                  <a:pt x="253" y="142"/>
                  <a:pt x="256" y="139"/>
                </a:cubicBezTo>
                <a:cubicBezTo>
                  <a:pt x="262" y="133"/>
                  <a:pt x="268" y="126"/>
                  <a:pt x="274" y="120"/>
                </a:cubicBezTo>
                <a:cubicBezTo>
                  <a:pt x="286" y="108"/>
                  <a:pt x="299" y="96"/>
                  <a:pt x="314" y="85"/>
                </a:cubicBezTo>
                <a:cubicBezTo>
                  <a:pt x="329" y="74"/>
                  <a:pt x="346" y="66"/>
                  <a:pt x="364" y="59"/>
                </a:cubicBezTo>
                <a:cubicBezTo>
                  <a:pt x="399" y="47"/>
                  <a:pt x="437" y="43"/>
                  <a:pt x="473" y="42"/>
                </a:cubicBezTo>
                <a:cubicBezTo>
                  <a:pt x="500" y="42"/>
                  <a:pt x="500" y="42"/>
                  <a:pt x="500" y="42"/>
                </a:cubicBezTo>
                <a:cubicBezTo>
                  <a:pt x="509" y="42"/>
                  <a:pt x="518" y="43"/>
                  <a:pt x="527" y="43"/>
                </a:cubicBezTo>
                <a:cubicBezTo>
                  <a:pt x="536" y="43"/>
                  <a:pt x="545" y="44"/>
                  <a:pt x="554" y="45"/>
                </a:cubicBezTo>
                <a:cubicBezTo>
                  <a:pt x="563" y="46"/>
                  <a:pt x="572" y="47"/>
                  <a:pt x="581" y="48"/>
                </a:cubicBezTo>
                <a:cubicBezTo>
                  <a:pt x="598" y="50"/>
                  <a:pt x="616" y="52"/>
                  <a:pt x="633" y="55"/>
                </a:cubicBezTo>
                <a:cubicBezTo>
                  <a:pt x="650" y="58"/>
                  <a:pt x="667" y="61"/>
                  <a:pt x="683" y="63"/>
                </a:cubicBezTo>
                <a:cubicBezTo>
                  <a:pt x="716" y="69"/>
                  <a:pt x="748" y="72"/>
                  <a:pt x="778" y="73"/>
                </a:cubicBezTo>
                <a:cubicBezTo>
                  <a:pt x="809" y="74"/>
                  <a:pt x="837" y="71"/>
                  <a:pt x="863" y="67"/>
                </a:cubicBezTo>
                <a:cubicBezTo>
                  <a:pt x="890" y="62"/>
                  <a:pt x="913" y="55"/>
                  <a:pt x="933" y="48"/>
                </a:cubicBezTo>
                <a:cubicBezTo>
                  <a:pt x="944" y="44"/>
                  <a:pt x="953" y="40"/>
                  <a:pt x="961" y="36"/>
                </a:cubicBezTo>
                <a:cubicBezTo>
                  <a:pt x="966" y="35"/>
                  <a:pt x="970" y="32"/>
                  <a:pt x="974" y="30"/>
                </a:cubicBezTo>
                <a:cubicBezTo>
                  <a:pt x="978" y="28"/>
                  <a:pt x="981" y="27"/>
                  <a:pt x="985" y="25"/>
                </a:cubicBezTo>
                <a:cubicBezTo>
                  <a:pt x="988" y="23"/>
                  <a:pt x="991" y="21"/>
                  <a:pt x="995" y="20"/>
                </a:cubicBezTo>
                <a:cubicBezTo>
                  <a:pt x="998" y="18"/>
                  <a:pt x="1000" y="16"/>
                  <a:pt x="1003" y="15"/>
                </a:cubicBezTo>
                <a:cubicBezTo>
                  <a:pt x="1008" y="12"/>
                  <a:pt x="1013" y="9"/>
                  <a:pt x="1016" y="7"/>
                </a:cubicBezTo>
                <a:cubicBezTo>
                  <a:pt x="1023" y="3"/>
                  <a:pt x="1027" y="0"/>
                  <a:pt x="1027" y="0"/>
                </a:cubicBezTo>
                <a:cubicBezTo>
                  <a:pt x="1027" y="0"/>
                  <a:pt x="1023" y="3"/>
                  <a:pt x="1016" y="7"/>
                </a:cubicBezTo>
                <a:cubicBezTo>
                  <a:pt x="1013" y="10"/>
                  <a:pt x="1009" y="13"/>
                  <a:pt x="1004" y="16"/>
                </a:cubicBezTo>
                <a:cubicBezTo>
                  <a:pt x="1001" y="18"/>
                  <a:pt x="998" y="19"/>
                  <a:pt x="995" y="21"/>
                </a:cubicBezTo>
                <a:cubicBezTo>
                  <a:pt x="992" y="23"/>
                  <a:pt x="989" y="25"/>
                  <a:pt x="986" y="27"/>
                </a:cubicBezTo>
                <a:cubicBezTo>
                  <a:pt x="982" y="29"/>
                  <a:pt x="979" y="31"/>
                  <a:pt x="975" y="33"/>
                </a:cubicBezTo>
                <a:cubicBezTo>
                  <a:pt x="971" y="35"/>
                  <a:pt x="967" y="37"/>
                  <a:pt x="963" y="39"/>
                </a:cubicBezTo>
                <a:cubicBezTo>
                  <a:pt x="954" y="43"/>
                  <a:pt x="945" y="48"/>
                  <a:pt x="935" y="52"/>
                </a:cubicBezTo>
                <a:cubicBezTo>
                  <a:pt x="915" y="60"/>
                  <a:pt x="891" y="69"/>
                  <a:pt x="865" y="74"/>
                </a:cubicBezTo>
                <a:cubicBezTo>
                  <a:pt x="839" y="80"/>
                  <a:pt x="809" y="84"/>
                  <a:pt x="778" y="84"/>
                </a:cubicBezTo>
                <a:cubicBezTo>
                  <a:pt x="747" y="85"/>
                  <a:pt x="715" y="82"/>
                  <a:pt x="681" y="78"/>
                </a:cubicBezTo>
                <a:cubicBezTo>
                  <a:pt x="664" y="76"/>
                  <a:pt x="648" y="74"/>
                  <a:pt x="631" y="72"/>
                </a:cubicBezTo>
                <a:cubicBezTo>
                  <a:pt x="614" y="70"/>
                  <a:pt x="596" y="69"/>
                  <a:pt x="579" y="67"/>
                </a:cubicBezTo>
                <a:cubicBezTo>
                  <a:pt x="570" y="67"/>
                  <a:pt x="562" y="66"/>
                  <a:pt x="553" y="66"/>
                </a:cubicBezTo>
                <a:cubicBezTo>
                  <a:pt x="544" y="65"/>
                  <a:pt x="535" y="65"/>
                  <a:pt x="527" y="65"/>
                </a:cubicBezTo>
                <a:cubicBezTo>
                  <a:pt x="518" y="65"/>
                  <a:pt x="509" y="65"/>
                  <a:pt x="500" y="65"/>
                </a:cubicBezTo>
                <a:cubicBezTo>
                  <a:pt x="474" y="66"/>
                  <a:pt x="474" y="66"/>
                  <a:pt x="474" y="66"/>
                </a:cubicBezTo>
                <a:cubicBezTo>
                  <a:pt x="439" y="68"/>
                  <a:pt x="405" y="73"/>
                  <a:pt x="374" y="86"/>
                </a:cubicBezTo>
                <a:cubicBezTo>
                  <a:pt x="359" y="92"/>
                  <a:pt x="345" y="100"/>
                  <a:pt x="332" y="110"/>
                </a:cubicBezTo>
                <a:cubicBezTo>
                  <a:pt x="320" y="120"/>
                  <a:pt x="308" y="131"/>
                  <a:pt x="298" y="143"/>
                </a:cubicBezTo>
                <a:cubicBezTo>
                  <a:pt x="292" y="149"/>
                  <a:pt x="287" y="155"/>
                  <a:pt x="281" y="161"/>
                </a:cubicBezTo>
                <a:cubicBezTo>
                  <a:pt x="279" y="164"/>
                  <a:pt x="276" y="168"/>
                  <a:pt x="273" y="171"/>
                </a:cubicBezTo>
                <a:cubicBezTo>
                  <a:pt x="271" y="174"/>
                  <a:pt x="268" y="177"/>
                  <a:pt x="265" y="180"/>
                </a:cubicBezTo>
                <a:cubicBezTo>
                  <a:pt x="254" y="192"/>
                  <a:pt x="243" y="203"/>
                  <a:pt x="232" y="215"/>
                </a:cubicBezTo>
                <a:cubicBezTo>
                  <a:pt x="227" y="221"/>
                  <a:pt x="222" y="226"/>
                  <a:pt x="216" y="231"/>
                </a:cubicBezTo>
                <a:cubicBezTo>
                  <a:pt x="211" y="237"/>
                  <a:pt x="205" y="242"/>
                  <a:pt x="200" y="247"/>
                </a:cubicBezTo>
                <a:cubicBezTo>
                  <a:pt x="195" y="252"/>
                  <a:pt x="190" y="257"/>
                  <a:pt x="185" y="262"/>
                </a:cubicBezTo>
                <a:cubicBezTo>
                  <a:pt x="181" y="266"/>
                  <a:pt x="181" y="266"/>
                  <a:pt x="181" y="266"/>
                </a:cubicBezTo>
                <a:cubicBezTo>
                  <a:pt x="177" y="269"/>
                  <a:pt x="177" y="269"/>
                  <a:pt x="177" y="269"/>
                </a:cubicBezTo>
                <a:cubicBezTo>
                  <a:pt x="174" y="271"/>
                  <a:pt x="172" y="274"/>
                  <a:pt x="169" y="276"/>
                </a:cubicBezTo>
                <a:cubicBezTo>
                  <a:pt x="159" y="285"/>
                  <a:pt x="149" y="293"/>
                  <a:pt x="140" y="302"/>
                </a:cubicBezTo>
                <a:cubicBezTo>
                  <a:pt x="130" y="309"/>
                  <a:pt x="121" y="317"/>
                  <a:pt x="112" y="324"/>
                </a:cubicBezTo>
                <a:cubicBezTo>
                  <a:pt x="108" y="327"/>
                  <a:pt x="104" y="331"/>
                  <a:pt x="99" y="334"/>
                </a:cubicBezTo>
                <a:cubicBezTo>
                  <a:pt x="95" y="337"/>
                  <a:pt x="91" y="340"/>
                  <a:pt x="87" y="343"/>
                </a:cubicBezTo>
                <a:cubicBezTo>
                  <a:pt x="79" y="348"/>
                  <a:pt x="72" y="354"/>
                  <a:pt x="66" y="358"/>
                </a:cubicBezTo>
                <a:cubicBezTo>
                  <a:pt x="59" y="362"/>
                  <a:pt x="53" y="366"/>
                  <a:pt x="48" y="370"/>
                </a:cubicBezTo>
                <a:cubicBezTo>
                  <a:pt x="43" y="373"/>
                  <a:pt x="38" y="376"/>
                  <a:pt x="34" y="379"/>
                </a:cubicBezTo>
                <a:cubicBezTo>
                  <a:pt x="30" y="381"/>
                  <a:pt x="27" y="383"/>
                  <a:pt x="26" y="384"/>
                </a:cubicBezTo>
                <a:cubicBezTo>
                  <a:pt x="24" y="385"/>
                  <a:pt x="23" y="385"/>
                  <a:pt x="23" y="385"/>
                </a:cubicBezTo>
                <a:lnTo>
                  <a:pt x="0" y="3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8" name="Freeform 20"/>
          <p:cNvSpPr/>
          <p:nvPr/>
        </p:nvSpPr>
        <p:spPr bwMode="auto">
          <a:xfrm rot="19902892">
            <a:off x="7161410" y="1643705"/>
            <a:ext cx="2565864" cy="945123"/>
          </a:xfrm>
          <a:custGeom>
            <a:avLst/>
            <a:gdLst>
              <a:gd name="T0" fmla="*/ 3 w 1027"/>
              <a:gd name="T1" fmla="*/ 342 h 385"/>
              <a:gd name="T2" fmla="*/ 23 w 1027"/>
              <a:gd name="T3" fmla="*/ 330 h 385"/>
              <a:gd name="T4" fmla="*/ 61 w 1027"/>
              <a:gd name="T5" fmla="*/ 306 h 385"/>
              <a:gd name="T6" fmla="*/ 86 w 1027"/>
              <a:gd name="T7" fmla="*/ 289 h 385"/>
              <a:gd name="T8" fmla="*/ 143 w 1027"/>
              <a:gd name="T9" fmla="*/ 245 h 385"/>
              <a:gd name="T10" fmla="*/ 154 w 1027"/>
              <a:gd name="T11" fmla="*/ 236 h 385"/>
              <a:gd name="T12" fmla="*/ 174 w 1027"/>
              <a:gd name="T13" fmla="*/ 218 h 385"/>
              <a:gd name="T14" fmla="*/ 206 w 1027"/>
              <a:gd name="T15" fmla="*/ 189 h 385"/>
              <a:gd name="T16" fmla="*/ 248 w 1027"/>
              <a:gd name="T17" fmla="*/ 147 h 385"/>
              <a:gd name="T18" fmla="*/ 274 w 1027"/>
              <a:gd name="T19" fmla="*/ 120 h 385"/>
              <a:gd name="T20" fmla="*/ 364 w 1027"/>
              <a:gd name="T21" fmla="*/ 59 h 385"/>
              <a:gd name="T22" fmla="*/ 500 w 1027"/>
              <a:gd name="T23" fmla="*/ 42 h 385"/>
              <a:gd name="T24" fmla="*/ 554 w 1027"/>
              <a:gd name="T25" fmla="*/ 45 h 385"/>
              <a:gd name="T26" fmla="*/ 633 w 1027"/>
              <a:gd name="T27" fmla="*/ 55 h 385"/>
              <a:gd name="T28" fmla="*/ 778 w 1027"/>
              <a:gd name="T29" fmla="*/ 73 h 385"/>
              <a:gd name="T30" fmla="*/ 933 w 1027"/>
              <a:gd name="T31" fmla="*/ 48 h 385"/>
              <a:gd name="T32" fmla="*/ 974 w 1027"/>
              <a:gd name="T33" fmla="*/ 30 h 385"/>
              <a:gd name="T34" fmla="*/ 995 w 1027"/>
              <a:gd name="T35" fmla="*/ 20 h 385"/>
              <a:gd name="T36" fmla="*/ 1016 w 1027"/>
              <a:gd name="T37" fmla="*/ 7 h 385"/>
              <a:gd name="T38" fmla="*/ 1016 w 1027"/>
              <a:gd name="T39" fmla="*/ 7 h 385"/>
              <a:gd name="T40" fmla="*/ 995 w 1027"/>
              <a:gd name="T41" fmla="*/ 21 h 385"/>
              <a:gd name="T42" fmla="*/ 975 w 1027"/>
              <a:gd name="T43" fmla="*/ 33 h 385"/>
              <a:gd name="T44" fmla="*/ 935 w 1027"/>
              <a:gd name="T45" fmla="*/ 52 h 385"/>
              <a:gd name="T46" fmla="*/ 778 w 1027"/>
              <a:gd name="T47" fmla="*/ 84 h 385"/>
              <a:gd name="T48" fmla="*/ 631 w 1027"/>
              <a:gd name="T49" fmla="*/ 72 h 385"/>
              <a:gd name="T50" fmla="*/ 553 w 1027"/>
              <a:gd name="T51" fmla="*/ 66 h 385"/>
              <a:gd name="T52" fmla="*/ 500 w 1027"/>
              <a:gd name="T53" fmla="*/ 65 h 385"/>
              <a:gd name="T54" fmla="*/ 374 w 1027"/>
              <a:gd name="T55" fmla="*/ 86 h 385"/>
              <a:gd name="T56" fmla="*/ 298 w 1027"/>
              <a:gd name="T57" fmla="*/ 143 h 385"/>
              <a:gd name="T58" fmla="*/ 273 w 1027"/>
              <a:gd name="T59" fmla="*/ 171 h 385"/>
              <a:gd name="T60" fmla="*/ 232 w 1027"/>
              <a:gd name="T61" fmla="*/ 215 h 385"/>
              <a:gd name="T62" fmla="*/ 200 w 1027"/>
              <a:gd name="T63" fmla="*/ 247 h 385"/>
              <a:gd name="T64" fmla="*/ 181 w 1027"/>
              <a:gd name="T65" fmla="*/ 266 h 385"/>
              <a:gd name="T66" fmla="*/ 169 w 1027"/>
              <a:gd name="T67" fmla="*/ 276 h 385"/>
              <a:gd name="T68" fmla="*/ 112 w 1027"/>
              <a:gd name="T69" fmla="*/ 324 h 385"/>
              <a:gd name="T70" fmla="*/ 87 w 1027"/>
              <a:gd name="T71" fmla="*/ 343 h 385"/>
              <a:gd name="T72" fmla="*/ 48 w 1027"/>
              <a:gd name="T73" fmla="*/ 370 h 385"/>
              <a:gd name="T74" fmla="*/ 26 w 1027"/>
              <a:gd name="T75" fmla="*/ 384 h 385"/>
              <a:gd name="T76" fmla="*/ 0 w 1027"/>
              <a:gd name="T77" fmla="*/ 343 h 385"/>
              <a:gd name="connsiteX0" fmla="*/ 0 w 10203"/>
              <a:gd name="connsiteY0" fmla="*/ 9534 h 10000"/>
              <a:gd name="connsiteX1" fmla="*/ 232 w 10203"/>
              <a:gd name="connsiteY1" fmla="*/ 8883 h 10000"/>
              <a:gd name="connsiteX2" fmla="*/ 310 w 10203"/>
              <a:gd name="connsiteY2" fmla="*/ 8753 h 10000"/>
              <a:gd name="connsiteX3" fmla="*/ 427 w 10203"/>
              <a:gd name="connsiteY3" fmla="*/ 8571 h 10000"/>
              <a:gd name="connsiteX4" fmla="*/ 592 w 10203"/>
              <a:gd name="connsiteY4" fmla="*/ 8312 h 10000"/>
              <a:gd name="connsiteX5" fmla="*/ 797 w 10203"/>
              <a:gd name="connsiteY5" fmla="*/ 7948 h 10000"/>
              <a:gd name="connsiteX6" fmla="*/ 914 w 10203"/>
              <a:gd name="connsiteY6" fmla="*/ 7740 h 10000"/>
              <a:gd name="connsiteX7" fmla="*/ 1040 w 10203"/>
              <a:gd name="connsiteY7" fmla="*/ 7506 h 10000"/>
              <a:gd name="connsiteX8" fmla="*/ 1303 w 10203"/>
              <a:gd name="connsiteY8" fmla="*/ 6987 h 10000"/>
              <a:gd name="connsiteX9" fmla="*/ 1595 w 10203"/>
              <a:gd name="connsiteY9" fmla="*/ 6364 h 10000"/>
              <a:gd name="connsiteX10" fmla="*/ 1673 w 10203"/>
              <a:gd name="connsiteY10" fmla="*/ 6208 h 10000"/>
              <a:gd name="connsiteX11" fmla="*/ 1703 w 10203"/>
              <a:gd name="connsiteY11" fmla="*/ 6130 h 10000"/>
              <a:gd name="connsiteX12" fmla="*/ 1741 w 10203"/>
              <a:gd name="connsiteY12" fmla="*/ 6026 h 10000"/>
              <a:gd name="connsiteX13" fmla="*/ 1897 w 10203"/>
              <a:gd name="connsiteY13" fmla="*/ 5662 h 10000"/>
              <a:gd name="connsiteX14" fmla="*/ 2053 w 10203"/>
              <a:gd name="connsiteY14" fmla="*/ 5299 h 10000"/>
              <a:gd name="connsiteX15" fmla="*/ 2209 w 10203"/>
              <a:gd name="connsiteY15" fmla="*/ 4909 h 10000"/>
              <a:gd name="connsiteX16" fmla="*/ 2530 w 10203"/>
              <a:gd name="connsiteY16" fmla="*/ 4052 h 10000"/>
              <a:gd name="connsiteX17" fmla="*/ 2618 w 10203"/>
              <a:gd name="connsiteY17" fmla="*/ 3818 h 10000"/>
              <a:gd name="connsiteX18" fmla="*/ 2696 w 10203"/>
              <a:gd name="connsiteY18" fmla="*/ 3610 h 10000"/>
              <a:gd name="connsiteX19" fmla="*/ 2871 w 10203"/>
              <a:gd name="connsiteY19" fmla="*/ 3117 h 10000"/>
              <a:gd name="connsiteX20" fmla="*/ 3260 w 10203"/>
              <a:gd name="connsiteY20" fmla="*/ 2208 h 10000"/>
              <a:gd name="connsiteX21" fmla="*/ 3747 w 10203"/>
              <a:gd name="connsiteY21" fmla="*/ 1532 h 10000"/>
              <a:gd name="connsiteX22" fmla="*/ 4809 w 10203"/>
              <a:gd name="connsiteY22" fmla="*/ 1091 h 10000"/>
              <a:gd name="connsiteX23" fmla="*/ 5072 w 10203"/>
              <a:gd name="connsiteY23" fmla="*/ 1091 h 10000"/>
              <a:gd name="connsiteX24" fmla="*/ 5334 w 10203"/>
              <a:gd name="connsiteY24" fmla="*/ 1117 h 10000"/>
              <a:gd name="connsiteX25" fmla="*/ 5597 w 10203"/>
              <a:gd name="connsiteY25" fmla="*/ 1169 h 10000"/>
              <a:gd name="connsiteX26" fmla="*/ 5860 w 10203"/>
              <a:gd name="connsiteY26" fmla="*/ 1247 h 10000"/>
              <a:gd name="connsiteX27" fmla="*/ 6367 w 10203"/>
              <a:gd name="connsiteY27" fmla="*/ 1429 h 10000"/>
              <a:gd name="connsiteX28" fmla="*/ 6853 w 10203"/>
              <a:gd name="connsiteY28" fmla="*/ 1636 h 10000"/>
              <a:gd name="connsiteX29" fmla="*/ 7778 w 10203"/>
              <a:gd name="connsiteY29" fmla="*/ 1896 h 10000"/>
              <a:gd name="connsiteX30" fmla="*/ 8606 w 10203"/>
              <a:gd name="connsiteY30" fmla="*/ 1740 h 10000"/>
              <a:gd name="connsiteX31" fmla="*/ 9288 w 10203"/>
              <a:gd name="connsiteY31" fmla="*/ 1247 h 10000"/>
              <a:gd name="connsiteX32" fmla="*/ 9560 w 10203"/>
              <a:gd name="connsiteY32" fmla="*/ 935 h 10000"/>
              <a:gd name="connsiteX33" fmla="*/ 9687 w 10203"/>
              <a:gd name="connsiteY33" fmla="*/ 779 h 10000"/>
              <a:gd name="connsiteX34" fmla="*/ 9794 w 10203"/>
              <a:gd name="connsiteY34" fmla="*/ 649 h 10000"/>
              <a:gd name="connsiteX35" fmla="*/ 9891 w 10203"/>
              <a:gd name="connsiteY35" fmla="*/ 519 h 10000"/>
              <a:gd name="connsiteX36" fmla="*/ 9969 w 10203"/>
              <a:gd name="connsiteY36" fmla="*/ 390 h 10000"/>
              <a:gd name="connsiteX37" fmla="*/ 10096 w 10203"/>
              <a:gd name="connsiteY37" fmla="*/ 182 h 10000"/>
              <a:gd name="connsiteX38" fmla="*/ 10203 w 10203"/>
              <a:gd name="connsiteY38" fmla="*/ 0 h 10000"/>
              <a:gd name="connsiteX39" fmla="*/ 10096 w 10203"/>
              <a:gd name="connsiteY39" fmla="*/ 182 h 10000"/>
              <a:gd name="connsiteX40" fmla="*/ 9979 w 10203"/>
              <a:gd name="connsiteY40" fmla="*/ 416 h 10000"/>
              <a:gd name="connsiteX41" fmla="*/ 9891 w 10203"/>
              <a:gd name="connsiteY41" fmla="*/ 545 h 10000"/>
              <a:gd name="connsiteX42" fmla="*/ 9804 w 10203"/>
              <a:gd name="connsiteY42" fmla="*/ 701 h 10000"/>
              <a:gd name="connsiteX43" fmla="*/ 9697 w 10203"/>
              <a:gd name="connsiteY43" fmla="*/ 857 h 10000"/>
              <a:gd name="connsiteX44" fmla="*/ 9580 w 10203"/>
              <a:gd name="connsiteY44" fmla="*/ 1013 h 10000"/>
              <a:gd name="connsiteX45" fmla="*/ 9307 w 10203"/>
              <a:gd name="connsiteY45" fmla="*/ 1351 h 10000"/>
              <a:gd name="connsiteX46" fmla="*/ 8626 w 10203"/>
              <a:gd name="connsiteY46" fmla="*/ 1922 h 10000"/>
              <a:gd name="connsiteX47" fmla="*/ 7778 w 10203"/>
              <a:gd name="connsiteY47" fmla="*/ 2182 h 10000"/>
              <a:gd name="connsiteX48" fmla="*/ 6834 w 10203"/>
              <a:gd name="connsiteY48" fmla="*/ 2026 h 10000"/>
              <a:gd name="connsiteX49" fmla="*/ 6347 w 10203"/>
              <a:gd name="connsiteY49" fmla="*/ 1870 h 10000"/>
              <a:gd name="connsiteX50" fmla="*/ 5841 w 10203"/>
              <a:gd name="connsiteY50" fmla="*/ 1740 h 10000"/>
              <a:gd name="connsiteX51" fmla="*/ 5588 w 10203"/>
              <a:gd name="connsiteY51" fmla="*/ 1714 h 10000"/>
              <a:gd name="connsiteX52" fmla="*/ 5334 w 10203"/>
              <a:gd name="connsiteY52" fmla="*/ 1688 h 10000"/>
              <a:gd name="connsiteX53" fmla="*/ 5072 w 10203"/>
              <a:gd name="connsiteY53" fmla="*/ 1688 h 10000"/>
              <a:gd name="connsiteX54" fmla="*/ 4818 w 10203"/>
              <a:gd name="connsiteY54" fmla="*/ 1714 h 10000"/>
              <a:gd name="connsiteX55" fmla="*/ 3845 w 10203"/>
              <a:gd name="connsiteY55" fmla="*/ 2234 h 10000"/>
              <a:gd name="connsiteX56" fmla="*/ 3436 w 10203"/>
              <a:gd name="connsiteY56" fmla="*/ 2857 h 10000"/>
              <a:gd name="connsiteX57" fmla="*/ 3105 w 10203"/>
              <a:gd name="connsiteY57" fmla="*/ 3714 h 10000"/>
              <a:gd name="connsiteX58" fmla="*/ 2939 w 10203"/>
              <a:gd name="connsiteY58" fmla="*/ 4182 h 10000"/>
              <a:gd name="connsiteX59" fmla="*/ 2861 w 10203"/>
              <a:gd name="connsiteY59" fmla="*/ 4442 h 10000"/>
              <a:gd name="connsiteX60" fmla="*/ 2783 w 10203"/>
              <a:gd name="connsiteY60" fmla="*/ 4675 h 10000"/>
              <a:gd name="connsiteX61" fmla="*/ 2462 w 10203"/>
              <a:gd name="connsiteY61" fmla="*/ 5584 h 10000"/>
              <a:gd name="connsiteX62" fmla="*/ 2306 w 10203"/>
              <a:gd name="connsiteY62" fmla="*/ 6000 h 10000"/>
              <a:gd name="connsiteX63" fmla="*/ 2150 w 10203"/>
              <a:gd name="connsiteY63" fmla="*/ 6416 h 10000"/>
              <a:gd name="connsiteX64" fmla="*/ 2004 w 10203"/>
              <a:gd name="connsiteY64" fmla="*/ 6805 h 10000"/>
              <a:gd name="connsiteX65" fmla="*/ 1965 w 10203"/>
              <a:gd name="connsiteY65" fmla="*/ 6909 h 10000"/>
              <a:gd name="connsiteX66" fmla="*/ 1926 w 10203"/>
              <a:gd name="connsiteY66" fmla="*/ 6987 h 10000"/>
              <a:gd name="connsiteX67" fmla="*/ 1849 w 10203"/>
              <a:gd name="connsiteY67" fmla="*/ 7169 h 10000"/>
              <a:gd name="connsiteX68" fmla="*/ 1566 w 10203"/>
              <a:gd name="connsiteY68" fmla="*/ 7844 h 10000"/>
              <a:gd name="connsiteX69" fmla="*/ 1294 w 10203"/>
              <a:gd name="connsiteY69" fmla="*/ 8416 h 10000"/>
              <a:gd name="connsiteX70" fmla="*/ 1167 w 10203"/>
              <a:gd name="connsiteY70" fmla="*/ 8675 h 10000"/>
              <a:gd name="connsiteX71" fmla="*/ 1050 w 10203"/>
              <a:gd name="connsiteY71" fmla="*/ 8909 h 10000"/>
              <a:gd name="connsiteX72" fmla="*/ 846 w 10203"/>
              <a:gd name="connsiteY72" fmla="*/ 9299 h 10000"/>
              <a:gd name="connsiteX73" fmla="*/ 670 w 10203"/>
              <a:gd name="connsiteY73" fmla="*/ 9610 h 10000"/>
              <a:gd name="connsiteX74" fmla="*/ 534 w 10203"/>
              <a:gd name="connsiteY74" fmla="*/ 9844 h 10000"/>
              <a:gd name="connsiteX75" fmla="*/ 456 w 10203"/>
              <a:gd name="connsiteY75" fmla="*/ 9974 h 10000"/>
              <a:gd name="connsiteX76" fmla="*/ 427 w 10203"/>
              <a:gd name="connsiteY76" fmla="*/ 10000 h 10000"/>
              <a:gd name="connsiteX77" fmla="*/ 0 w 10203"/>
              <a:gd name="connsiteY77" fmla="*/ 9534 h 10000"/>
              <a:gd name="connsiteX0-1" fmla="*/ 0 w 10203"/>
              <a:gd name="connsiteY0-2" fmla="*/ 9534 h 10000"/>
              <a:gd name="connsiteX1-3" fmla="*/ 51 w 10203"/>
              <a:gd name="connsiteY1-4" fmla="*/ 9139 h 10000"/>
              <a:gd name="connsiteX2-5" fmla="*/ 310 w 10203"/>
              <a:gd name="connsiteY2-6" fmla="*/ 8753 h 10000"/>
              <a:gd name="connsiteX3-7" fmla="*/ 427 w 10203"/>
              <a:gd name="connsiteY3-8" fmla="*/ 8571 h 10000"/>
              <a:gd name="connsiteX4-9" fmla="*/ 592 w 10203"/>
              <a:gd name="connsiteY4-10" fmla="*/ 8312 h 10000"/>
              <a:gd name="connsiteX5-11" fmla="*/ 797 w 10203"/>
              <a:gd name="connsiteY5-12" fmla="*/ 7948 h 10000"/>
              <a:gd name="connsiteX6-13" fmla="*/ 914 w 10203"/>
              <a:gd name="connsiteY6-14" fmla="*/ 7740 h 10000"/>
              <a:gd name="connsiteX7-15" fmla="*/ 1040 w 10203"/>
              <a:gd name="connsiteY7-16" fmla="*/ 7506 h 10000"/>
              <a:gd name="connsiteX8-17" fmla="*/ 1303 w 10203"/>
              <a:gd name="connsiteY8-18" fmla="*/ 6987 h 10000"/>
              <a:gd name="connsiteX9-19" fmla="*/ 1595 w 10203"/>
              <a:gd name="connsiteY9-20" fmla="*/ 6364 h 10000"/>
              <a:gd name="connsiteX10-21" fmla="*/ 1673 w 10203"/>
              <a:gd name="connsiteY10-22" fmla="*/ 6208 h 10000"/>
              <a:gd name="connsiteX11-23" fmla="*/ 1703 w 10203"/>
              <a:gd name="connsiteY11-24" fmla="*/ 6130 h 10000"/>
              <a:gd name="connsiteX12-25" fmla="*/ 1741 w 10203"/>
              <a:gd name="connsiteY12-26" fmla="*/ 6026 h 10000"/>
              <a:gd name="connsiteX13-27" fmla="*/ 1897 w 10203"/>
              <a:gd name="connsiteY13-28" fmla="*/ 5662 h 10000"/>
              <a:gd name="connsiteX14-29" fmla="*/ 2053 w 10203"/>
              <a:gd name="connsiteY14-30" fmla="*/ 5299 h 10000"/>
              <a:gd name="connsiteX15-31" fmla="*/ 2209 w 10203"/>
              <a:gd name="connsiteY15-32" fmla="*/ 4909 h 10000"/>
              <a:gd name="connsiteX16-33" fmla="*/ 2530 w 10203"/>
              <a:gd name="connsiteY16-34" fmla="*/ 4052 h 10000"/>
              <a:gd name="connsiteX17-35" fmla="*/ 2618 w 10203"/>
              <a:gd name="connsiteY17-36" fmla="*/ 3818 h 10000"/>
              <a:gd name="connsiteX18-37" fmla="*/ 2696 w 10203"/>
              <a:gd name="connsiteY18-38" fmla="*/ 3610 h 10000"/>
              <a:gd name="connsiteX19-39" fmla="*/ 2871 w 10203"/>
              <a:gd name="connsiteY19-40" fmla="*/ 3117 h 10000"/>
              <a:gd name="connsiteX20-41" fmla="*/ 3260 w 10203"/>
              <a:gd name="connsiteY20-42" fmla="*/ 2208 h 10000"/>
              <a:gd name="connsiteX21-43" fmla="*/ 3747 w 10203"/>
              <a:gd name="connsiteY21-44" fmla="*/ 1532 h 10000"/>
              <a:gd name="connsiteX22-45" fmla="*/ 4809 w 10203"/>
              <a:gd name="connsiteY22-46" fmla="*/ 1091 h 10000"/>
              <a:gd name="connsiteX23-47" fmla="*/ 5072 w 10203"/>
              <a:gd name="connsiteY23-48" fmla="*/ 1091 h 10000"/>
              <a:gd name="connsiteX24-49" fmla="*/ 5334 w 10203"/>
              <a:gd name="connsiteY24-50" fmla="*/ 1117 h 10000"/>
              <a:gd name="connsiteX25-51" fmla="*/ 5597 w 10203"/>
              <a:gd name="connsiteY25-52" fmla="*/ 1169 h 10000"/>
              <a:gd name="connsiteX26-53" fmla="*/ 5860 w 10203"/>
              <a:gd name="connsiteY26-54" fmla="*/ 1247 h 10000"/>
              <a:gd name="connsiteX27-55" fmla="*/ 6367 w 10203"/>
              <a:gd name="connsiteY27-56" fmla="*/ 1429 h 10000"/>
              <a:gd name="connsiteX28-57" fmla="*/ 6853 w 10203"/>
              <a:gd name="connsiteY28-58" fmla="*/ 1636 h 10000"/>
              <a:gd name="connsiteX29-59" fmla="*/ 7778 w 10203"/>
              <a:gd name="connsiteY29-60" fmla="*/ 1896 h 10000"/>
              <a:gd name="connsiteX30-61" fmla="*/ 8606 w 10203"/>
              <a:gd name="connsiteY30-62" fmla="*/ 1740 h 10000"/>
              <a:gd name="connsiteX31-63" fmla="*/ 9288 w 10203"/>
              <a:gd name="connsiteY31-64" fmla="*/ 1247 h 10000"/>
              <a:gd name="connsiteX32-65" fmla="*/ 9560 w 10203"/>
              <a:gd name="connsiteY32-66" fmla="*/ 935 h 10000"/>
              <a:gd name="connsiteX33-67" fmla="*/ 9687 w 10203"/>
              <a:gd name="connsiteY33-68" fmla="*/ 779 h 10000"/>
              <a:gd name="connsiteX34-69" fmla="*/ 9794 w 10203"/>
              <a:gd name="connsiteY34-70" fmla="*/ 649 h 10000"/>
              <a:gd name="connsiteX35-71" fmla="*/ 9891 w 10203"/>
              <a:gd name="connsiteY35-72" fmla="*/ 519 h 10000"/>
              <a:gd name="connsiteX36-73" fmla="*/ 9969 w 10203"/>
              <a:gd name="connsiteY36-74" fmla="*/ 390 h 10000"/>
              <a:gd name="connsiteX37-75" fmla="*/ 10096 w 10203"/>
              <a:gd name="connsiteY37-76" fmla="*/ 182 h 10000"/>
              <a:gd name="connsiteX38-77" fmla="*/ 10203 w 10203"/>
              <a:gd name="connsiteY38-78" fmla="*/ 0 h 10000"/>
              <a:gd name="connsiteX39-79" fmla="*/ 10096 w 10203"/>
              <a:gd name="connsiteY39-80" fmla="*/ 182 h 10000"/>
              <a:gd name="connsiteX40-81" fmla="*/ 9979 w 10203"/>
              <a:gd name="connsiteY40-82" fmla="*/ 416 h 10000"/>
              <a:gd name="connsiteX41-83" fmla="*/ 9891 w 10203"/>
              <a:gd name="connsiteY41-84" fmla="*/ 545 h 10000"/>
              <a:gd name="connsiteX42-85" fmla="*/ 9804 w 10203"/>
              <a:gd name="connsiteY42-86" fmla="*/ 701 h 10000"/>
              <a:gd name="connsiteX43-87" fmla="*/ 9697 w 10203"/>
              <a:gd name="connsiteY43-88" fmla="*/ 857 h 10000"/>
              <a:gd name="connsiteX44-89" fmla="*/ 9580 w 10203"/>
              <a:gd name="connsiteY44-90" fmla="*/ 1013 h 10000"/>
              <a:gd name="connsiteX45-91" fmla="*/ 9307 w 10203"/>
              <a:gd name="connsiteY45-92" fmla="*/ 1351 h 10000"/>
              <a:gd name="connsiteX46-93" fmla="*/ 8626 w 10203"/>
              <a:gd name="connsiteY46-94" fmla="*/ 1922 h 10000"/>
              <a:gd name="connsiteX47-95" fmla="*/ 7778 w 10203"/>
              <a:gd name="connsiteY47-96" fmla="*/ 2182 h 10000"/>
              <a:gd name="connsiteX48-97" fmla="*/ 6834 w 10203"/>
              <a:gd name="connsiteY48-98" fmla="*/ 2026 h 10000"/>
              <a:gd name="connsiteX49-99" fmla="*/ 6347 w 10203"/>
              <a:gd name="connsiteY49-100" fmla="*/ 1870 h 10000"/>
              <a:gd name="connsiteX50-101" fmla="*/ 5841 w 10203"/>
              <a:gd name="connsiteY50-102" fmla="*/ 1740 h 10000"/>
              <a:gd name="connsiteX51-103" fmla="*/ 5588 w 10203"/>
              <a:gd name="connsiteY51-104" fmla="*/ 1714 h 10000"/>
              <a:gd name="connsiteX52-105" fmla="*/ 5334 w 10203"/>
              <a:gd name="connsiteY52-106" fmla="*/ 1688 h 10000"/>
              <a:gd name="connsiteX53-107" fmla="*/ 5072 w 10203"/>
              <a:gd name="connsiteY53-108" fmla="*/ 1688 h 10000"/>
              <a:gd name="connsiteX54-109" fmla="*/ 4818 w 10203"/>
              <a:gd name="connsiteY54-110" fmla="*/ 1714 h 10000"/>
              <a:gd name="connsiteX55-111" fmla="*/ 3845 w 10203"/>
              <a:gd name="connsiteY55-112" fmla="*/ 2234 h 10000"/>
              <a:gd name="connsiteX56-113" fmla="*/ 3436 w 10203"/>
              <a:gd name="connsiteY56-114" fmla="*/ 2857 h 10000"/>
              <a:gd name="connsiteX57-115" fmla="*/ 3105 w 10203"/>
              <a:gd name="connsiteY57-116" fmla="*/ 3714 h 10000"/>
              <a:gd name="connsiteX58-117" fmla="*/ 2939 w 10203"/>
              <a:gd name="connsiteY58-118" fmla="*/ 4182 h 10000"/>
              <a:gd name="connsiteX59-119" fmla="*/ 2861 w 10203"/>
              <a:gd name="connsiteY59-120" fmla="*/ 4442 h 10000"/>
              <a:gd name="connsiteX60-121" fmla="*/ 2783 w 10203"/>
              <a:gd name="connsiteY60-122" fmla="*/ 4675 h 10000"/>
              <a:gd name="connsiteX61-123" fmla="*/ 2462 w 10203"/>
              <a:gd name="connsiteY61-124" fmla="*/ 5584 h 10000"/>
              <a:gd name="connsiteX62-125" fmla="*/ 2306 w 10203"/>
              <a:gd name="connsiteY62-126" fmla="*/ 6000 h 10000"/>
              <a:gd name="connsiteX63-127" fmla="*/ 2150 w 10203"/>
              <a:gd name="connsiteY63-128" fmla="*/ 6416 h 10000"/>
              <a:gd name="connsiteX64-129" fmla="*/ 2004 w 10203"/>
              <a:gd name="connsiteY64-130" fmla="*/ 6805 h 10000"/>
              <a:gd name="connsiteX65-131" fmla="*/ 1965 w 10203"/>
              <a:gd name="connsiteY65-132" fmla="*/ 6909 h 10000"/>
              <a:gd name="connsiteX66-133" fmla="*/ 1926 w 10203"/>
              <a:gd name="connsiteY66-134" fmla="*/ 6987 h 10000"/>
              <a:gd name="connsiteX67-135" fmla="*/ 1849 w 10203"/>
              <a:gd name="connsiteY67-136" fmla="*/ 7169 h 10000"/>
              <a:gd name="connsiteX68-137" fmla="*/ 1566 w 10203"/>
              <a:gd name="connsiteY68-138" fmla="*/ 7844 h 10000"/>
              <a:gd name="connsiteX69-139" fmla="*/ 1294 w 10203"/>
              <a:gd name="connsiteY69-140" fmla="*/ 8416 h 10000"/>
              <a:gd name="connsiteX70-141" fmla="*/ 1167 w 10203"/>
              <a:gd name="connsiteY70-142" fmla="*/ 8675 h 10000"/>
              <a:gd name="connsiteX71-143" fmla="*/ 1050 w 10203"/>
              <a:gd name="connsiteY71-144" fmla="*/ 8909 h 10000"/>
              <a:gd name="connsiteX72-145" fmla="*/ 846 w 10203"/>
              <a:gd name="connsiteY72-146" fmla="*/ 9299 h 10000"/>
              <a:gd name="connsiteX73-147" fmla="*/ 670 w 10203"/>
              <a:gd name="connsiteY73-148" fmla="*/ 9610 h 10000"/>
              <a:gd name="connsiteX74-149" fmla="*/ 534 w 10203"/>
              <a:gd name="connsiteY74-150" fmla="*/ 9844 h 10000"/>
              <a:gd name="connsiteX75-151" fmla="*/ 456 w 10203"/>
              <a:gd name="connsiteY75-152" fmla="*/ 9974 h 10000"/>
              <a:gd name="connsiteX76-153" fmla="*/ 427 w 10203"/>
              <a:gd name="connsiteY76-154" fmla="*/ 10000 h 10000"/>
              <a:gd name="connsiteX77-155" fmla="*/ 0 w 10203"/>
              <a:gd name="connsiteY77-156" fmla="*/ 9534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</a:cxnLst>
            <a:rect l="l" t="t" r="r" b="b"/>
            <a:pathLst>
              <a:path w="10203" h="10000">
                <a:moveTo>
                  <a:pt x="0" y="9534"/>
                </a:moveTo>
                <a:cubicBezTo>
                  <a:pt x="0" y="9534"/>
                  <a:pt x="-1" y="9269"/>
                  <a:pt x="51" y="9139"/>
                </a:cubicBezTo>
                <a:cubicBezTo>
                  <a:pt x="103" y="9009"/>
                  <a:pt x="271" y="8805"/>
                  <a:pt x="310" y="8753"/>
                </a:cubicBezTo>
                <a:cubicBezTo>
                  <a:pt x="339" y="8701"/>
                  <a:pt x="378" y="8649"/>
                  <a:pt x="427" y="8571"/>
                </a:cubicBezTo>
                <a:cubicBezTo>
                  <a:pt x="476" y="8494"/>
                  <a:pt x="534" y="8416"/>
                  <a:pt x="592" y="8312"/>
                </a:cubicBezTo>
                <a:cubicBezTo>
                  <a:pt x="661" y="8208"/>
                  <a:pt x="729" y="8078"/>
                  <a:pt x="797" y="7948"/>
                </a:cubicBezTo>
                <a:cubicBezTo>
                  <a:pt x="836" y="7870"/>
                  <a:pt x="875" y="7818"/>
                  <a:pt x="914" y="7740"/>
                </a:cubicBezTo>
                <a:cubicBezTo>
                  <a:pt x="962" y="7662"/>
                  <a:pt x="1001" y="7584"/>
                  <a:pt x="1040" y="7506"/>
                </a:cubicBezTo>
                <a:cubicBezTo>
                  <a:pt x="1128" y="7325"/>
                  <a:pt x="1216" y="7169"/>
                  <a:pt x="1303" y="6987"/>
                </a:cubicBezTo>
                <a:cubicBezTo>
                  <a:pt x="1401" y="6779"/>
                  <a:pt x="1498" y="6571"/>
                  <a:pt x="1595" y="6364"/>
                </a:cubicBezTo>
                <a:cubicBezTo>
                  <a:pt x="1615" y="6312"/>
                  <a:pt x="1644" y="6260"/>
                  <a:pt x="1673" y="6208"/>
                </a:cubicBezTo>
                <a:lnTo>
                  <a:pt x="1703" y="6130"/>
                </a:lnTo>
                <a:cubicBezTo>
                  <a:pt x="1716" y="6095"/>
                  <a:pt x="1728" y="6061"/>
                  <a:pt x="1741" y="6026"/>
                </a:cubicBezTo>
                <a:cubicBezTo>
                  <a:pt x="1790" y="5922"/>
                  <a:pt x="1849" y="5792"/>
                  <a:pt x="1897" y="5662"/>
                </a:cubicBezTo>
                <a:cubicBezTo>
                  <a:pt x="1946" y="5558"/>
                  <a:pt x="2004" y="5429"/>
                  <a:pt x="2053" y="5299"/>
                </a:cubicBezTo>
                <a:cubicBezTo>
                  <a:pt x="2111" y="5169"/>
                  <a:pt x="2160" y="5039"/>
                  <a:pt x="2209" y="4909"/>
                </a:cubicBezTo>
                <a:lnTo>
                  <a:pt x="2530" y="4052"/>
                </a:lnTo>
                <a:cubicBezTo>
                  <a:pt x="2559" y="3974"/>
                  <a:pt x="2589" y="3896"/>
                  <a:pt x="2618" y="3818"/>
                </a:cubicBezTo>
                <a:cubicBezTo>
                  <a:pt x="2647" y="3766"/>
                  <a:pt x="2666" y="3688"/>
                  <a:pt x="2696" y="3610"/>
                </a:cubicBezTo>
                <a:cubicBezTo>
                  <a:pt x="2754" y="3455"/>
                  <a:pt x="2813" y="3273"/>
                  <a:pt x="2871" y="3117"/>
                </a:cubicBezTo>
                <a:cubicBezTo>
                  <a:pt x="2988" y="2805"/>
                  <a:pt x="3114" y="2494"/>
                  <a:pt x="3260" y="2208"/>
                </a:cubicBezTo>
                <a:cubicBezTo>
                  <a:pt x="3407" y="1922"/>
                  <a:pt x="3572" y="1714"/>
                  <a:pt x="3747" y="1532"/>
                </a:cubicBezTo>
                <a:cubicBezTo>
                  <a:pt x="4088" y="1221"/>
                  <a:pt x="4458" y="1117"/>
                  <a:pt x="4809" y="1091"/>
                </a:cubicBezTo>
                <a:lnTo>
                  <a:pt x="5072" y="1091"/>
                </a:lnTo>
                <a:cubicBezTo>
                  <a:pt x="5159" y="1091"/>
                  <a:pt x="5247" y="1117"/>
                  <a:pt x="5334" y="1117"/>
                </a:cubicBezTo>
                <a:cubicBezTo>
                  <a:pt x="5422" y="1117"/>
                  <a:pt x="5510" y="1143"/>
                  <a:pt x="5597" y="1169"/>
                </a:cubicBezTo>
                <a:lnTo>
                  <a:pt x="5860" y="1247"/>
                </a:lnTo>
                <a:cubicBezTo>
                  <a:pt x="6026" y="1299"/>
                  <a:pt x="6201" y="1351"/>
                  <a:pt x="6367" y="1429"/>
                </a:cubicBezTo>
                <a:cubicBezTo>
                  <a:pt x="6532" y="1506"/>
                  <a:pt x="6698" y="1584"/>
                  <a:pt x="6853" y="1636"/>
                </a:cubicBezTo>
                <a:cubicBezTo>
                  <a:pt x="7175" y="1792"/>
                  <a:pt x="7486" y="1870"/>
                  <a:pt x="7778" y="1896"/>
                </a:cubicBezTo>
                <a:cubicBezTo>
                  <a:pt x="8080" y="1922"/>
                  <a:pt x="8353" y="1844"/>
                  <a:pt x="8606" y="1740"/>
                </a:cubicBezTo>
                <a:cubicBezTo>
                  <a:pt x="8869" y="1610"/>
                  <a:pt x="9093" y="1429"/>
                  <a:pt x="9288" y="1247"/>
                </a:cubicBezTo>
                <a:cubicBezTo>
                  <a:pt x="9395" y="1143"/>
                  <a:pt x="9482" y="1039"/>
                  <a:pt x="9560" y="935"/>
                </a:cubicBezTo>
                <a:cubicBezTo>
                  <a:pt x="9609" y="909"/>
                  <a:pt x="9648" y="831"/>
                  <a:pt x="9687" y="779"/>
                </a:cubicBezTo>
                <a:cubicBezTo>
                  <a:pt x="9726" y="727"/>
                  <a:pt x="9755" y="701"/>
                  <a:pt x="9794" y="649"/>
                </a:cubicBezTo>
                <a:cubicBezTo>
                  <a:pt x="9823" y="597"/>
                  <a:pt x="9852" y="545"/>
                  <a:pt x="9891" y="519"/>
                </a:cubicBezTo>
                <a:cubicBezTo>
                  <a:pt x="9921" y="468"/>
                  <a:pt x="9940" y="416"/>
                  <a:pt x="9969" y="390"/>
                </a:cubicBezTo>
                <a:cubicBezTo>
                  <a:pt x="10018" y="312"/>
                  <a:pt x="10067" y="234"/>
                  <a:pt x="10096" y="182"/>
                </a:cubicBezTo>
                <a:cubicBezTo>
                  <a:pt x="10164" y="78"/>
                  <a:pt x="10203" y="0"/>
                  <a:pt x="10203" y="0"/>
                </a:cubicBezTo>
                <a:cubicBezTo>
                  <a:pt x="10203" y="0"/>
                  <a:pt x="10164" y="78"/>
                  <a:pt x="10096" y="182"/>
                </a:cubicBezTo>
                <a:cubicBezTo>
                  <a:pt x="10067" y="260"/>
                  <a:pt x="10028" y="338"/>
                  <a:pt x="9979" y="416"/>
                </a:cubicBezTo>
                <a:cubicBezTo>
                  <a:pt x="9950" y="468"/>
                  <a:pt x="9921" y="494"/>
                  <a:pt x="9891" y="545"/>
                </a:cubicBezTo>
                <a:lnTo>
                  <a:pt x="9804" y="701"/>
                </a:lnTo>
                <a:cubicBezTo>
                  <a:pt x="9765" y="753"/>
                  <a:pt x="9736" y="805"/>
                  <a:pt x="9697" y="857"/>
                </a:cubicBezTo>
                <a:lnTo>
                  <a:pt x="9580" y="1013"/>
                </a:lnTo>
                <a:cubicBezTo>
                  <a:pt x="9492" y="1117"/>
                  <a:pt x="9405" y="1247"/>
                  <a:pt x="9307" y="1351"/>
                </a:cubicBezTo>
                <a:cubicBezTo>
                  <a:pt x="9112" y="1558"/>
                  <a:pt x="8879" y="1792"/>
                  <a:pt x="8626" y="1922"/>
                </a:cubicBezTo>
                <a:cubicBezTo>
                  <a:pt x="8372" y="2078"/>
                  <a:pt x="8080" y="2182"/>
                  <a:pt x="7778" y="2182"/>
                </a:cubicBezTo>
                <a:cubicBezTo>
                  <a:pt x="7477" y="2208"/>
                  <a:pt x="7165" y="2130"/>
                  <a:pt x="6834" y="2026"/>
                </a:cubicBezTo>
                <a:lnTo>
                  <a:pt x="6347" y="1870"/>
                </a:lnTo>
                <a:cubicBezTo>
                  <a:pt x="6182" y="1818"/>
                  <a:pt x="6006" y="1792"/>
                  <a:pt x="5841" y="1740"/>
                </a:cubicBezTo>
                <a:cubicBezTo>
                  <a:pt x="5753" y="1740"/>
                  <a:pt x="5675" y="1714"/>
                  <a:pt x="5588" y="1714"/>
                </a:cubicBezTo>
                <a:cubicBezTo>
                  <a:pt x="5500" y="1688"/>
                  <a:pt x="5412" y="1688"/>
                  <a:pt x="5334" y="1688"/>
                </a:cubicBezTo>
                <a:lnTo>
                  <a:pt x="5072" y="1688"/>
                </a:lnTo>
                <a:lnTo>
                  <a:pt x="4818" y="1714"/>
                </a:lnTo>
                <a:cubicBezTo>
                  <a:pt x="4478" y="1766"/>
                  <a:pt x="4147" y="1896"/>
                  <a:pt x="3845" y="2234"/>
                </a:cubicBezTo>
                <a:cubicBezTo>
                  <a:pt x="3699" y="2390"/>
                  <a:pt x="3562" y="2597"/>
                  <a:pt x="3436" y="2857"/>
                </a:cubicBezTo>
                <a:cubicBezTo>
                  <a:pt x="3319" y="3117"/>
                  <a:pt x="3202" y="3403"/>
                  <a:pt x="3105" y="3714"/>
                </a:cubicBezTo>
                <a:cubicBezTo>
                  <a:pt x="3046" y="3870"/>
                  <a:pt x="2998" y="4026"/>
                  <a:pt x="2939" y="4182"/>
                </a:cubicBezTo>
                <a:cubicBezTo>
                  <a:pt x="2920" y="4260"/>
                  <a:pt x="2890" y="4364"/>
                  <a:pt x="2861" y="4442"/>
                </a:cubicBezTo>
                <a:cubicBezTo>
                  <a:pt x="2842" y="4519"/>
                  <a:pt x="2813" y="4597"/>
                  <a:pt x="2783" y="4675"/>
                </a:cubicBezTo>
                <a:cubicBezTo>
                  <a:pt x="2676" y="4987"/>
                  <a:pt x="2569" y="5273"/>
                  <a:pt x="2462" y="5584"/>
                </a:cubicBezTo>
                <a:cubicBezTo>
                  <a:pt x="2413" y="5740"/>
                  <a:pt x="2365" y="5870"/>
                  <a:pt x="2306" y="6000"/>
                </a:cubicBezTo>
                <a:cubicBezTo>
                  <a:pt x="2258" y="6156"/>
                  <a:pt x="2199" y="6286"/>
                  <a:pt x="2150" y="6416"/>
                </a:cubicBezTo>
                <a:cubicBezTo>
                  <a:pt x="2102" y="6545"/>
                  <a:pt x="2053" y="6675"/>
                  <a:pt x="2004" y="6805"/>
                </a:cubicBezTo>
                <a:cubicBezTo>
                  <a:pt x="1991" y="6840"/>
                  <a:pt x="1978" y="6874"/>
                  <a:pt x="1965" y="6909"/>
                </a:cubicBezTo>
                <a:lnTo>
                  <a:pt x="1926" y="6987"/>
                </a:lnTo>
                <a:cubicBezTo>
                  <a:pt x="1897" y="7039"/>
                  <a:pt x="1878" y="7117"/>
                  <a:pt x="1849" y="7169"/>
                </a:cubicBezTo>
                <a:cubicBezTo>
                  <a:pt x="1751" y="7403"/>
                  <a:pt x="1654" y="7610"/>
                  <a:pt x="1566" y="7844"/>
                </a:cubicBezTo>
                <a:cubicBezTo>
                  <a:pt x="1469" y="8026"/>
                  <a:pt x="1381" y="8234"/>
                  <a:pt x="1294" y="8416"/>
                </a:cubicBezTo>
                <a:cubicBezTo>
                  <a:pt x="1255" y="8494"/>
                  <a:pt x="1216" y="8597"/>
                  <a:pt x="1167" y="8675"/>
                </a:cubicBezTo>
                <a:lnTo>
                  <a:pt x="1050" y="8909"/>
                </a:lnTo>
                <a:cubicBezTo>
                  <a:pt x="972" y="9039"/>
                  <a:pt x="904" y="9195"/>
                  <a:pt x="846" y="9299"/>
                </a:cubicBezTo>
                <a:cubicBezTo>
                  <a:pt x="777" y="9403"/>
                  <a:pt x="719" y="9506"/>
                  <a:pt x="670" y="9610"/>
                </a:cubicBezTo>
                <a:cubicBezTo>
                  <a:pt x="622" y="9688"/>
                  <a:pt x="573" y="9766"/>
                  <a:pt x="534" y="9844"/>
                </a:cubicBezTo>
                <a:cubicBezTo>
                  <a:pt x="495" y="9896"/>
                  <a:pt x="466" y="9948"/>
                  <a:pt x="456" y="9974"/>
                </a:cubicBezTo>
                <a:cubicBezTo>
                  <a:pt x="437" y="10000"/>
                  <a:pt x="427" y="10000"/>
                  <a:pt x="427" y="10000"/>
                </a:cubicBezTo>
                <a:cubicBezTo>
                  <a:pt x="352" y="9636"/>
                  <a:pt x="75" y="9898"/>
                  <a:pt x="0" y="953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9" name="Freeform 22"/>
          <p:cNvSpPr/>
          <p:nvPr/>
        </p:nvSpPr>
        <p:spPr bwMode="auto">
          <a:xfrm rot="17688359">
            <a:off x="7481988" y="1058159"/>
            <a:ext cx="1038045" cy="722600"/>
          </a:xfrm>
          <a:custGeom>
            <a:avLst/>
            <a:gdLst>
              <a:gd name="T0" fmla="*/ 427 w 435"/>
              <a:gd name="T1" fmla="*/ 20 h 302"/>
              <a:gd name="T2" fmla="*/ 422 w 435"/>
              <a:gd name="T3" fmla="*/ 30 h 302"/>
              <a:gd name="T4" fmla="*/ 417 w 435"/>
              <a:gd name="T5" fmla="*/ 41 h 302"/>
              <a:gd name="T6" fmla="*/ 410 w 435"/>
              <a:gd name="T7" fmla="*/ 55 h 302"/>
              <a:gd name="T8" fmla="*/ 401 w 435"/>
              <a:gd name="T9" fmla="*/ 69 h 302"/>
              <a:gd name="T10" fmla="*/ 392 w 435"/>
              <a:gd name="T11" fmla="*/ 84 h 302"/>
              <a:gd name="T12" fmla="*/ 380 w 435"/>
              <a:gd name="T13" fmla="*/ 99 h 302"/>
              <a:gd name="T14" fmla="*/ 354 w 435"/>
              <a:gd name="T15" fmla="*/ 131 h 302"/>
              <a:gd name="T16" fmla="*/ 322 w 435"/>
              <a:gd name="T17" fmla="*/ 161 h 302"/>
              <a:gd name="T18" fmla="*/ 305 w 435"/>
              <a:gd name="T19" fmla="*/ 175 h 302"/>
              <a:gd name="T20" fmla="*/ 286 w 435"/>
              <a:gd name="T21" fmla="*/ 188 h 302"/>
              <a:gd name="T22" fmla="*/ 267 w 435"/>
              <a:gd name="T23" fmla="*/ 200 h 302"/>
              <a:gd name="T24" fmla="*/ 258 w 435"/>
              <a:gd name="T25" fmla="*/ 206 h 302"/>
              <a:gd name="T26" fmla="*/ 248 w 435"/>
              <a:gd name="T27" fmla="*/ 211 h 302"/>
              <a:gd name="T28" fmla="*/ 228 w 435"/>
              <a:gd name="T29" fmla="*/ 221 h 302"/>
              <a:gd name="T30" fmla="*/ 209 w 435"/>
              <a:gd name="T31" fmla="*/ 230 h 302"/>
              <a:gd name="T32" fmla="*/ 171 w 435"/>
              <a:gd name="T33" fmla="*/ 244 h 302"/>
              <a:gd name="T34" fmla="*/ 136 w 435"/>
              <a:gd name="T35" fmla="*/ 254 h 302"/>
              <a:gd name="T36" fmla="*/ 130 w 435"/>
              <a:gd name="T37" fmla="*/ 255 h 302"/>
              <a:gd name="T38" fmla="*/ 130 w 435"/>
              <a:gd name="T39" fmla="*/ 255 h 302"/>
              <a:gd name="T40" fmla="*/ 130 w 435"/>
              <a:gd name="T41" fmla="*/ 255 h 302"/>
              <a:gd name="T42" fmla="*/ 108 w 435"/>
              <a:gd name="T43" fmla="*/ 260 h 302"/>
              <a:gd name="T44" fmla="*/ 108 w 435"/>
              <a:gd name="T45" fmla="*/ 261 h 302"/>
              <a:gd name="T46" fmla="*/ 0 w 435"/>
              <a:gd name="T47" fmla="*/ 274 h 302"/>
              <a:gd name="T48" fmla="*/ 50 w 435"/>
              <a:gd name="T49" fmla="*/ 295 h 302"/>
              <a:gd name="T50" fmla="*/ 86 w 435"/>
              <a:gd name="T51" fmla="*/ 286 h 302"/>
              <a:gd name="T52" fmla="*/ 66 w 435"/>
              <a:gd name="T53" fmla="*/ 292 h 302"/>
              <a:gd name="T54" fmla="*/ 67 w 435"/>
              <a:gd name="T55" fmla="*/ 302 h 302"/>
              <a:gd name="T56" fmla="*/ 68 w 435"/>
              <a:gd name="T57" fmla="*/ 302 h 302"/>
              <a:gd name="T58" fmla="*/ 73 w 435"/>
              <a:gd name="T59" fmla="*/ 301 h 302"/>
              <a:gd name="T60" fmla="*/ 89 w 435"/>
              <a:gd name="T61" fmla="*/ 298 h 302"/>
              <a:gd name="T62" fmla="*/ 144 w 435"/>
              <a:gd name="T63" fmla="*/ 283 h 302"/>
              <a:gd name="T64" fmla="*/ 180 w 435"/>
              <a:gd name="T65" fmla="*/ 270 h 302"/>
              <a:gd name="T66" fmla="*/ 219 w 435"/>
              <a:gd name="T67" fmla="*/ 252 h 302"/>
              <a:gd name="T68" fmla="*/ 239 w 435"/>
              <a:gd name="T69" fmla="*/ 242 h 302"/>
              <a:gd name="T70" fmla="*/ 259 w 435"/>
              <a:gd name="T71" fmla="*/ 230 h 302"/>
              <a:gd name="T72" fmla="*/ 269 w 435"/>
              <a:gd name="T73" fmla="*/ 223 h 302"/>
              <a:gd name="T74" fmla="*/ 278 w 435"/>
              <a:gd name="T75" fmla="*/ 217 h 302"/>
              <a:gd name="T76" fmla="*/ 297 w 435"/>
              <a:gd name="T77" fmla="*/ 203 h 302"/>
              <a:gd name="T78" fmla="*/ 315 w 435"/>
              <a:gd name="T79" fmla="*/ 188 h 302"/>
              <a:gd name="T80" fmla="*/ 332 w 435"/>
              <a:gd name="T81" fmla="*/ 172 h 302"/>
              <a:gd name="T82" fmla="*/ 363 w 435"/>
              <a:gd name="T83" fmla="*/ 138 h 302"/>
              <a:gd name="T84" fmla="*/ 387 w 435"/>
              <a:gd name="T85" fmla="*/ 104 h 302"/>
              <a:gd name="T86" fmla="*/ 397 w 435"/>
              <a:gd name="T87" fmla="*/ 87 h 302"/>
              <a:gd name="T88" fmla="*/ 406 w 435"/>
              <a:gd name="T89" fmla="*/ 72 h 302"/>
              <a:gd name="T90" fmla="*/ 413 w 435"/>
              <a:gd name="T91" fmla="*/ 57 h 302"/>
              <a:gd name="T92" fmla="*/ 420 w 435"/>
              <a:gd name="T93" fmla="*/ 43 h 302"/>
              <a:gd name="T94" fmla="*/ 424 w 435"/>
              <a:gd name="T95" fmla="*/ 31 h 302"/>
              <a:gd name="T96" fmla="*/ 428 w 435"/>
              <a:gd name="T97" fmla="*/ 20 h 302"/>
              <a:gd name="T98" fmla="*/ 435 w 435"/>
              <a:gd name="T99" fmla="*/ 0 h 302"/>
              <a:gd name="T100" fmla="*/ 427 w 435"/>
              <a:gd name="T101" fmla="*/ 20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35" h="302">
                <a:moveTo>
                  <a:pt x="427" y="20"/>
                </a:moveTo>
                <a:cubicBezTo>
                  <a:pt x="426" y="23"/>
                  <a:pt x="424" y="26"/>
                  <a:pt x="422" y="30"/>
                </a:cubicBezTo>
                <a:cubicBezTo>
                  <a:pt x="421" y="33"/>
                  <a:pt x="419" y="37"/>
                  <a:pt x="417" y="41"/>
                </a:cubicBezTo>
                <a:cubicBezTo>
                  <a:pt x="415" y="46"/>
                  <a:pt x="412" y="50"/>
                  <a:pt x="410" y="55"/>
                </a:cubicBezTo>
                <a:cubicBezTo>
                  <a:pt x="407" y="59"/>
                  <a:pt x="404" y="64"/>
                  <a:pt x="401" y="69"/>
                </a:cubicBezTo>
                <a:cubicBezTo>
                  <a:pt x="398" y="74"/>
                  <a:pt x="395" y="79"/>
                  <a:pt x="392" y="84"/>
                </a:cubicBezTo>
                <a:cubicBezTo>
                  <a:pt x="388" y="89"/>
                  <a:pt x="384" y="94"/>
                  <a:pt x="380" y="99"/>
                </a:cubicBezTo>
                <a:cubicBezTo>
                  <a:pt x="373" y="110"/>
                  <a:pt x="364" y="120"/>
                  <a:pt x="354" y="131"/>
                </a:cubicBezTo>
                <a:cubicBezTo>
                  <a:pt x="344" y="141"/>
                  <a:pt x="334" y="151"/>
                  <a:pt x="322" y="161"/>
                </a:cubicBezTo>
                <a:cubicBezTo>
                  <a:pt x="317" y="166"/>
                  <a:pt x="311" y="170"/>
                  <a:pt x="305" y="175"/>
                </a:cubicBezTo>
                <a:cubicBezTo>
                  <a:pt x="299" y="179"/>
                  <a:pt x="293" y="184"/>
                  <a:pt x="286" y="188"/>
                </a:cubicBezTo>
                <a:cubicBezTo>
                  <a:pt x="280" y="192"/>
                  <a:pt x="274" y="196"/>
                  <a:pt x="267" y="200"/>
                </a:cubicBezTo>
                <a:cubicBezTo>
                  <a:pt x="264" y="202"/>
                  <a:pt x="261" y="204"/>
                  <a:pt x="258" y="206"/>
                </a:cubicBezTo>
                <a:cubicBezTo>
                  <a:pt x="255" y="208"/>
                  <a:pt x="251" y="209"/>
                  <a:pt x="248" y="211"/>
                </a:cubicBezTo>
                <a:cubicBezTo>
                  <a:pt x="242" y="215"/>
                  <a:pt x="235" y="218"/>
                  <a:pt x="228" y="221"/>
                </a:cubicBezTo>
                <a:cubicBezTo>
                  <a:pt x="222" y="224"/>
                  <a:pt x="215" y="227"/>
                  <a:pt x="209" y="230"/>
                </a:cubicBezTo>
                <a:cubicBezTo>
                  <a:pt x="196" y="235"/>
                  <a:pt x="183" y="240"/>
                  <a:pt x="171" y="244"/>
                </a:cubicBezTo>
                <a:cubicBezTo>
                  <a:pt x="159" y="248"/>
                  <a:pt x="147" y="251"/>
                  <a:pt x="136" y="254"/>
                </a:cubicBezTo>
                <a:cubicBezTo>
                  <a:pt x="134" y="255"/>
                  <a:pt x="132" y="255"/>
                  <a:pt x="130" y="255"/>
                </a:cubicBezTo>
                <a:cubicBezTo>
                  <a:pt x="130" y="255"/>
                  <a:pt x="130" y="255"/>
                  <a:pt x="130" y="255"/>
                </a:cubicBezTo>
                <a:cubicBezTo>
                  <a:pt x="130" y="255"/>
                  <a:pt x="130" y="255"/>
                  <a:pt x="130" y="255"/>
                </a:cubicBezTo>
                <a:cubicBezTo>
                  <a:pt x="122" y="257"/>
                  <a:pt x="115" y="259"/>
                  <a:pt x="108" y="260"/>
                </a:cubicBezTo>
                <a:cubicBezTo>
                  <a:pt x="108" y="260"/>
                  <a:pt x="108" y="260"/>
                  <a:pt x="108" y="261"/>
                </a:cubicBezTo>
                <a:cubicBezTo>
                  <a:pt x="82" y="266"/>
                  <a:pt x="38" y="274"/>
                  <a:pt x="0" y="274"/>
                </a:cubicBezTo>
                <a:cubicBezTo>
                  <a:pt x="50" y="295"/>
                  <a:pt x="50" y="295"/>
                  <a:pt x="50" y="295"/>
                </a:cubicBezTo>
                <a:cubicBezTo>
                  <a:pt x="86" y="286"/>
                  <a:pt x="86" y="286"/>
                  <a:pt x="86" y="286"/>
                </a:cubicBezTo>
                <a:cubicBezTo>
                  <a:pt x="80" y="289"/>
                  <a:pt x="73" y="291"/>
                  <a:pt x="66" y="292"/>
                </a:cubicBezTo>
                <a:cubicBezTo>
                  <a:pt x="67" y="302"/>
                  <a:pt x="67" y="302"/>
                  <a:pt x="67" y="302"/>
                </a:cubicBezTo>
                <a:cubicBezTo>
                  <a:pt x="67" y="302"/>
                  <a:pt x="67" y="302"/>
                  <a:pt x="68" y="302"/>
                </a:cubicBezTo>
                <a:cubicBezTo>
                  <a:pt x="69" y="302"/>
                  <a:pt x="71" y="302"/>
                  <a:pt x="73" y="301"/>
                </a:cubicBezTo>
                <a:cubicBezTo>
                  <a:pt x="77" y="301"/>
                  <a:pt x="82" y="300"/>
                  <a:pt x="89" y="298"/>
                </a:cubicBezTo>
                <a:cubicBezTo>
                  <a:pt x="103" y="295"/>
                  <a:pt x="122" y="291"/>
                  <a:pt x="144" y="283"/>
                </a:cubicBezTo>
                <a:cubicBezTo>
                  <a:pt x="156" y="280"/>
                  <a:pt x="168" y="275"/>
                  <a:pt x="180" y="270"/>
                </a:cubicBezTo>
                <a:cubicBezTo>
                  <a:pt x="193" y="265"/>
                  <a:pt x="206" y="259"/>
                  <a:pt x="219" y="252"/>
                </a:cubicBezTo>
                <a:cubicBezTo>
                  <a:pt x="226" y="249"/>
                  <a:pt x="232" y="245"/>
                  <a:pt x="239" y="242"/>
                </a:cubicBezTo>
                <a:cubicBezTo>
                  <a:pt x="246" y="238"/>
                  <a:pt x="252" y="234"/>
                  <a:pt x="259" y="230"/>
                </a:cubicBezTo>
                <a:cubicBezTo>
                  <a:pt x="262" y="228"/>
                  <a:pt x="265" y="225"/>
                  <a:pt x="269" y="223"/>
                </a:cubicBezTo>
                <a:cubicBezTo>
                  <a:pt x="272" y="221"/>
                  <a:pt x="275" y="219"/>
                  <a:pt x="278" y="217"/>
                </a:cubicBezTo>
                <a:cubicBezTo>
                  <a:pt x="285" y="212"/>
                  <a:pt x="291" y="207"/>
                  <a:pt x="297" y="203"/>
                </a:cubicBezTo>
                <a:cubicBezTo>
                  <a:pt x="303" y="198"/>
                  <a:pt x="309" y="193"/>
                  <a:pt x="315" y="188"/>
                </a:cubicBezTo>
                <a:cubicBezTo>
                  <a:pt x="321" y="182"/>
                  <a:pt x="327" y="177"/>
                  <a:pt x="332" y="172"/>
                </a:cubicBezTo>
                <a:cubicBezTo>
                  <a:pt x="343" y="161"/>
                  <a:pt x="353" y="150"/>
                  <a:pt x="363" y="138"/>
                </a:cubicBezTo>
                <a:cubicBezTo>
                  <a:pt x="372" y="127"/>
                  <a:pt x="380" y="115"/>
                  <a:pt x="387" y="104"/>
                </a:cubicBezTo>
                <a:cubicBezTo>
                  <a:pt x="391" y="98"/>
                  <a:pt x="394" y="93"/>
                  <a:pt x="397" y="87"/>
                </a:cubicBezTo>
                <a:cubicBezTo>
                  <a:pt x="400" y="82"/>
                  <a:pt x="403" y="77"/>
                  <a:pt x="406" y="72"/>
                </a:cubicBezTo>
                <a:cubicBezTo>
                  <a:pt x="409" y="66"/>
                  <a:pt x="411" y="61"/>
                  <a:pt x="413" y="57"/>
                </a:cubicBezTo>
                <a:cubicBezTo>
                  <a:pt x="416" y="52"/>
                  <a:pt x="418" y="47"/>
                  <a:pt x="420" y="43"/>
                </a:cubicBezTo>
                <a:cubicBezTo>
                  <a:pt x="421" y="38"/>
                  <a:pt x="423" y="34"/>
                  <a:pt x="424" y="31"/>
                </a:cubicBezTo>
                <a:cubicBezTo>
                  <a:pt x="426" y="27"/>
                  <a:pt x="427" y="23"/>
                  <a:pt x="428" y="20"/>
                </a:cubicBezTo>
                <a:cubicBezTo>
                  <a:pt x="433" y="7"/>
                  <a:pt x="435" y="0"/>
                  <a:pt x="435" y="0"/>
                </a:cubicBezTo>
                <a:cubicBezTo>
                  <a:pt x="435" y="0"/>
                  <a:pt x="432" y="7"/>
                  <a:pt x="427" y="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0" name="Freeform 21"/>
          <p:cNvSpPr/>
          <p:nvPr/>
        </p:nvSpPr>
        <p:spPr bwMode="auto">
          <a:xfrm>
            <a:off x="7998695" y="1833034"/>
            <a:ext cx="1759848" cy="332542"/>
          </a:xfrm>
          <a:custGeom>
            <a:avLst/>
            <a:gdLst>
              <a:gd name="T0" fmla="*/ 820 w 849"/>
              <a:gd name="T1" fmla="*/ 85 h 160"/>
              <a:gd name="T2" fmla="*/ 762 w 849"/>
              <a:gd name="T3" fmla="*/ 116 h 160"/>
              <a:gd name="T4" fmla="*/ 737 w 849"/>
              <a:gd name="T5" fmla="*/ 127 h 160"/>
              <a:gd name="T6" fmla="*/ 609 w 849"/>
              <a:gd name="T7" fmla="*/ 149 h 160"/>
              <a:gd name="T8" fmla="*/ 502 w 849"/>
              <a:gd name="T9" fmla="*/ 124 h 160"/>
              <a:gd name="T10" fmla="*/ 477 w 849"/>
              <a:gd name="T11" fmla="*/ 111 h 160"/>
              <a:gd name="T12" fmla="*/ 469 w 849"/>
              <a:gd name="T13" fmla="*/ 106 h 160"/>
              <a:gd name="T14" fmla="*/ 419 w 849"/>
              <a:gd name="T15" fmla="*/ 76 h 160"/>
              <a:gd name="T16" fmla="*/ 367 w 849"/>
              <a:gd name="T17" fmla="*/ 51 h 160"/>
              <a:gd name="T18" fmla="*/ 332 w 849"/>
              <a:gd name="T19" fmla="*/ 37 h 160"/>
              <a:gd name="T20" fmla="*/ 298 w 849"/>
              <a:gd name="T21" fmla="*/ 25 h 160"/>
              <a:gd name="T22" fmla="*/ 264 w 849"/>
              <a:gd name="T23" fmla="*/ 16 h 160"/>
              <a:gd name="T24" fmla="*/ 232 w 849"/>
              <a:gd name="T25" fmla="*/ 9 h 160"/>
              <a:gd name="T26" fmla="*/ 201 w 849"/>
              <a:gd name="T27" fmla="*/ 4 h 160"/>
              <a:gd name="T28" fmla="*/ 173 w 849"/>
              <a:gd name="T29" fmla="*/ 1 h 160"/>
              <a:gd name="T30" fmla="*/ 147 w 849"/>
              <a:gd name="T31" fmla="*/ 0 h 160"/>
              <a:gd name="T32" fmla="*/ 120 w 849"/>
              <a:gd name="T33" fmla="*/ 0 h 160"/>
              <a:gd name="T34" fmla="*/ 0 w 849"/>
              <a:gd name="T35" fmla="*/ 94 h 160"/>
              <a:gd name="T36" fmla="*/ 152 w 849"/>
              <a:gd name="T37" fmla="*/ 32 h 160"/>
              <a:gd name="T38" fmla="*/ 171 w 849"/>
              <a:gd name="T39" fmla="*/ 33 h 160"/>
              <a:gd name="T40" fmla="*/ 198 w 849"/>
              <a:gd name="T41" fmla="*/ 34 h 160"/>
              <a:gd name="T42" fmla="*/ 227 w 849"/>
              <a:gd name="T43" fmla="*/ 37 h 160"/>
              <a:gd name="T44" fmla="*/ 258 w 849"/>
              <a:gd name="T45" fmla="*/ 43 h 160"/>
              <a:gd name="T46" fmla="*/ 291 w 849"/>
              <a:gd name="T47" fmla="*/ 50 h 160"/>
              <a:gd name="T48" fmla="*/ 324 w 849"/>
              <a:gd name="T49" fmla="*/ 60 h 160"/>
              <a:gd name="T50" fmla="*/ 358 w 849"/>
              <a:gd name="T51" fmla="*/ 72 h 160"/>
              <a:gd name="T52" fmla="*/ 409 w 849"/>
              <a:gd name="T53" fmla="*/ 94 h 160"/>
              <a:gd name="T54" fmla="*/ 460 w 849"/>
              <a:gd name="T55" fmla="*/ 121 h 160"/>
              <a:gd name="T56" fmla="*/ 468 w 849"/>
              <a:gd name="T57" fmla="*/ 126 h 160"/>
              <a:gd name="T58" fmla="*/ 496 w 849"/>
              <a:gd name="T59" fmla="*/ 139 h 160"/>
              <a:gd name="T60" fmla="*/ 609 w 849"/>
              <a:gd name="T61" fmla="*/ 160 h 160"/>
              <a:gd name="T62" fmla="*/ 739 w 849"/>
              <a:gd name="T63" fmla="*/ 132 h 160"/>
              <a:gd name="T64" fmla="*/ 764 w 849"/>
              <a:gd name="T65" fmla="*/ 120 h 160"/>
              <a:gd name="T66" fmla="*/ 821 w 849"/>
              <a:gd name="T67" fmla="*/ 86 h 160"/>
              <a:gd name="T68" fmla="*/ 849 w 849"/>
              <a:gd name="T69" fmla="*/ 6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49" h="160">
                <a:moveTo>
                  <a:pt x="841" y="70"/>
                </a:moveTo>
                <a:cubicBezTo>
                  <a:pt x="836" y="74"/>
                  <a:pt x="829" y="79"/>
                  <a:pt x="820" y="85"/>
                </a:cubicBezTo>
                <a:cubicBezTo>
                  <a:pt x="810" y="91"/>
                  <a:pt x="798" y="98"/>
                  <a:pt x="785" y="105"/>
                </a:cubicBezTo>
                <a:cubicBezTo>
                  <a:pt x="778" y="109"/>
                  <a:pt x="770" y="113"/>
                  <a:pt x="762" y="116"/>
                </a:cubicBezTo>
                <a:cubicBezTo>
                  <a:pt x="758" y="118"/>
                  <a:pt x="754" y="120"/>
                  <a:pt x="750" y="122"/>
                </a:cubicBezTo>
                <a:cubicBezTo>
                  <a:pt x="746" y="123"/>
                  <a:pt x="741" y="125"/>
                  <a:pt x="737" y="127"/>
                </a:cubicBezTo>
                <a:cubicBezTo>
                  <a:pt x="719" y="134"/>
                  <a:pt x="699" y="140"/>
                  <a:pt x="677" y="144"/>
                </a:cubicBezTo>
                <a:cubicBezTo>
                  <a:pt x="656" y="148"/>
                  <a:pt x="633" y="150"/>
                  <a:pt x="609" y="149"/>
                </a:cubicBezTo>
                <a:cubicBezTo>
                  <a:pt x="585" y="148"/>
                  <a:pt x="561" y="144"/>
                  <a:pt x="537" y="137"/>
                </a:cubicBezTo>
                <a:cubicBezTo>
                  <a:pt x="525" y="134"/>
                  <a:pt x="513" y="129"/>
                  <a:pt x="502" y="124"/>
                </a:cubicBezTo>
                <a:cubicBezTo>
                  <a:pt x="496" y="122"/>
                  <a:pt x="491" y="119"/>
                  <a:pt x="485" y="116"/>
                </a:cubicBezTo>
                <a:cubicBezTo>
                  <a:pt x="483" y="114"/>
                  <a:pt x="480" y="113"/>
                  <a:pt x="477" y="111"/>
                </a:cubicBezTo>
                <a:cubicBezTo>
                  <a:pt x="473" y="109"/>
                  <a:pt x="473" y="109"/>
                  <a:pt x="473" y="109"/>
                </a:cubicBezTo>
                <a:cubicBezTo>
                  <a:pt x="469" y="106"/>
                  <a:pt x="469" y="106"/>
                  <a:pt x="469" y="106"/>
                </a:cubicBezTo>
                <a:cubicBezTo>
                  <a:pt x="458" y="99"/>
                  <a:pt x="447" y="93"/>
                  <a:pt x="436" y="86"/>
                </a:cubicBezTo>
                <a:cubicBezTo>
                  <a:pt x="430" y="82"/>
                  <a:pt x="425" y="79"/>
                  <a:pt x="419" y="76"/>
                </a:cubicBezTo>
                <a:cubicBezTo>
                  <a:pt x="413" y="73"/>
                  <a:pt x="407" y="70"/>
                  <a:pt x="402" y="67"/>
                </a:cubicBezTo>
                <a:cubicBezTo>
                  <a:pt x="390" y="61"/>
                  <a:pt x="379" y="56"/>
                  <a:pt x="367" y="51"/>
                </a:cubicBezTo>
                <a:cubicBezTo>
                  <a:pt x="361" y="48"/>
                  <a:pt x="356" y="46"/>
                  <a:pt x="350" y="43"/>
                </a:cubicBezTo>
                <a:cubicBezTo>
                  <a:pt x="344" y="41"/>
                  <a:pt x="338" y="39"/>
                  <a:pt x="332" y="37"/>
                </a:cubicBezTo>
                <a:cubicBezTo>
                  <a:pt x="326" y="35"/>
                  <a:pt x="321" y="32"/>
                  <a:pt x="315" y="30"/>
                </a:cubicBezTo>
                <a:cubicBezTo>
                  <a:pt x="309" y="29"/>
                  <a:pt x="304" y="27"/>
                  <a:pt x="298" y="25"/>
                </a:cubicBezTo>
                <a:cubicBezTo>
                  <a:pt x="292" y="23"/>
                  <a:pt x="287" y="22"/>
                  <a:pt x="281" y="20"/>
                </a:cubicBezTo>
                <a:cubicBezTo>
                  <a:pt x="275" y="18"/>
                  <a:pt x="270" y="17"/>
                  <a:pt x="264" y="16"/>
                </a:cubicBezTo>
                <a:cubicBezTo>
                  <a:pt x="259" y="14"/>
                  <a:pt x="253" y="13"/>
                  <a:pt x="248" y="12"/>
                </a:cubicBezTo>
                <a:cubicBezTo>
                  <a:pt x="242" y="11"/>
                  <a:pt x="237" y="10"/>
                  <a:pt x="232" y="9"/>
                </a:cubicBezTo>
                <a:cubicBezTo>
                  <a:pt x="227" y="8"/>
                  <a:pt x="221" y="7"/>
                  <a:pt x="216" y="6"/>
                </a:cubicBezTo>
                <a:cubicBezTo>
                  <a:pt x="211" y="5"/>
                  <a:pt x="206" y="5"/>
                  <a:pt x="201" y="4"/>
                </a:cubicBezTo>
                <a:cubicBezTo>
                  <a:pt x="196" y="3"/>
                  <a:pt x="191" y="3"/>
                  <a:pt x="187" y="2"/>
                </a:cubicBezTo>
                <a:cubicBezTo>
                  <a:pt x="182" y="2"/>
                  <a:pt x="177" y="1"/>
                  <a:pt x="173" y="1"/>
                </a:cubicBezTo>
                <a:cubicBezTo>
                  <a:pt x="168" y="1"/>
                  <a:pt x="164" y="0"/>
                  <a:pt x="159" y="0"/>
                </a:cubicBezTo>
                <a:cubicBezTo>
                  <a:pt x="155" y="0"/>
                  <a:pt x="151" y="0"/>
                  <a:pt x="147" y="0"/>
                </a:cubicBezTo>
                <a:cubicBezTo>
                  <a:pt x="139" y="0"/>
                  <a:pt x="131" y="0"/>
                  <a:pt x="124" y="0"/>
                </a:cubicBezTo>
                <a:cubicBezTo>
                  <a:pt x="123" y="0"/>
                  <a:pt x="121" y="0"/>
                  <a:pt x="120" y="0"/>
                </a:cubicBezTo>
                <a:cubicBezTo>
                  <a:pt x="117" y="4"/>
                  <a:pt x="114" y="7"/>
                  <a:pt x="111" y="10"/>
                </a:cubicBezTo>
                <a:cubicBezTo>
                  <a:pt x="9" y="27"/>
                  <a:pt x="0" y="94"/>
                  <a:pt x="0" y="94"/>
                </a:cubicBezTo>
                <a:cubicBezTo>
                  <a:pt x="71" y="36"/>
                  <a:pt x="152" y="32"/>
                  <a:pt x="152" y="3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4" y="32"/>
                  <a:pt x="156" y="32"/>
                  <a:pt x="159" y="32"/>
                </a:cubicBezTo>
                <a:cubicBezTo>
                  <a:pt x="163" y="32"/>
                  <a:pt x="167" y="33"/>
                  <a:pt x="171" y="33"/>
                </a:cubicBezTo>
                <a:cubicBezTo>
                  <a:pt x="175" y="33"/>
                  <a:pt x="180" y="33"/>
                  <a:pt x="184" y="33"/>
                </a:cubicBezTo>
                <a:cubicBezTo>
                  <a:pt x="189" y="33"/>
                  <a:pt x="193" y="34"/>
                  <a:pt x="198" y="34"/>
                </a:cubicBezTo>
                <a:cubicBezTo>
                  <a:pt x="203" y="35"/>
                  <a:pt x="207" y="35"/>
                  <a:pt x="212" y="35"/>
                </a:cubicBezTo>
                <a:cubicBezTo>
                  <a:pt x="217" y="36"/>
                  <a:pt x="222" y="37"/>
                  <a:pt x="227" y="37"/>
                </a:cubicBezTo>
                <a:cubicBezTo>
                  <a:pt x="232" y="38"/>
                  <a:pt x="237" y="39"/>
                  <a:pt x="243" y="40"/>
                </a:cubicBezTo>
                <a:cubicBezTo>
                  <a:pt x="248" y="41"/>
                  <a:pt x="253" y="42"/>
                  <a:pt x="258" y="43"/>
                </a:cubicBezTo>
                <a:cubicBezTo>
                  <a:pt x="264" y="44"/>
                  <a:pt x="269" y="45"/>
                  <a:pt x="274" y="46"/>
                </a:cubicBezTo>
                <a:cubicBezTo>
                  <a:pt x="280" y="47"/>
                  <a:pt x="285" y="49"/>
                  <a:pt x="291" y="50"/>
                </a:cubicBezTo>
                <a:cubicBezTo>
                  <a:pt x="296" y="52"/>
                  <a:pt x="302" y="53"/>
                  <a:pt x="307" y="55"/>
                </a:cubicBezTo>
                <a:cubicBezTo>
                  <a:pt x="313" y="56"/>
                  <a:pt x="319" y="58"/>
                  <a:pt x="324" y="60"/>
                </a:cubicBezTo>
                <a:cubicBezTo>
                  <a:pt x="330" y="62"/>
                  <a:pt x="336" y="64"/>
                  <a:pt x="341" y="65"/>
                </a:cubicBezTo>
                <a:cubicBezTo>
                  <a:pt x="347" y="67"/>
                  <a:pt x="353" y="70"/>
                  <a:pt x="358" y="72"/>
                </a:cubicBezTo>
                <a:cubicBezTo>
                  <a:pt x="370" y="77"/>
                  <a:pt x="381" y="81"/>
                  <a:pt x="392" y="86"/>
                </a:cubicBezTo>
                <a:cubicBezTo>
                  <a:pt x="398" y="89"/>
                  <a:pt x="404" y="92"/>
                  <a:pt x="409" y="94"/>
                </a:cubicBezTo>
                <a:cubicBezTo>
                  <a:pt x="415" y="97"/>
                  <a:pt x="421" y="100"/>
                  <a:pt x="426" y="103"/>
                </a:cubicBezTo>
                <a:cubicBezTo>
                  <a:pt x="438" y="109"/>
                  <a:pt x="449" y="115"/>
                  <a:pt x="460" y="121"/>
                </a:cubicBezTo>
                <a:cubicBezTo>
                  <a:pt x="464" y="124"/>
                  <a:pt x="464" y="124"/>
                  <a:pt x="464" y="124"/>
                </a:cubicBezTo>
                <a:cubicBezTo>
                  <a:pt x="468" y="126"/>
                  <a:pt x="468" y="126"/>
                  <a:pt x="468" y="126"/>
                </a:cubicBezTo>
                <a:cubicBezTo>
                  <a:pt x="471" y="128"/>
                  <a:pt x="474" y="130"/>
                  <a:pt x="477" y="131"/>
                </a:cubicBezTo>
                <a:cubicBezTo>
                  <a:pt x="483" y="134"/>
                  <a:pt x="489" y="137"/>
                  <a:pt x="496" y="139"/>
                </a:cubicBezTo>
                <a:cubicBezTo>
                  <a:pt x="508" y="144"/>
                  <a:pt x="520" y="148"/>
                  <a:pt x="533" y="151"/>
                </a:cubicBezTo>
                <a:cubicBezTo>
                  <a:pt x="558" y="158"/>
                  <a:pt x="584" y="160"/>
                  <a:pt x="609" y="160"/>
                </a:cubicBezTo>
                <a:cubicBezTo>
                  <a:pt x="633" y="160"/>
                  <a:pt x="657" y="157"/>
                  <a:pt x="679" y="152"/>
                </a:cubicBezTo>
                <a:cubicBezTo>
                  <a:pt x="701" y="147"/>
                  <a:pt x="721" y="140"/>
                  <a:pt x="739" y="132"/>
                </a:cubicBezTo>
                <a:cubicBezTo>
                  <a:pt x="743" y="130"/>
                  <a:pt x="748" y="128"/>
                  <a:pt x="752" y="126"/>
                </a:cubicBezTo>
                <a:cubicBezTo>
                  <a:pt x="756" y="124"/>
                  <a:pt x="760" y="122"/>
                  <a:pt x="764" y="120"/>
                </a:cubicBezTo>
                <a:cubicBezTo>
                  <a:pt x="772" y="117"/>
                  <a:pt x="779" y="112"/>
                  <a:pt x="786" y="108"/>
                </a:cubicBezTo>
                <a:cubicBezTo>
                  <a:pt x="800" y="100"/>
                  <a:pt x="811" y="93"/>
                  <a:pt x="821" y="86"/>
                </a:cubicBezTo>
                <a:cubicBezTo>
                  <a:pt x="830" y="80"/>
                  <a:pt x="837" y="74"/>
                  <a:pt x="842" y="71"/>
                </a:cubicBezTo>
                <a:cubicBezTo>
                  <a:pt x="846" y="67"/>
                  <a:pt x="849" y="65"/>
                  <a:pt x="849" y="65"/>
                </a:cubicBezTo>
                <a:cubicBezTo>
                  <a:pt x="849" y="65"/>
                  <a:pt x="846" y="67"/>
                  <a:pt x="841" y="7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 rot="17299230">
            <a:off x="7248607" y="2220530"/>
            <a:ext cx="694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Define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 rot="20950440">
            <a:off x="9116868" y="2458653"/>
            <a:ext cx="577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Issues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3" name="Freeform 30"/>
          <p:cNvSpPr/>
          <p:nvPr/>
        </p:nvSpPr>
        <p:spPr bwMode="auto">
          <a:xfrm rot="11700000" flipH="1">
            <a:off x="8419096" y="2892251"/>
            <a:ext cx="1601204" cy="223471"/>
          </a:xfrm>
          <a:custGeom>
            <a:avLst/>
            <a:gdLst>
              <a:gd name="T0" fmla="*/ 632 w 660"/>
              <a:gd name="T1" fmla="*/ 22 h 92"/>
              <a:gd name="T2" fmla="*/ 600 w 660"/>
              <a:gd name="T3" fmla="*/ 16 h 92"/>
              <a:gd name="T4" fmla="*/ 557 w 660"/>
              <a:gd name="T5" fmla="*/ 10 h 92"/>
              <a:gd name="T6" fmla="*/ 533 w 660"/>
              <a:gd name="T7" fmla="*/ 7 h 92"/>
              <a:gd name="T8" fmla="*/ 520 w 660"/>
              <a:gd name="T9" fmla="*/ 5 h 92"/>
              <a:gd name="T10" fmla="*/ 507 w 660"/>
              <a:gd name="T11" fmla="*/ 4 h 92"/>
              <a:gd name="T12" fmla="*/ 451 w 660"/>
              <a:gd name="T13" fmla="*/ 1 h 92"/>
              <a:gd name="T14" fmla="*/ 421 w 660"/>
              <a:gd name="T15" fmla="*/ 0 h 92"/>
              <a:gd name="T16" fmla="*/ 390 w 660"/>
              <a:gd name="T17" fmla="*/ 0 h 92"/>
              <a:gd name="T18" fmla="*/ 359 w 660"/>
              <a:gd name="T19" fmla="*/ 1 h 92"/>
              <a:gd name="T20" fmla="*/ 328 w 660"/>
              <a:gd name="T21" fmla="*/ 3 h 92"/>
              <a:gd name="T22" fmla="*/ 296 w 660"/>
              <a:gd name="T23" fmla="*/ 6 h 92"/>
              <a:gd name="T24" fmla="*/ 281 w 660"/>
              <a:gd name="T25" fmla="*/ 8 h 92"/>
              <a:gd name="T26" fmla="*/ 265 w 660"/>
              <a:gd name="T27" fmla="*/ 10 h 92"/>
              <a:gd name="T28" fmla="*/ 205 w 660"/>
              <a:gd name="T29" fmla="*/ 20 h 92"/>
              <a:gd name="T30" fmla="*/ 149 w 660"/>
              <a:gd name="T31" fmla="*/ 33 h 92"/>
              <a:gd name="T32" fmla="*/ 100 w 660"/>
              <a:gd name="T33" fmla="*/ 47 h 92"/>
              <a:gd name="T34" fmla="*/ 28 w 660"/>
              <a:gd name="T35" fmla="*/ 74 h 92"/>
              <a:gd name="T36" fmla="*/ 8 w 660"/>
              <a:gd name="T37" fmla="*/ 83 h 92"/>
              <a:gd name="T38" fmla="*/ 1 w 660"/>
              <a:gd name="T39" fmla="*/ 87 h 92"/>
              <a:gd name="T40" fmla="*/ 4 w 660"/>
              <a:gd name="T41" fmla="*/ 92 h 92"/>
              <a:gd name="T42" fmla="*/ 10 w 660"/>
              <a:gd name="T43" fmla="*/ 91 h 92"/>
              <a:gd name="T44" fmla="*/ 52 w 660"/>
              <a:gd name="T45" fmla="*/ 88 h 92"/>
              <a:gd name="T46" fmla="*/ 71 w 660"/>
              <a:gd name="T47" fmla="*/ 91 h 92"/>
              <a:gd name="T48" fmla="*/ 110 w 660"/>
              <a:gd name="T49" fmla="*/ 75 h 92"/>
              <a:gd name="T50" fmla="*/ 157 w 660"/>
              <a:gd name="T51" fmla="*/ 59 h 92"/>
              <a:gd name="T52" fmla="*/ 210 w 660"/>
              <a:gd name="T53" fmla="*/ 44 h 92"/>
              <a:gd name="T54" fmla="*/ 269 w 660"/>
              <a:gd name="T55" fmla="*/ 31 h 92"/>
              <a:gd name="T56" fmla="*/ 284 w 660"/>
              <a:gd name="T57" fmla="*/ 28 h 92"/>
              <a:gd name="T58" fmla="*/ 299 w 660"/>
              <a:gd name="T59" fmla="*/ 26 h 92"/>
              <a:gd name="T60" fmla="*/ 329 w 660"/>
              <a:gd name="T61" fmla="*/ 21 h 92"/>
              <a:gd name="T62" fmla="*/ 360 w 660"/>
              <a:gd name="T63" fmla="*/ 18 h 92"/>
              <a:gd name="T64" fmla="*/ 391 w 660"/>
              <a:gd name="T65" fmla="*/ 15 h 92"/>
              <a:gd name="T66" fmla="*/ 421 w 660"/>
              <a:gd name="T67" fmla="*/ 13 h 92"/>
              <a:gd name="T68" fmla="*/ 451 w 660"/>
              <a:gd name="T69" fmla="*/ 12 h 92"/>
              <a:gd name="T70" fmla="*/ 507 w 660"/>
              <a:gd name="T71" fmla="*/ 13 h 92"/>
              <a:gd name="T72" fmla="*/ 520 w 660"/>
              <a:gd name="T73" fmla="*/ 13 h 92"/>
              <a:gd name="T74" fmla="*/ 533 w 660"/>
              <a:gd name="T75" fmla="*/ 14 h 92"/>
              <a:gd name="T76" fmla="*/ 557 w 660"/>
              <a:gd name="T77" fmla="*/ 15 h 92"/>
              <a:gd name="T78" fmla="*/ 599 w 660"/>
              <a:gd name="T79" fmla="*/ 19 h 92"/>
              <a:gd name="T80" fmla="*/ 632 w 660"/>
              <a:gd name="T81" fmla="*/ 23 h 92"/>
              <a:gd name="T82" fmla="*/ 660 w 660"/>
              <a:gd name="T83" fmla="*/ 27 h 92"/>
              <a:gd name="T84" fmla="*/ 632 w 660"/>
              <a:gd name="T85" fmla="*/ 2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60" h="92">
                <a:moveTo>
                  <a:pt x="632" y="22"/>
                </a:moveTo>
                <a:cubicBezTo>
                  <a:pt x="623" y="20"/>
                  <a:pt x="612" y="18"/>
                  <a:pt x="600" y="16"/>
                </a:cubicBezTo>
                <a:cubicBezTo>
                  <a:pt x="587" y="14"/>
                  <a:pt x="573" y="12"/>
                  <a:pt x="557" y="10"/>
                </a:cubicBezTo>
                <a:cubicBezTo>
                  <a:pt x="550" y="9"/>
                  <a:pt x="542" y="8"/>
                  <a:pt x="533" y="7"/>
                </a:cubicBezTo>
                <a:cubicBezTo>
                  <a:pt x="529" y="6"/>
                  <a:pt x="525" y="6"/>
                  <a:pt x="520" y="5"/>
                </a:cubicBezTo>
                <a:cubicBezTo>
                  <a:pt x="516" y="5"/>
                  <a:pt x="512" y="5"/>
                  <a:pt x="507" y="4"/>
                </a:cubicBezTo>
                <a:cubicBezTo>
                  <a:pt x="489" y="3"/>
                  <a:pt x="470" y="2"/>
                  <a:pt x="451" y="1"/>
                </a:cubicBezTo>
                <a:cubicBezTo>
                  <a:pt x="441" y="1"/>
                  <a:pt x="431" y="0"/>
                  <a:pt x="421" y="0"/>
                </a:cubicBezTo>
                <a:cubicBezTo>
                  <a:pt x="411" y="0"/>
                  <a:pt x="400" y="0"/>
                  <a:pt x="390" y="0"/>
                </a:cubicBezTo>
                <a:cubicBezTo>
                  <a:pt x="380" y="1"/>
                  <a:pt x="369" y="1"/>
                  <a:pt x="359" y="1"/>
                </a:cubicBezTo>
                <a:cubicBezTo>
                  <a:pt x="349" y="2"/>
                  <a:pt x="338" y="2"/>
                  <a:pt x="328" y="3"/>
                </a:cubicBezTo>
                <a:cubicBezTo>
                  <a:pt x="317" y="4"/>
                  <a:pt x="307" y="5"/>
                  <a:pt x="296" y="6"/>
                </a:cubicBezTo>
                <a:cubicBezTo>
                  <a:pt x="291" y="7"/>
                  <a:pt x="286" y="7"/>
                  <a:pt x="281" y="8"/>
                </a:cubicBezTo>
                <a:cubicBezTo>
                  <a:pt x="275" y="9"/>
                  <a:pt x="270" y="9"/>
                  <a:pt x="265" y="10"/>
                </a:cubicBezTo>
                <a:cubicBezTo>
                  <a:pt x="245" y="13"/>
                  <a:pt x="224" y="16"/>
                  <a:pt x="205" y="20"/>
                </a:cubicBezTo>
                <a:cubicBezTo>
                  <a:pt x="186" y="24"/>
                  <a:pt x="167" y="28"/>
                  <a:pt x="149" y="33"/>
                </a:cubicBezTo>
                <a:cubicBezTo>
                  <a:pt x="132" y="37"/>
                  <a:pt x="115" y="42"/>
                  <a:pt x="100" y="47"/>
                </a:cubicBezTo>
                <a:cubicBezTo>
                  <a:pt x="70" y="56"/>
                  <a:pt x="45" y="66"/>
                  <a:pt x="28" y="74"/>
                </a:cubicBezTo>
                <a:cubicBezTo>
                  <a:pt x="19" y="77"/>
                  <a:pt x="12" y="81"/>
                  <a:pt x="8" y="83"/>
                </a:cubicBezTo>
                <a:cubicBezTo>
                  <a:pt x="3" y="85"/>
                  <a:pt x="0" y="87"/>
                  <a:pt x="1" y="87"/>
                </a:cubicBezTo>
                <a:cubicBezTo>
                  <a:pt x="4" y="92"/>
                  <a:pt x="4" y="92"/>
                  <a:pt x="4" y="92"/>
                </a:cubicBezTo>
                <a:cubicBezTo>
                  <a:pt x="6" y="91"/>
                  <a:pt x="8" y="91"/>
                  <a:pt x="10" y="91"/>
                </a:cubicBezTo>
                <a:cubicBezTo>
                  <a:pt x="24" y="90"/>
                  <a:pt x="38" y="89"/>
                  <a:pt x="52" y="88"/>
                </a:cubicBezTo>
                <a:cubicBezTo>
                  <a:pt x="59" y="87"/>
                  <a:pt x="65" y="89"/>
                  <a:pt x="71" y="91"/>
                </a:cubicBezTo>
                <a:cubicBezTo>
                  <a:pt x="83" y="86"/>
                  <a:pt x="96" y="81"/>
                  <a:pt x="110" y="75"/>
                </a:cubicBezTo>
                <a:cubicBezTo>
                  <a:pt x="124" y="70"/>
                  <a:pt x="140" y="65"/>
                  <a:pt x="157" y="59"/>
                </a:cubicBezTo>
                <a:cubicBezTo>
                  <a:pt x="174" y="54"/>
                  <a:pt x="192" y="49"/>
                  <a:pt x="210" y="44"/>
                </a:cubicBezTo>
                <a:cubicBezTo>
                  <a:pt x="229" y="39"/>
                  <a:pt x="249" y="35"/>
                  <a:pt x="269" y="31"/>
                </a:cubicBezTo>
                <a:cubicBezTo>
                  <a:pt x="274" y="30"/>
                  <a:pt x="279" y="29"/>
                  <a:pt x="284" y="28"/>
                </a:cubicBezTo>
                <a:cubicBezTo>
                  <a:pt x="289" y="27"/>
                  <a:pt x="294" y="27"/>
                  <a:pt x="299" y="26"/>
                </a:cubicBezTo>
                <a:cubicBezTo>
                  <a:pt x="309" y="24"/>
                  <a:pt x="319" y="23"/>
                  <a:pt x="329" y="21"/>
                </a:cubicBezTo>
                <a:cubicBezTo>
                  <a:pt x="340" y="20"/>
                  <a:pt x="350" y="19"/>
                  <a:pt x="360" y="18"/>
                </a:cubicBezTo>
                <a:cubicBezTo>
                  <a:pt x="370" y="17"/>
                  <a:pt x="381" y="16"/>
                  <a:pt x="391" y="15"/>
                </a:cubicBezTo>
                <a:cubicBezTo>
                  <a:pt x="401" y="14"/>
                  <a:pt x="411" y="14"/>
                  <a:pt x="421" y="13"/>
                </a:cubicBezTo>
                <a:cubicBezTo>
                  <a:pt x="431" y="13"/>
                  <a:pt x="441" y="13"/>
                  <a:pt x="451" y="12"/>
                </a:cubicBezTo>
                <a:cubicBezTo>
                  <a:pt x="470" y="12"/>
                  <a:pt x="489" y="12"/>
                  <a:pt x="507" y="13"/>
                </a:cubicBezTo>
                <a:cubicBezTo>
                  <a:pt x="511" y="13"/>
                  <a:pt x="515" y="13"/>
                  <a:pt x="520" y="13"/>
                </a:cubicBezTo>
                <a:cubicBezTo>
                  <a:pt x="524" y="13"/>
                  <a:pt x="528" y="14"/>
                  <a:pt x="533" y="14"/>
                </a:cubicBezTo>
                <a:cubicBezTo>
                  <a:pt x="541" y="14"/>
                  <a:pt x="549" y="15"/>
                  <a:pt x="557" y="15"/>
                </a:cubicBezTo>
                <a:cubicBezTo>
                  <a:pt x="572" y="17"/>
                  <a:pt x="587" y="18"/>
                  <a:pt x="599" y="19"/>
                </a:cubicBezTo>
                <a:cubicBezTo>
                  <a:pt x="612" y="21"/>
                  <a:pt x="623" y="22"/>
                  <a:pt x="632" y="23"/>
                </a:cubicBezTo>
                <a:cubicBezTo>
                  <a:pt x="650" y="26"/>
                  <a:pt x="660" y="27"/>
                  <a:pt x="660" y="27"/>
                </a:cubicBezTo>
                <a:cubicBezTo>
                  <a:pt x="660" y="27"/>
                  <a:pt x="650" y="25"/>
                  <a:pt x="632" y="2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851518" y="2372928"/>
            <a:ext cx="764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Explore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 rot="563894">
            <a:off x="9316952" y="2925378"/>
            <a:ext cx="729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Feelings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 rot="1811390">
            <a:off x="7489313" y="3465611"/>
            <a:ext cx="114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Gather Data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7" name="Freeform 30"/>
          <p:cNvSpPr/>
          <p:nvPr/>
        </p:nvSpPr>
        <p:spPr bwMode="auto">
          <a:xfrm rot="11700000" flipH="1">
            <a:off x="8666745" y="3822904"/>
            <a:ext cx="1601204" cy="223471"/>
          </a:xfrm>
          <a:custGeom>
            <a:avLst/>
            <a:gdLst>
              <a:gd name="T0" fmla="*/ 632 w 660"/>
              <a:gd name="T1" fmla="*/ 22 h 92"/>
              <a:gd name="T2" fmla="*/ 600 w 660"/>
              <a:gd name="T3" fmla="*/ 16 h 92"/>
              <a:gd name="T4" fmla="*/ 557 w 660"/>
              <a:gd name="T5" fmla="*/ 10 h 92"/>
              <a:gd name="T6" fmla="*/ 533 w 660"/>
              <a:gd name="T7" fmla="*/ 7 h 92"/>
              <a:gd name="T8" fmla="*/ 520 w 660"/>
              <a:gd name="T9" fmla="*/ 5 h 92"/>
              <a:gd name="T10" fmla="*/ 507 w 660"/>
              <a:gd name="T11" fmla="*/ 4 h 92"/>
              <a:gd name="T12" fmla="*/ 451 w 660"/>
              <a:gd name="T13" fmla="*/ 1 h 92"/>
              <a:gd name="T14" fmla="*/ 421 w 660"/>
              <a:gd name="T15" fmla="*/ 0 h 92"/>
              <a:gd name="T16" fmla="*/ 390 w 660"/>
              <a:gd name="T17" fmla="*/ 0 h 92"/>
              <a:gd name="T18" fmla="*/ 359 w 660"/>
              <a:gd name="T19" fmla="*/ 1 h 92"/>
              <a:gd name="T20" fmla="*/ 328 w 660"/>
              <a:gd name="T21" fmla="*/ 3 h 92"/>
              <a:gd name="T22" fmla="*/ 296 w 660"/>
              <a:gd name="T23" fmla="*/ 6 h 92"/>
              <a:gd name="T24" fmla="*/ 281 w 660"/>
              <a:gd name="T25" fmla="*/ 8 h 92"/>
              <a:gd name="T26" fmla="*/ 265 w 660"/>
              <a:gd name="T27" fmla="*/ 10 h 92"/>
              <a:gd name="T28" fmla="*/ 205 w 660"/>
              <a:gd name="T29" fmla="*/ 20 h 92"/>
              <a:gd name="T30" fmla="*/ 149 w 660"/>
              <a:gd name="T31" fmla="*/ 33 h 92"/>
              <a:gd name="T32" fmla="*/ 100 w 660"/>
              <a:gd name="T33" fmla="*/ 47 h 92"/>
              <a:gd name="T34" fmla="*/ 28 w 660"/>
              <a:gd name="T35" fmla="*/ 74 h 92"/>
              <a:gd name="T36" fmla="*/ 8 w 660"/>
              <a:gd name="T37" fmla="*/ 83 h 92"/>
              <a:gd name="T38" fmla="*/ 1 w 660"/>
              <a:gd name="T39" fmla="*/ 87 h 92"/>
              <a:gd name="T40" fmla="*/ 4 w 660"/>
              <a:gd name="T41" fmla="*/ 92 h 92"/>
              <a:gd name="T42" fmla="*/ 10 w 660"/>
              <a:gd name="T43" fmla="*/ 91 h 92"/>
              <a:gd name="T44" fmla="*/ 52 w 660"/>
              <a:gd name="T45" fmla="*/ 88 h 92"/>
              <a:gd name="T46" fmla="*/ 71 w 660"/>
              <a:gd name="T47" fmla="*/ 91 h 92"/>
              <a:gd name="T48" fmla="*/ 110 w 660"/>
              <a:gd name="T49" fmla="*/ 75 h 92"/>
              <a:gd name="T50" fmla="*/ 157 w 660"/>
              <a:gd name="T51" fmla="*/ 59 h 92"/>
              <a:gd name="T52" fmla="*/ 210 w 660"/>
              <a:gd name="T53" fmla="*/ 44 h 92"/>
              <a:gd name="T54" fmla="*/ 269 w 660"/>
              <a:gd name="T55" fmla="*/ 31 h 92"/>
              <a:gd name="T56" fmla="*/ 284 w 660"/>
              <a:gd name="T57" fmla="*/ 28 h 92"/>
              <a:gd name="T58" fmla="*/ 299 w 660"/>
              <a:gd name="T59" fmla="*/ 26 h 92"/>
              <a:gd name="T60" fmla="*/ 329 w 660"/>
              <a:gd name="T61" fmla="*/ 21 h 92"/>
              <a:gd name="T62" fmla="*/ 360 w 660"/>
              <a:gd name="T63" fmla="*/ 18 h 92"/>
              <a:gd name="T64" fmla="*/ 391 w 660"/>
              <a:gd name="T65" fmla="*/ 15 h 92"/>
              <a:gd name="T66" fmla="*/ 421 w 660"/>
              <a:gd name="T67" fmla="*/ 13 h 92"/>
              <a:gd name="T68" fmla="*/ 451 w 660"/>
              <a:gd name="T69" fmla="*/ 12 h 92"/>
              <a:gd name="T70" fmla="*/ 507 w 660"/>
              <a:gd name="T71" fmla="*/ 13 h 92"/>
              <a:gd name="T72" fmla="*/ 520 w 660"/>
              <a:gd name="T73" fmla="*/ 13 h 92"/>
              <a:gd name="T74" fmla="*/ 533 w 660"/>
              <a:gd name="T75" fmla="*/ 14 h 92"/>
              <a:gd name="T76" fmla="*/ 557 w 660"/>
              <a:gd name="T77" fmla="*/ 15 h 92"/>
              <a:gd name="T78" fmla="*/ 599 w 660"/>
              <a:gd name="T79" fmla="*/ 19 h 92"/>
              <a:gd name="T80" fmla="*/ 632 w 660"/>
              <a:gd name="T81" fmla="*/ 23 h 92"/>
              <a:gd name="T82" fmla="*/ 660 w 660"/>
              <a:gd name="T83" fmla="*/ 27 h 92"/>
              <a:gd name="T84" fmla="*/ 632 w 660"/>
              <a:gd name="T85" fmla="*/ 2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60" h="92">
                <a:moveTo>
                  <a:pt x="632" y="22"/>
                </a:moveTo>
                <a:cubicBezTo>
                  <a:pt x="623" y="20"/>
                  <a:pt x="612" y="18"/>
                  <a:pt x="600" y="16"/>
                </a:cubicBezTo>
                <a:cubicBezTo>
                  <a:pt x="587" y="14"/>
                  <a:pt x="573" y="12"/>
                  <a:pt x="557" y="10"/>
                </a:cubicBezTo>
                <a:cubicBezTo>
                  <a:pt x="550" y="9"/>
                  <a:pt x="542" y="8"/>
                  <a:pt x="533" y="7"/>
                </a:cubicBezTo>
                <a:cubicBezTo>
                  <a:pt x="529" y="6"/>
                  <a:pt x="525" y="6"/>
                  <a:pt x="520" y="5"/>
                </a:cubicBezTo>
                <a:cubicBezTo>
                  <a:pt x="516" y="5"/>
                  <a:pt x="512" y="5"/>
                  <a:pt x="507" y="4"/>
                </a:cubicBezTo>
                <a:cubicBezTo>
                  <a:pt x="489" y="3"/>
                  <a:pt x="470" y="2"/>
                  <a:pt x="451" y="1"/>
                </a:cubicBezTo>
                <a:cubicBezTo>
                  <a:pt x="441" y="1"/>
                  <a:pt x="431" y="0"/>
                  <a:pt x="421" y="0"/>
                </a:cubicBezTo>
                <a:cubicBezTo>
                  <a:pt x="411" y="0"/>
                  <a:pt x="400" y="0"/>
                  <a:pt x="390" y="0"/>
                </a:cubicBezTo>
                <a:cubicBezTo>
                  <a:pt x="380" y="1"/>
                  <a:pt x="369" y="1"/>
                  <a:pt x="359" y="1"/>
                </a:cubicBezTo>
                <a:cubicBezTo>
                  <a:pt x="349" y="2"/>
                  <a:pt x="338" y="2"/>
                  <a:pt x="328" y="3"/>
                </a:cubicBezTo>
                <a:cubicBezTo>
                  <a:pt x="317" y="4"/>
                  <a:pt x="307" y="5"/>
                  <a:pt x="296" y="6"/>
                </a:cubicBezTo>
                <a:cubicBezTo>
                  <a:pt x="291" y="7"/>
                  <a:pt x="286" y="7"/>
                  <a:pt x="281" y="8"/>
                </a:cubicBezTo>
                <a:cubicBezTo>
                  <a:pt x="275" y="9"/>
                  <a:pt x="270" y="9"/>
                  <a:pt x="265" y="10"/>
                </a:cubicBezTo>
                <a:cubicBezTo>
                  <a:pt x="245" y="13"/>
                  <a:pt x="224" y="16"/>
                  <a:pt x="205" y="20"/>
                </a:cubicBezTo>
                <a:cubicBezTo>
                  <a:pt x="186" y="24"/>
                  <a:pt x="167" y="28"/>
                  <a:pt x="149" y="33"/>
                </a:cubicBezTo>
                <a:cubicBezTo>
                  <a:pt x="132" y="37"/>
                  <a:pt x="115" y="42"/>
                  <a:pt x="100" y="47"/>
                </a:cubicBezTo>
                <a:cubicBezTo>
                  <a:pt x="70" y="56"/>
                  <a:pt x="45" y="66"/>
                  <a:pt x="28" y="74"/>
                </a:cubicBezTo>
                <a:cubicBezTo>
                  <a:pt x="19" y="77"/>
                  <a:pt x="12" y="81"/>
                  <a:pt x="8" y="83"/>
                </a:cubicBezTo>
                <a:cubicBezTo>
                  <a:pt x="3" y="85"/>
                  <a:pt x="0" y="87"/>
                  <a:pt x="1" y="87"/>
                </a:cubicBezTo>
                <a:cubicBezTo>
                  <a:pt x="4" y="92"/>
                  <a:pt x="4" y="92"/>
                  <a:pt x="4" y="92"/>
                </a:cubicBezTo>
                <a:cubicBezTo>
                  <a:pt x="6" y="91"/>
                  <a:pt x="8" y="91"/>
                  <a:pt x="10" y="91"/>
                </a:cubicBezTo>
                <a:cubicBezTo>
                  <a:pt x="24" y="90"/>
                  <a:pt x="38" y="89"/>
                  <a:pt x="52" y="88"/>
                </a:cubicBezTo>
                <a:cubicBezTo>
                  <a:pt x="59" y="87"/>
                  <a:pt x="65" y="89"/>
                  <a:pt x="71" y="91"/>
                </a:cubicBezTo>
                <a:cubicBezTo>
                  <a:pt x="83" y="86"/>
                  <a:pt x="96" y="81"/>
                  <a:pt x="110" y="75"/>
                </a:cubicBezTo>
                <a:cubicBezTo>
                  <a:pt x="124" y="70"/>
                  <a:pt x="140" y="65"/>
                  <a:pt x="157" y="59"/>
                </a:cubicBezTo>
                <a:cubicBezTo>
                  <a:pt x="174" y="54"/>
                  <a:pt x="192" y="49"/>
                  <a:pt x="210" y="44"/>
                </a:cubicBezTo>
                <a:cubicBezTo>
                  <a:pt x="229" y="39"/>
                  <a:pt x="249" y="35"/>
                  <a:pt x="269" y="31"/>
                </a:cubicBezTo>
                <a:cubicBezTo>
                  <a:pt x="274" y="30"/>
                  <a:pt x="279" y="29"/>
                  <a:pt x="284" y="28"/>
                </a:cubicBezTo>
                <a:cubicBezTo>
                  <a:pt x="289" y="27"/>
                  <a:pt x="294" y="27"/>
                  <a:pt x="299" y="26"/>
                </a:cubicBezTo>
                <a:cubicBezTo>
                  <a:pt x="309" y="24"/>
                  <a:pt x="319" y="23"/>
                  <a:pt x="329" y="21"/>
                </a:cubicBezTo>
                <a:cubicBezTo>
                  <a:pt x="340" y="20"/>
                  <a:pt x="350" y="19"/>
                  <a:pt x="360" y="18"/>
                </a:cubicBezTo>
                <a:cubicBezTo>
                  <a:pt x="370" y="17"/>
                  <a:pt x="381" y="16"/>
                  <a:pt x="391" y="15"/>
                </a:cubicBezTo>
                <a:cubicBezTo>
                  <a:pt x="401" y="14"/>
                  <a:pt x="411" y="14"/>
                  <a:pt x="421" y="13"/>
                </a:cubicBezTo>
                <a:cubicBezTo>
                  <a:pt x="431" y="13"/>
                  <a:pt x="441" y="13"/>
                  <a:pt x="451" y="12"/>
                </a:cubicBezTo>
                <a:cubicBezTo>
                  <a:pt x="470" y="12"/>
                  <a:pt x="489" y="12"/>
                  <a:pt x="507" y="13"/>
                </a:cubicBezTo>
                <a:cubicBezTo>
                  <a:pt x="511" y="13"/>
                  <a:pt x="515" y="13"/>
                  <a:pt x="520" y="13"/>
                </a:cubicBezTo>
                <a:cubicBezTo>
                  <a:pt x="524" y="13"/>
                  <a:pt x="528" y="14"/>
                  <a:pt x="533" y="14"/>
                </a:cubicBezTo>
                <a:cubicBezTo>
                  <a:pt x="541" y="14"/>
                  <a:pt x="549" y="15"/>
                  <a:pt x="557" y="15"/>
                </a:cubicBezTo>
                <a:cubicBezTo>
                  <a:pt x="572" y="17"/>
                  <a:pt x="587" y="18"/>
                  <a:pt x="599" y="19"/>
                </a:cubicBezTo>
                <a:cubicBezTo>
                  <a:pt x="612" y="21"/>
                  <a:pt x="623" y="22"/>
                  <a:pt x="632" y="23"/>
                </a:cubicBezTo>
                <a:cubicBezTo>
                  <a:pt x="650" y="26"/>
                  <a:pt x="660" y="27"/>
                  <a:pt x="660" y="27"/>
                </a:cubicBezTo>
                <a:cubicBezTo>
                  <a:pt x="660" y="27"/>
                  <a:pt x="650" y="25"/>
                  <a:pt x="632" y="2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 rot="1136190">
            <a:off x="9844440" y="3306272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Fact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 rot="563894">
            <a:off x="9647344" y="3849304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False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0" name="Freeform 30"/>
          <p:cNvSpPr/>
          <p:nvPr/>
        </p:nvSpPr>
        <p:spPr bwMode="auto">
          <a:xfrm rot="21163103">
            <a:off x="9349371" y="4603114"/>
            <a:ext cx="2150479" cy="300131"/>
          </a:xfrm>
          <a:custGeom>
            <a:avLst/>
            <a:gdLst>
              <a:gd name="T0" fmla="*/ 632 w 660"/>
              <a:gd name="T1" fmla="*/ 22 h 92"/>
              <a:gd name="T2" fmla="*/ 600 w 660"/>
              <a:gd name="T3" fmla="*/ 16 h 92"/>
              <a:gd name="T4" fmla="*/ 557 w 660"/>
              <a:gd name="T5" fmla="*/ 10 h 92"/>
              <a:gd name="T6" fmla="*/ 533 w 660"/>
              <a:gd name="T7" fmla="*/ 7 h 92"/>
              <a:gd name="T8" fmla="*/ 520 w 660"/>
              <a:gd name="T9" fmla="*/ 5 h 92"/>
              <a:gd name="T10" fmla="*/ 507 w 660"/>
              <a:gd name="T11" fmla="*/ 4 h 92"/>
              <a:gd name="T12" fmla="*/ 451 w 660"/>
              <a:gd name="T13" fmla="*/ 1 h 92"/>
              <a:gd name="T14" fmla="*/ 421 w 660"/>
              <a:gd name="T15" fmla="*/ 0 h 92"/>
              <a:gd name="T16" fmla="*/ 390 w 660"/>
              <a:gd name="T17" fmla="*/ 0 h 92"/>
              <a:gd name="T18" fmla="*/ 359 w 660"/>
              <a:gd name="T19" fmla="*/ 1 h 92"/>
              <a:gd name="T20" fmla="*/ 328 w 660"/>
              <a:gd name="T21" fmla="*/ 3 h 92"/>
              <a:gd name="T22" fmla="*/ 296 w 660"/>
              <a:gd name="T23" fmla="*/ 6 h 92"/>
              <a:gd name="T24" fmla="*/ 281 w 660"/>
              <a:gd name="T25" fmla="*/ 8 h 92"/>
              <a:gd name="T26" fmla="*/ 265 w 660"/>
              <a:gd name="T27" fmla="*/ 10 h 92"/>
              <a:gd name="T28" fmla="*/ 205 w 660"/>
              <a:gd name="T29" fmla="*/ 20 h 92"/>
              <a:gd name="T30" fmla="*/ 149 w 660"/>
              <a:gd name="T31" fmla="*/ 33 h 92"/>
              <a:gd name="T32" fmla="*/ 100 w 660"/>
              <a:gd name="T33" fmla="*/ 47 h 92"/>
              <a:gd name="T34" fmla="*/ 28 w 660"/>
              <a:gd name="T35" fmla="*/ 74 h 92"/>
              <a:gd name="T36" fmla="*/ 8 w 660"/>
              <a:gd name="T37" fmla="*/ 83 h 92"/>
              <a:gd name="T38" fmla="*/ 1 w 660"/>
              <a:gd name="T39" fmla="*/ 87 h 92"/>
              <a:gd name="T40" fmla="*/ 4 w 660"/>
              <a:gd name="T41" fmla="*/ 92 h 92"/>
              <a:gd name="T42" fmla="*/ 10 w 660"/>
              <a:gd name="T43" fmla="*/ 91 h 92"/>
              <a:gd name="T44" fmla="*/ 52 w 660"/>
              <a:gd name="T45" fmla="*/ 88 h 92"/>
              <a:gd name="T46" fmla="*/ 71 w 660"/>
              <a:gd name="T47" fmla="*/ 91 h 92"/>
              <a:gd name="T48" fmla="*/ 110 w 660"/>
              <a:gd name="T49" fmla="*/ 75 h 92"/>
              <a:gd name="T50" fmla="*/ 157 w 660"/>
              <a:gd name="T51" fmla="*/ 59 h 92"/>
              <a:gd name="T52" fmla="*/ 210 w 660"/>
              <a:gd name="T53" fmla="*/ 44 h 92"/>
              <a:gd name="T54" fmla="*/ 269 w 660"/>
              <a:gd name="T55" fmla="*/ 31 h 92"/>
              <a:gd name="T56" fmla="*/ 284 w 660"/>
              <a:gd name="T57" fmla="*/ 28 h 92"/>
              <a:gd name="T58" fmla="*/ 299 w 660"/>
              <a:gd name="T59" fmla="*/ 26 h 92"/>
              <a:gd name="T60" fmla="*/ 329 w 660"/>
              <a:gd name="T61" fmla="*/ 21 h 92"/>
              <a:gd name="T62" fmla="*/ 360 w 660"/>
              <a:gd name="T63" fmla="*/ 18 h 92"/>
              <a:gd name="T64" fmla="*/ 391 w 660"/>
              <a:gd name="T65" fmla="*/ 15 h 92"/>
              <a:gd name="T66" fmla="*/ 421 w 660"/>
              <a:gd name="T67" fmla="*/ 13 h 92"/>
              <a:gd name="T68" fmla="*/ 451 w 660"/>
              <a:gd name="T69" fmla="*/ 12 h 92"/>
              <a:gd name="T70" fmla="*/ 507 w 660"/>
              <a:gd name="T71" fmla="*/ 13 h 92"/>
              <a:gd name="T72" fmla="*/ 520 w 660"/>
              <a:gd name="T73" fmla="*/ 13 h 92"/>
              <a:gd name="T74" fmla="*/ 533 w 660"/>
              <a:gd name="T75" fmla="*/ 14 h 92"/>
              <a:gd name="T76" fmla="*/ 557 w 660"/>
              <a:gd name="T77" fmla="*/ 15 h 92"/>
              <a:gd name="T78" fmla="*/ 599 w 660"/>
              <a:gd name="T79" fmla="*/ 19 h 92"/>
              <a:gd name="T80" fmla="*/ 632 w 660"/>
              <a:gd name="T81" fmla="*/ 23 h 92"/>
              <a:gd name="T82" fmla="*/ 660 w 660"/>
              <a:gd name="T83" fmla="*/ 27 h 92"/>
              <a:gd name="T84" fmla="*/ 632 w 660"/>
              <a:gd name="T85" fmla="*/ 2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60" h="92">
                <a:moveTo>
                  <a:pt x="632" y="22"/>
                </a:moveTo>
                <a:cubicBezTo>
                  <a:pt x="623" y="20"/>
                  <a:pt x="612" y="18"/>
                  <a:pt x="600" y="16"/>
                </a:cubicBezTo>
                <a:cubicBezTo>
                  <a:pt x="587" y="14"/>
                  <a:pt x="573" y="12"/>
                  <a:pt x="557" y="10"/>
                </a:cubicBezTo>
                <a:cubicBezTo>
                  <a:pt x="550" y="9"/>
                  <a:pt x="542" y="8"/>
                  <a:pt x="533" y="7"/>
                </a:cubicBezTo>
                <a:cubicBezTo>
                  <a:pt x="529" y="6"/>
                  <a:pt x="525" y="6"/>
                  <a:pt x="520" y="5"/>
                </a:cubicBezTo>
                <a:cubicBezTo>
                  <a:pt x="516" y="5"/>
                  <a:pt x="512" y="5"/>
                  <a:pt x="507" y="4"/>
                </a:cubicBezTo>
                <a:cubicBezTo>
                  <a:pt x="489" y="3"/>
                  <a:pt x="470" y="2"/>
                  <a:pt x="451" y="1"/>
                </a:cubicBezTo>
                <a:cubicBezTo>
                  <a:pt x="441" y="1"/>
                  <a:pt x="431" y="0"/>
                  <a:pt x="421" y="0"/>
                </a:cubicBezTo>
                <a:cubicBezTo>
                  <a:pt x="411" y="0"/>
                  <a:pt x="400" y="0"/>
                  <a:pt x="390" y="0"/>
                </a:cubicBezTo>
                <a:cubicBezTo>
                  <a:pt x="380" y="1"/>
                  <a:pt x="369" y="1"/>
                  <a:pt x="359" y="1"/>
                </a:cubicBezTo>
                <a:cubicBezTo>
                  <a:pt x="349" y="2"/>
                  <a:pt x="338" y="2"/>
                  <a:pt x="328" y="3"/>
                </a:cubicBezTo>
                <a:cubicBezTo>
                  <a:pt x="317" y="4"/>
                  <a:pt x="307" y="5"/>
                  <a:pt x="296" y="6"/>
                </a:cubicBezTo>
                <a:cubicBezTo>
                  <a:pt x="291" y="7"/>
                  <a:pt x="286" y="7"/>
                  <a:pt x="281" y="8"/>
                </a:cubicBezTo>
                <a:cubicBezTo>
                  <a:pt x="275" y="9"/>
                  <a:pt x="270" y="9"/>
                  <a:pt x="265" y="10"/>
                </a:cubicBezTo>
                <a:cubicBezTo>
                  <a:pt x="245" y="13"/>
                  <a:pt x="224" y="16"/>
                  <a:pt x="205" y="20"/>
                </a:cubicBezTo>
                <a:cubicBezTo>
                  <a:pt x="186" y="24"/>
                  <a:pt x="167" y="28"/>
                  <a:pt x="149" y="33"/>
                </a:cubicBezTo>
                <a:cubicBezTo>
                  <a:pt x="132" y="37"/>
                  <a:pt x="115" y="42"/>
                  <a:pt x="100" y="47"/>
                </a:cubicBezTo>
                <a:cubicBezTo>
                  <a:pt x="70" y="56"/>
                  <a:pt x="45" y="66"/>
                  <a:pt x="28" y="74"/>
                </a:cubicBezTo>
                <a:cubicBezTo>
                  <a:pt x="19" y="77"/>
                  <a:pt x="12" y="81"/>
                  <a:pt x="8" y="83"/>
                </a:cubicBezTo>
                <a:cubicBezTo>
                  <a:pt x="3" y="85"/>
                  <a:pt x="0" y="87"/>
                  <a:pt x="1" y="87"/>
                </a:cubicBezTo>
                <a:cubicBezTo>
                  <a:pt x="4" y="92"/>
                  <a:pt x="4" y="92"/>
                  <a:pt x="4" y="92"/>
                </a:cubicBezTo>
                <a:cubicBezTo>
                  <a:pt x="6" y="91"/>
                  <a:pt x="8" y="91"/>
                  <a:pt x="10" y="91"/>
                </a:cubicBezTo>
                <a:cubicBezTo>
                  <a:pt x="24" y="90"/>
                  <a:pt x="38" y="89"/>
                  <a:pt x="52" y="88"/>
                </a:cubicBezTo>
                <a:cubicBezTo>
                  <a:pt x="59" y="87"/>
                  <a:pt x="65" y="89"/>
                  <a:pt x="71" y="91"/>
                </a:cubicBezTo>
                <a:cubicBezTo>
                  <a:pt x="83" y="86"/>
                  <a:pt x="96" y="81"/>
                  <a:pt x="110" y="75"/>
                </a:cubicBezTo>
                <a:cubicBezTo>
                  <a:pt x="124" y="70"/>
                  <a:pt x="140" y="65"/>
                  <a:pt x="157" y="59"/>
                </a:cubicBezTo>
                <a:cubicBezTo>
                  <a:pt x="174" y="54"/>
                  <a:pt x="192" y="49"/>
                  <a:pt x="210" y="44"/>
                </a:cubicBezTo>
                <a:cubicBezTo>
                  <a:pt x="229" y="39"/>
                  <a:pt x="249" y="35"/>
                  <a:pt x="269" y="31"/>
                </a:cubicBezTo>
                <a:cubicBezTo>
                  <a:pt x="274" y="30"/>
                  <a:pt x="279" y="29"/>
                  <a:pt x="284" y="28"/>
                </a:cubicBezTo>
                <a:cubicBezTo>
                  <a:pt x="289" y="27"/>
                  <a:pt x="294" y="27"/>
                  <a:pt x="299" y="26"/>
                </a:cubicBezTo>
                <a:cubicBezTo>
                  <a:pt x="309" y="24"/>
                  <a:pt x="319" y="23"/>
                  <a:pt x="329" y="21"/>
                </a:cubicBezTo>
                <a:cubicBezTo>
                  <a:pt x="340" y="20"/>
                  <a:pt x="350" y="19"/>
                  <a:pt x="360" y="18"/>
                </a:cubicBezTo>
                <a:cubicBezTo>
                  <a:pt x="370" y="17"/>
                  <a:pt x="381" y="16"/>
                  <a:pt x="391" y="15"/>
                </a:cubicBezTo>
                <a:cubicBezTo>
                  <a:pt x="401" y="14"/>
                  <a:pt x="411" y="14"/>
                  <a:pt x="421" y="13"/>
                </a:cubicBezTo>
                <a:cubicBezTo>
                  <a:pt x="431" y="13"/>
                  <a:pt x="441" y="13"/>
                  <a:pt x="451" y="12"/>
                </a:cubicBezTo>
                <a:cubicBezTo>
                  <a:pt x="470" y="12"/>
                  <a:pt x="489" y="12"/>
                  <a:pt x="507" y="13"/>
                </a:cubicBezTo>
                <a:cubicBezTo>
                  <a:pt x="511" y="13"/>
                  <a:pt x="515" y="13"/>
                  <a:pt x="520" y="13"/>
                </a:cubicBezTo>
                <a:cubicBezTo>
                  <a:pt x="524" y="13"/>
                  <a:pt x="528" y="14"/>
                  <a:pt x="533" y="14"/>
                </a:cubicBezTo>
                <a:cubicBezTo>
                  <a:pt x="541" y="14"/>
                  <a:pt x="549" y="15"/>
                  <a:pt x="557" y="15"/>
                </a:cubicBezTo>
                <a:cubicBezTo>
                  <a:pt x="572" y="17"/>
                  <a:pt x="587" y="18"/>
                  <a:pt x="599" y="19"/>
                </a:cubicBezTo>
                <a:cubicBezTo>
                  <a:pt x="612" y="21"/>
                  <a:pt x="623" y="22"/>
                  <a:pt x="632" y="23"/>
                </a:cubicBezTo>
                <a:cubicBezTo>
                  <a:pt x="650" y="26"/>
                  <a:pt x="660" y="27"/>
                  <a:pt x="660" y="27"/>
                </a:cubicBezTo>
                <a:cubicBezTo>
                  <a:pt x="660" y="27"/>
                  <a:pt x="650" y="25"/>
                  <a:pt x="632" y="2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922617" y="4262053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Yes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 rot="563894">
            <a:off x="10753789" y="4754178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No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Freeform 27"/>
          <p:cNvSpPr/>
          <p:nvPr/>
        </p:nvSpPr>
        <p:spPr bwMode="auto">
          <a:xfrm rot="11534133">
            <a:off x="1217694" y="4675140"/>
            <a:ext cx="1008345" cy="401822"/>
          </a:xfrm>
          <a:custGeom>
            <a:avLst/>
            <a:gdLst>
              <a:gd name="T0" fmla="*/ 30 w 506"/>
              <a:gd name="T1" fmla="*/ 0 h 201"/>
              <a:gd name="T2" fmla="*/ 33 w 506"/>
              <a:gd name="T3" fmla="*/ 4 h 201"/>
              <a:gd name="T4" fmla="*/ 43 w 506"/>
              <a:gd name="T5" fmla="*/ 17 h 201"/>
              <a:gd name="T6" fmla="*/ 60 w 506"/>
              <a:gd name="T7" fmla="*/ 36 h 201"/>
              <a:gd name="T8" fmla="*/ 84 w 506"/>
              <a:gd name="T9" fmla="*/ 58 h 201"/>
              <a:gd name="T10" fmla="*/ 116 w 506"/>
              <a:gd name="T11" fmla="*/ 82 h 201"/>
              <a:gd name="T12" fmla="*/ 154 w 506"/>
              <a:gd name="T13" fmla="*/ 107 h 201"/>
              <a:gd name="T14" fmla="*/ 174 w 506"/>
              <a:gd name="T15" fmla="*/ 118 h 201"/>
              <a:gd name="T16" fmla="*/ 196 w 506"/>
              <a:gd name="T17" fmla="*/ 129 h 201"/>
              <a:gd name="T18" fmla="*/ 219 w 506"/>
              <a:gd name="T19" fmla="*/ 139 h 201"/>
              <a:gd name="T20" fmla="*/ 231 w 506"/>
              <a:gd name="T21" fmla="*/ 144 h 201"/>
              <a:gd name="T22" fmla="*/ 242 w 506"/>
              <a:gd name="T23" fmla="*/ 148 h 201"/>
              <a:gd name="T24" fmla="*/ 254 w 506"/>
              <a:gd name="T25" fmla="*/ 153 h 201"/>
              <a:gd name="T26" fmla="*/ 266 w 506"/>
              <a:gd name="T27" fmla="*/ 157 h 201"/>
              <a:gd name="T28" fmla="*/ 290 w 506"/>
              <a:gd name="T29" fmla="*/ 165 h 201"/>
              <a:gd name="T30" fmla="*/ 313 w 506"/>
              <a:gd name="T31" fmla="*/ 171 h 201"/>
              <a:gd name="T32" fmla="*/ 325 w 506"/>
              <a:gd name="T33" fmla="*/ 175 h 201"/>
              <a:gd name="T34" fmla="*/ 337 w 506"/>
              <a:gd name="T35" fmla="*/ 177 h 201"/>
              <a:gd name="T36" fmla="*/ 381 w 506"/>
              <a:gd name="T37" fmla="*/ 187 h 201"/>
              <a:gd name="T38" fmla="*/ 422 w 506"/>
              <a:gd name="T39" fmla="*/ 193 h 201"/>
              <a:gd name="T40" fmla="*/ 440 w 506"/>
              <a:gd name="T41" fmla="*/ 195 h 201"/>
              <a:gd name="T42" fmla="*/ 456 w 506"/>
              <a:gd name="T43" fmla="*/ 197 h 201"/>
              <a:gd name="T44" fmla="*/ 471 w 506"/>
              <a:gd name="T45" fmla="*/ 198 h 201"/>
              <a:gd name="T46" fmla="*/ 483 w 506"/>
              <a:gd name="T47" fmla="*/ 199 h 201"/>
              <a:gd name="T48" fmla="*/ 506 w 506"/>
              <a:gd name="T49" fmla="*/ 201 h 201"/>
              <a:gd name="T50" fmla="*/ 483 w 506"/>
              <a:gd name="T51" fmla="*/ 201 h 201"/>
              <a:gd name="T52" fmla="*/ 471 w 506"/>
              <a:gd name="T53" fmla="*/ 201 h 201"/>
              <a:gd name="T54" fmla="*/ 456 w 506"/>
              <a:gd name="T55" fmla="*/ 200 h 201"/>
              <a:gd name="T56" fmla="*/ 439 w 506"/>
              <a:gd name="T57" fmla="*/ 200 h 201"/>
              <a:gd name="T58" fmla="*/ 421 w 506"/>
              <a:gd name="T59" fmla="*/ 199 h 201"/>
              <a:gd name="T60" fmla="*/ 380 w 506"/>
              <a:gd name="T61" fmla="*/ 195 h 201"/>
              <a:gd name="T62" fmla="*/ 334 w 506"/>
              <a:gd name="T63" fmla="*/ 188 h 201"/>
              <a:gd name="T64" fmla="*/ 322 w 506"/>
              <a:gd name="T65" fmla="*/ 186 h 201"/>
              <a:gd name="T66" fmla="*/ 310 w 506"/>
              <a:gd name="T67" fmla="*/ 184 h 201"/>
              <a:gd name="T68" fmla="*/ 286 w 506"/>
              <a:gd name="T69" fmla="*/ 179 h 201"/>
              <a:gd name="T70" fmla="*/ 261 w 506"/>
              <a:gd name="T71" fmla="*/ 173 h 201"/>
              <a:gd name="T72" fmla="*/ 249 w 506"/>
              <a:gd name="T73" fmla="*/ 169 h 201"/>
              <a:gd name="T74" fmla="*/ 236 w 506"/>
              <a:gd name="T75" fmla="*/ 165 h 201"/>
              <a:gd name="T76" fmla="*/ 224 w 506"/>
              <a:gd name="T77" fmla="*/ 162 h 201"/>
              <a:gd name="T78" fmla="*/ 212 w 506"/>
              <a:gd name="T79" fmla="*/ 157 h 201"/>
              <a:gd name="T80" fmla="*/ 188 w 506"/>
              <a:gd name="T81" fmla="*/ 149 h 201"/>
              <a:gd name="T82" fmla="*/ 164 w 506"/>
              <a:gd name="T83" fmla="*/ 139 h 201"/>
              <a:gd name="T84" fmla="*/ 142 w 506"/>
              <a:gd name="T85" fmla="*/ 128 h 201"/>
              <a:gd name="T86" fmla="*/ 101 w 506"/>
              <a:gd name="T87" fmla="*/ 106 h 201"/>
              <a:gd name="T88" fmla="*/ 66 w 506"/>
              <a:gd name="T89" fmla="*/ 82 h 201"/>
              <a:gd name="T90" fmla="*/ 38 w 506"/>
              <a:gd name="T91" fmla="*/ 59 h 201"/>
              <a:gd name="T92" fmla="*/ 17 w 506"/>
              <a:gd name="T93" fmla="*/ 40 h 201"/>
              <a:gd name="T94" fmla="*/ 5 w 506"/>
              <a:gd name="T95" fmla="*/ 26 h 201"/>
              <a:gd name="T96" fmla="*/ 0 w 506"/>
              <a:gd name="T97" fmla="*/ 20 h 201"/>
              <a:gd name="T98" fmla="*/ 30 w 506"/>
              <a:gd name="T99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06" h="201">
                <a:moveTo>
                  <a:pt x="30" y="0"/>
                </a:moveTo>
                <a:cubicBezTo>
                  <a:pt x="30" y="0"/>
                  <a:pt x="31" y="1"/>
                  <a:pt x="33" y="4"/>
                </a:cubicBezTo>
                <a:cubicBezTo>
                  <a:pt x="35" y="7"/>
                  <a:pt x="38" y="12"/>
                  <a:pt x="43" y="17"/>
                </a:cubicBezTo>
                <a:cubicBezTo>
                  <a:pt x="47" y="22"/>
                  <a:pt x="53" y="29"/>
                  <a:pt x="60" y="36"/>
                </a:cubicBezTo>
                <a:cubicBezTo>
                  <a:pt x="67" y="43"/>
                  <a:pt x="75" y="50"/>
                  <a:pt x="84" y="58"/>
                </a:cubicBezTo>
                <a:cubicBezTo>
                  <a:pt x="94" y="66"/>
                  <a:pt x="104" y="74"/>
                  <a:pt x="116" y="82"/>
                </a:cubicBezTo>
                <a:cubicBezTo>
                  <a:pt x="128" y="91"/>
                  <a:pt x="140" y="99"/>
                  <a:pt x="154" y="107"/>
                </a:cubicBezTo>
                <a:cubicBezTo>
                  <a:pt x="160" y="111"/>
                  <a:pt x="167" y="114"/>
                  <a:pt x="174" y="118"/>
                </a:cubicBezTo>
                <a:cubicBezTo>
                  <a:pt x="182" y="122"/>
                  <a:pt x="189" y="125"/>
                  <a:pt x="196" y="129"/>
                </a:cubicBezTo>
                <a:cubicBezTo>
                  <a:pt x="204" y="132"/>
                  <a:pt x="211" y="136"/>
                  <a:pt x="219" y="139"/>
                </a:cubicBezTo>
                <a:cubicBezTo>
                  <a:pt x="231" y="144"/>
                  <a:pt x="231" y="144"/>
                  <a:pt x="231" y="144"/>
                </a:cubicBezTo>
                <a:cubicBezTo>
                  <a:pt x="242" y="148"/>
                  <a:pt x="242" y="148"/>
                  <a:pt x="242" y="148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66" y="157"/>
                  <a:pt x="266" y="157"/>
                  <a:pt x="266" y="157"/>
                </a:cubicBezTo>
                <a:cubicBezTo>
                  <a:pt x="274" y="160"/>
                  <a:pt x="282" y="162"/>
                  <a:pt x="290" y="165"/>
                </a:cubicBezTo>
                <a:cubicBezTo>
                  <a:pt x="298" y="167"/>
                  <a:pt x="305" y="169"/>
                  <a:pt x="313" y="171"/>
                </a:cubicBezTo>
                <a:cubicBezTo>
                  <a:pt x="317" y="172"/>
                  <a:pt x="321" y="173"/>
                  <a:pt x="325" y="175"/>
                </a:cubicBezTo>
                <a:cubicBezTo>
                  <a:pt x="329" y="175"/>
                  <a:pt x="333" y="176"/>
                  <a:pt x="337" y="177"/>
                </a:cubicBezTo>
                <a:cubicBezTo>
                  <a:pt x="352" y="181"/>
                  <a:pt x="367" y="184"/>
                  <a:pt x="381" y="187"/>
                </a:cubicBezTo>
                <a:cubicBezTo>
                  <a:pt x="396" y="189"/>
                  <a:pt x="409" y="191"/>
                  <a:pt x="422" y="193"/>
                </a:cubicBezTo>
                <a:cubicBezTo>
                  <a:pt x="428" y="194"/>
                  <a:pt x="434" y="195"/>
                  <a:pt x="440" y="195"/>
                </a:cubicBezTo>
                <a:cubicBezTo>
                  <a:pt x="446" y="196"/>
                  <a:pt x="451" y="196"/>
                  <a:pt x="456" y="197"/>
                </a:cubicBezTo>
                <a:cubicBezTo>
                  <a:pt x="461" y="198"/>
                  <a:pt x="466" y="198"/>
                  <a:pt x="471" y="198"/>
                </a:cubicBezTo>
                <a:cubicBezTo>
                  <a:pt x="475" y="199"/>
                  <a:pt x="479" y="199"/>
                  <a:pt x="483" y="199"/>
                </a:cubicBezTo>
                <a:cubicBezTo>
                  <a:pt x="498" y="200"/>
                  <a:pt x="506" y="201"/>
                  <a:pt x="506" y="201"/>
                </a:cubicBezTo>
                <a:cubicBezTo>
                  <a:pt x="506" y="201"/>
                  <a:pt x="498" y="201"/>
                  <a:pt x="483" y="201"/>
                </a:cubicBezTo>
                <a:cubicBezTo>
                  <a:pt x="479" y="201"/>
                  <a:pt x="475" y="201"/>
                  <a:pt x="471" y="201"/>
                </a:cubicBezTo>
                <a:cubicBezTo>
                  <a:pt x="466" y="201"/>
                  <a:pt x="461" y="200"/>
                  <a:pt x="456" y="200"/>
                </a:cubicBezTo>
                <a:cubicBezTo>
                  <a:pt x="451" y="200"/>
                  <a:pt x="445" y="200"/>
                  <a:pt x="439" y="200"/>
                </a:cubicBezTo>
                <a:cubicBezTo>
                  <a:pt x="434" y="199"/>
                  <a:pt x="428" y="199"/>
                  <a:pt x="421" y="199"/>
                </a:cubicBezTo>
                <a:cubicBezTo>
                  <a:pt x="408" y="198"/>
                  <a:pt x="395" y="196"/>
                  <a:pt x="380" y="195"/>
                </a:cubicBezTo>
                <a:cubicBezTo>
                  <a:pt x="366" y="193"/>
                  <a:pt x="350" y="191"/>
                  <a:pt x="334" y="188"/>
                </a:cubicBezTo>
                <a:cubicBezTo>
                  <a:pt x="330" y="188"/>
                  <a:pt x="326" y="187"/>
                  <a:pt x="322" y="186"/>
                </a:cubicBezTo>
                <a:cubicBezTo>
                  <a:pt x="318" y="186"/>
                  <a:pt x="314" y="185"/>
                  <a:pt x="310" y="184"/>
                </a:cubicBezTo>
                <a:cubicBezTo>
                  <a:pt x="302" y="182"/>
                  <a:pt x="294" y="181"/>
                  <a:pt x="286" y="179"/>
                </a:cubicBezTo>
                <a:cubicBezTo>
                  <a:pt x="278" y="177"/>
                  <a:pt x="269" y="175"/>
                  <a:pt x="261" y="173"/>
                </a:cubicBezTo>
                <a:cubicBezTo>
                  <a:pt x="257" y="171"/>
                  <a:pt x="253" y="170"/>
                  <a:pt x="249" y="169"/>
                </a:cubicBezTo>
                <a:cubicBezTo>
                  <a:pt x="236" y="165"/>
                  <a:pt x="236" y="165"/>
                  <a:pt x="236" y="165"/>
                </a:cubicBezTo>
                <a:cubicBezTo>
                  <a:pt x="232" y="164"/>
                  <a:pt x="228" y="163"/>
                  <a:pt x="224" y="162"/>
                </a:cubicBezTo>
                <a:cubicBezTo>
                  <a:pt x="212" y="157"/>
                  <a:pt x="212" y="157"/>
                  <a:pt x="212" y="157"/>
                </a:cubicBezTo>
                <a:cubicBezTo>
                  <a:pt x="204" y="155"/>
                  <a:pt x="196" y="152"/>
                  <a:pt x="188" y="149"/>
                </a:cubicBezTo>
                <a:cubicBezTo>
                  <a:pt x="180" y="145"/>
                  <a:pt x="172" y="142"/>
                  <a:pt x="164" y="139"/>
                </a:cubicBezTo>
                <a:cubicBezTo>
                  <a:pt x="157" y="135"/>
                  <a:pt x="149" y="132"/>
                  <a:pt x="142" y="128"/>
                </a:cubicBezTo>
                <a:cubicBezTo>
                  <a:pt x="127" y="121"/>
                  <a:pt x="114" y="113"/>
                  <a:pt x="101" y="106"/>
                </a:cubicBezTo>
                <a:cubicBezTo>
                  <a:pt x="88" y="98"/>
                  <a:pt x="76" y="90"/>
                  <a:pt x="66" y="82"/>
                </a:cubicBezTo>
                <a:cubicBezTo>
                  <a:pt x="55" y="74"/>
                  <a:pt x="46" y="67"/>
                  <a:pt x="38" y="59"/>
                </a:cubicBezTo>
                <a:cubicBezTo>
                  <a:pt x="29" y="52"/>
                  <a:pt x="23" y="46"/>
                  <a:pt x="17" y="40"/>
                </a:cubicBezTo>
                <a:cubicBezTo>
                  <a:pt x="12" y="34"/>
                  <a:pt x="8" y="29"/>
                  <a:pt x="5" y="26"/>
                </a:cubicBezTo>
                <a:cubicBezTo>
                  <a:pt x="2" y="23"/>
                  <a:pt x="0" y="20"/>
                  <a:pt x="0" y="20"/>
                </a:cubicBezTo>
                <a:lnTo>
                  <a:pt x="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4" name="Freeform 27"/>
          <p:cNvSpPr/>
          <p:nvPr/>
        </p:nvSpPr>
        <p:spPr bwMode="auto">
          <a:xfrm rot="11534133">
            <a:off x="2517967" y="4410085"/>
            <a:ext cx="1513123" cy="602974"/>
          </a:xfrm>
          <a:custGeom>
            <a:avLst/>
            <a:gdLst>
              <a:gd name="T0" fmla="*/ 30 w 506"/>
              <a:gd name="T1" fmla="*/ 0 h 201"/>
              <a:gd name="T2" fmla="*/ 33 w 506"/>
              <a:gd name="T3" fmla="*/ 4 h 201"/>
              <a:gd name="T4" fmla="*/ 43 w 506"/>
              <a:gd name="T5" fmla="*/ 17 h 201"/>
              <a:gd name="T6" fmla="*/ 60 w 506"/>
              <a:gd name="T7" fmla="*/ 36 h 201"/>
              <a:gd name="T8" fmla="*/ 84 w 506"/>
              <a:gd name="T9" fmla="*/ 58 h 201"/>
              <a:gd name="T10" fmla="*/ 116 w 506"/>
              <a:gd name="T11" fmla="*/ 82 h 201"/>
              <a:gd name="T12" fmla="*/ 154 w 506"/>
              <a:gd name="T13" fmla="*/ 107 h 201"/>
              <a:gd name="T14" fmla="*/ 174 w 506"/>
              <a:gd name="T15" fmla="*/ 118 h 201"/>
              <a:gd name="T16" fmla="*/ 196 w 506"/>
              <a:gd name="T17" fmla="*/ 129 h 201"/>
              <a:gd name="T18" fmla="*/ 219 w 506"/>
              <a:gd name="T19" fmla="*/ 139 h 201"/>
              <a:gd name="T20" fmla="*/ 231 w 506"/>
              <a:gd name="T21" fmla="*/ 144 h 201"/>
              <a:gd name="T22" fmla="*/ 242 w 506"/>
              <a:gd name="T23" fmla="*/ 148 h 201"/>
              <a:gd name="T24" fmla="*/ 254 w 506"/>
              <a:gd name="T25" fmla="*/ 153 h 201"/>
              <a:gd name="T26" fmla="*/ 266 w 506"/>
              <a:gd name="T27" fmla="*/ 157 h 201"/>
              <a:gd name="T28" fmla="*/ 290 w 506"/>
              <a:gd name="T29" fmla="*/ 165 h 201"/>
              <a:gd name="T30" fmla="*/ 313 w 506"/>
              <a:gd name="T31" fmla="*/ 171 h 201"/>
              <a:gd name="T32" fmla="*/ 325 w 506"/>
              <a:gd name="T33" fmla="*/ 175 h 201"/>
              <a:gd name="T34" fmla="*/ 337 w 506"/>
              <a:gd name="T35" fmla="*/ 177 h 201"/>
              <a:gd name="T36" fmla="*/ 381 w 506"/>
              <a:gd name="T37" fmla="*/ 187 h 201"/>
              <a:gd name="T38" fmla="*/ 422 w 506"/>
              <a:gd name="T39" fmla="*/ 193 h 201"/>
              <a:gd name="T40" fmla="*/ 440 w 506"/>
              <a:gd name="T41" fmla="*/ 195 h 201"/>
              <a:gd name="T42" fmla="*/ 456 w 506"/>
              <a:gd name="T43" fmla="*/ 197 h 201"/>
              <a:gd name="T44" fmla="*/ 471 w 506"/>
              <a:gd name="T45" fmla="*/ 198 h 201"/>
              <a:gd name="T46" fmla="*/ 483 w 506"/>
              <a:gd name="T47" fmla="*/ 199 h 201"/>
              <a:gd name="T48" fmla="*/ 506 w 506"/>
              <a:gd name="T49" fmla="*/ 201 h 201"/>
              <a:gd name="T50" fmla="*/ 483 w 506"/>
              <a:gd name="T51" fmla="*/ 201 h 201"/>
              <a:gd name="T52" fmla="*/ 471 w 506"/>
              <a:gd name="T53" fmla="*/ 201 h 201"/>
              <a:gd name="T54" fmla="*/ 456 w 506"/>
              <a:gd name="T55" fmla="*/ 200 h 201"/>
              <a:gd name="T56" fmla="*/ 439 w 506"/>
              <a:gd name="T57" fmla="*/ 200 h 201"/>
              <a:gd name="T58" fmla="*/ 421 w 506"/>
              <a:gd name="T59" fmla="*/ 199 h 201"/>
              <a:gd name="T60" fmla="*/ 380 w 506"/>
              <a:gd name="T61" fmla="*/ 195 h 201"/>
              <a:gd name="T62" fmla="*/ 334 w 506"/>
              <a:gd name="T63" fmla="*/ 188 h 201"/>
              <a:gd name="T64" fmla="*/ 322 w 506"/>
              <a:gd name="T65" fmla="*/ 186 h 201"/>
              <a:gd name="T66" fmla="*/ 310 w 506"/>
              <a:gd name="T67" fmla="*/ 184 h 201"/>
              <a:gd name="T68" fmla="*/ 286 w 506"/>
              <a:gd name="T69" fmla="*/ 179 h 201"/>
              <a:gd name="T70" fmla="*/ 261 w 506"/>
              <a:gd name="T71" fmla="*/ 173 h 201"/>
              <a:gd name="T72" fmla="*/ 249 w 506"/>
              <a:gd name="T73" fmla="*/ 169 h 201"/>
              <a:gd name="T74" fmla="*/ 236 w 506"/>
              <a:gd name="T75" fmla="*/ 165 h 201"/>
              <a:gd name="T76" fmla="*/ 224 w 506"/>
              <a:gd name="T77" fmla="*/ 162 h 201"/>
              <a:gd name="T78" fmla="*/ 212 w 506"/>
              <a:gd name="T79" fmla="*/ 157 h 201"/>
              <a:gd name="T80" fmla="*/ 188 w 506"/>
              <a:gd name="T81" fmla="*/ 149 h 201"/>
              <a:gd name="T82" fmla="*/ 164 w 506"/>
              <a:gd name="T83" fmla="*/ 139 h 201"/>
              <a:gd name="T84" fmla="*/ 142 w 506"/>
              <a:gd name="T85" fmla="*/ 128 h 201"/>
              <a:gd name="T86" fmla="*/ 101 w 506"/>
              <a:gd name="T87" fmla="*/ 106 h 201"/>
              <a:gd name="T88" fmla="*/ 66 w 506"/>
              <a:gd name="T89" fmla="*/ 82 h 201"/>
              <a:gd name="T90" fmla="*/ 38 w 506"/>
              <a:gd name="T91" fmla="*/ 59 h 201"/>
              <a:gd name="T92" fmla="*/ 17 w 506"/>
              <a:gd name="T93" fmla="*/ 40 h 201"/>
              <a:gd name="T94" fmla="*/ 5 w 506"/>
              <a:gd name="T95" fmla="*/ 26 h 201"/>
              <a:gd name="T96" fmla="*/ 0 w 506"/>
              <a:gd name="T97" fmla="*/ 20 h 201"/>
              <a:gd name="T98" fmla="*/ 30 w 506"/>
              <a:gd name="T99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06" h="201">
                <a:moveTo>
                  <a:pt x="30" y="0"/>
                </a:moveTo>
                <a:cubicBezTo>
                  <a:pt x="30" y="0"/>
                  <a:pt x="31" y="1"/>
                  <a:pt x="33" y="4"/>
                </a:cubicBezTo>
                <a:cubicBezTo>
                  <a:pt x="35" y="7"/>
                  <a:pt x="38" y="12"/>
                  <a:pt x="43" y="17"/>
                </a:cubicBezTo>
                <a:cubicBezTo>
                  <a:pt x="47" y="22"/>
                  <a:pt x="53" y="29"/>
                  <a:pt x="60" y="36"/>
                </a:cubicBezTo>
                <a:cubicBezTo>
                  <a:pt x="67" y="43"/>
                  <a:pt x="75" y="50"/>
                  <a:pt x="84" y="58"/>
                </a:cubicBezTo>
                <a:cubicBezTo>
                  <a:pt x="94" y="66"/>
                  <a:pt x="104" y="74"/>
                  <a:pt x="116" y="82"/>
                </a:cubicBezTo>
                <a:cubicBezTo>
                  <a:pt x="128" y="91"/>
                  <a:pt x="140" y="99"/>
                  <a:pt x="154" y="107"/>
                </a:cubicBezTo>
                <a:cubicBezTo>
                  <a:pt x="160" y="111"/>
                  <a:pt x="167" y="114"/>
                  <a:pt x="174" y="118"/>
                </a:cubicBezTo>
                <a:cubicBezTo>
                  <a:pt x="182" y="122"/>
                  <a:pt x="189" y="125"/>
                  <a:pt x="196" y="129"/>
                </a:cubicBezTo>
                <a:cubicBezTo>
                  <a:pt x="204" y="132"/>
                  <a:pt x="211" y="136"/>
                  <a:pt x="219" y="139"/>
                </a:cubicBezTo>
                <a:cubicBezTo>
                  <a:pt x="231" y="144"/>
                  <a:pt x="231" y="144"/>
                  <a:pt x="231" y="144"/>
                </a:cubicBezTo>
                <a:cubicBezTo>
                  <a:pt x="242" y="148"/>
                  <a:pt x="242" y="148"/>
                  <a:pt x="242" y="148"/>
                </a:cubicBezTo>
                <a:cubicBezTo>
                  <a:pt x="254" y="153"/>
                  <a:pt x="254" y="153"/>
                  <a:pt x="254" y="153"/>
                </a:cubicBezTo>
                <a:cubicBezTo>
                  <a:pt x="266" y="157"/>
                  <a:pt x="266" y="157"/>
                  <a:pt x="266" y="157"/>
                </a:cubicBezTo>
                <a:cubicBezTo>
                  <a:pt x="274" y="160"/>
                  <a:pt x="282" y="162"/>
                  <a:pt x="290" y="165"/>
                </a:cubicBezTo>
                <a:cubicBezTo>
                  <a:pt x="298" y="167"/>
                  <a:pt x="305" y="169"/>
                  <a:pt x="313" y="171"/>
                </a:cubicBezTo>
                <a:cubicBezTo>
                  <a:pt x="317" y="172"/>
                  <a:pt x="321" y="173"/>
                  <a:pt x="325" y="175"/>
                </a:cubicBezTo>
                <a:cubicBezTo>
                  <a:pt x="329" y="175"/>
                  <a:pt x="333" y="176"/>
                  <a:pt x="337" y="177"/>
                </a:cubicBezTo>
                <a:cubicBezTo>
                  <a:pt x="352" y="181"/>
                  <a:pt x="367" y="184"/>
                  <a:pt x="381" y="187"/>
                </a:cubicBezTo>
                <a:cubicBezTo>
                  <a:pt x="396" y="189"/>
                  <a:pt x="409" y="191"/>
                  <a:pt x="422" y="193"/>
                </a:cubicBezTo>
                <a:cubicBezTo>
                  <a:pt x="428" y="194"/>
                  <a:pt x="434" y="195"/>
                  <a:pt x="440" y="195"/>
                </a:cubicBezTo>
                <a:cubicBezTo>
                  <a:pt x="446" y="196"/>
                  <a:pt x="451" y="196"/>
                  <a:pt x="456" y="197"/>
                </a:cubicBezTo>
                <a:cubicBezTo>
                  <a:pt x="461" y="198"/>
                  <a:pt x="466" y="198"/>
                  <a:pt x="471" y="198"/>
                </a:cubicBezTo>
                <a:cubicBezTo>
                  <a:pt x="475" y="199"/>
                  <a:pt x="479" y="199"/>
                  <a:pt x="483" y="199"/>
                </a:cubicBezTo>
                <a:cubicBezTo>
                  <a:pt x="498" y="200"/>
                  <a:pt x="506" y="201"/>
                  <a:pt x="506" y="201"/>
                </a:cubicBezTo>
                <a:cubicBezTo>
                  <a:pt x="506" y="201"/>
                  <a:pt x="498" y="201"/>
                  <a:pt x="483" y="201"/>
                </a:cubicBezTo>
                <a:cubicBezTo>
                  <a:pt x="479" y="201"/>
                  <a:pt x="475" y="201"/>
                  <a:pt x="471" y="201"/>
                </a:cubicBezTo>
                <a:cubicBezTo>
                  <a:pt x="466" y="201"/>
                  <a:pt x="461" y="200"/>
                  <a:pt x="456" y="200"/>
                </a:cubicBezTo>
                <a:cubicBezTo>
                  <a:pt x="451" y="200"/>
                  <a:pt x="445" y="200"/>
                  <a:pt x="439" y="200"/>
                </a:cubicBezTo>
                <a:cubicBezTo>
                  <a:pt x="434" y="199"/>
                  <a:pt x="428" y="199"/>
                  <a:pt x="421" y="199"/>
                </a:cubicBezTo>
                <a:cubicBezTo>
                  <a:pt x="408" y="198"/>
                  <a:pt x="395" y="196"/>
                  <a:pt x="380" y="195"/>
                </a:cubicBezTo>
                <a:cubicBezTo>
                  <a:pt x="366" y="193"/>
                  <a:pt x="350" y="191"/>
                  <a:pt x="334" y="188"/>
                </a:cubicBezTo>
                <a:cubicBezTo>
                  <a:pt x="330" y="188"/>
                  <a:pt x="326" y="187"/>
                  <a:pt x="322" y="186"/>
                </a:cubicBezTo>
                <a:cubicBezTo>
                  <a:pt x="318" y="186"/>
                  <a:pt x="314" y="185"/>
                  <a:pt x="310" y="184"/>
                </a:cubicBezTo>
                <a:cubicBezTo>
                  <a:pt x="302" y="182"/>
                  <a:pt x="294" y="181"/>
                  <a:pt x="286" y="179"/>
                </a:cubicBezTo>
                <a:cubicBezTo>
                  <a:pt x="278" y="177"/>
                  <a:pt x="269" y="175"/>
                  <a:pt x="261" y="173"/>
                </a:cubicBezTo>
                <a:cubicBezTo>
                  <a:pt x="257" y="171"/>
                  <a:pt x="253" y="170"/>
                  <a:pt x="249" y="169"/>
                </a:cubicBezTo>
                <a:cubicBezTo>
                  <a:pt x="236" y="165"/>
                  <a:pt x="236" y="165"/>
                  <a:pt x="236" y="165"/>
                </a:cubicBezTo>
                <a:cubicBezTo>
                  <a:pt x="232" y="164"/>
                  <a:pt x="228" y="163"/>
                  <a:pt x="224" y="162"/>
                </a:cubicBezTo>
                <a:cubicBezTo>
                  <a:pt x="212" y="157"/>
                  <a:pt x="212" y="157"/>
                  <a:pt x="212" y="157"/>
                </a:cubicBezTo>
                <a:cubicBezTo>
                  <a:pt x="204" y="155"/>
                  <a:pt x="196" y="152"/>
                  <a:pt x="188" y="149"/>
                </a:cubicBezTo>
                <a:cubicBezTo>
                  <a:pt x="180" y="145"/>
                  <a:pt x="172" y="142"/>
                  <a:pt x="164" y="139"/>
                </a:cubicBezTo>
                <a:cubicBezTo>
                  <a:pt x="157" y="135"/>
                  <a:pt x="149" y="132"/>
                  <a:pt x="142" y="128"/>
                </a:cubicBezTo>
                <a:cubicBezTo>
                  <a:pt x="127" y="121"/>
                  <a:pt x="114" y="113"/>
                  <a:pt x="101" y="106"/>
                </a:cubicBezTo>
                <a:cubicBezTo>
                  <a:pt x="88" y="98"/>
                  <a:pt x="76" y="90"/>
                  <a:pt x="66" y="82"/>
                </a:cubicBezTo>
                <a:cubicBezTo>
                  <a:pt x="55" y="74"/>
                  <a:pt x="46" y="67"/>
                  <a:pt x="38" y="59"/>
                </a:cubicBezTo>
                <a:cubicBezTo>
                  <a:pt x="29" y="52"/>
                  <a:pt x="23" y="46"/>
                  <a:pt x="17" y="40"/>
                </a:cubicBezTo>
                <a:cubicBezTo>
                  <a:pt x="12" y="34"/>
                  <a:pt x="8" y="29"/>
                  <a:pt x="5" y="26"/>
                </a:cubicBezTo>
                <a:cubicBezTo>
                  <a:pt x="2" y="23"/>
                  <a:pt x="0" y="20"/>
                  <a:pt x="0" y="20"/>
                </a:cubicBezTo>
                <a:lnTo>
                  <a:pt x="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5" name="Freeform 29"/>
          <p:cNvSpPr/>
          <p:nvPr/>
        </p:nvSpPr>
        <p:spPr bwMode="auto">
          <a:xfrm rot="20697701" flipH="1">
            <a:off x="1079782" y="5220747"/>
            <a:ext cx="1248076" cy="697454"/>
          </a:xfrm>
          <a:custGeom>
            <a:avLst/>
            <a:gdLst>
              <a:gd name="T0" fmla="*/ 34 w 431"/>
              <a:gd name="T1" fmla="*/ 0 h 240"/>
              <a:gd name="T2" fmla="*/ 35 w 431"/>
              <a:gd name="T3" fmla="*/ 4 h 240"/>
              <a:gd name="T4" fmla="*/ 41 w 431"/>
              <a:gd name="T5" fmla="*/ 17 h 240"/>
              <a:gd name="T6" fmla="*/ 53 w 431"/>
              <a:gd name="T7" fmla="*/ 37 h 240"/>
              <a:gd name="T8" fmla="*/ 70 w 431"/>
              <a:gd name="T9" fmla="*/ 62 h 240"/>
              <a:gd name="T10" fmla="*/ 93 w 431"/>
              <a:gd name="T11" fmla="*/ 90 h 240"/>
              <a:gd name="T12" fmla="*/ 122 w 431"/>
              <a:gd name="T13" fmla="*/ 118 h 240"/>
              <a:gd name="T14" fmla="*/ 157 w 431"/>
              <a:gd name="T15" fmla="*/ 145 h 240"/>
              <a:gd name="T16" fmla="*/ 196 w 431"/>
              <a:gd name="T17" fmla="*/ 169 h 240"/>
              <a:gd name="T18" fmla="*/ 216 w 431"/>
              <a:gd name="T19" fmla="*/ 180 h 240"/>
              <a:gd name="T20" fmla="*/ 226 w 431"/>
              <a:gd name="T21" fmla="*/ 185 h 240"/>
              <a:gd name="T22" fmla="*/ 237 w 431"/>
              <a:gd name="T23" fmla="*/ 190 h 240"/>
              <a:gd name="T24" fmla="*/ 247 w 431"/>
              <a:gd name="T25" fmla="*/ 194 h 240"/>
              <a:gd name="T26" fmla="*/ 257 w 431"/>
              <a:gd name="T27" fmla="*/ 198 h 240"/>
              <a:gd name="T28" fmla="*/ 268 w 431"/>
              <a:gd name="T29" fmla="*/ 202 h 240"/>
              <a:gd name="T30" fmla="*/ 278 w 431"/>
              <a:gd name="T31" fmla="*/ 206 h 240"/>
              <a:gd name="T32" fmla="*/ 318 w 431"/>
              <a:gd name="T33" fmla="*/ 219 h 240"/>
              <a:gd name="T34" fmla="*/ 354 w 431"/>
              <a:gd name="T35" fmla="*/ 227 h 240"/>
              <a:gd name="T36" fmla="*/ 371 w 431"/>
              <a:gd name="T37" fmla="*/ 231 h 240"/>
              <a:gd name="T38" fmla="*/ 385 w 431"/>
              <a:gd name="T39" fmla="*/ 233 h 240"/>
              <a:gd name="T40" fmla="*/ 399 w 431"/>
              <a:gd name="T41" fmla="*/ 236 h 240"/>
              <a:gd name="T42" fmla="*/ 410 w 431"/>
              <a:gd name="T43" fmla="*/ 237 h 240"/>
              <a:gd name="T44" fmla="*/ 431 w 431"/>
              <a:gd name="T45" fmla="*/ 240 h 240"/>
              <a:gd name="T46" fmla="*/ 410 w 431"/>
              <a:gd name="T47" fmla="*/ 239 h 240"/>
              <a:gd name="T48" fmla="*/ 398 w 431"/>
              <a:gd name="T49" fmla="*/ 238 h 240"/>
              <a:gd name="T50" fmla="*/ 385 w 431"/>
              <a:gd name="T51" fmla="*/ 237 h 240"/>
              <a:gd name="T52" fmla="*/ 370 w 431"/>
              <a:gd name="T53" fmla="*/ 235 h 240"/>
              <a:gd name="T54" fmla="*/ 353 w 431"/>
              <a:gd name="T55" fmla="*/ 233 h 240"/>
              <a:gd name="T56" fmla="*/ 316 w 431"/>
              <a:gd name="T57" fmla="*/ 227 h 240"/>
              <a:gd name="T58" fmla="*/ 275 w 431"/>
              <a:gd name="T59" fmla="*/ 217 h 240"/>
              <a:gd name="T60" fmla="*/ 264 w 431"/>
              <a:gd name="T61" fmla="*/ 214 h 240"/>
              <a:gd name="T62" fmla="*/ 253 w 431"/>
              <a:gd name="T63" fmla="*/ 211 h 240"/>
              <a:gd name="T64" fmla="*/ 242 w 431"/>
              <a:gd name="T65" fmla="*/ 207 h 240"/>
              <a:gd name="T66" fmla="*/ 231 w 431"/>
              <a:gd name="T67" fmla="*/ 203 h 240"/>
              <a:gd name="T68" fmla="*/ 220 w 431"/>
              <a:gd name="T69" fmla="*/ 199 h 240"/>
              <a:gd name="T70" fmla="*/ 209 w 431"/>
              <a:gd name="T71" fmla="*/ 195 h 240"/>
              <a:gd name="T72" fmla="*/ 187 w 431"/>
              <a:gd name="T73" fmla="*/ 185 h 240"/>
              <a:gd name="T74" fmla="*/ 145 w 431"/>
              <a:gd name="T75" fmla="*/ 163 h 240"/>
              <a:gd name="T76" fmla="*/ 107 w 431"/>
              <a:gd name="T77" fmla="*/ 138 h 240"/>
              <a:gd name="T78" fmla="*/ 73 w 431"/>
              <a:gd name="T79" fmla="*/ 110 h 240"/>
              <a:gd name="T80" fmla="*/ 46 w 431"/>
              <a:gd name="T81" fmla="*/ 82 h 240"/>
              <a:gd name="T82" fmla="*/ 25 w 431"/>
              <a:gd name="T83" fmla="*/ 55 h 240"/>
              <a:gd name="T84" fmla="*/ 11 w 431"/>
              <a:gd name="T85" fmla="*/ 34 h 240"/>
              <a:gd name="T86" fmla="*/ 3 w 431"/>
              <a:gd name="T87" fmla="*/ 18 h 240"/>
              <a:gd name="T88" fmla="*/ 0 w 431"/>
              <a:gd name="T89" fmla="*/ 12 h 240"/>
              <a:gd name="T90" fmla="*/ 34 w 431"/>
              <a:gd name="T91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31" h="240">
                <a:moveTo>
                  <a:pt x="34" y="0"/>
                </a:moveTo>
                <a:cubicBezTo>
                  <a:pt x="34" y="0"/>
                  <a:pt x="34" y="1"/>
                  <a:pt x="35" y="4"/>
                </a:cubicBezTo>
                <a:cubicBezTo>
                  <a:pt x="37" y="7"/>
                  <a:pt x="39" y="11"/>
                  <a:pt x="41" y="17"/>
                </a:cubicBezTo>
                <a:cubicBezTo>
                  <a:pt x="44" y="23"/>
                  <a:pt x="48" y="30"/>
                  <a:pt x="53" y="37"/>
                </a:cubicBezTo>
                <a:cubicBezTo>
                  <a:pt x="57" y="45"/>
                  <a:pt x="63" y="53"/>
                  <a:pt x="70" y="62"/>
                </a:cubicBezTo>
                <a:cubicBezTo>
                  <a:pt x="77" y="71"/>
                  <a:pt x="84" y="81"/>
                  <a:pt x="93" y="90"/>
                </a:cubicBezTo>
                <a:cubicBezTo>
                  <a:pt x="102" y="100"/>
                  <a:pt x="112" y="109"/>
                  <a:pt x="122" y="118"/>
                </a:cubicBezTo>
                <a:cubicBezTo>
                  <a:pt x="133" y="128"/>
                  <a:pt x="145" y="137"/>
                  <a:pt x="157" y="145"/>
                </a:cubicBezTo>
                <a:cubicBezTo>
                  <a:pt x="169" y="154"/>
                  <a:pt x="182" y="162"/>
                  <a:pt x="196" y="169"/>
                </a:cubicBezTo>
                <a:cubicBezTo>
                  <a:pt x="202" y="173"/>
                  <a:pt x="209" y="177"/>
                  <a:pt x="216" y="180"/>
                </a:cubicBezTo>
                <a:cubicBezTo>
                  <a:pt x="219" y="182"/>
                  <a:pt x="223" y="183"/>
                  <a:pt x="226" y="185"/>
                </a:cubicBezTo>
                <a:cubicBezTo>
                  <a:pt x="230" y="187"/>
                  <a:pt x="233" y="188"/>
                  <a:pt x="237" y="190"/>
                </a:cubicBezTo>
                <a:cubicBezTo>
                  <a:pt x="240" y="191"/>
                  <a:pt x="243" y="193"/>
                  <a:pt x="247" y="194"/>
                </a:cubicBezTo>
                <a:cubicBezTo>
                  <a:pt x="250" y="196"/>
                  <a:pt x="254" y="197"/>
                  <a:pt x="257" y="198"/>
                </a:cubicBezTo>
                <a:cubicBezTo>
                  <a:pt x="261" y="200"/>
                  <a:pt x="264" y="201"/>
                  <a:pt x="268" y="202"/>
                </a:cubicBezTo>
                <a:cubicBezTo>
                  <a:pt x="271" y="204"/>
                  <a:pt x="274" y="205"/>
                  <a:pt x="278" y="206"/>
                </a:cubicBezTo>
                <a:cubicBezTo>
                  <a:pt x="292" y="211"/>
                  <a:pt x="305" y="215"/>
                  <a:pt x="318" y="219"/>
                </a:cubicBezTo>
                <a:cubicBezTo>
                  <a:pt x="331" y="222"/>
                  <a:pt x="343" y="225"/>
                  <a:pt x="354" y="227"/>
                </a:cubicBezTo>
                <a:cubicBezTo>
                  <a:pt x="360" y="229"/>
                  <a:pt x="365" y="230"/>
                  <a:pt x="371" y="231"/>
                </a:cubicBezTo>
                <a:cubicBezTo>
                  <a:pt x="376" y="232"/>
                  <a:pt x="381" y="233"/>
                  <a:pt x="385" y="233"/>
                </a:cubicBezTo>
                <a:cubicBezTo>
                  <a:pt x="390" y="234"/>
                  <a:pt x="395" y="235"/>
                  <a:pt x="399" y="236"/>
                </a:cubicBezTo>
                <a:cubicBezTo>
                  <a:pt x="403" y="236"/>
                  <a:pt x="406" y="237"/>
                  <a:pt x="410" y="237"/>
                </a:cubicBezTo>
                <a:cubicBezTo>
                  <a:pt x="423" y="239"/>
                  <a:pt x="431" y="240"/>
                  <a:pt x="431" y="240"/>
                </a:cubicBezTo>
                <a:cubicBezTo>
                  <a:pt x="431" y="240"/>
                  <a:pt x="423" y="240"/>
                  <a:pt x="410" y="239"/>
                </a:cubicBezTo>
                <a:cubicBezTo>
                  <a:pt x="406" y="239"/>
                  <a:pt x="402" y="238"/>
                  <a:pt x="398" y="238"/>
                </a:cubicBezTo>
                <a:cubicBezTo>
                  <a:pt x="394" y="238"/>
                  <a:pt x="390" y="237"/>
                  <a:pt x="385" y="237"/>
                </a:cubicBezTo>
                <a:cubicBezTo>
                  <a:pt x="380" y="236"/>
                  <a:pt x="375" y="236"/>
                  <a:pt x="370" y="235"/>
                </a:cubicBezTo>
                <a:cubicBezTo>
                  <a:pt x="365" y="234"/>
                  <a:pt x="359" y="234"/>
                  <a:pt x="353" y="233"/>
                </a:cubicBezTo>
                <a:cubicBezTo>
                  <a:pt x="342" y="232"/>
                  <a:pt x="329" y="229"/>
                  <a:pt x="316" y="227"/>
                </a:cubicBezTo>
                <a:cubicBezTo>
                  <a:pt x="303" y="224"/>
                  <a:pt x="289" y="221"/>
                  <a:pt x="275" y="217"/>
                </a:cubicBezTo>
                <a:cubicBezTo>
                  <a:pt x="271" y="216"/>
                  <a:pt x="267" y="215"/>
                  <a:pt x="264" y="214"/>
                </a:cubicBezTo>
                <a:cubicBezTo>
                  <a:pt x="260" y="213"/>
                  <a:pt x="257" y="212"/>
                  <a:pt x="253" y="211"/>
                </a:cubicBezTo>
                <a:cubicBezTo>
                  <a:pt x="249" y="209"/>
                  <a:pt x="246" y="208"/>
                  <a:pt x="242" y="207"/>
                </a:cubicBezTo>
                <a:cubicBezTo>
                  <a:pt x="238" y="206"/>
                  <a:pt x="235" y="205"/>
                  <a:pt x="231" y="203"/>
                </a:cubicBezTo>
                <a:cubicBezTo>
                  <a:pt x="227" y="202"/>
                  <a:pt x="224" y="201"/>
                  <a:pt x="220" y="199"/>
                </a:cubicBezTo>
                <a:cubicBezTo>
                  <a:pt x="216" y="198"/>
                  <a:pt x="213" y="196"/>
                  <a:pt x="209" y="195"/>
                </a:cubicBezTo>
                <a:cubicBezTo>
                  <a:pt x="202" y="192"/>
                  <a:pt x="195" y="189"/>
                  <a:pt x="187" y="185"/>
                </a:cubicBezTo>
                <a:cubicBezTo>
                  <a:pt x="173" y="179"/>
                  <a:pt x="159" y="171"/>
                  <a:pt x="145" y="163"/>
                </a:cubicBezTo>
                <a:cubicBezTo>
                  <a:pt x="132" y="155"/>
                  <a:pt x="119" y="147"/>
                  <a:pt x="107" y="138"/>
                </a:cubicBezTo>
                <a:cubicBezTo>
                  <a:pt x="95" y="129"/>
                  <a:pt x="84" y="119"/>
                  <a:pt x="73" y="110"/>
                </a:cubicBezTo>
                <a:cubicBezTo>
                  <a:pt x="63" y="100"/>
                  <a:pt x="54" y="91"/>
                  <a:pt x="46" y="82"/>
                </a:cubicBezTo>
                <a:cubicBezTo>
                  <a:pt x="38" y="72"/>
                  <a:pt x="31" y="63"/>
                  <a:pt x="25" y="55"/>
                </a:cubicBezTo>
                <a:cubicBezTo>
                  <a:pt x="20" y="47"/>
                  <a:pt x="15" y="40"/>
                  <a:pt x="11" y="34"/>
                </a:cubicBezTo>
                <a:cubicBezTo>
                  <a:pt x="7" y="27"/>
                  <a:pt x="5" y="22"/>
                  <a:pt x="3" y="18"/>
                </a:cubicBezTo>
                <a:cubicBezTo>
                  <a:pt x="1" y="15"/>
                  <a:pt x="0" y="12"/>
                  <a:pt x="0" y="12"/>
                </a:cubicBezTo>
                <a:lnTo>
                  <a:pt x="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 rot="20081367">
            <a:off x="1029309" y="5690545"/>
            <a:ext cx="710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Options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 rot="19996804">
            <a:off x="832440" y="5120204"/>
            <a:ext cx="8627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Outcomes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 rot="1252184">
            <a:off x="1173990" y="439286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Situation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59" name="Group 58"/>
          <p:cNvGrpSpPr/>
          <p:nvPr/>
        </p:nvGrpSpPr>
        <p:grpSpPr>
          <a:xfrm>
            <a:off x="4792298" y="3117819"/>
            <a:ext cx="2698622" cy="1652886"/>
            <a:chOff x="7840658" y="2154917"/>
            <a:chExt cx="4279548" cy="2621192"/>
          </a:xfrm>
          <a:solidFill>
            <a:schemeClr val="tx2"/>
          </a:solidFill>
        </p:grpSpPr>
        <p:sp>
          <p:nvSpPr>
            <p:cNvPr id="60" name="Freeform 5"/>
            <p:cNvSpPr/>
            <p:nvPr/>
          </p:nvSpPr>
          <p:spPr bwMode="auto">
            <a:xfrm>
              <a:off x="7840658" y="2154917"/>
              <a:ext cx="4279548" cy="2621192"/>
            </a:xfrm>
            <a:custGeom>
              <a:avLst/>
              <a:gdLst>
                <a:gd name="T0" fmla="*/ 1174 w 3009"/>
                <a:gd name="T1" fmla="*/ 1833 h 1833"/>
                <a:gd name="T2" fmla="*/ 1270 w 3009"/>
                <a:gd name="T3" fmla="*/ 1826 h 1833"/>
                <a:gd name="T4" fmla="*/ 1675 w 3009"/>
                <a:gd name="T5" fmla="*/ 1594 h 1833"/>
                <a:gd name="T6" fmla="*/ 1997 w 3009"/>
                <a:gd name="T7" fmla="*/ 1748 h 1833"/>
                <a:gd name="T8" fmla="*/ 2071 w 3009"/>
                <a:gd name="T9" fmla="*/ 1741 h 1833"/>
                <a:gd name="T10" fmla="*/ 2352 w 3009"/>
                <a:gd name="T11" fmla="*/ 1474 h 1833"/>
                <a:gd name="T12" fmla="*/ 2512 w 3009"/>
                <a:gd name="T13" fmla="*/ 1492 h 1833"/>
                <a:gd name="T14" fmla="*/ 2932 w 3009"/>
                <a:gd name="T15" fmla="*/ 1262 h 1833"/>
                <a:gd name="T16" fmla="*/ 2921 w 3009"/>
                <a:gd name="T17" fmla="*/ 814 h 1833"/>
                <a:gd name="T18" fmla="*/ 2619 w 3009"/>
                <a:gd name="T19" fmla="*/ 620 h 1833"/>
                <a:gd name="T20" fmla="*/ 2584 w 3009"/>
                <a:gd name="T21" fmla="*/ 622 h 1833"/>
                <a:gd name="T22" fmla="*/ 2298 w 3009"/>
                <a:gd name="T23" fmla="*/ 409 h 1833"/>
                <a:gd name="T24" fmla="*/ 2209 w 3009"/>
                <a:gd name="T25" fmla="*/ 418 h 1833"/>
                <a:gd name="T26" fmla="*/ 1710 w 3009"/>
                <a:gd name="T27" fmla="*/ 0 h 1833"/>
                <a:gd name="T28" fmla="*/ 1682 w 3009"/>
                <a:gd name="T29" fmla="*/ 0 h 1833"/>
                <a:gd name="T30" fmla="*/ 1198 w 3009"/>
                <a:gd name="T31" fmla="*/ 254 h 1833"/>
                <a:gd name="T32" fmla="*/ 972 w 3009"/>
                <a:gd name="T33" fmla="*/ 208 h 1833"/>
                <a:gd name="T34" fmla="*/ 693 w 3009"/>
                <a:gd name="T35" fmla="*/ 311 h 1833"/>
                <a:gd name="T36" fmla="*/ 531 w 3009"/>
                <a:gd name="T37" fmla="*/ 680 h 1833"/>
                <a:gd name="T38" fmla="*/ 474 w 3009"/>
                <a:gd name="T39" fmla="*/ 677 h 1833"/>
                <a:gd name="T40" fmla="*/ 85 w 3009"/>
                <a:gd name="T41" fmla="*/ 848 h 1833"/>
                <a:gd name="T42" fmla="*/ 69 w 3009"/>
                <a:gd name="T43" fmla="*/ 1244 h 1833"/>
                <a:gd name="T44" fmla="*/ 350 w 3009"/>
                <a:gd name="T45" fmla="*/ 1449 h 1833"/>
                <a:gd name="T46" fmla="*/ 603 w 3009"/>
                <a:gd name="T47" fmla="*/ 1585 h 1833"/>
                <a:gd name="T48" fmla="*/ 735 w 3009"/>
                <a:gd name="T49" fmla="*/ 1564 h 1833"/>
                <a:gd name="T50" fmla="*/ 1174 w 3009"/>
                <a:gd name="T51" fmla="*/ 1833 h 1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09" h="1833">
                  <a:moveTo>
                    <a:pt x="1174" y="1833"/>
                  </a:moveTo>
                  <a:cubicBezTo>
                    <a:pt x="1205" y="1833"/>
                    <a:pt x="1237" y="1831"/>
                    <a:pt x="1270" y="1826"/>
                  </a:cubicBezTo>
                  <a:cubicBezTo>
                    <a:pt x="1563" y="1783"/>
                    <a:pt x="1649" y="1663"/>
                    <a:pt x="1675" y="1594"/>
                  </a:cubicBezTo>
                  <a:cubicBezTo>
                    <a:pt x="1724" y="1650"/>
                    <a:pt x="1833" y="1748"/>
                    <a:pt x="1997" y="1748"/>
                  </a:cubicBezTo>
                  <a:cubicBezTo>
                    <a:pt x="2021" y="1748"/>
                    <a:pt x="2046" y="1746"/>
                    <a:pt x="2071" y="1741"/>
                  </a:cubicBezTo>
                  <a:cubicBezTo>
                    <a:pt x="2291" y="1703"/>
                    <a:pt x="2341" y="1539"/>
                    <a:pt x="2352" y="1474"/>
                  </a:cubicBezTo>
                  <a:cubicBezTo>
                    <a:pt x="2384" y="1481"/>
                    <a:pt x="2442" y="1492"/>
                    <a:pt x="2512" y="1492"/>
                  </a:cubicBezTo>
                  <a:cubicBezTo>
                    <a:pt x="2646" y="1492"/>
                    <a:pt x="2827" y="1452"/>
                    <a:pt x="2932" y="1262"/>
                  </a:cubicBezTo>
                  <a:cubicBezTo>
                    <a:pt x="3009" y="1123"/>
                    <a:pt x="3005" y="955"/>
                    <a:pt x="2921" y="814"/>
                  </a:cubicBezTo>
                  <a:cubicBezTo>
                    <a:pt x="2850" y="694"/>
                    <a:pt x="2734" y="620"/>
                    <a:pt x="2619" y="620"/>
                  </a:cubicBezTo>
                  <a:cubicBezTo>
                    <a:pt x="2607" y="620"/>
                    <a:pt x="2596" y="620"/>
                    <a:pt x="2584" y="622"/>
                  </a:cubicBezTo>
                  <a:cubicBezTo>
                    <a:pt x="2566" y="565"/>
                    <a:pt x="2499" y="409"/>
                    <a:pt x="2298" y="409"/>
                  </a:cubicBezTo>
                  <a:cubicBezTo>
                    <a:pt x="2270" y="409"/>
                    <a:pt x="2240" y="412"/>
                    <a:pt x="2209" y="418"/>
                  </a:cubicBezTo>
                  <a:cubicBezTo>
                    <a:pt x="2192" y="328"/>
                    <a:pt x="2104" y="13"/>
                    <a:pt x="1710" y="0"/>
                  </a:cubicBezTo>
                  <a:cubicBezTo>
                    <a:pt x="1700" y="0"/>
                    <a:pt x="1691" y="0"/>
                    <a:pt x="1682" y="0"/>
                  </a:cubicBezTo>
                  <a:cubicBezTo>
                    <a:pt x="1356" y="0"/>
                    <a:pt x="1231" y="189"/>
                    <a:pt x="1198" y="254"/>
                  </a:cubicBezTo>
                  <a:cubicBezTo>
                    <a:pt x="1160" y="238"/>
                    <a:pt x="1073" y="208"/>
                    <a:pt x="972" y="208"/>
                  </a:cubicBezTo>
                  <a:cubicBezTo>
                    <a:pt x="862" y="208"/>
                    <a:pt x="768" y="243"/>
                    <a:pt x="693" y="311"/>
                  </a:cubicBezTo>
                  <a:cubicBezTo>
                    <a:pt x="525" y="463"/>
                    <a:pt x="522" y="615"/>
                    <a:pt x="531" y="680"/>
                  </a:cubicBezTo>
                  <a:cubicBezTo>
                    <a:pt x="516" y="678"/>
                    <a:pt x="497" y="677"/>
                    <a:pt x="474" y="677"/>
                  </a:cubicBezTo>
                  <a:cubicBezTo>
                    <a:pt x="377" y="677"/>
                    <a:pt x="196" y="700"/>
                    <a:pt x="85" y="848"/>
                  </a:cubicBezTo>
                  <a:cubicBezTo>
                    <a:pt x="6" y="954"/>
                    <a:pt x="0" y="1106"/>
                    <a:pt x="69" y="1244"/>
                  </a:cubicBezTo>
                  <a:cubicBezTo>
                    <a:pt x="131" y="1368"/>
                    <a:pt x="238" y="1446"/>
                    <a:pt x="350" y="1449"/>
                  </a:cubicBezTo>
                  <a:cubicBezTo>
                    <a:pt x="371" y="1485"/>
                    <a:pt x="445" y="1585"/>
                    <a:pt x="603" y="1585"/>
                  </a:cubicBezTo>
                  <a:cubicBezTo>
                    <a:pt x="644" y="1585"/>
                    <a:pt x="689" y="1578"/>
                    <a:pt x="735" y="1564"/>
                  </a:cubicBezTo>
                  <a:cubicBezTo>
                    <a:pt x="767" y="1628"/>
                    <a:pt x="890" y="1833"/>
                    <a:pt x="1174" y="1833"/>
                  </a:cubicBezTo>
                  <a:close/>
                </a:path>
              </a:pathLst>
            </a:custGeom>
            <a:grpFill/>
            <a:ln w="4445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1" name="Subtitle 4"/>
            <p:cNvSpPr txBox="1"/>
            <p:nvPr/>
          </p:nvSpPr>
          <p:spPr>
            <a:xfrm>
              <a:off x="7985955" y="3175800"/>
              <a:ext cx="3980169" cy="85214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id-ID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Problem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id-ID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Solving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5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5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60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6500"/>
                            </p:stCondLst>
                            <p:childTnLst>
                              <p:par>
                                <p:cTn id="1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700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7500"/>
                            </p:stCondLst>
                            <p:childTnLst>
                              <p:par>
                                <p:cTn id="1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8000"/>
                            </p:stCondLst>
                            <p:childTnLst>
                              <p:par>
                                <p:cTn id="1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8500"/>
                            </p:stCondLst>
                            <p:childTnLst>
                              <p:par>
                                <p:cTn id="2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9000"/>
                            </p:stCondLst>
                            <p:childTnLst>
                              <p:par>
                                <p:cTn id="2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3" grpId="0" animBg="1"/>
      <p:bldP spid="34" grpId="0"/>
      <p:bldP spid="35" grpId="0"/>
      <p:bldP spid="36" grpId="0"/>
      <p:bldP spid="37" grpId="0" animBg="1"/>
      <p:bldP spid="38" grpId="0" animBg="1"/>
      <p:bldP spid="39" grpId="0" animBg="1"/>
      <p:bldP spid="40" grpId="0" animBg="1"/>
      <p:bldP spid="41" grpId="0"/>
      <p:bldP spid="42" grpId="0"/>
      <p:bldP spid="43" grpId="0" animBg="1"/>
      <p:bldP spid="44" grpId="0"/>
      <p:bldP spid="45" grpId="0"/>
      <p:bldP spid="46" grpId="0"/>
      <p:bldP spid="47" grpId="0" animBg="1"/>
      <p:bldP spid="48" grpId="0"/>
      <p:bldP spid="49" grpId="0"/>
      <p:bldP spid="50" grpId="0" animBg="1"/>
      <p:bldP spid="51" grpId="0"/>
      <p:bldP spid="52" grpId="0"/>
      <p:bldP spid="53" grpId="0" animBg="1"/>
      <p:bldP spid="54" grpId="0" animBg="1"/>
      <p:bldP spid="55" grpId="0" animBg="1"/>
      <p:bldP spid="56" grpId="0"/>
      <p:bldP spid="57" grpId="0"/>
      <p:bldP spid="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Funnel Diagram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Process</a:t>
            </a:r>
            <a:endParaRPr lang="id-ID" dirty="0"/>
          </a:p>
        </p:txBody>
      </p:sp>
      <p:grpSp>
        <p:nvGrpSpPr>
          <p:cNvPr id="4" name="Group 3"/>
          <p:cNvGrpSpPr/>
          <p:nvPr/>
        </p:nvGrpSpPr>
        <p:grpSpPr>
          <a:xfrm>
            <a:off x="2571232" y="5136133"/>
            <a:ext cx="660307" cy="661206"/>
            <a:chOff x="2753860" y="5508625"/>
            <a:chExt cx="731838" cy="792163"/>
          </a:xfrm>
        </p:grpSpPr>
        <p:sp>
          <p:nvSpPr>
            <p:cNvPr id="5" name="Freeform 5"/>
            <p:cNvSpPr/>
            <p:nvPr/>
          </p:nvSpPr>
          <p:spPr bwMode="auto">
            <a:xfrm>
              <a:off x="2753860" y="5557838"/>
              <a:ext cx="731838" cy="742950"/>
            </a:xfrm>
            <a:custGeom>
              <a:avLst/>
              <a:gdLst>
                <a:gd name="T0" fmla="*/ 319 w 319"/>
                <a:gd name="T1" fmla="*/ 0 h 324"/>
                <a:gd name="T2" fmla="*/ 0 w 319"/>
                <a:gd name="T3" fmla="*/ 0 h 324"/>
                <a:gd name="T4" fmla="*/ 95 w 319"/>
                <a:gd name="T5" fmla="*/ 181 h 324"/>
                <a:gd name="T6" fmla="*/ 95 w 319"/>
                <a:gd name="T7" fmla="*/ 301 h 324"/>
                <a:gd name="T8" fmla="*/ 124 w 319"/>
                <a:gd name="T9" fmla="*/ 324 h 324"/>
                <a:gd name="T10" fmla="*/ 196 w 319"/>
                <a:gd name="T11" fmla="*/ 324 h 324"/>
                <a:gd name="T12" fmla="*/ 224 w 319"/>
                <a:gd name="T13" fmla="*/ 301 h 324"/>
                <a:gd name="T14" fmla="*/ 224 w 319"/>
                <a:gd name="T15" fmla="*/ 181 h 324"/>
                <a:gd name="T16" fmla="*/ 319 w 319"/>
                <a:gd name="T17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9" h="324">
                  <a:moveTo>
                    <a:pt x="319" y="0"/>
                  </a:moveTo>
                  <a:cubicBezTo>
                    <a:pt x="213" y="3"/>
                    <a:pt x="106" y="3"/>
                    <a:pt x="0" y="0"/>
                  </a:cubicBezTo>
                  <a:cubicBezTo>
                    <a:pt x="95" y="181"/>
                    <a:pt x="95" y="181"/>
                    <a:pt x="95" y="181"/>
                  </a:cubicBezTo>
                  <a:cubicBezTo>
                    <a:pt x="95" y="301"/>
                    <a:pt x="95" y="301"/>
                    <a:pt x="95" y="301"/>
                  </a:cubicBezTo>
                  <a:cubicBezTo>
                    <a:pt x="95" y="314"/>
                    <a:pt x="108" y="324"/>
                    <a:pt x="124" y="324"/>
                  </a:cubicBezTo>
                  <a:cubicBezTo>
                    <a:pt x="196" y="324"/>
                    <a:pt x="196" y="324"/>
                    <a:pt x="196" y="324"/>
                  </a:cubicBezTo>
                  <a:cubicBezTo>
                    <a:pt x="211" y="324"/>
                    <a:pt x="224" y="314"/>
                    <a:pt x="224" y="301"/>
                  </a:cubicBezTo>
                  <a:cubicBezTo>
                    <a:pt x="224" y="181"/>
                    <a:pt x="224" y="181"/>
                    <a:pt x="224" y="181"/>
                  </a:cubicBezTo>
                  <a:lnTo>
                    <a:pt x="319" y="0"/>
                  </a:lnTo>
                  <a:close/>
                </a:path>
              </a:pathLst>
            </a:custGeom>
            <a:gradFill>
              <a:gsLst>
                <a:gs pos="80000">
                  <a:schemeClr val="accent4"/>
                </a:gs>
                <a:gs pos="20000">
                  <a:schemeClr val="accent4"/>
                </a:gs>
                <a:gs pos="50000">
                  <a:schemeClr val="accent4">
                    <a:lumMod val="60000"/>
                    <a:lumOff val="40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2755448" y="5508625"/>
              <a:ext cx="727075" cy="10001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087103" y="4236417"/>
            <a:ext cx="1629999" cy="833464"/>
            <a:chOff x="2217285" y="4430713"/>
            <a:chExt cx="1806575" cy="998538"/>
          </a:xfrm>
        </p:grpSpPr>
        <p:sp>
          <p:nvSpPr>
            <p:cNvPr id="8" name="Freeform 7"/>
            <p:cNvSpPr/>
            <p:nvPr/>
          </p:nvSpPr>
          <p:spPr bwMode="auto">
            <a:xfrm>
              <a:off x="2220460" y="4545013"/>
              <a:ext cx="1797050" cy="884238"/>
            </a:xfrm>
            <a:custGeom>
              <a:avLst/>
              <a:gdLst>
                <a:gd name="T0" fmla="*/ 0 w 783"/>
                <a:gd name="T1" fmla="*/ 0 h 386"/>
                <a:gd name="T2" fmla="*/ 201 w 783"/>
                <a:gd name="T3" fmla="*/ 383 h 386"/>
                <a:gd name="T4" fmla="*/ 582 w 783"/>
                <a:gd name="T5" fmla="*/ 383 h 386"/>
                <a:gd name="T6" fmla="*/ 783 w 783"/>
                <a:gd name="T7" fmla="*/ 0 h 386"/>
                <a:gd name="T8" fmla="*/ 0 w 783"/>
                <a:gd name="T9" fmla="*/ 0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3" h="386">
                  <a:moveTo>
                    <a:pt x="0" y="0"/>
                  </a:moveTo>
                  <a:cubicBezTo>
                    <a:pt x="201" y="383"/>
                    <a:pt x="201" y="383"/>
                    <a:pt x="201" y="383"/>
                  </a:cubicBezTo>
                  <a:cubicBezTo>
                    <a:pt x="328" y="386"/>
                    <a:pt x="455" y="386"/>
                    <a:pt x="582" y="383"/>
                  </a:cubicBezTo>
                  <a:cubicBezTo>
                    <a:pt x="783" y="0"/>
                    <a:pt x="783" y="0"/>
                    <a:pt x="783" y="0"/>
                  </a:cubicBezTo>
                  <a:cubicBezTo>
                    <a:pt x="522" y="14"/>
                    <a:pt x="261" y="14"/>
                    <a:pt x="0" y="0"/>
                  </a:cubicBezTo>
                  <a:close/>
                </a:path>
              </a:pathLst>
            </a:custGeom>
            <a:gradFill>
              <a:gsLst>
                <a:gs pos="80000">
                  <a:schemeClr val="accent3"/>
                </a:gs>
                <a:gs pos="20000">
                  <a:schemeClr val="accent3"/>
                </a:gs>
                <a:gs pos="50000">
                  <a:schemeClr val="accent3">
                    <a:lumMod val="60000"/>
                    <a:lumOff val="40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2217285" y="4430713"/>
              <a:ext cx="1806575" cy="20955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558571" y="3249245"/>
            <a:ext cx="2684198" cy="997772"/>
            <a:chOff x="1631498" y="3248025"/>
            <a:chExt cx="2974975" cy="1195388"/>
          </a:xfrm>
        </p:grpSpPr>
        <p:sp>
          <p:nvSpPr>
            <p:cNvPr id="11" name="Freeform 9"/>
            <p:cNvSpPr/>
            <p:nvPr/>
          </p:nvSpPr>
          <p:spPr bwMode="auto">
            <a:xfrm>
              <a:off x="1631498" y="3417888"/>
              <a:ext cx="2974975" cy="1025525"/>
            </a:xfrm>
            <a:custGeom>
              <a:avLst/>
              <a:gdLst>
                <a:gd name="T0" fmla="*/ 1072 w 1297"/>
                <a:gd name="T1" fmla="*/ 430 h 447"/>
                <a:gd name="T2" fmla="*/ 1297 w 1297"/>
                <a:gd name="T3" fmla="*/ 0 h 447"/>
                <a:gd name="T4" fmla="*/ 0 w 1297"/>
                <a:gd name="T5" fmla="*/ 0 h 447"/>
                <a:gd name="T6" fmla="*/ 226 w 1297"/>
                <a:gd name="T7" fmla="*/ 430 h 447"/>
                <a:gd name="T8" fmla="*/ 1072 w 1297"/>
                <a:gd name="T9" fmla="*/ 43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7" h="447">
                  <a:moveTo>
                    <a:pt x="1072" y="430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865" y="43"/>
                    <a:pt x="432" y="43"/>
                    <a:pt x="0" y="0"/>
                  </a:cubicBezTo>
                  <a:cubicBezTo>
                    <a:pt x="226" y="430"/>
                    <a:pt x="226" y="430"/>
                    <a:pt x="226" y="430"/>
                  </a:cubicBezTo>
                  <a:cubicBezTo>
                    <a:pt x="507" y="447"/>
                    <a:pt x="790" y="447"/>
                    <a:pt x="1072" y="430"/>
                  </a:cubicBezTo>
                  <a:close/>
                </a:path>
              </a:pathLst>
            </a:custGeom>
            <a:gradFill>
              <a:gsLst>
                <a:gs pos="80000">
                  <a:schemeClr val="accent2"/>
                </a:gs>
                <a:gs pos="20000">
                  <a:schemeClr val="accent2"/>
                </a:gs>
                <a:gs pos="50000">
                  <a:schemeClr val="accent2">
                    <a:lumMod val="60000"/>
                    <a:lumOff val="40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1634673" y="3248025"/>
              <a:ext cx="2971800" cy="34766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885373" y="2015613"/>
            <a:ext cx="4032027" cy="1347588"/>
            <a:chOff x="885373" y="1770063"/>
            <a:chExt cx="4468813" cy="1614487"/>
          </a:xfrm>
        </p:grpSpPr>
        <p:sp>
          <p:nvSpPr>
            <p:cNvPr id="14" name="Freeform 11"/>
            <p:cNvSpPr/>
            <p:nvPr/>
          </p:nvSpPr>
          <p:spPr bwMode="auto">
            <a:xfrm>
              <a:off x="888548" y="2000250"/>
              <a:ext cx="4462463" cy="1384300"/>
            </a:xfrm>
            <a:custGeom>
              <a:avLst/>
              <a:gdLst>
                <a:gd name="T0" fmla="*/ 1654 w 1945"/>
                <a:gd name="T1" fmla="*/ 555 h 603"/>
                <a:gd name="T2" fmla="*/ 1945 w 1945"/>
                <a:gd name="T3" fmla="*/ 0 h 603"/>
                <a:gd name="T4" fmla="*/ 0 w 1945"/>
                <a:gd name="T5" fmla="*/ 0 h 603"/>
                <a:gd name="T6" fmla="*/ 291 w 1945"/>
                <a:gd name="T7" fmla="*/ 555 h 603"/>
                <a:gd name="T8" fmla="*/ 1654 w 1945"/>
                <a:gd name="T9" fmla="*/ 555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5" h="603">
                  <a:moveTo>
                    <a:pt x="1654" y="555"/>
                  </a:moveTo>
                  <a:cubicBezTo>
                    <a:pt x="1945" y="0"/>
                    <a:pt x="1945" y="0"/>
                    <a:pt x="194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1" y="555"/>
                    <a:pt x="291" y="555"/>
                    <a:pt x="291" y="555"/>
                  </a:cubicBezTo>
                  <a:cubicBezTo>
                    <a:pt x="745" y="603"/>
                    <a:pt x="1200" y="603"/>
                    <a:pt x="1654" y="555"/>
                  </a:cubicBezTo>
                  <a:close/>
                </a:path>
              </a:pathLst>
            </a:custGeom>
            <a:gradFill flip="none" rotWithShape="1">
              <a:gsLst>
                <a:gs pos="80000">
                  <a:schemeClr val="accent1"/>
                </a:gs>
                <a:gs pos="20000">
                  <a:schemeClr val="accent1"/>
                </a:gs>
                <a:gs pos="5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auto">
            <a:xfrm>
              <a:off x="885373" y="1770063"/>
              <a:ext cx="4468813" cy="44132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16" name="Straight Arrow Connector 15"/>
          <p:cNvCxnSpPr/>
          <p:nvPr/>
        </p:nvCxnSpPr>
        <p:spPr>
          <a:xfrm>
            <a:off x="3635921" y="4709315"/>
            <a:ext cx="2904215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288936" y="5550235"/>
            <a:ext cx="325120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900021" y="2592211"/>
            <a:ext cx="1640115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0593" y="3652947"/>
            <a:ext cx="2329543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29691" y="2253657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Product 1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429692" y="2490247"/>
            <a:ext cx="27163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29691" y="3295486"/>
            <a:ext cx="1058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Product 2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29692" y="3561893"/>
            <a:ext cx="27163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29691" y="4324670"/>
            <a:ext cx="1058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Product 3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29692" y="4561260"/>
            <a:ext cx="27163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19628" y="5211681"/>
            <a:ext cx="1058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Product 4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419628" y="5468757"/>
            <a:ext cx="27163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6789822" y="2384284"/>
            <a:ext cx="494061" cy="487103"/>
            <a:chOff x="9934575" y="-392112"/>
            <a:chExt cx="450850" cy="444500"/>
          </a:xfrm>
          <a:solidFill>
            <a:schemeClr val="accent1"/>
          </a:solidFill>
        </p:grpSpPr>
        <p:sp>
          <p:nvSpPr>
            <p:cNvPr id="29" name="Freeform 5"/>
            <p:cNvSpPr>
              <a:spLocks noEditPoints="1"/>
            </p:cNvSpPr>
            <p:nvPr/>
          </p:nvSpPr>
          <p:spPr bwMode="auto">
            <a:xfrm>
              <a:off x="9934575" y="-392112"/>
              <a:ext cx="450850" cy="444500"/>
            </a:xfrm>
            <a:custGeom>
              <a:avLst/>
              <a:gdLst>
                <a:gd name="T0" fmla="*/ 111 w 120"/>
                <a:gd name="T1" fmla="*/ 0 h 118"/>
                <a:gd name="T2" fmla="*/ 9 w 120"/>
                <a:gd name="T3" fmla="*/ 0 h 118"/>
                <a:gd name="T4" fmla="*/ 0 w 120"/>
                <a:gd name="T5" fmla="*/ 9 h 118"/>
                <a:gd name="T6" fmla="*/ 0 w 120"/>
                <a:gd name="T7" fmla="*/ 103 h 118"/>
                <a:gd name="T8" fmla="*/ 9 w 120"/>
                <a:gd name="T9" fmla="*/ 112 h 118"/>
                <a:gd name="T10" fmla="*/ 16 w 120"/>
                <a:gd name="T11" fmla="*/ 112 h 118"/>
                <a:gd name="T12" fmla="*/ 16 w 120"/>
                <a:gd name="T13" fmla="*/ 112 h 118"/>
                <a:gd name="T14" fmla="*/ 22 w 120"/>
                <a:gd name="T15" fmla="*/ 118 h 118"/>
                <a:gd name="T16" fmla="*/ 28 w 120"/>
                <a:gd name="T17" fmla="*/ 112 h 118"/>
                <a:gd name="T18" fmla="*/ 28 w 120"/>
                <a:gd name="T19" fmla="*/ 112 h 118"/>
                <a:gd name="T20" fmla="*/ 92 w 120"/>
                <a:gd name="T21" fmla="*/ 112 h 118"/>
                <a:gd name="T22" fmla="*/ 92 w 120"/>
                <a:gd name="T23" fmla="*/ 112 h 118"/>
                <a:gd name="T24" fmla="*/ 98 w 120"/>
                <a:gd name="T25" fmla="*/ 118 h 118"/>
                <a:gd name="T26" fmla="*/ 104 w 120"/>
                <a:gd name="T27" fmla="*/ 112 h 118"/>
                <a:gd name="T28" fmla="*/ 104 w 120"/>
                <a:gd name="T29" fmla="*/ 112 h 118"/>
                <a:gd name="T30" fmla="*/ 111 w 120"/>
                <a:gd name="T31" fmla="*/ 112 h 118"/>
                <a:gd name="T32" fmla="*/ 120 w 120"/>
                <a:gd name="T33" fmla="*/ 103 h 118"/>
                <a:gd name="T34" fmla="*/ 120 w 120"/>
                <a:gd name="T35" fmla="*/ 9 h 118"/>
                <a:gd name="T36" fmla="*/ 111 w 120"/>
                <a:gd name="T37" fmla="*/ 0 h 118"/>
                <a:gd name="T38" fmla="*/ 112 w 120"/>
                <a:gd name="T39" fmla="*/ 103 h 118"/>
                <a:gd name="T40" fmla="*/ 111 w 120"/>
                <a:gd name="T41" fmla="*/ 104 h 118"/>
                <a:gd name="T42" fmla="*/ 9 w 120"/>
                <a:gd name="T43" fmla="*/ 104 h 118"/>
                <a:gd name="T44" fmla="*/ 8 w 120"/>
                <a:gd name="T45" fmla="*/ 103 h 118"/>
                <a:gd name="T46" fmla="*/ 8 w 120"/>
                <a:gd name="T47" fmla="*/ 9 h 118"/>
                <a:gd name="T48" fmla="*/ 9 w 120"/>
                <a:gd name="T49" fmla="*/ 8 h 118"/>
                <a:gd name="T50" fmla="*/ 111 w 120"/>
                <a:gd name="T51" fmla="*/ 8 h 118"/>
                <a:gd name="T52" fmla="*/ 112 w 120"/>
                <a:gd name="T53" fmla="*/ 9 h 118"/>
                <a:gd name="T54" fmla="*/ 112 w 120"/>
                <a:gd name="T55" fmla="*/ 10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0" h="118">
                  <a:moveTo>
                    <a:pt x="111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8"/>
                    <a:pt x="4" y="112"/>
                    <a:pt x="9" y="11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16" y="115"/>
                    <a:pt x="19" y="118"/>
                    <a:pt x="22" y="118"/>
                  </a:cubicBezTo>
                  <a:cubicBezTo>
                    <a:pt x="25" y="118"/>
                    <a:pt x="28" y="115"/>
                    <a:pt x="28" y="112"/>
                  </a:cubicBezTo>
                  <a:cubicBezTo>
                    <a:pt x="28" y="112"/>
                    <a:pt x="28" y="112"/>
                    <a:pt x="28" y="112"/>
                  </a:cubicBezTo>
                  <a:cubicBezTo>
                    <a:pt x="92" y="112"/>
                    <a:pt x="92" y="112"/>
                    <a:pt x="92" y="112"/>
                  </a:cubicBezTo>
                  <a:cubicBezTo>
                    <a:pt x="92" y="112"/>
                    <a:pt x="92" y="112"/>
                    <a:pt x="92" y="112"/>
                  </a:cubicBezTo>
                  <a:cubicBezTo>
                    <a:pt x="92" y="115"/>
                    <a:pt x="95" y="118"/>
                    <a:pt x="98" y="118"/>
                  </a:cubicBezTo>
                  <a:cubicBezTo>
                    <a:pt x="101" y="118"/>
                    <a:pt x="104" y="115"/>
                    <a:pt x="104" y="112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11" y="112"/>
                    <a:pt x="111" y="112"/>
                    <a:pt x="111" y="112"/>
                  </a:cubicBezTo>
                  <a:cubicBezTo>
                    <a:pt x="116" y="112"/>
                    <a:pt x="120" y="108"/>
                    <a:pt x="120" y="103"/>
                  </a:cubicBezTo>
                  <a:cubicBezTo>
                    <a:pt x="120" y="9"/>
                    <a:pt x="120" y="9"/>
                    <a:pt x="120" y="9"/>
                  </a:cubicBezTo>
                  <a:cubicBezTo>
                    <a:pt x="120" y="4"/>
                    <a:pt x="116" y="0"/>
                    <a:pt x="111" y="0"/>
                  </a:cubicBezTo>
                  <a:close/>
                  <a:moveTo>
                    <a:pt x="112" y="103"/>
                  </a:moveTo>
                  <a:cubicBezTo>
                    <a:pt x="112" y="104"/>
                    <a:pt x="112" y="104"/>
                    <a:pt x="111" y="104"/>
                  </a:cubicBezTo>
                  <a:cubicBezTo>
                    <a:pt x="9" y="104"/>
                    <a:pt x="9" y="104"/>
                    <a:pt x="9" y="104"/>
                  </a:cubicBezTo>
                  <a:cubicBezTo>
                    <a:pt x="8" y="104"/>
                    <a:pt x="8" y="104"/>
                    <a:pt x="8" y="103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2" y="8"/>
                    <a:pt x="112" y="8"/>
                    <a:pt x="112" y="9"/>
                  </a:cubicBezTo>
                  <a:lnTo>
                    <a:pt x="112" y="1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0" name="Freeform 6"/>
            <p:cNvSpPr>
              <a:spLocks noEditPoints="1"/>
            </p:cNvSpPr>
            <p:nvPr/>
          </p:nvSpPr>
          <p:spPr bwMode="auto">
            <a:xfrm>
              <a:off x="10061575" y="-279400"/>
              <a:ext cx="195263" cy="196850"/>
            </a:xfrm>
            <a:custGeom>
              <a:avLst/>
              <a:gdLst>
                <a:gd name="T0" fmla="*/ 26 w 52"/>
                <a:gd name="T1" fmla="*/ 0 h 52"/>
                <a:gd name="T2" fmla="*/ 0 w 52"/>
                <a:gd name="T3" fmla="*/ 26 h 52"/>
                <a:gd name="T4" fmla="*/ 26 w 52"/>
                <a:gd name="T5" fmla="*/ 52 h 52"/>
                <a:gd name="T6" fmla="*/ 52 w 52"/>
                <a:gd name="T7" fmla="*/ 26 h 52"/>
                <a:gd name="T8" fmla="*/ 26 w 52"/>
                <a:gd name="T9" fmla="*/ 0 h 52"/>
                <a:gd name="T10" fmla="*/ 26 w 52"/>
                <a:gd name="T11" fmla="*/ 48 h 52"/>
                <a:gd name="T12" fmla="*/ 4 w 52"/>
                <a:gd name="T13" fmla="*/ 26 h 52"/>
                <a:gd name="T14" fmla="*/ 26 w 52"/>
                <a:gd name="T15" fmla="*/ 4 h 52"/>
                <a:gd name="T16" fmla="*/ 48 w 52"/>
                <a:gd name="T17" fmla="*/ 26 h 52"/>
                <a:gd name="T18" fmla="*/ 26 w 52"/>
                <a:gd name="T19" fmla="*/ 4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0"/>
                  </a:moveTo>
                  <a:cubicBezTo>
                    <a:pt x="12" y="0"/>
                    <a:pt x="0" y="12"/>
                    <a:pt x="0" y="26"/>
                  </a:cubicBezTo>
                  <a:cubicBezTo>
                    <a:pt x="0" y="40"/>
                    <a:pt x="12" y="52"/>
                    <a:pt x="26" y="52"/>
                  </a:cubicBezTo>
                  <a:cubicBezTo>
                    <a:pt x="40" y="52"/>
                    <a:pt x="52" y="40"/>
                    <a:pt x="52" y="26"/>
                  </a:cubicBezTo>
                  <a:cubicBezTo>
                    <a:pt x="52" y="12"/>
                    <a:pt x="40" y="0"/>
                    <a:pt x="26" y="0"/>
                  </a:cubicBezTo>
                  <a:close/>
                  <a:moveTo>
                    <a:pt x="26" y="48"/>
                  </a:moveTo>
                  <a:cubicBezTo>
                    <a:pt x="14" y="48"/>
                    <a:pt x="4" y="38"/>
                    <a:pt x="4" y="26"/>
                  </a:cubicBezTo>
                  <a:cubicBezTo>
                    <a:pt x="4" y="14"/>
                    <a:pt x="14" y="4"/>
                    <a:pt x="26" y="4"/>
                  </a:cubicBezTo>
                  <a:cubicBezTo>
                    <a:pt x="38" y="4"/>
                    <a:pt x="48" y="14"/>
                    <a:pt x="48" y="26"/>
                  </a:cubicBezTo>
                  <a:cubicBezTo>
                    <a:pt x="48" y="38"/>
                    <a:pt x="38" y="48"/>
                    <a:pt x="2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1" name="Freeform 7"/>
            <p:cNvSpPr>
              <a:spLocks noEditPoints="1"/>
            </p:cNvSpPr>
            <p:nvPr/>
          </p:nvSpPr>
          <p:spPr bwMode="auto">
            <a:xfrm>
              <a:off x="10121900" y="-246062"/>
              <a:ext cx="74613" cy="103188"/>
            </a:xfrm>
            <a:custGeom>
              <a:avLst/>
              <a:gdLst>
                <a:gd name="T0" fmla="*/ 12 w 20"/>
                <a:gd name="T1" fmla="*/ 7 h 27"/>
                <a:gd name="T2" fmla="*/ 12 w 20"/>
                <a:gd name="T3" fmla="*/ 2 h 27"/>
                <a:gd name="T4" fmla="*/ 10 w 20"/>
                <a:gd name="T5" fmla="*/ 0 h 27"/>
                <a:gd name="T6" fmla="*/ 8 w 20"/>
                <a:gd name="T7" fmla="*/ 2 h 27"/>
                <a:gd name="T8" fmla="*/ 8 w 20"/>
                <a:gd name="T9" fmla="*/ 7 h 27"/>
                <a:gd name="T10" fmla="*/ 0 w 20"/>
                <a:gd name="T11" fmla="*/ 17 h 27"/>
                <a:gd name="T12" fmla="*/ 10 w 20"/>
                <a:gd name="T13" fmla="*/ 27 h 27"/>
                <a:gd name="T14" fmla="*/ 20 w 20"/>
                <a:gd name="T15" fmla="*/ 17 h 27"/>
                <a:gd name="T16" fmla="*/ 12 w 20"/>
                <a:gd name="T17" fmla="*/ 7 h 27"/>
                <a:gd name="T18" fmla="*/ 10 w 20"/>
                <a:gd name="T19" fmla="*/ 23 h 27"/>
                <a:gd name="T20" fmla="*/ 4 w 20"/>
                <a:gd name="T21" fmla="*/ 17 h 27"/>
                <a:gd name="T22" fmla="*/ 8 w 20"/>
                <a:gd name="T23" fmla="*/ 11 h 27"/>
                <a:gd name="T24" fmla="*/ 8 w 20"/>
                <a:gd name="T25" fmla="*/ 14 h 27"/>
                <a:gd name="T26" fmla="*/ 10 w 20"/>
                <a:gd name="T27" fmla="*/ 16 h 27"/>
                <a:gd name="T28" fmla="*/ 12 w 20"/>
                <a:gd name="T29" fmla="*/ 14 h 27"/>
                <a:gd name="T30" fmla="*/ 12 w 20"/>
                <a:gd name="T31" fmla="*/ 11 h 27"/>
                <a:gd name="T32" fmla="*/ 16 w 20"/>
                <a:gd name="T33" fmla="*/ 17 h 27"/>
                <a:gd name="T34" fmla="*/ 10 w 20"/>
                <a:gd name="T35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27">
                  <a:moveTo>
                    <a:pt x="12" y="7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1" y="0"/>
                    <a:pt x="10" y="0"/>
                  </a:cubicBezTo>
                  <a:cubicBezTo>
                    <a:pt x="9" y="0"/>
                    <a:pt x="8" y="1"/>
                    <a:pt x="8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3" y="8"/>
                    <a:pt x="0" y="12"/>
                    <a:pt x="0" y="17"/>
                  </a:cubicBezTo>
                  <a:cubicBezTo>
                    <a:pt x="0" y="23"/>
                    <a:pt x="4" y="27"/>
                    <a:pt x="10" y="27"/>
                  </a:cubicBezTo>
                  <a:cubicBezTo>
                    <a:pt x="16" y="27"/>
                    <a:pt x="20" y="23"/>
                    <a:pt x="20" y="17"/>
                  </a:cubicBezTo>
                  <a:cubicBezTo>
                    <a:pt x="20" y="12"/>
                    <a:pt x="17" y="8"/>
                    <a:pt x="12" y="7"/>
                  </a:cubicBezTo>
                  <a:close/>
                  <a:moveTo>
                    <a:pt x="10" y="23"/>
                  </a:moveTo>
                  <a:cubicBezTo>
                    <a:pt x="7" y="23"/>
                    <a:pt x="4" y="20"/>
                    <a:pt x="4" y="17"/>
                  </a:cubicBezTo>
                  <a:cubicBezTo>
                    <a:pt x="4" y="14"/>
                    <a:pt x="6" y="12"/>
                    <a:pt x="8" y="11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5"/>
                    <a:pt x="9" y="16"/>
                    <a:pt x="10" y="16"/>
                  </a:cubicBezTo>
                  <a:cubicBezTo>
                    <a:pt x="11" y="16"/>
                    <a:pt x="12" y="15"/>
                    <a:pt x="12" y="14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4" y="12"/>
                    <a:pt x="16" y="14"/>
                    <a:pt x="16" y="17"/>
                  </a:cubicBezTo>
                  <a:cubicBezTo>
                    <a:pt x="16" y="20"/>
                    <a:pt x="13" y="23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2" name="Freeform 8"/>
            <p:cNvSpPr>
              <a:spLocks noEditPoints="1"/>
            </p:cNvSpPr>
            <p:nvPr/>
          </p:nvSpPr>
          <p:spPr bwMode="auto">
            <a:xfrm>
              <a:off x="9994900" y="-331787"/>
              <a:ext cx="344488" cy="301625"/>
            </a:xfrm>
            <a:custGeom>
              <a:avLst/>
              <a:gdLst>
                <a:gd name="T0" fmla="*/ 88 w 92"/>
                <a:gd name="T1" fmla="*/ 13 h 80"/>
                <a:gd name="T2" fmla="*/ 88 w 92"/>
                <a:gd name="T3" fmla="*/ 5 h 80"/>
                <a:gd name="T4" fmla="*/ 83 w 92"/>
                <a:gd name="T5" fmla="*/ 0 h 80"/>
                <a:gd name="T6" fmla="*/ 5 w 92"/>
                <a:gd name="T7" fmla="*/ 0 h 80"/>
                <a:gd name="T8" fmla="*/ 0 w 92"/>
                <a:gd name="T9" fmla="*/ 5 h 80"/>
                <a:gd name="T10" fmla="*/ 0 w 92"/>
                <a:gd name="T11" fmla="*/ 75 h 80"/>
                <a:gd name="T12" fmla="*/ 5 w 92"/>
                <a:gd name="T13" fmla="*/ 80 h 80"/>
                <a:gd name="T14" fmla="*/ 83 w 92"/>
                <a:gd name="T15" fmla="*/ 80 h 80"/>
                <a:gd name="T16" fmla="*/ 88 w 92"/>
                <a:gd name="T17" fmla="*/ 75 h 80"/>
                <a:gd name="T18" fmla="*/ 88 w 92"/>
                <a:gd name="T19" fmla="*/ 69 h 80"/>
                <a:gd name="T20" fmla="*/ 92 w 92"/>
                <a:gd name="T21" fmla="*/ 63 h 80"/>
                <a:gd name="T22" fmla="*/ 92 w 92"/>
                <a:gd name="T23" fmla="*/ 59 h 80"/>
                <a:gd name="T24" fmla="*/ 88 w 92"/>
                <a:gd name="T25" fmla="*/ 53 h 80"/>
                <a:gd name="T26" fmla="*/ 88 w 92"/>
                <a:gd name="T27" fmla="*/ 29 h 80"/>
                <a:gd name="T28" fmla="*/ 92 w 92"/>
                <a:gd name="T29" fmla="*/ 23 h 80"/>
                <a:gd name="T30" fmla="*/ 92 w 92"/>
                <a:gd name="T31" fmla="*/ 19 h 80"/>
                <a:gd name="T32" fmla="*/ 88 w 92"/>
                <a:gd name="T33" fmla="*/ 13 h 80"/>
                <a:gd name="T34" fmla="*/ 83 w 92"/>
                <a:gd name="T35" fmla="*/ 76 h 80"/>
                <a:gd name="T36" fmla="*/ 5 w 92"/>
                <a:gd name="T37" fmla="*/ 76 h 80"/>
                <a:gd name="T38" fmla="*/ 4 w 92"/>
                <a:gd name="T39" fmla="*/ 75 h 80"/>
                <a:gd name="T40" fmla="*/ 4 w 92"/>
                <a:gd name="T41" fmla="*/ 5 h 80"/>
                <a:gd name="T42" fmla="*/ 5 w 92"/>
                <a:gd name="T43" fmla="*/ 4 h 80"/>
                <a:gd name="T44" fmla="*/ 83 w 92"/>
                <a:gd name="T45" fmla="*/ 4 h 80"/>
                <a:gd name="T46" fmla="*/ 84 w 92"/>
                <a:gd name="T47" fmla="*/ 5 h 80"/>
                <a:gd name="T48" fmla="*/ 84 w 92"/>
                <a:gd name="T49" fmla="*/ 13 h 80"/>
                <a:gd name="T50" fmla="*/ 80 w 92"/>
                <a:gd name="T51" fmla="*/ 19 h 80"/>
                <a:gd name="T52" fmla="*/ 80 w 92"/>
                <a:gd name="T53" fmla="*/ 23 h 80"/>
                <a:gd name="T54" fmla="*/ 84 w 92"/>
                <a:gd name="T55" fmla="*/ 29 h 80"/>
                <a:gd name="T56" fmla="*/ 84 w 92"/>
                <a:gd name="T57" fmla="*/ 53 h 80"/>
                <a:gd name="T58" fmla="*/ 80 w 92"/>
                <a:gd name="T59" fmla="*/ 59 h 80"/>
                <a:gd name="T60" fmla="*/ 80 w 92"/>
                <a:gd name="T61" fmla="*/ 63 h 80"/>
                <a:gd name="T62" fmla="*/ 84 w 92"/>
                <a:gd name="T63" fmla="*/ 69 h 80"/>
                <a:gd name="T64" fmla="*/ 84 w 92"/>
                <a:gd name="T65" fmla="*/ 75 h 80"/>
                <a:gd name="T66" fmla="*/ 83 w 92"/>
                <a:gd name="T67" fmla="*/ 7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2" h="80">
                  <a:moveTo>
                    <a:pt x="88" y="13"/>
                  </a:moveTo>
                  <a:cubicBezTo>
                    <a:pt x="88" y="5"/>
                    <a:pt x="88" y="5"/>
                    <a:pt x="88" y="5"/>
                  </a:cubicBezTo>
                  <a:cubicBezTo>
                    <a:pt x="88" y="2"/>
                    <a:pt x="86" y="0"/>
                    <a:pt x="8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8"/>
                    <a:pt x="2" y="80"/>
                    <a:pt x="5" y="80"/>
                  </a:cubicBezTo>
                  <a:cubicBezTo>
                    <a:pt x="83" y="80"/>
                    <a:pt x="83" y="80"/>
                    <a:pt x="83" y="80"/>
                  </a:cubicBezTo>
                  <a:cubicBezTo>
                    <a:pt x="86" y="80"/>
                    <a:pt x="88" y="78"/>
                    <a:pt x="88" y="75"/>
                  </a:cubicBezTo>
                  <a:cubicBezTo>
                    <a:pt x="88" y="69"/>
                    <a:pt x="88" y="69"/>
                    <a:pt x="88" y="69"/>
                  </a:cubicBezTo>
                  <a:cubicBezTo>
                    <a:pt x="90" y="68"/>
                    <a:pt x="92" y="66"/>
                    <a:pt x="92" y="63"/>
                  </a:cubicBezTo>
                  <a:cubicBezTo>
                    <a:pt x="92" y="59"/>
                    <a:pt x="92" y="59"/>
                    <a:pt x="92" y="59"/>
                  </a:cubicBezTo>
                  <a:cubicBezTo>
                    <a:pt x="92" y="56"/>
                    <a:pt x="90" y="54"/>
                    <a:pt x="88" y="53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90" y="28"/>
                    <a:pt x="92" y="26"/>
                    <a:pt x="92" y="23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92" y="16"/>
                    <a:pt x="90" y="14"/>
                    <a:pt x="88" y="13"/>
                  </a:cubicBezTo>
                  <a:close/>
                  <a:moveTo>
                    <a:pt x="83" y="76"/>
                  </a:moveTo>
                  <a:cubicBezTo>
                    <a:pt x="5" y="76"/>
                    <a:pt x="5" y="76"/>
                    <a:pt x="5" y="76"/>
                  </a:cubicBezTo>
                  <a:cubicBezTo>
                    <a:pt x="4" y="76"/>
                    <a:pt x="4" y="76"/>
                    <a:pt x="4" y="7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4" y="4"/>
                    <a:pt x="84" y="4"/>
                    <a:pt x="84" y="5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2" y="14"/>
                    <a:pt x="80" y="16"/>
                    <a:pt x="80" y="19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80" y="26"/>
                    <a:pt x="82" y="28"/>
                    <a:pt x="84" y="29"/>
                  </a:cubicBezTo>
                  <a:cubicBezTo>
                    <a:pt x="84" y="53"/>
                    <a:pt x="84" y="53"/>
                    <a:pt x="84" y="53"/>
                  </a:cubicBezTo>
                  <a:cubicBezTo>
                    <a:pt x="82" y="54"/>
                    <a:pt x="80" y="56"/>
                    <a:pt x="80" y="59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80" y="66"/>
                    <a:pt x="82" y="68"/>
                    <a:pt x="84" y="69"/>
                  </a:cubicBezTo>
                  <a:cubicBezTo>
                    <a:pt x="84" y="75"/>
                    <a:pt x="84" y="75"/>
                    <a:pt x="84" y="75"/>
                  </a:cubicBezTo>
                  <a:cubicBezTo>
                    <a:pt x="84" y="76"/>
                    <a:pt x="84" y="76"/>
                    <a:pt x="83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767424" y="3402796"/>
            <a:ext cx="538856" cy="515813"/>
            <a:chOff x="9886950" y="1016001"/>
            <a:chExt cx="482600" cy="461963"/>
          </a:xfrm>
          <a:solidFill>
            <a:schemeClr val="accent2"/>
          </a:solidFill>
        </p:grpSpPr>
        <p:sp>
          <p:nvSpPr>
            <p:cNvPr id="34" name="Freeform 36"/>
            <p:cNvSpPr>
              <a:spLocks noEditPoints="1"/>
            </p:cNvSpPr>
            <p:nvPr/>
          </p:nvSpPr>
          <p:spPr bwMode="auto">
            <a:xfrm>
              <a:off x="9886950" y="1016001"/>
              <a:ext cx="482600" cy="461963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7 w 128"/>
                <a:gd name="T13" fmla="*/ 110 h 122"/>
                <a:gd name="T14" fmla="*/ 34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1" y="106"/>
                    <a:pt x="39" y="109"/>
                    <a:pt x="37" y="110"/>
                  </a:cubicBezTo>
                  <a:cubicBezTo>
                    <a:pt x="36" y="111"/>
                    <a:pt x="35" y="112"/>
                    <a:pt x="34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4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1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5" name="Freeform 37"/>
            <p:cNvSpPr>
              <a:spLocks noEditPoints="1"/>
            </p:cNvSpPr>
            <p:nvPr/>
          </p:nvSpPr>
          <p:spPr bwMode="auto">
            <a:xfrm>
              <a:off x="9947275" y="1076326"/>
              <a:ext cx="361950" cy="242888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92 w 96"/>
                <a:gd name="T19" fmla="*/ 57 h 64"/>
                <a:gd name="T20" fmla="*/ 89 w 96"/>
                <a:gd name="T21" fmla="*/ 60 h 64"/>
                <a:gd name="T22" fmla="*/ 7 w 96"/>
                <a:gd name="T23" fmla="*/ 60 h 64"/>
                <a:gd name="T24" fmla="*/ 4 w 96"/>
                <a:gd name="T25" fmla="*/ 57 h 64"/>
                <a:gd name="T26" fmla="*/ 4 w 96"/>
                <a:gd name="T27" fmla="*/ 7 h 64"/>
                <a:gd name="T28" fmla="*/ 7 w 96"/>
                <a:gd name="T29" fmla="*/ 4 h 64"/>
                <a:gd name="T30" fmla="*/ 89 w 96"/>
                <a:gd name="T31" fmla="*/ 4 h 64"/>
                <a:gd name="T32" fmla="*/ 92 w 96"/>
                <a:gd name="T33" fmla="*/ 7 h 64"/>
                <a:gd name="T34" fmla="*/ 92 w 96"/>
                <a:gd name="T35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92" y="57"/>
                  </a:moveTo>
                  <a:cubicBezTo>
                    <a:pt x="92" y="59"/>
                    <a:pt x="91" y="60"/>
                    <a:pt x="8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lnTo>
                    <a:pt x="92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6" name="Freeform 38"/>
            <p:cNvSpPr>
              <a:spLocks noEditPoints="1"/>
            </p:cNvSpPr>
            <p:nvPr/>
          </p:nvSpPr>
          <p:spPr bwMode="auto">
            <a:xfrm>
              <a:off x="10104438" y="1327151"/>
              <a:ext cx="46037" cy="44450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10067925" y="1198563"/>
              <a:ext cx="44450" cy="90488"/>
            </a:xfrm>
            <a:custGeom>
              <a:avLst/>
              <a:gdLst>
                <a:gd name="T0" fmla="*/ 9 w 12"/>
                <a:gd name="T1" fmla="*/ 0 h 24"/>
                <a:gd name="T2" fmla="*/ 3 w 12"/>
                <a:gd name="T3" fmla="*/ 0 h 24"/>
                <a:gd name="T4" fmla="*/ 0 w 12"/>
                <a:gd name="T5" fmla="*/ 3 h 24"/>
                <a:gd name="T6" fmla="*/ 0 w 12"/>
                <a:gd name="T7" fmla="*/ 21 h 24"/>
                <a:gd name="T8" fmla="*/ 3 w 12"/>
                <a:gd name="T9" fmla="*/ 24 h 24"/>
                <a:gd name="T10" fmla="*/ 9 w 12"/>
                <a:gd name="T11" fmla="*/ 24 h 24"/>
                <a:gd name="T12" fmla="*/ 12 w 12"/>
                <a:gd name="T13" fmla="*/ 21 h 24"/>
                <a:gd name="T14" fmla="*/ 12 w 12"/>
                <a:gd name="T15" fmla="*/ 3 h 24"/>
                <a:gd name="T16" fmla="*/ 9 w 12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24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1" y="24"/>
                    <a:pt x="3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1" y="24"/>
                    <a:pt x="12" y="22"/>
                    <a:pt x="12" y="21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10218738" y="1106488"/>
              <a:ext cx="44450" cy="182563"/>
            </a:xfrm>
            <a:custGeom>
              <a:avLst/>
              <a:gdLst>
                <a:gd name="T0" fmla="*/ 9 w 12"/>
                <a:gd name="T1" fmla="*/ 0 h 48"/>
                <a:gd name="T2" fmla="*/ 3 w 12"/>
                <a:gd name="T3" fmla="*/ 0 h 48"/>
                <a:gd name="T4" fmla="*/ 0 w 12"/>
                <a:gd name="T5" fmla="*/ 3 h 48"/>
                <a:gd name="T6" fmla="*/ 0 w 12"/>
                <a:gd name="T7" fmla="*/ 45 h 48"/>
                <a:gd name="T8" fmla="*/ 3 w 12"/>
                <a:gd name="T9" fmla="*/ 48 h 48"/>
                <a:gd name="T10" fmla="*/ 9 w 12"/>
                <a:gd name="T11" fmla="*/ 48 h 48"/>
                <a:gd name="T12" fmla="*/ 12 w 12"/>
                <a:gd name="T13" fmla="*/ 45 h 48"/>
                <a:gd name="T14" fmla="*/ 12 w 12"/>
                <a:gd name="T15" fmla="*/ 3 h 48"/>
                <a:gd name="T16" fmla="*/ 9 w 12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48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7"/>
                    <a:pt x="1" y="48"/>
                    <a:pt x="3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1" y="48"/>
                    <a:pt x="12" y="47"/>
                    <a:pt x="12" y="45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9" name="Freeform 41"/>
            <p:cNvSpPr/>
            <p:nvPr/>
          </p:nvSpPr>
          <p:spPr bwMode="auto">
            <a:xfrm>
              <a:off x="10142538" y="1166813"/>
              <a:ext cx="46037" cy="122238"/>
            </a:xfrm>
            <a:custGeom>
              <a:avLst/>
              <a:gdLst>
                <a:gd name="T0" fmla="*/ 9 w 12"/>
                <a:gd name="T1" fmla="*/ 0 h 32"/>
                <a:gd name="T2" fmla="*/ 3 w 12"/>
                <a:gd name="T3" fmla="*/ 0 h 32"/>
                <a:gd name="T4" fmla="*/ 0 w 12"/>
                <a:gd name="T5" fmla="*/ 3 h 32"/>
                <a:gd name="T6" fmla="*/ 0 w 12"/>
                <a:gd name="T7" fmla="*/ 29 h 32"/>
                <a:gd name="T8" fmla="*/ 3 w 12"/>
                <a:gd name="T9" fmla="*/ 32 h 32"/>
                <a:gd name="T10" fmla="*/ 9 w 12"/>
                <a:gd name="T11" fmla="*/ 32 h 32"/>
                <a:gd name="T12" fmla="*/ 12 w 12"/>
                <a:gd name="T13" fmla="*/ 29 h 32"/>
                <a:gd name="T14" fmla="*/ 12 w 12"/>
                <a:gd name="T15" fmla="*/ 3 h 32"/>
                <a:gd name="T16" fmla="*/ 9 w 1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32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1"/>
                    <a:pt x="1" y="32"/>
                    <a:pt x="3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1" y="32"/>
                    <a:pt x="12" y="31"/>
                    <a:pt x="12" y="29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9991725" y="1136651"/>
              <a:ext cx="46037" cy="152400"/>
            </a:xfrm>
            <a:custGeom>
              <a:avLst/>
              <a:gdLst>
                <a:gd name="T0" fmla="*/ 9 w 12"/>
                <a:gd name="T1" fmla="*/ 0 h 40"/>
                <a:gd name="T2" fmla="*/ 3 w 12"/>
                <a:gd name="T3" fmla="*/ 0 h 40"/>
                <a:gd name="T4" fmla="*/ 0 w 12"/>
                <a:gd name="T5" fmla="*/ 3 h 40"/>
                <a:gd name="T6" fmla="*/ 0 w 12"/>
                <a:gd name="T7" fmla="*/ 37 h 40"/>
                <a:gd name="T8" fmla="*/ 3 w 12"/>
                <a:gd name="T9" fmla="*/ 40 h 40"/>
                <a:gd name="T10" fmla="*/ 9 w 12"/>
                <a:gd name="T11" fmla="*/ 40 h 40"/>
                <a:gd name="T12" fmla="*/ 12 w 12"/>
                <a:gd name="T13" fmla="*/ 37 h 40"/>
                <a:gd name="T14" fmla="*/ 12 w 12"/>
                <a:gd name="T15" fmla="*/ 3 h 40"/>
                <a:gd name="T16" fmla="*/ 9 w 12"/>
                <a:gd name="T1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40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9"/>
                    <a:pt x="1" y="40"/>
                    <a:pt x="3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1" y="40"/>
                    <a:pt x="12" y="39"/>
                    <a:pt x="12" y="37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730703" y="4475323"/>
            <a:ext cx="612298" cy="467984"/>
            <a:chOff x="5516563" y="84138"/>
            <a:chExt cx="1414463" cy="1081087"/>
          </a:xfrm>
          <a:solidFill>
            <a:schemeClr val="accent3"/>
          </a:solidFill>
        </p:grpSpPr>
        <p:sp>
          <p:nvSpPr>
            <p:cNvPr id="42" name="Freeform 13"/>
            <p:cNvSpPr>
              <a:spLocks noEditPoints="1"/>
            </p:cNvSpPr>
            <p:nvPr/>
          </p:nvSpPr>
          <p:spPr bwMode="auto">
            <a:xfrm>
              <a:off x="5688013" y="249238"/>
              <a:ext cx="896938" cy="698500"/>
            </a:xfrm>
            <a:custGeom>
              <a:avLst/>
              <a:gdLst>
                <a:gd name="T0" fmla="*/ 214 w 239"/>
                <a:gd name="T1" fmla="*/ 9 h 186"/>
                <a:gd name="T2" fmla="*/ 120 w 239"/>
                <a:gd name="T3" fmla="*/ 0 h 186"/>
                <a:gd name="T4" fmla="*/ 26 w 239"/>
                <a:gd name="T5" fmla="*/ 9 h 186"/>
                <a:gd name="T6" fmla="*/ 17 w 239"/>
                <a:gd name="T7" fmla="*/ 17 h 186"/>
                <a:gd name="T8" fmla="*/ 17 w 239"/>
                <a:gd name="T9" fmla="*/ 169 h 186"/>
                <a:gd name="T10" fmla="*/ 26 w 239"/>
                <a:gd name="T11" fmla="*/ 177 h 186"/>
                <a:gd name="T12" fmla="*/ 120 w 239"/>
                <a:gd name="T13" fmla="*/ 186 h 186"/>
                <a:gd name="T14" fmla="*/ 214 w 239"/>
                <a:gd name="T15" fmla="*/ 177 h 186"/>
                <a:gd name="T16" fmla="*/ 222 w 239"/>
                <a:gd name="T17" fmla="*/ 169 h 186"/>
                <a:gd name="T18" fmla="*/ 222 w 239"/>
                <a:gd name="T19" fmla="*/ 17 h 186"/>
                <a:gd name="T20" fmla="*/ 214 w 239"/>
                <a:gd name="T21" fmla="*/ 9 h 186"/>
                <a:gd name="T22" fmla="*/ 211 w 239"/>
                <a:gd name="T23" fmla="*/ 165 h 186"/>
                <a:gd name="T24" fmla="*/ 28 w 239"/>
                <a:gd name="T25" fmla="*/ 165 h 186"/>
                <a:gd name="T26" fmla="*/ 28 w 239"/>
                <a:gd name="T27" fmla="*/ 21 h 186"/>
                <a:gd name="T28" fmla="*/ 211 w 239"/>
                <a:gd name="T29" fmla="*/ 21 h 186"/>
                <a:gd name="T30" fmla="*/ 211 w 239"/>
                <a:gd name="T31" fmla="*/ 16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9" h="186">
                  <a:moveTo>
                    <a:pt x="214" y="9"/>
                  </a:moveTo>
                  <a:cubicBezTo>
                    <a:pt x="182" y="3"/>
                    <a:pt x="151" y="0"/>
                    <a:pt x="120" y="0"/>
                  </a:cubicBezTo>
                  <a:cubicBezTo>
                    <a:pt x="88" y="0"/>
                    <a:pt x="57" y="3"/>
                    <a:pt x="26" y="9"/>
                  </a:cubicBezTo>
                  <a:cubicBezTo>
                    <a:pt x="22" y="10"/>
                    <a:pt x="18" y="13"/>
                    <a:pt x="17" y="17"/>
                  </a:cubicBezTo>
                  <a:cubicBezTo>
                    <a:pt x="0" y="67"/>
                    <a:pt x="0" y="118"/>
                    <a:pt x="17" y="169"/>
                  </a:cubicBezTo>
                  <a:cubicBezTo>
                    <a:pt x="18" y="173"/>
                    <a:pt x="22" y="176"/>
                    <a:pt x="26" y="177"/>
                  </a:cubicBezTo>
                  <a:cubicBezTo>
                    <a:pt x="57" y="183"/>
                    <a:pt x="88" y="186"/>
                    <a:pt x="120" y="186"/>
                  </a:cubicBezTo>
                  <a:cubicBezTo>
                    <a:pt x="151" y="186"/>
                    <a:pt x="182" y="183"/>
                    <a:pt x="214" y="177"/>
                  </a:cubicBezTo>
                  <a:cubicBezTo>
                    <a:pt x="218" y="176"/>
                    <a:pt x="221" y="173"/>
                    <a:pt x="222" y="169"/>
                  </a:cubicBezTo>
                  <a:cubicBezTo>
                    <a:pt x="239" y="118"/>
                    <a:pt x="239" y="67"/>
                    <a:pt x="222" y="17"/>
                  </a:cubicBezTo>
                  <a:cubicBezTo>
                    <a:pt x="221" y="13"/>
                    <a:pt x="218" y="10"/>
                    <a:pt x="214" y="9"/>
                  </a:cubicBezTo>
                  <a:close/>
                  <a:moveTo>
                    <a:pt x="211" y="165"/>
                  </a:moveTo>
                  <a:cubicBezTo>
                    <a:pt x="150" y="178"/>
                    <a:pt x="89" y="178"/>
                    <a:pt x="28" y="165"/>
                  </a:cubicBezTo>
                  <a:cubicBezTo>
                    <a:pt x="12" y="117"/>
                    <a:pt x="12" y="69"/>
                    <a:pt x="28" y="21"/>
                  </a:cubicBezTo>
                  <a:cubicBezTo>
                    <a:pt x="89" y="8"/>
                    <a:pt x="150" y="8"/>
                    <a:pt x="211" y="21"/>
                  </a:cubicBezTo>
                  <a:cubicBezTo>
                    <a:pt x="227" y="69"/>
                    <a:pt x="227" y="117"/>
                    <a:pt x="211" y="16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3" name="Freeform 14"/>
            <p:cNvSpPr>
              <a:spLocks noEditPoints="1"/>
            </p:cNvSpPr>
            <p:nvPr/>
          </p:nvSpPr>
          <p:spPr bwMode="auto">
            <a:xfrm>
              <a:off x="5516563" y="84138"/>
              <a:ext cx="1414463" cy="1081087"/>
            </a:xfrm>
            <a:custGeom>
              <a:avLst/>
              <a:gdLst>
                <a:gd name="T0" fmla="*/ 359 w 377"/>
                <a:gd name="T1" fmla="*/ 27 h 288"/>
                <a:gd name="T2" fmla="*/ 340 w 377"/>
                <a:gd name="T3" fmla="*/ 9 h 288"/>
                <a:gd name="T4" fmla="*/ 189 w 377"/>
                <a:gd name="T5" fmla="*/ 0 h 288"/>
                <a:gd name="T6" fmla="*/ 37 w 377"/>
                <a:gd name="T7" fmla="*/ 9 h 288"/>
                <a:gd name="T8" fmla="*/ 18 w 377"/>
                <a:gd name="T9" fmla="*/ 27 h 288"/>
                <a:gd name="T10" fmla="*/ 18 w 377"/>
                <a:gd name="T11" fmla="*/ 250 h 288"/>
                <a:gd name="T12" fmla="*/ 37 w 377"/>
                <a:gd name="T13" fmla="*/ 267 h 288"/>
                <a:gd name="T14" fmla="*/ 110 w 377"/>
                <a:gd name="T15" fmla="*/ 274 h 288"/>
                <a:gd name="T16" fmla="*/ 108 w 377"/>
                <a:gd name="T17" fmla="*/ 276 h 288"/>
                <a:gd name="T18" fmla="*/ 189 w 377"/>
                <a:gd name="T19" fmla="*/ 288 h 288"/>
                <a:gd name="T20" fmla="*/ 269 w 377"/>
                <a:gd name="T21" fmla="*/ 276 h 288"/>
                <a:gd name="T22" fmla="*/ 267 w 377"/>
                <a:gd name="T23" fmla="*/ 274 h 288"/>
                <a:gd name="T24" fmla="*/ 340 w 377"/>
                <a:gd name="T25" fmla="*/ 267 h 288"/>
                <a:gd name="T26" fmla="*/ 359 w 377"/>
                <a:gd name="T27" fmla="*/ 250 h 288"/>
                <a:gd name="T28" fmla="*/ 359 w 377"/>
                <a:gd name="T29" fmla="*/ 27 h 288"/>
                <a:gd name="T30" fmla="*/ 337 w 377"/>
                <a:gd name="T31" fmla="*/ 244 h 288"/>
                <a:gd name="T32" fmla="*/ 40 w 377"/>
                <a:gd name="T33" fmla="*/ 244 h 288"/>
                <a:gd name="T34" fmla="*/ 40 w 377"/>
                <a:gd name="T35" fmla="*/ 32 h 288"/>
                <a:gd name="T36" fmla="*/ 337 w 377"/>
                <a:gd name="T37" fmla="*/ 32 h 288"/>
                <a:gd name="T38" fmla="*/ 337 w 377"/>
                <a:gd name="T39" fmla="*/ 2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77" h="288">
                  <a:moveTo>
                    <a:pt x="359" y="27"/>
                  </a:moveTo>
                  <a:cubicBezTo>
                    <a:pt x="357" y="17"/>
                    <a:pt x="349" y="10"/>
                    <a:pt x="340" y="9"/>
                  </a:cubicBezTo>
                  <a:cubicBezTo>
                    <a:pt x="290" y="3"/>
                    <a:pt x="239" y="0"/>
                    <a:pt x="189" y="0"/>
                  </a:cubicBezTo>
                  <a:cubicBezTo>
                    <a:pt x="138" y="0"/>
                    <a:pt x="87" y="3"/>
                    <a:pt x="37" y="9"/>
                  </a:cubicBezTo>
                  <a:cubicBezTo>
                    <a:pt x="28" y="10"/>
                    <a:pt x="20" y="17"/>
                    <a:pt x="18" y="27"/>
                  </a:cubicBezTo>
                  <a:cubicBezTo>
                    <a:pt x="0" y="101"/>
                    <a:pt x="0" y="176"/>
                    <a:pt x="18" y="250"/>
                  </a:cubicBezTo>
                  <a:cubicBezTo>
                    <a:pt x="20" y="259"/>
                    <a:pt x="28" y="266"/>
                    <a:pt x="37" y="267"/>
                  </a:cubicBezTo>
                  <a:cubicBezTo>
                    <a:pt x="61" y="270"/>
                    <a:pt x="86" y="272"/>
                    <a:pt x="110" y="274"/>
                  </a:cubicBezTo>
                  <a:cubicBezTo>
                    <a:pt x="109" y="275"/>
                    <a:pt x="108" y="275"/>
                    <a:pt x="108" y="276"/>
                  </a:cubicBezTo>
                  <a:cubicBezTo>
                    <a:pt x="108" y="283"/>
                    <a:pt x="144" y="288"/>
                    <a:pt x="189" y="288"/>
                  </a:cubicBezTo>
                  <a:cubicBezTo>
                    <a:pt x="233" y="288"/>
                    <a:pt x="269" y="283"/>
                    <a:pt x="269" y="276"/>
                  </a:cubicBezTo>
                  <a:cubicBezTo>
                    <a:pt x="269" y="275"/>
                    <a:pt x="268" y="275"/>
                    <a:pt x="267" y="274"/>
                  </a:cubicBezTo>
                  <a:cubicBezTo>
                    <a:pt x="291" y="272"/>
                    <a:pt x="316" y="270"/>
                    <a:pt x="340" y="267"/>
                  </a:cubicBezTo>
                  <a:cubicBezTo>
                    <a:pt x="349" y="266"/>
                    <a:pt x="357" y="259"/>
                    <a:pt x="359" y="250"/>
                  </a:cubicBezTo>
                  <a:cubicBezTo>
                    <a:pt x="377" y="176"/>
                    <a:pt x="377" y="101"/>
                    <a:pt x="359" y="27"/>
                  </a:cubicBezTo>
                  <a:close/>
                  <a:moveTo>
                    <a:pt x="337" y="244"/>
                  </a:moveTo>
                  <a:cubicBezTo>
                    <a:pt x="238" y="256"/>
                    <a:pt x="139" y="256"/>
                    <a:pt x="40" y="244"/>
                  </a:cubicBezTo>
                  <a:cubicBezTo>
                    <a:pt x="23" y="174"/>
                    <a:pt x="23" y="103"/>
                    <a:pt x="40" y="32"/>
                  </a:cubicBezTo>
                  <a:cubicBezTo>
                    <a:pt x="139" y="20"/>
                    <a:pt x="238" y="20"/>
                    <a:pt x="337" y="32"/>
                  </a:cubicBezTo>
                  <a:cubicBezTo>
                    <a:pt x="354" y="103"/>
                    <a:pt x="354" y="174"/>
                    <a:pt x="337" y="2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4" name="Freeform 15"/>
            <p:cNvSpPr>
              <a:spLocks noEditPoints="1"/>
            </p:cNvSpPr>
            <p:nvPr/>
          </p:nvSpPr>
          <p:spPr bwMode="auto">
            <a:xfrm>
              <a:off x="6611938" y="301625"/>
              <a:ext cx="131763" cy="128587"/>
            </a:xfrm>
            <a:custGeom>
              <a:avLst/>
              <a:gdLst>
                <a:gd name="T0" fmla="*/ 17 w 35"/>
                <a:gd name="T1" fmla="*/ 34 h 34"/>
                <a:gd name="T2" fmla="*/ 35 w 35"/>
                <a:gd name="T3" fmla="*/ 17 h 34"/>
                <a:gd name="T4" fmla="*/ 17 w 35"/>
                <a:gd name="T5" fmla="*/ 0 h 34"/>
                <a:gd name="T6" fmla="*/ 0 w 35"/>
                <a:gd name="T7" fmla="*/ 17 h 34"/>
                <a:gd name="T8" fmla="*/ 17 w 35"/>
                <a:gd name="T9" fmla="*/ 34 h 34"/>
                <a:gd name="T10" fmla="*/ 17 w 35"/>
                <a:gd name="T11" fmla="*/ 11 h 34"/>
                <a:gd name="T12" fmla="*/ 23 w 35"/>
                <a:gd name="T13" fmla="*/ 17 h 34"/>
                <a:gd name="T14" fmla="*/ 17 w 35"/>
                <a:gd name="T15" fmla="*/ 23 h 34"/>
                <a:gd name="T16" fmla="*/ 12 w 35"/>
                <a:gd name="T17" fmla="*/ 17 h 34"/>
                <a:gd name="T18" fmla="*/ 17 w 35"/>
                <a:gd name="T19" fmla="*/ 1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" h="34">
                  <a:moveTo>
                    <a:pt x="17" y="34"/>
                  </a:moveTo>
                  <a:cubicBezTo>
                    <a:pt x="27" y="34"/>
                    <a:pt x="35" y="26"/>
                    <a:pt x="35" y="17"/>
                  </a:cubicBezTo>
                  <a:cubicBezTo>
                    <a:pt x="35" y="7"/>
                    <a:pt x="27" y="0"/>
                    <a:pt x="17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26"/>
                    <a:pt x="8" y="34"/>
                    <a:pt x="17" y="34"/>
                  </a:cubicBezTo>
                  <a:close/>
                  <a:moveTo>
                    <a:pt x="17" y="11"/>
                  </a:moveTo>
                  <a:cubicBezTo>
                    <a:pt x="21" y="11"/>
                    <a:pt x="23" y="14"/>
                    <a:pt x="23" y="17"/>
                  </a:cubicBezTo>
                  <a:cubicBezTo>
                    <a:pt x="23" y="20"/>
                    <a:pt x="21" y="23"/>
                    <a:pt x="17" y="23"/>
                  </a:cubicBezTo>
                  <a:cubicBezTo>
                    <a:pt x="14" y="23"/>
                    <a:pt x="12" y="20"/>
                    <a:pt x="12" y="17"/>
                  </a:cubicBezTo>
                  <a:cubicBezTo>
                    <a:pt x="12" y="14"/>
                    <a:pt x="14" y="11"/>
                    <a:pt x="1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5" name="Freeform 16"/>
            <p:cNvSpPr/>
            <p:nvPr/>
          </p:nvSpPr>
          <p:spPr bwMode="auto">
            <a:xfrm>
              <a:off x="6570663" y="860425"/>
              <a:ext cx="173038" cy="46037"/>
            </a:xfrm>
            <a:custGeom>
              <a:avLst/>
              <a:gdLst>
                <a:gd name="T0" fmla="*/ 40 w 46"/>
                <a:gd name="T1" fmla="*/ 0 h 12"/>
                <a:gd name="T2" fmla="*/ 5 w 46"/>
                <a:gd name="T3" fmla="*/ 0 h 12"/>
                <a:gd name="T4" fmla="*/ 0 w 46"/>
                <a:gd name="T5" fmla="*/ 6 h 12"/>
                <a:gd name="T6" fmla="*/ 5 w 46"/>
                <a:gd name="T7" fmla="*/ 12 h 12"/>
                <a:gd name="T8" fmla="*/ 40 w 46"/>
                <a:gd name="T9" fmla="*/ 12 h 12"/>
                <a:gd name="T10" fmla="*/ 46 w 46"/>
                <a:gd name="T11" fmla="*/ 6 h 12"/>
                <a:gd name="T12" fmla="*/ 40 w 4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12">
                  <a:moveTo>
                    <a:pt x="40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9"/>
                    <a:pt x="2" y="12"/>
                    <a:pt x="5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3" y="12"/>
                    <a:pt x="46" y="9"/>
                    <a:pt x="46" y="6"/>
                  </a:cubicBezTo>
                  <a:cubicBezTo>
                    <a:pt x="46" y="3"/>
                    <a:pt x="43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6" name="Freeform 17"/>
            <p:cNvSpPr/>
            <p:nvPr/>
          </p:nvSpPr>
          <p:spPr bwMode="auto">
            <a:xfrm>
              <a:off x="6611938" y="733425"/>
              <a:ext cx="173038" cy="41275"/>
            </a:xfrm>
            <a:custGeom>
              <a:avLst/>
              <a:gdLst>
                <a:gd name="T0" fmla="*/ 40 w 46"/>
                <a:gd name="T1" fmla="*/ 0 h 11"/>
                <a:gd name="T2" fmla="*/ 6 w 46"/>
                <a:gd name="T3" fmla="*/ 0 h 11"/>
                <a:gd name="T4" fmla="*/ 0 w 46"/>
                <a:gd name="T5" fmla="*/ 5 h 11"/>
                <a:gd name="T6" fmla="*/ 6 w 46"/>
                <a:gd name="T7" fmla="*/ 11 h 11"/>
                <a:gd name="T8" fmla="*/ 40 w 46"/>
                <a:gd name="T9" fmla="*/ 11 h 11"/>
                <a:gd name="T10" fmla="*/ 46 w 46"/>
                <a:gd name="T11" fmla="*/ 5 h 11"/>
                <a:gd name="T12" fmla="*/ 40 w 46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11">
                  <a:moveTo>
                    <a:pt x="4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4" y="11"/>
                    <a:pt x="46" y="9"/>
                    <a:pt x="46" y="5"/>
                  </a:cubicBezTo>
                  <a:cubicBezTo>
                    <a:pt x="46" y="2"/>
                    <a:pt x="44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7" name="Freeform 18"/>
            <p:cNvSpPr/>
            <p:nvPr/>
          </p:nvSpPr>
          <p:spPr bwMode="auto">
            <a:xfrm>
              <a:off x="6611938" y="601663"/>
              <a:ext cx="173038" cy="46037"/>
            </a:xfrm>
            <a:custGeom>
              <a:avLst/>
              <a:gdLst>
                <a:gd name="T0" fmla="*/ 40 w 46"/>
                <a:gd name="T1" fmla="*/ 0 h 12"/>
                <a:gd name="T2" fmla="*/ 6 w 46"/>
                <a:gd name="T3" fmla="*/ 0 h 12"/>
                <a:gd name="T4" fmla="*/ 0 w 46"/>
                <a:gd name="T5" fmla="*/ 6 h 12"/>
                <a:gd name="T6" fmla="*/ 6 w 46"/>
                <a:gd name="T7" fmla="*/ 12 h 12"/>
                <a:gd name="T8" fmla="*/ 40 w 46"/>
                <a:gd name="T9" fmla="*/ 12 h 12"/>
                <a:gd name="T10" fmla="*/ 46 w 46"/>
                <a:gd name="T11" fmla="*/ 6 h 12"/>
                <a:gd name="T12" fmla="*/ 40 w 4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12">
                  <a:moveTo>
                    <a:pt x="4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4" y="12"/>
                    <a:pt x="46" y="9"/>
                    <a:pt x="46" y="6"/>
                  </a:cubicBezTo>
                  <a:cubicBezTo>
                    <a:pt x="46" y="3"/>
                    <a:pt x="44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8" name="Freeform 19"/>
            <p:cNvSpPr/>
            <p:nvPr/>
          </p:nvSpPr>
          <p:spPr bwMode="auto">
            <a:xfrm>
              <a:off x="5880100" y="422275"/>
              <a:ext cx="258763" cy="179387"/>
            </a:xfrm>
            <a:custGeom>
              <a:avLst/>
              <a:gdLst>
                <a:gd name="T0" fmla="*/ 63 w 69"/>
                <a:gd name="T1" fmla="*/ 0 h 48"/>
                <a:gd name="T2" fmla="*/ 10 w 69"/>
                <a:gd name="T3" fmla="*/ 4 h 48"/>
                <a:gd name="T4" fmla="*/ 3 w 69"/>
                <a:gd name="T5" fmla="*/ 10 h 48"/>
                <a:gd name="T6" fmla="*/ 0 w 69"/>
                <a:gd name="T7" fmla="*/ 42 h 48"/>
                <a:gd name="T8" fmla="*/ 5 w 69"/>
                <a:gd name="T9" fmla="*/ 48 h 48"/>
                <a:gd name="T10" fmla="*/ 11 w 69"/>
                <a:gd name="T11" fmla="*/ 42 h 48"/>
                <a:gd name="T12" fmla="*/ 13 w 69"/>
                <a:gd name="T13" fmla="*/ 21 h 48"/>
                <a:gd name="T14" fmla="*/ 20 w 69"/>
                <a:gd name="T15" fmla="*/ 14 h 48"/>
                <a:gd name="T16" fmla="*/ 63 w 69"/>
                <a:gd name="T17" fmla="*/ 11 h 48"/>
                <a:gd name="T18" fmla="*/ 69 w 69"/>
                <a:gd name="T19" fmla="*/ 5 h 48"/>
                <a:gd name="T20" fmla="*/ 63 w 69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" h="48">
                  <a:moveTo>
                    <a:pt x="63" y="0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7" y="4"/>
                    <a:pt x="4" y="7"/>
                    <a:pt x="3" y="1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6"/>
                    <a:pt x="2" y="48"/>
                    <a:pt x="5" y="48"/>
                  </a:cubicBezTo>
                  <a:cubicBezTo>
                    <a:pt x="8" y="48"/>
                    <a:pt x="11" y="46"/>
                    <a:pt x="11" y="4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17"/>
                    <a:pt x="16" y="15"/>
                    <a:pt x="20" y="14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6" y="11"/>
                    <a:pt x="69" y="9"/>
                    <a:pt x="69" y="5"/>
                  </a:cubicBezTo>
                  <a:cubicBezTo>
                    <a:pt x="69" y="2"/>
                    <a:pt x="66" y="0"/>
                    <a:pt x="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6763782" y="5301674"/>
            <a:ext cx="546140" cy="461393"/>
            <a:chOff x="13828713" y="2805113"/>
            <a:chExt cx="1381125" cy="1166812"/>
          </a:xfrm>
          <a:solidFill>
            <a:schemeClr val="accent4"/>
          </a:solidFill>
        </p:grpSpPr>
        <p:sp>
          <p:nvSpPr>
            <p:cNvPr id="50" name="Freeform 10"/>
            <p:cNvSpPr>
              <a:spLocks noEditPoints="1"/>
            </p:cNvSpPr>
            <p:nvPr/>
          </p:nvSpPr>
          <p:spPr bwMode="auto">
            <a:xfrm>
              <a:off x="14173200" y="3109913"/>
              <a:ext cx="690563" cy="690562"/>
            </a:xfrm>
            <a:custGeom>
              <a:avLst/>
              <a:gdLst>
                <a:gd name="T0" fmla="*/ 92 w 184"/>
                <a:gd name="T1" fmla="*/ 0 h 184"/>
                <a:gd name="T2" fmla="*/ 0 w 184"/>
                <a:gd name="T3" fmla="*/ 92 h 184"/>
                <a:gd name="T4" fmla="*/ 92 w 184"/>
                <a:gd name="T5" fmla="*/ 184 h 184"/>
                <a:gd name="T6" fmla="*/ 184 w 184"/>
                <a:gd name="T7" fmla="*/ 92 h 184"/>
                <a:gd name="T8" fmla="*/ 92 w 184"/>
                <a:gd name="T9" fmla="*/ 0 h 184"/>
                <a:gd name="T10" fmla="*/ 144 w 184"/>
                <a:gd name="T11" fmla="*/ 137 h 184"/>
                <a:gd name="T12" fmla="*/ 47 w 184"/>
                <a:gd name="T13" fmla="*/ 144 h 184"/>
                <a:gd name="T14" fmla="*/ 39 w 184"/>
                <a:gd name="T15" fmla="*/ 47 h 184"/>
                <a:gd name="T16" fmla="*/ 137 w 184"/>
                <a:gd name="T17" fmla="*/ 39 h 184"/>
                <a:gd name="T18" fmla="*/ 144 w 184"/>
                <a:gd name="T19" fmla="*/ 13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4" h="184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  <a:moveTo>
                    <a:pt x="144" y="137"/>
                  </a:moveTo>
                  <a:cubicBezTo>
                    <a:pt x="119" y="166"/>
                    <a:pt x="76" y="169"/>
                    <a:pt x="47" y="144"/>
                  </a:cubicBezTo>
                  <a:cubicBezTo>
                    <a:pt x="18" y="120"/>
                    <a:pt x="15" y="76"/>
                    <a:pt x="39" y="47"/>
                  </a:cubicBezTo>
                  <a:cubicBezTo>
                    <a:pt x="64" y="18"/>
                    <a:pt x="108" y="15"/>
                    <a:pt x="137" y="39"/>
                  </a:cubicBezTo>
                  <a:cubicBezTo>
                    <a:pt x="166" y="64"/>
                    <a:pt x="169" y="108"/>
                    <a:pt x="144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Freeform 11"/>
            <p:cNvSpPr/>
            <p:nvPr/>
          </p:nvSpPr>
          <p:spPr bwMode="auto">
            <a:xfrm>
              <a:off x="14346238" y="3281363"/>
              <a:ext cx="195263" cy="195262"/>
            </a:xfrm>
            <a:custGeom>
              <a:avLst/>
              <a:gdLst>
                <a:gd name="T0" fmla="*/ 46 w 52"/>
                <a:gd name="T1" fmla="*/ 0 h 52"/>
                <a:gd name="T2" fmla="*/ 0 w 52"/>
                <a:gd name="T3" fmla="*/ 46 h 52"/>
                <a:gd name="T4" fmla="*/ 0 w 52"/>
                <a:gd name="T5" fmla="*/ 46 h 52"/>
                <a:gd name="T6" fmla="*/ 6 w 52"/>
                <a:gd name="T7" fmla="*/ 52 h 52"/>
                <a:gd name="T8" fmla="*/ 11 w 52"/>
                <a:gd name="T9" fmla="*/ 46 h 52"/>
                <a:gd name="T10" fmla="*/ 11 w 52"/>
                <a:gd name="T11" fmla="*/ 46 h 52"/>
                <a:gd name="T12" fmla="*/ 46 w 52"/>
                <a:gd name="T13" fmla="*/ 11 h 52"/>
                <a:gd name="T14" fmla="*/ 52 w 52"/>
                <a:gd name="T15" fmla="*/ 6 h 52"/>
                <a:gd name="T16" fmla="*/ 46 w 52"/>
                <a:gd name="T1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2">
                  <a:moveTo>
                    <a:pt x="46" y="0"/>
                  </a:moveTo>
                  <a:cubicBezTo>
                    <a:pt x="20" y="0"/>
                    <a:pt x="0" y="20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9"/>
                    <a:pt x="2" y="52"/>
                    <a:pt x="6" y="52"/>
                  </a:cubicBezTo>
                  <a:cubicBezTo>
                    <a:pt x="9" y="52"/>
                    <a:pt x="11" y="49"/>
                    <a:pt x="11" y="46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1" y="27"/>
                    <a:pt x="27" y="11"/>
                    <a:pt x="46" y="11"/>
                  </a:cubicBezTo>
                  <a:cubicBezTo>
                    <a:pt x="49" y="11"/>
                    <a:pt x="52" y="9"/>
                    <a:pt x="52" y="6"/>
                  </a:cubicBezTo>
                  <a:cubicBezTo>
                    <a:pt x="52" y="2"/>
                    <a:pt x="49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2" name="Freeform 12"/>
            <p:cNvSpPr>
              <a:spLocks noEditPoints="1"/>
            </p:cNvSpPr>
            <p:nvPr/>
          </p:nvSpPr>
          <p:spPr bwMode="auto">
            <a:xfrm>
              <a:off x="13828713" y="2805113"/>
              <a:ext cx="1381125" cy="1166812"/>
            </a:xfrm>
            <a:custGeom>
              <a:avLst/>
              <a:gdLst>
                <a:gd name="T0" fmla="*/ 339 w 368"/>
                <a:gd name="T1" fmla="*/ 70 h 311"/>
                <a:gd name="T2" fmla="*/ 289 w 368"/>
                <a:gd name="T3" fmla="*/ 61 h 311"/>
                <a:gd name="T4" fmla="*/ 273 w 368"/>
                <a:gd name="T5" fmla="*/ 22 h 311"/>
                <a:gd name="T6" fmla="*/ 241 w 368"/>
                <a:gd name="T7" fmla="*/ 0 h 311"/>
                <a:gd name="T8" fmla="*/ 126 w 368"/>
                <a:gd name="T9" fmla="*/ 0 h 311"/>
                <a:gd name="T10" fmla="*/ 94 w 368"/>
                <a:gd name="T11" fmla="*/ 22 h 311"/>
                <a:gd name="T12" fmla="*/ 78 w 368"/>
                <a:gd name="T13" fmla="*/ 61 h 311"/>
                <a:gd name="T14" fmla="*/ 29 w 368"/>
                <a:gd name="T15" fmla="*/ 70 h 311"/>
                <a:gd name="T16" fmla="*/ 0 w 368"/>
                <a:gd name="T17" fmla="*/ 104 h 311"/>
                <a:gd name="T18" fmla="*/ 0 w 368"/>
                <a:gd name="T19" fmla="*/ 277 h 311"/>
                <a:gd name="T20" fmla="*/ 34 w 368"/>
                <a:gd name="T21" fmla="*/ 311 h 311"/>
                <a:gd name="T22" fmla="*/ 333 w 368"/>
                <a:gd name="T23" fmla="*/ 311 h 311"/>
                <a:gd name="T24" fmla="*/ 368 w 368"/>
                <a:gd name="T25" fmla="*/ 277 h 311"/>
                <a:gd name="T26" fmla="*/ 368 w 368"/>
                <a:gd name="T27" fmla="*/ 104 h 311"/>
                <a:gd name="T28" fmla="*/ 339 w 368"/>
                <a:gd name="T29" fmla="*/ 70 h 311"/>
                <a:gd name="T30" fmla="*/ 345 w 368"/>
                <a:gd name="T31" fmla="*/ 277 h 311"/>
                <a:gd name="T32" fmla="*/ 333 w 368"/>
                <a:gd name="T33" fmla="*/ 288 h 311"/>
                <a:gd name="T34" fmla="*/ 34 w 368"/>
                <a:gd name="T35" fmla="*/ 288 h 311"/>
                <a:gd name="T36" fmla="*/ 23 w 368"/>
                <a:gd name="T37" fmla="*/ 277 h 311"/>
                <a:gd name="T38" fmla="*/ 23 w 368"/>
                <a:gd name="T39" fmla="*/ 104 h 311"/>
                <a:gd name="T40" fmla="*/ 32 w 368"/>
                <a:gd name="T41" fmla="*/ 92 h 311"/>
                <a:gd name="T42" fmla="*/ 95 w 368"/>
                <a:gd name="T43" fmla="*/ 82 h 311"/>
                <a:gd name="T44" fmla="*/ 116 w 368"/>
                <a:gd name="T45" fmla="*/ 31 h 311"/>
                <a:gd name="T46" fmla="*/ 126 w 368"/>
                <a:gd name="T47" fmla="*/ 23 h 311"/>
                <a:gd name="T48" fmla="*/ 241 w 368"/>
                <a:gd name="T49" fmla="*/ 23 h 311"/>
                <a:gd name="T50" fmla="*/ 252 w 368"/>
                <a:gd name="T51" fmla="*/ 31 h 311"/>
                <a:gd name="T52" fmla="*/ 273 w 368"/>
                <a:gd name="T53" fmla="*/ 82 h 311"/>
                <a:gd name="T54" fmla="*/ 335 w 368"/>
                <a:gd name="T55" fmla="*/ 92 h 311"/>
                <a:gd name="T56" fmla="*/ 345 w 368"/>
                <a:gd name="T57" fmla="*/ 104 h 311"/>
                <a:gd name="T58" fmla="*/ 345 w 368"/>
                <a:gd name="T59" fmla="*/ 277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8" h="311">
                  <a:moveTo>
                    <a:pt x="339" y="70"/>
                  </a:moveTo>
                  <a:cubicBezTo>
                    <a:pt x="289" y="61"/>
                    <a:pt x="289" y="61"/>
                    <a:pt x="289" y="61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68" y="9"/>
                    <a:pt x="256" y="0"/>
                    <a:pt x="241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12" y="0"/>
                    <a:pt x="99" y="9"/>
                    <a:pt x="94" y="22"/>
                  </a:cubicBezTo>
                  <a:cubicBezTo>
                    <a:pt x="78" y="61"/>
                    <a:pt x="78" y="61"/>
                    <a:pt x="78" y="6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12" y="73"/>
                    <a:pt x="0" y="87"/>
                    <a:pt x="0" y="104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0" y="296"/>
                    <a:pt x="15" y="311"/>
                    <a:pt x="34" y="311"/>
                  </a:cubicBezTo>
                  <a:cubicBezTo>
                    <a:pt x="333" y="311"/>
                    <a:pt x="333" y="311"/>
                    <a:pt x="333" y="311"/>
                  </a:cubicBezTo>
                  <a:cubicBezTo>
                    <a:pt x="353" y="311"/>
                    <a:pt x="368" y="296"/>
                    <a:pt x="368" y="277"/>
                  </a:cubicBezTo>
                  <a:cubicBezTo>
                    <a:pt x="368" y="104"/>
                    <a:pt x="368" y="104"/>
                    <a:pt x="368" y="104"/>
                  </a:cubicBezTo>
                  <a:cubicBezTo>
                    <a:pt x="368" y="87"/>
                    <a:pt x="356" y="73"/>
                    <a:pt x="339" y="70"/>
                  </a:cubicBezTo>
                  <a:close/>
                  <a:moveTo>
                    <a:pt x="345" y="277"/>
                  </a:moveTo>
                  <a:cubicBezTo>
                    <a:pt x="345" y="283"/>
                    <a:pt x="340" y="288"/>
                    <a:pt x="333" y="288"/>
                  </a:cubicBezTo>
                  <a:cubicBezTo>
                    <a:pt x="34" y="288"/>
                    <a:pt x="34" y="288"/>
                    <a:pt x="34" y="288"/>
                  </a:cubicBezTo>
                  <a:cubicBezTo>
                    <a:pt x="28" y="288"/>
                    <a:pt x="23" y="283"/>
                    <a:pt x="23" y="277"/>
                  </a:cubicBezTo>
                  <a:cubicBezTo>
                    <a:pt x="23" y="104"/>
                    <a:pt x="23" y="104"/>
                    <a:pt x="23" y="104"/>
                  </a:cubicBezTo>
                  <a:cubicBezTo>
                    <a:pt x="23" y="98"/>
                    <a:pt x="27" y="93"/>
                    <a:pt x="32" y="92"/>
                  </a:cubicBezTo>
                  <a:cubicBezTo>
                    <a:pt x="95" y="82"/>
                    <a:pt x="95" y="82"/>
                    <a:pt x="95" y="82"/>
                  </a:cubicBezTo>
                  <a:cubicBezTo>
                    <a:pt x="116" y="31"/>
                    <a:pt x="116" y="31"/>
                    <a:pt x="116" y="31"/>
                  </a:cubicBezTo>
                  <a:cubicBezTo>
                    <a:pt x="117" y="26"/>
                    <a:pt x="122" y="23"/>
                    <a:pt x="126" y="23"/>
                  </a:cubicBezTo>
                  <a:cubicBezTo>
                    <a:pt x="241" y="23"/>
                    <a:pt x="241" y="23"/>
                    <a:pt x="241" y="23"/>
                  </a:cubicBezTo>
                  <a:cubicBezTo>
                    <a:pt x="246" y="23"/>
                    <a:pt x="250" y="26"/>
                    <a:pt x="252" y="31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335" y="92"/>
                    <a:pt x="335" y="92"/>
                    <a:pt x="335" y="92"/>
                  </a:cubicBezTo>
                  <a:cubicBezTo>
                    <a:pt x="341" y="93"/>
                    <a:pt x="345" y="98"/>
                    <a:pt x="345" y="104"/>
                  </a:cubicBezTo>
                  <a:lnTo>
                    <a:pt x="345" y="27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500"/>
                            </p:stCondLst>
                            <p:childTnLst>
                              <p:par>
                                <p:cTn id="6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000"/>
                            </p:stCondLst>
                            <p:childTnLst>
                              <p:par>
                                <p:cTn id="8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Arrow Diagram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workflow</a:t>
            </a:r>
            <a:endParaRPr lang="id-ID" dirty="0"/>
          </a:p>
        </p:txBody>
      </p:sp>
      <p:sp>
        <p:nvSpPr>
          <p:cNvPr id="4" name="Shape 3"/>
          <p:cNvSpPr/>
          <p:nvPr/>
        </p:nvSpPr>
        <p:spPr>
          <a:xfrm rot="290520">
            <a:off x="2339388" y="1853523"/>
            <a:ext cx="7513225" cy="4695766"/>
          </a:xfrm>
          <a:prstGeom prst="swooshArrow">
            <a:avLst>
              <a:gd name="adj1" fmla="val 25000"/>
              <a:gd name="adj2" fmla="val 25000"/>
            </a:avLst>
          </a:prstGeom>
          <a:solidFill>
            <a:schemeClr val="tx1">
              <a:alpha val="20000"/>
            </a:schemeClr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TextBox 9"/>
          <p:cNvSpPr txBox="1"/>
          <p:nvPr/>
        </p:nvSpPr>
        <p:spPr>
          <a:xfrm>
            <a:off x="1411437" y="3885432"/>
            <a:ext cx="1200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1741" y="4129397"/>
            <a:ext cx="21006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4541" y="2625445"/>
            <a:ext cx="1200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34895" y="2869410"/>
            <a:ext cx="2480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10829" y="1897116"/>
            <a:ext cx="1200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10829" y="2141081"/>
            <a:ext cx="2480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83229" y="4826397"/>
            <a:ext cx="1200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83229" y="5070362"/>
            <a:ext cx="2480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71669" y="4902200"/>
            <a:ext cx="1200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92023" y="5146165"/>
            <a:ext cx="2480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2878989" y="4545316"/>
            <a:ext cx="0" cy="648000"/>
          </a:xfrm>
          <a:prstGeom prst="straightConnector1">
            <a:avLst/>
          </a:prstGeom>
          <a:ln w="1905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2733788" y="4010910"/>
            <a:ext cx="292968" cy="421057"/>
            <a:chOff x="9132888" y="2062163"/>
            <a:chExt cx="341312" cy="490537"/>
          </a:xfrm>
          <a:solidFill>
            <a:schemeClr val="accent2"/>
          </a:solidFill>
        </p:grpSpPr>
        <p:sp>
          <p:nvSpPr>
            <p:cNvPr id="26" name="Freeform 326"/>
            <p:cNvSpPr>
              <a:spLocks noEditPoints="1"/>
            </p:cNvSpPr>
            <p:nvPr/>
          </p:nvSpPr>
          <p:spPr bwMode="auto">
            <a:xfrm>
              <a:off x="9132888" y="2062163"/>
              <a:ext cx="341312" cy="490537"/>
            </a:xfrm>
            <a:custGeom>
              <a:avLst/>
              <a:gdLst>
                <a:gd name="T0" fmla="*/ 44 w 88"/>
                <a:gd name="T1" fmla="*/ 0 h 128"/>
                <a:gd name="T2" fmla="*/ 0 w 88"/>
                <a:gd name="T3" fmla="*/ 44 h 128"/>
                <a:gd name="T4" fmla="*/ 20 w 88"/>
                <a:gd name="T5" fmla="*/ 92 h 128"/>
                <a:gd name="T6" fmla="*/ 44 w 88"/>
                <a:gd name="T7" fmla="*/ 128 h 128"/>
                <a:gd name="T8" fmla="*/ 68 w 88"/>
                <a:gd name="T9" fmla="*/ 92 h 128"/>
                <a:gd name="T10" fmla="*/ 88 w 88"/>
                <a:gd name="T11" fmla="*/ 44 h 128"/>
                <a:gd name="T12" fmla="*/ 44 w 88"/>
                <a:gd name="T13" fmla="*/ 0 h 128"/>
                <a:gd name="T14" fmla="*/ 54 w 88"/>
                <a:gd name="T15" fmla="*/ 109 h 128"/>
                <a:gd name="T16" fmla="*/ 35 w 88"/>
                <a:gd name="T17" fmla="*/ 111 h 128"/>
                <a:gd name="T18" fmla="*/ 32 w 88"/>
                <a:gd name="T19" fmla="*/ 104 h 128"/>
                <a:gd name="T20" fmla="*/ 32 w 88"/>
                <a:gd name="T21" fmla="*/ 103 h 128"/>
                <a:gd name="T22" fmla="*/ 57 w 88"/>
                <a:gd name="T23" fmla="*/ 100 h 128"/>
                <a:gd name="T24" fmla="*/ 56 w 88"/>
                <a:gd name="T25" fmla="*/ 104 h 128"/>
                <a:gd name="T26" fmla="*/ 54 w 88"/>
                <a:gd name="T27" fmla="*/ 109 h 128"/>
                <a:gd name="T28" fmla="*/ 31 w 88"/>
                <a:gd name="T29" fmla="*/ 100 h 128"/>
                <a:gd name="T30" fmla="*/ 28 w 88"/>
                <a:gd name="T31" fmla="*/ 92 h 128"/>
                <a:gd name="T32" fmla="*/ 60 w 88"/>
                <a:gd name="T33" fmla="*/ 92 h 128"/>
                <a:gd name="T34" fmla="*/ 58 w 88"/>
                <a:gd name="T35" fmla="*/ 96 h 128"/>
                <a:gd name="T36" fmla="*/ 31 w 88"/>
                <a:gd name="T37" fmla="*/ 100 h 128"/>
                <a:gd name="T38" fmla="*/ 44 w 88"/>
                <a:gd name="T39" fmla="*/ 120 h 128"/>
                <a:gd name="T40" fmla="*/ 36 w 88"/>
                <a:gd name="T41" fmla="*/ 115 h 128"/>
                <a:gd name="T42" fmla="*/ 53 w 88"/>
                <a:gd name="T43" fmla="*/ 113 h 128"/>
                <a:gd name="T44" fmla="*/ 44 w 88"/>
                <a:gd name="T45" fmla="*/ 120 h 128"/>
                <a:gd name="T46" fmla="*/ 63 w 88"/>
                <a:gd name="T47" fmla="*/ 84 h 128"/>
                <a:gd name="T48" fmla="*/ 25 w 88"/>
                <a:gd name="T49" fmla="*/ 84 h 128"/>
                <a:gd name="T50" fmla="*/ 19 w 88"/>
                <a:gd name="T51" fmla="*/ 71 h 128"/>
                <a:gd name="T52" fmla="*/ 8 w 88"/>
                <a:gd name="T53" fmla="*/ 44 h 128"/>
                <a:gd name="T54" fmla="*/ 44 w 88"/>
                <a:gd name="T55" fmla="*/ 8 h 128"/>
                <a:gd name="T56" fmla="*/ 80 w 88"/>
                <a:gd name="T57" fmla="*/ 44 h 128"/>
                <a:gd name="T58" fmla="*/ 69 w 88"/>
                <a:gd name="T59" fmla="*/ 71 h 128"/>
                <a:gd name="T60" fmla="*/ 63 w 88"/>
                <a:gd name="T61" fmla="*/ 8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8" h="128">
                  <a:moveTo>
                    <a:pt x="44" y="0"/>
                  </a:moveTo>
                  <a:cubicBezTo>
                    <a:pt x="20" y="0"/>
                    <a:pt x="0" y="20"/>
                    <a:pt x="0" y="44"/>
                  </a:cubicBezTo>
                  <a:cubicBezTo>
                    <a:pt x="0" y="60"/>
                    <a:pt x="15" y="77"/>
                    <a:pt x="20" y="92"/>
                  </a:cubicBezTo>
                  <a:cubicBezTo>
                    <a:pt x="28" y="115"/>
                    <a:pt x="27" y="128"/>
                    <a:pt x="44" y="128"/>
                  </a:cubicBezTo>
                  <a:cubicBezTo>
                    <a:pt x="61" y="128"/>
                    <a:pt x="60" y="115"/>
                    <a:pt x="68" y="92"/>
                  </a:cubicBezTo>
                  <a:cubicBezTo>
                    <a:pt x="73" y="77"/>
                    <a:pt x="88" y="60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lose/>
                  <a:moveTo>
                    <a:pt x="54" y="109"/>
                  </a:moveTo>
                  <a:cubicBezTo>
                    <a:pt x="35" y="111"/>
                    <a:pt x="35" y="111"/>
                    <a:pt x="35" y="111"/>
                  </a:cubicBezTo>
                  <a:cubicBezTo>
                    <a:pt x="34" y="109"/>
                    <a:pt x="33" y="107"/>
                    <a:pt x="32" y="104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57" y="100"/>
                    <a:pt x="57" y="100"/>
                    <a:pt x="57" y="100"/>
                  </a:cubicBezTo>
                  <a:cubicBezTo>
                    <a:pt x="57" y="102"/>
                    <a:pt x="56" y="103"/>
                    <a:pt x="56" y="104"/>
                  </a:cubicBezTo>
                  <a:cubicBezTo>
                    <a:pt x="55" y="106"/>
                    <a:pt x="55" y="107"/>
                    <a:pt x="54" y="109"/>
                  </a:cubicBezTo>
                  <a:close/>
                  <a:moveTo>
                    <a:pt x="31" y="100"/>
                  </a:moveTo>
                  <a:cubicBezTo>
                    <a:pt x="30" y="97"/>
                    <a:pt x="29" y="95"/>
                    <a:pt x="28" y="92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59" y="93"/>
                    <a:pt x="59" y="95"/>
                    <a:pt x="58" y="96"/>
                  </a:cubicBezTo>
                  <a:lnTo>
                    <a:pt x="31" y="100"/>
                  </a:lnTo>
                  <a:close/>
                  <a:moveTo>
                    <a:pt x="44" y="120"/>
                  </a:moveTo>
                  <a:cubicBezTo>
                    <a:pt x="40" y="120"/>
                    <a:pt x="38" y="120"/>
                    <a:pt x="36" y="115"/>
                  </a:cubicBezTo>
                  <a:cubicBezTo>
                    <a:pt x="53" y="113"/>
                    <a:pt x="53" y="113"/>
                    <a:pt x="53" y="113"/>
                  </a:cubicBezTo>
                  <a:cubicBezTo>
                    <a:pt x="51" y="119"/>
                    <a:pt x="49" y="120"/>
                    <a:pt x="44" y="120"/>
                  </a:cubicBezTo>
                  <a:close/>
                  <a:moveTo>
                    <a:pt x="63" y="84"/>
                  </a:moveTo>
                  <a:cubicBezTo>
                    <a:pt x="25" y="84"/>
                    <a:pt x="25" y="84"/>
                    <a:pt x="25" y="84"/>
                  </a:cubicBezTo>
                  <a:cubicBezTo>
                    <a:pt x="23" y="80"/>
                    <a:pt x="21" y="75"/>
                    <a:pt x="19" y="71"/>
                  </a:cubicBezTo>
                  <a:cubicBezTo>
                    <a:pt x="13" y="62"/>
                    <a:pt x="8" y="52"/>
                    <a:pt x="8" y="44"/>
                  </a:cubicBezTo>
                  <a:cubicBezTo>
                    <a:pt x="8" y="24"/>
                    <a:pt x="24" y="8"/>
                    <a:pt x="44" y="8"/>
                  </a:cubicBezTo>
                  <a:cubicBezTo>
                    <a:pt x="64" y="8"/>
                    <a:pt x="80" y="24"/>
                    <a:pt x="80" y="44"/>
                  </a:cubicBezTo>
                  <a:cubicBezTo>
                    <a:pt x="80" y="52"/>
                    <a:pt x="75" y="62"/>
                    <a:pt x="69" y="71"/>
                  </a:cubicBezTo>
                  <a:cubicBezTo>
                    <a:pt x="67" y="75"/>
                    <a:pt x="65" y="80"/>
                    <a:pt x="63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" name="Freeform 327"/>
            <p:cNvSpPr/>
            <p:nvPr/>
          </p:nvSpPr>
          <p:spPr bwMode="auto">
            <a:xfrm>
              <a:off x="9209088" y="2138363"/>
              <a:ext cx="101600" cy="100012"/>
            </a:xfrm>
            <a:custGeom>
              <a:avLst/>
              <a:gdLst>
                <a:gd name="T0" fmla="*/ 24 w 26"/>
                <a:gd name="T1" fmla="*/ 0 h 26"/>
                <a:gd name="T2" fmla="*/ 0 w 26"/>
                <a:gd name="T3" fmla="*/ 24 h 26"/>
                <a:gd name="T4" fmla="*/ 2 w 26"/>
                <a:gd name="T5" fmla="*/ 26 h 26"/>
                <a:gd name="T6" fmla="*/ 4 w 26"/>
                <a:gd name="T7" fmla="*/ 24 h 26"/>
                <a:gd name="T8" fmla="*/ 24 w 26"/>
                <a:gd name="T9" fmla="*/ 4 h 26"/>
                <a:gd name="T10" fmla="*/ 26 w 26"/>
                <a:gd name="T11" fmla="*/ 2 h 26"/>
                <a:gd name="T12" fmla="*/ 24 w 26"/>
                <a:gd name="T1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6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25"/>
                    <a:pt x="1" y="26"/>
                    <a:pt x="2" y="26"/>
                  </a:cubicBezTo>
                  <a:cubicBezTo>
                    <a:pt x="3" y="26"/>
                    <a:pt x="4" y="25"/>
                    <a:pt x="4" y="24"/>
                  </a:cubicBezTo>
                  <a:cubicBezTo>
                    <a:pt x="4" y="13"/>
                    <a:pt x="13" y="4"/>
                    <a:pt x="24" y="4"/>
                  </a:cubicBezTo>
                  <a:cubicBezTo>
                    <a:pt x="25" y="4"/>
                    <a:pt x="26" y="3"/>
                    <a:pt x="26" y="2"/>
                  </a:cubicBezTo>
                  <a:cubicBezTo>
                    <a:pt x="26" y="1"/>
                    <a:pt x="25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8" name="Straight Arrow Connector 27"/>
          <p:cNvCxnSpPr/>
          <p:nvPr/>
        </p:nvCxnSpPr>
        <p:spPr>
          <a:xfrm flipV="1">
            <a:off x="3933089" y="3213100"/>
            <a:ext cx="0" cy="1260000"/>
          </a:xfrm>
          <a:prstGeom prst="straightConnector1">
            <a:avLst/>
          </a:prstGeom>
          <a:ln w="19050"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 10"/>
          <p:cNvSpPr>
            <a:spLocks noEditPoints="1"/>
          </p:cNvSpPr>
          <p:nvPr/>
        </p:nvSpPr>
        <p:spPr bwMode="auto">
          <a:xfrm>
            <a:off x="3724985" y="2704269"/>
            <a:ext cx="403346" cy="389261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6860509" y="3655939"/>
            <a:ext cx="0" cy="1284361"/>
          </a:xfrm>
          <a:prstGeom prst="straightConnector1">
            <a:avLst/>
          </a:prstGeom>
          <a:ln w="19050"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261510" y="2575927"/>
            <a:ext cx="0" cy="1260000"/>
          </a:xfrm>
          <a:prstGeom prst="straightConnector1">
            <a:avLst/>
          </a:prstGeom>
          <a:ln w="19050"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344"/>
          <p:cNvSpPr>
            <a:spLocks noEditPoints="1"/>
          </p:cNvSpPr>
          <p:nvPr/>
        </p:nvSpPr>
        <p:spPr bwMode="auto">
          <a:xfrm>
            <a:off x="5105088" y="2089593"/>
            <a:ext cx="338951" cy="338951"/>
          </a:xfrm>
          <a:custGeom>
            <a:avLst/>
            <a:gdLst>
              <a:gd name="T0" fmla="*/ 60 w 64"/>
              <a:gd name="T1" fmla="*/ 5 h 64"/>
              <a:gd name="T2" fmla="*/ 32 w 64"/>
              <a:gd name="T3" fmla="*/ 0 h 64"/>
              <a:gd name="T4" fmla="*/ 4 w 64"/>
              <a:gd name="T5" fmla="*/ 5 h 64"/>
              <a:gd name="T6" fmla="*/ 0 w 64"/>
              <a:gd name="T7" fmla="*/ 10 h 64"/>
              <a:gd name="T8" fmla="*/ 0 w 64"/>
              <a:gd name="T9" fmla="*/ 54 h 64"/>
              <a:gd name="T10" fmla="*/ 4 w 64"/>
              <a:gd name="T11" fmla="*/ 59 h 64"/>
              <a:gd name="T12" fmla="*/ 32 w 64"/>
              <a:gd name="T13" fmla="*/ 64 h 64"/>
              <a:gd name="T14" fmla="*/ 60 w 64"/>
              <a:gd name="T15" fmla="*/ 59 h 64"/>
              <a:gd name="T16" fmla="*/ 64 w 64"/>
              <a:gd name="T17" fmla="*/ 54 h 64"/>
              <a:gd name="T18" fmla="*/ 64 w 64"/>
              <a:gd name="T19" fmla="*/ 10 h 64"/>
              <a:gd name="T20" fmla="*/ 60 w 64"/>
              <a:gd name="T21" fmla="*/ 5 h 64"/>
              <a:gd name="T22" fmla="*/ 32 w 64"/>
              <a:gd name="T23" fmla="*/ 4 h 64"/>
              <a:gd name="T24" fmla="*/ 60 w 64"/>
              <a:gd name="T25" fmla="*/ 10 h 64"/>
              <a:gd name="T26" fmla="*/ 32 w 64"/>
              <a:gd name="T27" fmla="*/ 16 h 64"/>
              <a:gd name="T28" fmla="*/ 4 w 64"/>
              <a:gd name="T29" fmla="*/ 10 h 64"/>
              <a:gd name="T30" fmla="*/ 32 w 64"/>
              <a:gd name="T31" fmla="*/ 4 h 64"/>
              <a:gd name="T32" fmla="*/ 32 w 64"/>
              <a:gd name="T33" fmla="*/ 20 h 64"/>
              <a:gd name="T34" fmla="*/ 60 w 64"/>
              <a:gd name="T35" fmla="*/ 15 h 64"/>
              <a:gd name="T36" fmla="*/ 60 w 64"/>
              <a:gd name="T37" fmla="*/ 24 h 64"/>
              <a:gd name="T38" fmla="*/ 60 w 64"/>
              <a:gd name="T39" fmla="*/ 24 h 64"/>
              <a:gd name="T40" fmla="*/ 32 w 64"/>
              <a:gd name="T41" fmla="*/ 30 h 64"/>
              <a:gd name="T42" fmla="*/ 4 w 64"/>
              <a:gd name="T43" fmla="*/ 24 h 64"/>
              <a:gd name="T44" fmla="*/ 4 w 64"/>
              <a:gd name="T45" fmla="*/ 24 h 64"/>
              <a:gd name="T46" fmla="*/ 4 w 64"/>
              <a:gd name="T47" fmla="*/ 15 h 64"/>
              <a:gd name="T48" fmla="*/ 32 w 64"/>
              <a:gd name="T49" fmla="*/ 20 h 64"/>
              <a:gd name="T50" fmla="*/ 60 w 64"/>
              <a:gd name="T51" fmla="*/ 54 h 64"/>
              <a:gd name="T52" fmla="*/ 60 w 64"/>
              <a:gd name="T53" fmla="*/ 54 h 64"/>
              <a:gd name="T54" fmla="*/ 32 w 64"/>
              <a:gd name="T55" fmla="*/ 60 h 64"/>
              <a:gd name="T56" fmla="*/ 4 w 64"/>
              <a:gd name="T57" fmla="*/ 54 h 64"/>
              <a:gd name="T58" fmla="*/ 4 w 64"/>
              <a:gd name="T59" fmla="*/ 54 h 64"/>
              <a:gd name="T60" fmla="*/ 4 w 64"/>
              <a:gd name="T61" fmla="*/ 43 h 64"/>
              <a:gd name="T62" fmla="*/ 32 w 64"/>
              <a:gd name="T63" fmla="*/ 48 h 64"/>
              <a:gd name="T64" fmla="*/ 60 w 64"/>
              <a:gd name="T65" fmla="*/ 43 h 64"/>
              <a:gd name="T66" fmla="*/ 60 w 64"/>
              <a:gd name="T67" fmla="*/ 54 h 64"/>
              <a:gd name="T68" fmla="*/ 60 w 64"/>
              <a:gd name="T69" fmla="*/ 38 h 64"/>
              <a:gd name="T70" fmla="*/ 60 w 64"/>
              <a:gd name="T71" fmla="*/ 38 h 64"/>
              <a:gd name="T72" fmla="*/ 32 w 64"/>
              <a:gd name="T73" fmla="*/ 44 h 64"/>
              <a:gd name="T74" fmla="*/ 4 w 64"/>
              <a:gd name="T75" fmla="*/ 38 h 64"/>
              <a:gd name="T76" fmla="*/ 4 w 64"/>
              <a:gd name="T77" fmla="*/ 38 h 64"/>
              <a:gd name="T78" fmla="*/ 4 w 64"/>
              <a:gd name="T79" fmla="*/ 29 h 64"/>
              <a:gd name="T80" fmla="*/ 32 w 64"/>
              <a:gd name="T81" fmla="*/ 34 h 64"/>
              <a:gd name="T82" fmla="*/ 60 w 64"/>
              <a:gd name="T83" fmla="*/ 29 h 64"/>
              <a:gd name="T84" fmla="*/ 60 w 64"/>
              <a:gd name="T85" fmla="*/ 3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4" h="64">
                <a:moveTo>
                  <a:pt x="60" y="5"/>
                </a:moveTo>
                <a:cubicBezTo>
                  <a:pt x="55" y="2"/>
                  <a:pt x="44" y="0"/>
                  <a:pt x="32" y="0"/>
                </a:cubicBezTo>
                <a:cubicBezTo>
                  <a:pt x="20" y="0"/>
                  <a:pt x="9" y="2"/>
                  <a:pt x="4" y="5"/>
                </a:cubicBezTo>
                <a:cubicBezTo>
                  <a:pt x="1" y="7"/>
                  <a:pt x="0" y="8"/>
                  <a:pt x="0" y="10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6"/>
                  <a:pt x="1" y="57"/>
                  <a:pt x="4" y="59"/>
                </a:cubicBezTo>
                <a:cubicBezTo>
                  <a:pt x="9" y="62"/>
                  <a:pt x="20" y="64"/>
                  <a:pt x="32" y="64"/>
                </a:cubicBezTo>
                <a:cubicBezTo>
                  <a:pt x="44" y="64"/>
                  <a:pt x="55" y="62"/>
                  <a:pt x="60" y="59"/>
                </a:cubicBezTo>
                <a:cubicBezTo>
                  <a:pt x="63" y="57"/>
                  <a:pt x="64" y="56"/>
                  <a:pt x="64" y="54"/>
                </a:cubicBezTo>
                <a:cubicBezTo>
                  <a:pt x="64" y="10"/>
                  <a:pt x="64" y="10"/>
                  <a:pt x="64" y="10"/>
                </a:cubicBezTo>
                <a:cubicBezTo>
                  <a:pt x="64" y="8"/>
                  <a:pt x="63" y="7"/>
                  <a:pt x="60" y="5"/>
                </a:cubicBezTo>
                <a:close/>
                <a:moveTo>
                  <a:pt x="32" y="4"/>
                </a:moveTo>
                <a:cubicBezTo>
                  <a:pt x="49" y="4"/>
                  <a:pt x="58" y="8"/>
                  <a:pt x="60" y="10"/>
                </a:cubicBezTo>
                <a:cubicBezTo>
                  <a:pt x="58" y="12"/>
                  <a:pt x="49" y="16"/>
                  <a:pt x="32" y="16"/>
                </a:cubicBezTo>
                <a:cubicBezTo>
                  <a:pt x="15" y="16"/>
                  <a:pt x="6" y="12"/>
                  <a:pt x="4" y="10"/>
                </a:cubicBezTo>
                <a:cubicBezTo>
                  <a:pt x="6" y="8"/>
                  <a:pt x="15" y="4"/>
                  <a:pt x="32" y="4"/>
                </a:cubicBezTo>
                <a:close/>
                <a:moveTo>
                  <a:pt x="32" y="20"/>
                </a:moveTo>
                <a:cubicBezTo>
                  <a:pt x="44" y="20"/>
                  <a:pt x="55" y="18"/>
                  <a:pt x="60" y="15"/>
                </a:cubicBezTo>
                <a:cubicBezTo>
                  <a:pt x="60" y="24"/>
                  <a:pt x="60" y="24"/>
                  <a:pt x="60" y="24"/>
                </a:cubicBezTo>
                <a:cubicBezTo>
                  <a:pt x="60" y="24"/>
                  <a:pt x="60" y="24"/>
                  <a:pt x="60" y="24"/>
                </a:cubicBezTo>
                <a:cubicBezTo>
                  <a:pt x="58" y="26"/>
                  <a:pt x="49" y="30"/>
                  <a:pt x="32" y="30"/>
                </a:cubicBezTo>
                <a:cubicBezTo>
                  <a:pt x="15" y="30"/>
                  <a:pt x="6" y="26"/>
                  <a:pt x="4" y="24"/>
                </a:cubicBezTo>
                <a:cubicBezTo>
                  <a:pt x="4" y="24"/>
                  <a:pt x="4" y="24"/>
                  <a:pt x="4" y="24"/>
                </a:cubicBezTo>
                <a:cubicBezTo>
                  <a:pt x="4" y="15"/>
                  <a:pt x="4" y="15"/>
                  <a:pt x="4" y="15"/>
                </a:cubicBezTo>
                <a:cubicBezTo>
                  <a:pt x="9" y="18"/>
                  <a:pt x="20" y="20"/>
                  <a:pt x="32" y="20"/>
                </a:cubicBezTo>
                <a:close/>
                <a:moveTo>
                  <a:pt x="60" y="54"/>
                </a:moveTo>
                <a:cubicBezTo>
                  <a:pt x="60" y="54"/>
                  <a:pt x="60" y="54"/>
                  <a:pt x="60" y="54"/>
                </a:cubicBezTo>
                <a:cubicBezTo>
                  <a:pt x="58" y="56"/>
                  <a:pt x="49" y="60"/>
                  <a:pt x="32" y="60"/>
                </a:cubicBezTo>
                <a:cubicBezTo>
                  <a:pt x="15" y="60"/>
                  <a:pt x="6" y="56"/>
                  <a:pt x="4" y="54"/>
                </a:cubicBezTo>
                <a:cubicBezTo>
                  <a:pt x="4" y="54"/>
                  <a:pt x="4" y="54"/>
                  <a:pt x="4" y="54"/>
                </a:cubicBezTo>
                <a:cubicBezTo>
                  <a:pt x="4" y="43"/>
                  <a:pt x="4" y="43"/>
                  <a:pt x="4" y="43"/>
                </a:cubicBezTo>
                <a:cubicBezTo>
                  <a:pt x="9" y="46"/>
                  <a:pt x="20" y="48"/>
                  <a:pt x="32" y="48"/>
                </a:cubicBezTo>
                <a:cubicBezTo>
                  <a:pt x="44" y="48"/>
                  <a:pt x="55" y="46"/>
                  <a:pt x="60" y="43"/>
                </a:cubicBezTo>
                <a:lnTo>
                  <a:pt x="60" y="54"/>
                </a:lnTo>
                <a:close/>
                <a:moveTo>
                  <a:pt x="60" y="38"/>
                </a:moveTo>
                <a:cubicBezTo>
                  <a:pt x="60" y="38"/>
                  <a:pt x="60" y="38"/>
                  <a:pt x="60" y="38"/>
                </a:cubicBezTo>
                <a:cubicBezTo>
                  <a:pt x="58" y="40"/>
                  <a:pt x="49" y="44"/>
                  <a:pt x="32" y="44"/>
                </a:cubicBezTo>
                <a:cubicBezTo>
                  <a:pt x="15" y="44"/>
                  <a:pt x="6" y="40"/>
                  <a:pt x="4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29"/>
                  <a:pt x="4" y="29"/>
                  <a:pt x="4" y="29"/>
                </a:cubicBezTo>
                <a:cubicBezTo>
                  <a:pt x="9" y="32"/>
                  <a:pt x="20" y="34"/>
                  <a:pt x="32" y="34"/>
                </a:cubicBezTo>
                <a:cubicBezTo>
                  <a:pt x="44" y="34"/>
                  <a:pt x="55" y="32"/>
                  <a:pt x="60" y="29"/>
                </a:cubicBezTo>
                <a:lnTo>
                  <a:pt x="60" y="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3" name="Freeform 9"/>
          <p:cNvSpPr>
            <a:spLocks noEditPoints="1"/>
          </p:cNvSpPr>
          <p:nvPr/>
        </p:nvSpPr>
        <p:spPr bwMode="auto">
          <a:xfrm>
            <a:off x="6753199" y="5066907"/>
            <a:ext cx="214619" cy="525051"/>
          </a:xfrm>
          <a:custGeom>
            <a:avLst/>
            <a:gdLst>
              <a:gd name="T0" fmla="*/ 229 w 280"/>
              <a:gd name="T1" fmla="*/ 44 h 685"/>
              <a:gd name="T2" fmla="*/ 206 w 280"/>
              <a:gd name="T3" fmla="*/ 0 h 685"/>
              <a:gd name="T4" fmla="*/ 75 w 280"/>
              <a:gd name="T5" fmla="*/ 0 h 685"/>
              <a:gd name="T6" fmla="*/ 49 w 280"/>
              <a:gd name="T7" fmla="*/ 42 h 685"/>
              <a:gd name="T8" fmla="*/ 79 w 280"/>
              <a:gd name="T9" fmla="*/ 140 h 685"/>
              <a:gd name="T10" fmla="*/ 0 w 280"/>
              <a:gd name="T11" fmla="*/ 534 h 685"/>
              <a:gd name="T12" fmla="*/ 140 w 280"/>
              <a:gd name="T13" fmla="*/ 685 h 685"/>
              <a:gd name="T14" fmla="*/ 280 w 280"/>
              <a:gd name="T15" fmla="*/ 534 h 685"/>
              <a:gd name="T16" fmla="*/ 199 w 280"/>
              <a:gd name="T17" fmla="*/ 139 h 685"/>
              <a:gd name="T18" fmla="*/ 229 w 280"/>
              <a:gd name="T19" fmla="*/ 44 h 685"/>
              <a:gd name="T20" fmla="*/ 95 w 280"/>
              <a:gd name="T21" fmla="*/ 35 h 685"/>
              <a:gd name="T22" fmla="*/ 185 w 280"/>
              <a:gd name="T23" fmla="*/ 35 h 685"/>
              <a:gd name="T24" fmla="*/ 192 w 280"/>
              <a:gd name="T25" fmla="*/ 47 h 685"/>
              <a:gd name="T26" fmla="*/ 168 w 280"/>
              <a:gd name="T27" fmla="*/ 122 h 685"/>
              <a:gd name="T28" fmla="*/ 110 w 280"/>
              <a:gd name="T29" fmla="*/ 122 h 685"/>
              <a:gd name="T30" fmla="*/ 86 w 280"/>
              <a:gd name="T31" fmla="*/ 47 h 685"/>
              <a:gd name="T32" fmla="*/ 95 w 280"/>
              <a:gd name="T33" fmla="*/ 35 h 685"/>
              <a:gd name="T34" fmla="*/ 61 w 280"/>
              <a:gd name="T35" fmla="*/ 406 h 685"/>
              <a:gd name="T36" fmla="*/ 209 w 280"/>
              <a:gd name="T37" fmla="*/ 559 h 685"/>
              <a:gd name="T38" fmla="*/ 181 w 280"/>
              <a:gd name="T39" fmla="*/ 589 h 685"/>
              <a:gd name="T40" fmla="*/ 50 w 280"/>
              <a:gd name="T41" fmla="*/ 459 h 685"/>
              <a:gd name="T42" fmla="*/ 61 w 280"/>
              <a:gd name="T43" fmla="*/ 406 h 685"/>
              <a:gd name="T44" fmla="*/ 65 w 280"/>
              <a:gd name="T45" fmla="*/ 386 h 685"/>
              <a:gd name="T46" fmla="*/ 76 w 280"/>
              <a:gd name="T47" fmla="*/ 331 h 685"/>
              <a:gd name="T48" fmla="*/ 238 w 280"/>
              <a:gd name="T49" fmla="*/ 500 h 685"/>
              <a:gd name="T50" fmla="*/ 242 w 280"/>
              <a:gd name="T51" fmla="*/ 523 h 685"/>
              <a:gd name="T52" fmla="*/ 221 w 280"/>
              <a:gd name="T53" fmla="*/ 546 h 685"/>
              <a:gd name="T54" fmla="*/ 65 w 280"/>
              <a:gd name="T55" fmla="*/ 386 h 685"/>
              <a:gd name="T56" fmla="*/ 80 w 280"/>
              <a:gd name="T57" fmla="*/ 311 h 685"/>
              <a:gd name="T58" fmla="*/ 90 w 280"/>
              <a:gd name="T59" fmla="*/ 262 h 685"/>
              <a:gd name="T60" fmla="*/ 214 w 280"/>
              <a:gd name="T61" fmla="*/ 385 h 685"/>
              <a:gd name="T62" fmla="*/ 231 w 280"/>
              <a:gd name="T63" fmla="*/ 468 h 685"/>
              <a:gd name="T64" fmla="*/ 80 w 280"/>
              <a:gd name="T65" fmla="*/ 311 h 685"/>
              <a:gd name="T66" fmla="*/ 94 w 280"/>
              <a:gd name="T67" fmla="*/ 242 h 685"/>
              <a:gd name="T68" fmla="*/ 105 w 280"/>
              <a:gd name="T69" fmla="*/ 187 h 685"/>
              <a:gd name="T70" fmla="*/ 192 w 280"/>
              <a:gd name="T71" fmla="*/ 278 h 685"/>
              <a:gd name="T72" fmla="*/ 208 w 280"/>
              <a:gd name="T73" fmla="*/ 355 h 685"/>
              <a:gd name="T74" fmla="*/ 94 w 280"/>
              <a:gd name="T75" fmla="*/ 242 h 685"/>
              <a:gd name="T76" fmla="*/ 46 w 280"/>
              <a:gd name="T77" fmla="*/ 479 h 685"/>
              <a:gd name="T78" fmla="*/ 169 w 280"/>
              <a:gd name="T79" fmla="*/ 602 h 685"/>
              <a:gd name="T80" fmla="*/ 140 w 280"/>
              <a:gd name="T81" fmla="*/ 634 h 685"/>
              <a:gd name="T82" fmla="*/ 37 w 280"/>
              <a:gd name="T83" fmla="*/ 523 h 685"/>
              <a:gd name="T84" fmla="*/ 46 w 280"/>
              <a:gd name="T85" fmla="*/ 479 h 685"/>
              <a:gd name="T86" fmla="*/ 168 w 280"/>
              <a:gd name="T87" fmla="*/ 156 h 685"/>
              <a:gd name="T88" fmla="*/ 185 w 280"/>
              <a:gd name="T89" fmla="*/ 246 h 685"/>
              <a:gd name="T90" fmla="*/ 109 w 280"/>
              <a:gd name="T91" fmla="*/ 166 h 685"/>
              <a:gd name="T92" fmla="*/ 111 w 280"/>
              <a:gd name="T93" fmla="*/ 156 h 685"/>
              <a:gd name="T94" fmla="*/ 168 w 280"/>
              <a:gd name="T95" fmla="*/ 156 h 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80" h="685">
                <a:moveTo>
                  <a:pt x="229" y="44"/>
                </a:moveTo>
                <a:lnTo>
                  <a:pt x="206" y="0"/>
                </a:lnTo>
                <a:lnTo>
                  <a:pt x="75" y="0"/>
                </a:lnTo>
                <a:lnTo>
                  <a:pt x="49" y="42"/>
                </a:lnTo>
                <a:lnTo>
                  <a:pt x="79" y="140"/>
                </a:lnTo>
                <a:lnTo>
                  <a:pt x="0" y="534"/>
                </a:lnTo>
                <a:lnTo>
                  <a:pt x="140" y="685"/>
                </a:lnTo>
                <a:lnTo>
                  <a:pt x="280" y="534"/>
                </a:lnTo>
                <a:lnTo>
                  <a:pt x="199" y="139"/>
                </a:lnTo>
                <a:lnTo>
                  <a:pt x="229" y="44"/>
                </a:lnTo>
                <a:close/>
                <a:moveTo>
                  <a:pt x="95" y="35"/>
                </a:moveTo>
                <a:lnTo>
                  <a:pt x="185" y="35"/>
                </a:lnTo>
                <a:lnTo>
                  <a:pt x="192" y="47"/>
                </a:lnTo>
                <a:lnTo>
                  <a:pt x="168" y="122"/>
                </a:lnTo>
                <a:lnTo>
                  <a:pt x="110" y="122"/>
                </a:lnTo>
                <a:lnTo>
                  <a:pt x="86" y="47"/>
                </a:lnTo>
                <a:lnTo>
                  <a:pt x="95" y="35"/>
                </a:lnTo>
                <a:close/>
                <a:moveTo>
                  <a:pt x="61" y="406"/>
                </a:moveTo>
                <a:lnTo>
                  <a:pt x="209" y="559"/>
                </a:lnTo>
                <a:lnTo>
                  <a:pt x="181" y="589"/>
                </a:lnTo>
                <a:lnTo>
                  <a:pt x="50" y="459"/>
                </a:lnTo>
                <a:lnTo>
                  <a:pt x="61" y="406"/>
                </a:lnTo>
                <a:close/>
                <a:moveTo>
                  <a:pt x="65" y="386"/>
                </a:moveTo>
                <a:lnTo>
                  <a:pt x="76" y="331"/>
                </a:lnTo>
                <a:lnTo>
                  <a:pt x="238" y="500"/>
                </a:lnTo>
                <a:lnTo>
                  <a:pt x="242" y="523"/>
                </a:lnTo>
                <a:lnTo>
                  <a:pt x="221" y="546"/>
                </a:lnTo>
                <a:lnTo>
                  <a:pt x="65" y="386"/>
                </a:lnTo>
                <a:close/>
                <a:moveTo>
                  <a:pt x="80" y="311"/>
                </a:moveTo>
                <a:lnTo>
                  <a:pt x="90" y="262"/>
                </a:lnTo>
                <a:lnTo>
                  <a:pt x="214" y="385"/>
                </a:lnTo>
                <a:lnTo>
                  <a:pt x="231" y="468"/>
                </a:lnTo>
                <a:lnTo>
                  <a:pt x="80" y="311"/>
                </a:lnTo>
                <a:close/>
                <a:moveTo>
                  <a:pt x="94" y="242"/>
                </a:moveTo>
                <a:lnTo>
                  <a:pt x="105" y="187"/>
                </a:lnTo>
                <a:lnTo>
                  <a:pt x="192" y="278"/>
                </a:lnTo>
                <a:lnTo>
                  <a:pt x="208" y="355"/>
                </a:lnTo>
                <a:lnTo>
                  <a:pt x="94" y="242"/>
                </a:lnTo>
                <a:close/>
                <a:moveTo>
                  <a:pt x="46" y="479"/>
                </a:moveTo>
                <a:lnTo>
                  <a:pt x="169" y="602"/>
                </a:lnTo>
                <a:lnTo>
                  <a:pt x="140" y="634"/>
                </a:lnTo>
                <a:lnTo>
                  <a:pt x="37" y="523"/>
                </a:lnTo>
                <a:lnTo>
                  <a:pt x="46" y="479"/>
                </a:lnTo>
                <a:close/>
                <a:moveTo>
                  <a:pt x="168" y="156"/>
                </a:moveTo>
                <a:lnTo>
                  <a:pt x="185" y="246"/>
                </a:lnTo>
                <a:lnTo>
                  <a:pt x="109" y="166"/>
                </a:lnTo>
                <a:lnTo>
                  <a:pt x="111" y="156"/>
                </a:lnTo>
                <a:lnTo>
                  <a:pt x="168" y="15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8498809" y="3465106"/>
            <a:ext cx="0" cy="1475194"/>
          </a:xfrm>
          <a:prstGeom prst="straightConnector1">
            <a:avLst/>
          </a:prstGeom>
          <a:ln w="19050">
            <a:solidFill>
              <a:schemeClr val="accent6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8276942" y="5138420"/>
            <a:ext cx="434061" cy="410703"/>
            <a:chOff x="5738813" y="3094038"/>
            <a:chExt cx="708026" cy="669925"/>
          </a:xfrm>
          <a:solidFill>
            <a:schemeClr val="accent6"/>
          </a:solidFill>
        </p:grpSpPr>
        <p:sp>
          <p:nvSpPr>
            <p:cNvPr id="36" name="Freeform 35"/>
            <p:cNvSpPr>
              <a:spLocks noEditPoints="1"/>
            </p:cNvSpPr>
            <p:nvPr/>
          </p:nvSpPr>
          <p:spPr bwMode="auto">
            <a:xfrm>
              <a:off x="5738813" y="3292476"/>
              <a:ext cx="487363" cy="373063"/>
            </a:xfrm>
            <a:custGeom>
              <a:avLst/>
              <a:gdLst>
                <a:gd name="T0" fmla="*/ 113 w 128"/>
                <a:gd name="T1" fmla="*/ 0 h 98"/>
                <a:gd name="T2" fmla="*/ 98 w 128"/>
                <a:gd name="T3" fmla="*/ 15 h 98"/>
                <a:gd name="T4" fmla="*/ 103 w 128"/>
                <a:gd name="T5" fmla="*/ 27 h 98"/>
                <a:gd name="T6" fmla="*/ 85 w 128"/>
                <a:gd name="T7" fmla="*/ 54 h 98"/>
                <a:gd name="T8" fmla="*/ 79 w 128"/>
                <a:gd name="T9" fmla="*/ 53 h 98"/>
                <a:gd name="T10" fmla="*/ 66 w 128"/>
                <a:gd name="T11" fmla="*/ 61 h 98"/>
                <a:gd name="T12" fmla="*/ 55 w 128"/>
                <a:gd name="T13" fmla="*/ 55 h 98"/>
                <a:gd name="T14" fmla="*/ 57 w 128"/>
                <a:gd name="T15" fmla="*/ 49 h 98"/>
                <a:gd name="T16" fmla="*/ 41 w 128"/>
                <a:gd name="T17" fmla="*/ 34 h 98"/>
                <a:gd name="T18" fmla="*/ 26 w 128"/>
                <a:gd name="T19" fmla="*/ 49 h 98"/>
                <a:gd name="T20" fmla="*/ 32 w 128"/>
                <a:gd name="T21" fmla="*/ 60 h 98"/>
                <a:gd name="T22" fmla="*/ 24 w 128"/>
                <a:gd name="T23" fmla="*/ 71 h 98"/>
                <a:gd name="T24" fmla="*/ 15 w 128"/>
                <a:gd name="T25" fmla="*/ 68 h 98"/>
                <a:gd name="T26" fmla="*/ 0 w 128"/>
                <a:gd name="T27" fmla="*/ 83 h 98"/>
                <a:gd name="T28" fmla="*/ 15 w 128"/>
                <a:gd name="T29" fmla="*/ 98 h 98"/>
                <a:gd name="T30" fmla="*/ 30 w 128"/>
                <a:gd name="T31" fmla="*/ 83 h 98"/>
                <a:gd name="T32" fmla="*/ 27 w 128"/>
                <a:gd name="T33" fmla="*/ 73 h 98"/>
                <a:gd name="T34" fmla="*/ 35 w 128"/>
                <a:gd name="T35" fmla="*/ 63 h 98"/>
                <a:gd name="T36" fmla="*/ 41 w 128"/>
                <a:gd name="T37" fmla="*/ 64 h 98"/>
                <a:gd name="T38" fmla="*/ 54 w 128"/>
                <a:gd name="T39" fmla="*/ 58 h 98"/>
                <a:gd name="T40" fmla="*/ 65 w 128"/>
                <a:gd name="T41" fmla="*/ 64 h 98"/>
                <a:gd name="T42" fmla="*/ 64 w 128"/>
                <a:gd name="T43" fmla="*/ 68 h 98"/>
                <a:gd name="T44" fmla="*/ 79 w 128"/>
                <a:gd name="T45" fmla="*/ 83 h 98"/>
                <a:gd name="T46" fmla="*/ 94 w 128"/>
                <a:gd name="T47" fmla="*/ 68 h 98"/>
                <a:gd name="T48" fmla="*/ 88 w 128"/>
                <a:gd name="T49" fmla="*/ 56 h 98"/>
                <a:gd name="T50" fmla="*/ 106 w 128"/>
                <a:gd name="T51" fmla="*/ 29 h 98"/>
                <a:gd name="T52" fmla="*/ 113 w 128"/>
                <a:gd name="T53" fmla="*/ 30 h 98"/>
                <a:gd name="T54" fmla="*/ 128 w 128"/>
                <a:gd name="T55" fmla="*/ 15 h 98"/>
                <a:gd name="T56" fmla="*/ 113 w 128"/>
                <a:gd name="T57" fmla="*/ 0 h 98"/>
                <a:gd name="T58" fmla="*/ 15 w 128"/>
                <a:gd name="T59" fmla="*/ 91 h 98"/>
                <a:gd name="T60" fmla="*/ 8 w 128"/>
                <a:gd name="T61" fmla="*/ 83 h 98"/>
                <a:gd name="T62" fmla="*/ 15 w 128"/>
                <a:gd name="T63" fmla="*/ 76 h 98"/>
                <a:gd name="T64" fmla="*/ 23 w 128"/>
                <a:gd name="T65" fmla="*/ 83 h 98"/>
                <a:gd name="T66" fmla="*/ 15 w 128"/>
                <a:gd name="T67" fmla="*/ 91 h 98"/>
                <a:gd name="T68" fmla="*/ 41 w 128"/>
                <a:gd name="T69" fmla="*/ 57 h 98"/>
                <a:gd name="T70" fmla="*/ 34 w 128"/>
                <a:gd name="T71" fmla="*/ 49 h 98"/>
                <a:gd name="T72" fmla="*/ 41 w 128"/>
                <a:gd name="T73" fmla="*/ 42 h 98"/>
                <a:gd name="T74" fmla="*/ 49 w 128"/>
                <a:gd name="T75" fmla="*/ 49 h 98"/>
                <a:gd name="T76" fmla="*/ 41 w 128"/>
                <a:gd name="T77" fmla="*/ 57 h 98"/>
                <a:gd name="T78" fmla="*/ 79 w 128"/>
                <a:gd name="T79" fmla="*/ 76 h 98"/>
                <a:gd name="T80" fmla="*/ 72 w 128"/>
                <a:gd name="T81" fmla="*/ 68 h 98"/>
                <a:gd name="T82" fmla="*/ 79 w 128"/>
                <a:gd name="T83" fmla="*/ 60 h 98"/>
                <a:gd name="T84" fmla="*/ 87 w 128"/>
                <a:gd name="T85" fmla="*/ 68 h 98"/>
                <a:gd name="T86" fmla="*/ 79 w 128"/>
                <a:gd name="T87" fmla="*/ 76 h 98"/>
                <a:gd name="T88" fmla="*/ 113 w 128"/>
                <a:gd name="T89" fmla="*/ 23 h 98"/>
                <a:gd name="T90" fmla="*/ 106 w 128"/>
                <a:gd name="T91" fmla="*/ 15 h 98"/>
                <a:gd name="T92" fmla="*/ 113 w 128"/>
                <a:gd name="T93" fmla="*/ 8 h 98"/>
                <a:gd name="T94" fmla="*/ 120 w 128"/>
                <a:gd name="T95" fmla="*/ 15 h 98"/>
                <a:gd name="T96" fmla="*/ 113 w 128"/>
                <a:gd name="T97" fmla="*/ 23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8" h="98">
                  <a:moveTo>
                    <a:pt x="113" y="0"/>
                  </a:moveTo>
                  <a:cubicBezTo>
                    <a:pt x="105" y="0"/>
                    <a:pt x="98" y="7"/>
                    <a:pt x="98" y="15"/>
                  </a:cubicBezTo>
                  <a:cubicBezTo>
                    <a:pt x="98" y="20"/>
                    <a:pt x="100" y="24"/>
                    <a:pt x="103" y="27"/>
                  </a:cubicBezTo>
                  <a:cubicBezTo>
                    <a:pt x="85" y="54"/>
                    <a:pt x="85" y="54"/>
                    <a:pt x="85" y="54"/>
                  </a:cubicBezTo>
                  <a:cubicBezTo>
                    <a:pt x="83" y="53"/>
                    <a:pt x="81" y="53"/>
                    <a:pt x="79" y="53"/>
                  </a:cubicBezTo>
                  <a:cubicBezTo>
                    <a:pt x="73" y="53"/>
                    <a:pt x="68" y="56"/>
                    <a:pt x="66" y="61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6" y="53"/>
                    <a:pt x="57" y="51"/>
                    <a:pt x="57" y="49"/>
                  </a:cubicBezTo>
                  <a:cubicBezTo>
                    <a:pt x="57" y="41"/>
                    <a:pt x="50" y="34"/>
                    <a:pt x="41" y="34"/>
                  </a:cubicBezTo>
                  <a:cubicBezTo>
                    <a:pt x="33" y="34"/>
                    <a:pt x="26" y="41"/>
                    <a:pt x="26" y="49"/>
                  </a:cubicBezTo>
                  <a:cubicBezTo>
                    <a:pt x="26" y="54"/>
                    <a:pt x="28" y="58"/>
                    <a:pt x="32" y="60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21" y="69"/>
                    <a:pt x="18" y="68"/>
                    <a:pt x="15" y="68"/>
                  </a:cubicBezTo>
                  <a:cubicBezTo>
                    <a:pt x="7" y="68"/>
                    <a:pt x="0" y="75"/>
                    <a:pt x="0" y="83"/>
                  </a:cubicBezTo>
                  <a:cubicBezTo>
                    <a:pt x="0" y="91"/>
                    <a:pt x="7" y="98"/>
                    <a:pt x="15" y="98"/>
                  </a:cubicBezTo>
                  <a:cubicBezTo>
                    <a:pt x="23" y="98"/>
                    <a:pt x="30" y="91"/>
                    <a:pt x="30" y="83"/>
                  </a:cubicBezTo>
                  <a:cubicBezTo>
                    <a:pt x="30" y="79"/>
                    <a:pt x="29" y="76"/>
                    <a:pt x="27" y="73"/>
                  </a:cubicBezTo>
                  <a:cubicBezTo>
                    <a:pt x="35" y="63"/>
                    <a:pt x="35" y="63"/>
                    <a:pt x="35" y="63"/>
                  </a:cubicBezTo>
                  <a:cubicBezTo>
                    <a:pt x="37" y="64"/>
                    <a:pt x="39" y="64"/>
                    <a:pt x="41" y="64"/>
                  </a:cubicBezTo>
                  <a:cubicBezTo>
                    <a:pt x="46" y="64"/>
                    <a:pt x="51" y="62"/>
                    <a:pt x="54" y="58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64" y="66"/>
                    <a:pt x="64" y="67"/>
                    <a:pt x="64" y="68"/>
                  </a:cubicBezTo>
                  <a:cubicBezTo>
                    <a:pt x="64" y="76"/>
                    <a:pt x="71" y="83"/>
                    <a:pt x="79" y="83"/>
                  </a:cubicBezTo>
                  <a:cubicBezTo>
                    <a:pt x="87" y="83"/>
                    <a:pt x="94" y="76"/>
                    <a:pt x="94" y="68"/>
                  </a:cubicBezTo>
                  <a:cubicBezTo>
                    <a:pt x="94" y="63"/>
                    <a:pt x="92" y="59"/>
                    <a:pt x="88" y="56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8" y="30"/>
                    <a:pt x="111" y="30"/>
                    <a:pt x="113" y="30"/>
                  </a:cubicBezTo>
                  <a:cubicBezTo>
                    <a:pt x="121" y="30"/>
                    <a:pt x="128" y="24"/>
                    <a:pt x="128" y="15"/>
                  </a:cubicBezTo>
                  <a:cubicBezTo>
                    <a:pt x="128" y="7"/>
                    <a:pt x="121" y="0"/>
                    <a:pt x="113" y="0"/>
                  </a:cubicBezTo>
                  <a:close/>
                  <a:moveTo>
                    <a:pt x="15" y="91"/>
                  </a:moveTo>
                  <a:cubicBezTo>
                    <a:pt x="11" y="91"/>
                    <a:pt x="8" y="87"/>
                    <a:pt x="8" y="83"/>
                  </a:cubicBezTo>
                  <a:cubicBezTo>
                    <a:pt x="8" y="79"/>
                    <a:pt x="11" y="76"/>
                    <a:pt x="15" y="76"/>
                  </a:cubicBezTo>
                  <a:cubicBezTo>
                    <a:pt x="19" y="76"/>
                    <a:pt x="23" y="79"/>
                    <a:pt x="23" y="83"/>
                  </a:cubicBezTo>
                  <a:cubicBezTo>
                    <a:pt x="23" y="87"/>
                    <a:pt x="19" y="91"/>
                    <a:pt x="15" y="91"/>
                  </a:cubicBezTo>
                  <a:close/>
                  <a:moveTo>
                    <a:pt x="41" y="57"/>
                  </a:moveTo>
                  <a:cubicBezTo>
                    <a:pt x="37" y="57"/>
                    <a:pt x="34" y="53"/>
                    <a:pt x="34" y="49"/>
                  </a:cubicBezTo>
                  <a:cubicBezTo>
                    <a:pt x="34" y="45"/>
                    <a:pt x="37" y="42"/>
                    <a:pt x="41" y="42"/>
                  </a:cubicBezTo>
                  <a:cubicBezTo>
                    <a:pt x="46" y="42"/>
                    <a:pt x="49" y="45"/>
                    <a:pt x="49" y="49"/>
                  </a:cubicBezTo>
                  <a:cubicBezTo>
                    <a:pt x="49" y="53"/>
                    <a:pt x="46" y="57"/>
                    <a:pt x="41" y="57"/>
                  </a:cubicBezTo>
                  <a:close/>
                  <a:moveTo>
                    <a:pt x="79" y="76"/>
                  </a:moveTo>
                  <a:cubicBezTo>
                    <a:pt x="75" y="76"/>
                    <a:pt x="72" y="72"/>
                    <a:pt x="72" y="68"/>
                  </a:cubicBezTo>
                  <a:cubicBezTo>
                    <a:pt x="72" y="64"/>
                    <a:pt x="75" y="60"/>
                    <a:pt x="79" y="60"/>
                  </a:cubicBezTo>
                  <a:cubicBezTo>
                    <a:pt x="83" y="60"/>
                    <a:pt x="87" y="64"/>
                    <a:pt x="87" y="68"/>
                  </a:cubicBezTo>
                  <a:cubicBezTo>
                    <a:pt x="87" y="72"/>
                    <a:pt x="83" y="76"/>
                    <a:pt x="79" y="76"/>
                  </a:cubicBezTo>
                  <a:close/>
                  <a:moveTo>
                    <a:pt x="113" y="23"/>
                  </a:moveTo>
                  <a:cubicBezTo>
                    <a:pt x="109" y="23"/>
                    <a:pt x="106" y="19"/>
                    <a:pt x="106" y="15"/>
                  </a:cubicBezTo>
                  <a:cubicBezTo>
                    <a:pt x="106" y="11"/>
                    <a:pt x="109" y="8"/>
                    <a:pt x="113" y="8"/>
                  </a:cubicBezTo>
                  <a:cubicBezTo>
                    <a:pt x="117" y="8"/>
                    <a:pt x="120" y="11"/>
                    <a:pt x="120" y="15"/>
                  </a:cubicBezTo>
                  <a:cubicBezTo>
                    <a:pt x="120" y="19"/>
                    <a:pt x="117" y="23"/>
                    <a:pt x="11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36"/>
            <p:cNvSpPr>
              <a:spLocks noEditPoints="1"/>
            </p:cNvSpPr>
            <p:nvPr/>
          </p:nvSpPr>
          <p:spPr bwMode="auto">
            <a:xfrm>
              <a:off x="5883276" y="3094038"/>
              <a:ext cx="563563" cy="669925"/>
            </a:xfrm>
            <a:custGeom>
              <a:avLst/>
              <a:gdLst>
                <a:gd name="T0" fmla="*/ 132 w 148"/>
                <a:gd name="T1" fmla="*/ 0 h 176"/>
                <a:gd name="T2" fmla="*/ 44 w 148"/>
                <a:gd name="T3" fmla="*/ 0 h 176"/>
                <a:gd name="T4" fmla="*/ 27 w 148"/>
                <a:gd name="T5" fmla="*/ 16 h 176"/>
                <a:gd name="T6" fmla="*/ 27 w 148"/>
                <a:gd name="T7" fmla="*/ 27 h 176"/>
                <a:gd name="T8" fmla="*/ 16 w 148"/>
                <a:gd name="T9" fmla="*/ 27 h 176"/>
                <a:gd name="T10" fmla="*/ 0 w 148"/>
                <a:gd name="T11" fmla="*/ 44 h 176"/>
                <a:gd name="T12" fmla="*/ 0 w 148"/>
                <a:gd name="T13" fmla="*/ 81 h 176"/>
                <a:gd name="T14" fmla="*/ 3 w 148"/>
                <a:gd name="T15" fmla="*/ 80 h 176"/>
                <a:gd name="T16" fmla="*/ 11 w 148"/>
                <a:gd name="T17" fmla="*/ 82 h 176"/>
                <a:gd name="T18" fmla="*/ 11 w 148"/>
                <a:gd name="T19" fmla="*/ 44 h 176"/>
                <a:gd name="T20" fmla="*/ 16 w 148"/>
                <a:gd name="T21" fmla="*/ 38 h 176"/>
                <a:gd name="T22" fmla="*/ 104 w 148"/>
                <a:gd name="T23" fmla="*/ 38 h 176"/>
                <a:gd name="T24" fmla="*/ 110 w 148"/>
                <a:gd name="T25" fmla="*/ 44 h 176"/>
                <a:gd name="T26" fmla="*/ 110 w 148"/>
                <a:gd name="T27" fmla="*/ 160 h 176"/>
                <a:gd name="T28" fmla="*/ 104 w 148"/>
                <a:gd name="T29" fmla="*/ 165 h 176"/>
                <a:gd name="T30" fmla="*/ 16 w 148"/>
                <a:gd name="T31" fmla="*/ 165 h 176"/>
                <a:gd name="T32" fmla="*/ 11 w 148"/>
                <a:gd name="T33" fmla="*/ 160 h 176"/>
                <a:gd name="T34" fmla="*/ 11 w 148"/>
                <a:gd name="T35" fmla="*/ 121 h 176"/>
                <a:gd name="T36" fmla="*/ 3 w 148"/>
                <a:gd name="T37" fmla="*/ 122 h 176"/>
                <a:gd name="T38" fmla="*/ 0 w 148"/>
                <a:gd name="T39" fmla="*/ 122 h 176"/>
                <a:gd name="T40" fmla="*/ 0 w 148"/>
                <a:gd name="T41" fmla="*/ 160 h 176"/>
                <a:gd name="T42" fmla="*/ 16 w 148"/>
                <a:gd name="T43" fmla="*/ 176 h 176"/>
                <a:gd name="T44" fmla="*/ 104 w 148"/>
                <a:gd name="T45" fmla="*/ 176 h 176"/>
                <a:gd name="T46" fmla="*/ 121 w 148"/>
                <a:gd name="T47" fmla="*/ 160 h 176"/>
                <a:gd name="T48" fmla="*/ 121 w 148"/>
                <a:gd name="T49" fmla="*/ 148 h 176"/>
                <a:gd name="T50" fmla="*/ 132 w 148"/>
                <a:gd name="T51" fmla="*/ 148 h 176"/>
                <a:gd name="T52" fmla="*/ 148 w 148"/>
                <a:gd name="T53" fmla="*/ 132 h 176"/>
                <a:gd name="T54" fmla="*/ 148 w 148"/>
                <a:gd name="T55" fmla="*/ 16 h 176"/>
                <a:gd name="T56" fmla="*/ 132 w 148"/>
                <a:gd name="T57" fmla="*/ 0 h 176"/>
                <a:gd name="T58" fmla="*/ 137 w 148"/>
                <a:gd name="T59" fmla="*/ 132 h 176"/>
                <a:gd name="T60" fmla="*/ 132 w 148"/>
                <a:gd name="T61" fmla="*/ 137 h 176"/>
                <a:gd name="T62" fmla="*/ 121 w 148"/>
                <a:gd name="T63" fmla="*/ 137 h 176"/>
                <a:gd name="T64" fmla="*/ 121 w 148"/>
                <a:gd name="T65" fmla="*/ 44 h 176"/>
                <a:gd name="T66" fmla="*/ 104 w 148"/>
                <a:gd name="T67" fmla="*/ 27 h 176"/>
                <a:gd name="T68" fmla="*/ 38 w 148"/>
                <a:gd name="T69" fmla="*/ 27 h 176"/>
                <a:gd name="T70" fmla="*/ 38 w 148"/>
                <a:gd name="T71" fmla="*/ 16 h 176"/>
                <a:gd name="T72" fmla="*/ 44 w 148"/>
                <a:gd name="T73" fmla="*/ 11 h 176"/>
                <a:gd name="T74" fmla="*/ 132 w 148"/>
                <a:gd name="T75" fmla="*/ 11 h 176"/>
                <a:gd name="T76" fmla="*/ 137 w 148"/>
                <a:gd name="T77" fmla="*/ 16 h 176"/>
                <a:gd name="T78" fmla="*/ 137 w 148"/>
                <a:gd name="T79" fmla="*/ 13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48" h="176">
                  <a:moveTo>
                    <a:pt x="132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35" y="0"/>
                    <a:pt x="27" y="7"/>
                    <a:pt x="27" y="16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7" y="27"/>
                    <a:pt x="0" y="35"/>
                    <a:pt x="0" y="44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1" y="80"/>
                    <a:pt x="2" y="80"/>
                    <a:pt x="3" y="80"/>
                  </a:cubicBezTo>
                  <a:cubicBezTo>
                    <a:pt x="6" y="80"/>
                    <a:pt x="8" y="81"/>
                    <a:pt x="11" y="82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41"/>
                    <a:pt x="13" y="38"/>
                    <a:pt x="16" y="38"/>
                  </a:cubicBezTo>
                  <a:cubicBezTo>
                    <a:pt x="104" y="38"/>
                    <a:pt x="104" y="38"/>
                    <a:pt x="104" y="38"/>
                  </a:cubicBezTo>
                  <a:cubicBezTo>
                    <a:pt x="107" y="38"/>
                    <a:pt x="110" y="41"/>
                    <a:pt x="110" y="44"/>
                  </a:cubicBezTo>
                  <a:cubicBezTo>
                    <a:pt x="110" y="160"/>
                    <a:pt x="110" y="160"/>
                    <a:pt x="110" y="160"/>
                  </a:cubicBezTo>
                  <a:cubicBezTo>
                    <a:pt x="110" y="162"/>
                    <a:pt x="107" y="165"/>
                    <a:pt x="104" y="165"/>
                  </a:cubicBezTo>
                  <a:cubicBezTo>
                    <a:pt x="16" y="165"/>
                    <a:pt x="16" y="165"/>
                    <a:pt x="16" y="165"/>
                  </a:cubicBezTo>
                  <a:cubicBezTo>
                    <a:pt x="13" y="165"/>
                    <a:pt x="11" y="162"/>
                    <a:pt x="11" y="160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8" y="122"/>
                    <a:pt x="6" y="122"/>
                    <a:pt x="3" y="122"/>
                  </a:cubicBezTo>
                  <a:cubicBezTo>
                    <a:pt x="2" y="122"/>
                    <a:pt x="1" y="122"/>
                    <a:pt x="0" y="122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69"/>
                    <a:pt x="7" y="176"/>
                    <a:pt x="16" y="176"/>
                  </a:cubicBezTo>
                  <a:cubicBezTo>
                    <a:pt x="104" y="176"/>
                    <a:pt x="104" y="176"/>
                    <a:pt x="104" y="176"/>
                  </a:cubicBezTo>
                  <a:cubicBezTo>
                    <a:pt x="113" y="176"/>
                    <a:pt x="121" y="169"/>
                    <a:pt x="121" y="160"/>
                  </a:cubicBezTo>
                  <a:cubicBezTo>
                    <a:pt x="121" y="148"/>
                    <a:pt x="121" y="148"/>
                    <a:pt x="121" y="148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41" y="148"/>
                    <a:pt x="148" y="141"/>
                    <a:pt x="148" y="132"/>
                  </a:cubicBezTo>
                  <a:cubicBezTo>
                    <a:pt x="148" y="16"/>
                    <a:pt x="148" y="16"/>
                    <a:pt x="148" y="16"/>
                  </a:cubicBezTo>
                  <a:cubicBezTo>
                    <a:pt x="148" y="7"/>
                    <a:pt x="141" y="0"/>
                    <a:pt x="132" y="0"/>
                  </a:cubicBezTo>
                  <a:close/>
                  <a:moveTo>
                    <a:pt x="137" y="132"/>
                  </a:moveTo>
                  <a:cubicBezTo>
                    <a:pt x="137" y="135"/>
                    <a:pt x="135" y="137"/>
                    <a:pt x="132" y="137"/>
                  </a:cubicBezTo>
                  <a:cubicBezTo>
                    <a:pt x="121" y="137"/>
                    <a:pt x="121" y="137"/>
                    <a:pt x="121" y="137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35"/>
                    <a:pt x="113" y="27"/>
                    <a:pt x="104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3"/>
                    <a:pt x="41" y="11"/>
                    <a:pt x="44" y="11"/>
                  </a:cubicBezTo>
                  <a:cubicBezTo>
                    <a:pt x="132" y="11"/>
                    <a:pt x="132" y="11"/>
                    <a:pt x="132" y="11"/>
                  </a:cubicBezTo>
                  <a:cubicBezTo>
                    <a:pt x="135" y="11"/>
                    <a:pt x="137" y="13"/>
                    <a:pt x="137" y="16"/>
                  </a:cubicBezTo>
                  <a:lnTo>
                    <a:pt x="137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8" name="Freeform 50"/>
          <p:cNvSpPr/>
          <p:nvPr/>
        </p:nvSpPr>
        <p:spPr bwMode="auto">
          <a:xfrm>
            <a:off x="2615994" y="5187418"/>
            <a:ext cx="509745" cy="287120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9" name="Freeform 50"/>
          <p:cNvSpPr/>
          <p:nvPr/>
        </p:nvSpPr>
        <p:spPr bwMode="auto">
          <a:xfrm>
            <a:off x="3666936" y="4399719"/>
            <a:ext cx="509745" cy="287120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0" name="Freeform 50"/>
          <p:cNvSpPr/>
          <p:nvPr/>
        </p:nvSpPr>
        <p:spPr bwMode="auto">
          <a:xfrm>
            <a:off x="4923275" y="3711481"/>
            <a:ext cx="662154" cy="372966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1" name="Freeform 50"/>
          <p:cNvSpPr/>
          <p:nvPr/>
        </p:nvSpPr>
        <p:spPr bwMode="auto">
          <a:xfrm>
            <a:off x="6367353" y="3162300"/>
            <a:ext cx="986312" cy="555552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3" name="Freeform 50"/>
          <p:cNvSpPr/>
          <p:nvPr/>
        </p:nvSpPr>
        <p:spPr bwMode="auto">
          <a:xfrm>
            <a:off x="7866166" y="2844010"/>
            <a:ext cx="1260508" cy="709996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0" name="Group 19"/>
          <p:cNvGrpSpPr/>
          <p:nvPr/>
        </p:nvGrpSpPr>
        <p:grpSpPr>
          <a:xfrm rot="2558348">
            <a:off x="1838545" y="5570620"/>
            <a:ext cx="643909" cy="1122117"/>
            <a:chOff x="4732338" y="4783138"/>
            <a:chExt cx="703263" cy="1225550"/>
          </a:xfrm>
          <a:solidFill>
            <a:schemeClr val="accent1"/>
          </a:solidFill>
        </p:grpSpPr>
        <p:sp>
          <p:nvSpPr>
            <p:cNvPr id="21" name="Freeform 30"/>
            <p:cNvSpPr>
              <a:spLocks noEditPoints="1"/>
            </p:cNvSpPr>
            <p:nvPr/>
          </p:nvSpPr>
          <p:spPr bwMode="auto">
            <a:xfrm>
              <a:off x="4732338" y="4783138"/>
              <a:ext cx="703263" cy="1173163"/>
            </a:xfrm>
            <a:custGeom>
              <a:avLst/>
              <a:gdLst>
                <a:gd name="T0" fmla="*/ 50 w 184"/>
                <a:gd name="T1" fmla="*/ 310 h 310"/>
                <a:gd name="T2" fmla="*/ 32 w 184"/>
                <a:gd name="T3" fmla="*/ 282 h 310"/>
                <a:gd name="T4" fmla="*/ 10 w 184"/>
                <a:gd name="T5" fmla="*/ 199 h 310"/>
                <a:gd name="T6" fmla="*/ 39 w 184"/>
                <a:gd name="T7" fmla="*/ 171 h 310"/>
                <a:gd name="T8" fmla="*/ 30 w 184"/>
                <a:gd name="T9" fmla="*/ 116 h 310"/>
                <a:gd name="T10" fmla="*/ 36 w 184"/>
                <a:gd name="T11" fmla="*/ 73 h 310"/>
                <a:gd name="T12" fmla="*/ 36 w 184"/>
                <a:gd name="T13" fmla="*/ 72 h 310"/>
                <a:gd name="T14" fmla="*/ 92 w 184"/>
                <a:gd name="T15" fmla="*/ 0 h 310"/>
                <a:gd name="T16" fmla="*/ 148 w 184"/>
                <a:gd name="T17" fmla="*/ 72 h 310"/>
                <a:gd name="T18" fmla="*/ 148 w 184"/>
                <a:gd name="T19" fmla="*/ 73 h 310"/>
                <a:gd name="T20" fmla="*/ 155 w 184"/>
                <a:gd name="T21" fmla="*/ 116 h 310"/>
                <a:gd name="T22" fmla="*/ 145 w 184"/>
                <a:gd name="T23" fmla="*/ 171 h 310"/>
                <a:gd name="T24" fmla="*/ 174 w 184"/>
                <a:gd name="T25" fmla="*/ 199 h 310"/>
                <a:gd name="T26" fmla="*/ 153 w 184"/>
                <a:gd name="T27" fmla="*/ 282 h 310"/>
                <a:gd name="T28" fmla="*/ 134 w 184"/>
                <a:gd name="T29" fmla="*/ 310 h 310"/>
                <a:gd name="T30" fmla="*/ 134 w 184"/>
                <a:gd name="T31" fmla="*/ 276 h 310"/>
                <a:gd name="T32" fmla="*/ 118 w 184"/>
                <a:gd name="T33" fmla="*/ 239 h 310"/>
                <a:gd name="T34" fmla="*/ 118 w 184"/>
                <a:gd name="T35" fmla="*/ 240 h 310"/>
                <a:gd name="T36" fmla="*/ 115 w 184"/>
                <a:gd name="T37" fmla="*/ 246 h 310"/>
                <a:gd name="T38" fmla="*/ 108 w 184"/>
                <a:gd name="T39" fmla="*/ 245 h 310"/>
                <a:gd name="T40" fmla="*/ 76 w 184"/>
                <a:gd name="T41" fmla="*/ 245 h 310"/>
                <a:gd name="T42" fmla="*/ 69 w 184"/>
                <a:gd name="T43" fmla="*/ 246 h 310"/>
                <a:gd name="T44" fmla="*/ 66 w 184"/>
                <a:gd name="T45" fmla="*/ 240 h 310"/>
                <a:gd name="T46" fmla="*/ 66 w 184"/>
                <a:gd name="T47" fmla="*/ 239 h 310"/>
                <a:gd name="T48" fmla="*/ 50 w 184"/>
                <a:gd name="T49" fmla="*/ 276 h 310"/>
                <a:gd name="T50" fmla="*/ 50 w 184"/>
                <a:gd name="T51" fmla="*/ 310 h 310"/>
                <a:gd name="T52" fmla="*/ 55 w 184"/>
                <a:gd name="T53" fmla="*/ 79 h 310"/>
                <a:gd name="T54" fmla="*/ 50 w 184"/>
                <a:gd name="T55" fmla="*/ 116 h 310"/>
                <a:gd name="T56" fmla="*/ 61 w 184"/>
                <a:gd name="T57" fmla="*/ 174 h 310"/>
                <a:gd name="T58" fmla="*/ 64 w 184"/>
                <a:gd name="T59" fmla="*/ 184 h 310"/>
                <a:gd name="T60" fmla="*/ 54 w 184"/>
                <a:gd name="T61" fmla="*/ 187 h 310"/>
                <a:gd name="T62" fmla="*/ 29 w 184"/>
                <a:gd name="T63" fmla="*/ 205 h 310"/>
                <a:gd name="T64" fmla="*/ 36 w 184"/>
                <a:gd name="T65" fmla="*/ 247 h 310"/>
                <a:gd name="T66" fmla="*/ 65 w 184"/>
                <a:gd name="T67" fmla="*/ 215 h 310"/>
                <a:gd name="T68" fmla="*/ 74 w 184"/>
                <a:gd name="T69" fmla="*/ 209 h 310"/>
                <a:gd name="T70" fmla="*/ 79 w 184"/>
                <a:gd name="T71" fmla="*/ 219 h 310"/>
                <a:gd name="T72" fmla="*/ 82 w 184"/>
                <a:gd name="T73" fmla="*/ 225 h 310"/>
                <a:gd name="T74" fmla="*/ 103 w 184"/>
                <a:gd name="T75" fmla="*/ 225 h 310"/>
                <a:gd name="T76" fmla="*/ 105 w 184"/>
                <a:gd name="T77" fmla="*/ 219 h 310"/>
                <a:gd name="T78" fmla="*/ 110 w 184"/>
                <a:gd name="T79" fmla="*/ 209 h 310"/>
                <a:gd name="T80" fmla="*/ 120 w 184"/>
                <a:gd name="T81" fmla="*/ 215 h 310"/>
                <a:gd name="T82" fmla="*/ 148 w 184"/>
                <a:gd name="T83" fmla="*/ 247 h 310"/>
                <a:gd name="T84" fmla="*/ 155 w 184"/>
                <a:gd name="T85" fmla="*/ 205 h 310"/>
                <a:gd name="T86" fmla="*/ 130 w 184"/>
                <a:gd name="T87" fmla="*/ 187 h 310"/>
                <a:gd name="T88" fmla="*/ 120 w 184"/>
                <a:gd name="T89" fmla="*/ 184 h 310"/>
                <a:gd name="T90" fmla="*/ 123 w 184"/>
                <a:gd name="T91" fmla="*/ 174 h 310"/>
                <a:gd name="T92" fmla="*/ 135 w 184"/>
                <a:gd name="T93" fmla="*/ 116 h 310"/>
                <a:gd name="T94" fmla="*/ 129 w 184"/>
                <a:gd name="T95" fmla="*/ 79 h 310"/>
                <a:gd name="T96" fmla="*/ 92 w 184"/>
                <a:gd name="T97" fmla="*/ 21 h 310"/>
                <a:gd name="T98" fmla="*/ 55 w 184"/>
                <a:gd name="T99" fmla="*/ 79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4" h="310">
                  <a:moveTo>
                    <a:pt x="50" y="310"/>
                  </a:moveTo>
                  <a:cubicBezTo>
                    <a:pt x="32" y="282"/>
                    <a:pt x="32" y="282"/>
                    <a:pt x="32" y="282"/>
                  </a:cubicBezTo>
                  <a:cubicBezTo>
                    <a:pt x="28" y="276"/>
                    <a:pt x="0" y="230"/>
                    <a:pt x="10" y="199"/>
                  </a:cubicBezTo>
                  <a:cubicBezTo>
                    <a:pt x="14" y="187"/>
                    <a:pt x="24" y="178"/>
                    <a:pt x="39" y="171"/>
                  </a:cubicBezTo>
                  <a:cubicBezTo>
                    <a:pt x="33" y="151"/>
                    <a:pt x="30" y="132"/>
                    <a:pt x="30" y="116"/>
                  </a:cubicBezTo>
                  <a:cubicBezTo>
                    <a:pt x="30" y="102"/>
                    <a:pt x="32" y="87"/>
                    <a:pt x="36" y="73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50" y="35"/>
                    <a:pt x="77" y="0"/>
                    <a:pt x="92" y="0"/>
                  </a:cubicBezTo>
                  <a:cubicBezTo>
                    <a:pt x="107" y="0"/>
                    <a:pt x="134" y="35"/>
                    <a:pt x="148" y="72"/>
                  </a:cubicBezTo>
                  <a:cubicBezTo>
                    <a:pt x="148" y="73"/>
                    <a:pt x="148" y="73"/>
                    <a:pt x="148" y="73"/>
                  </a:cubicBezTo>
                  <a:cubicBezTo>
                    <a:pt x="152" y="87"/>
                    <a:pt x="155" y="102"/>
                    <a:pt x="155" y="116"/>
                  </a:cubicBezTo>
                  <a:cubicBezTo>
                    <a:pt x="155" y="132"/>
                    <a:pt x="152" y="151"/>
                    <a:pt x="145" y="171"/>
                  </a:cubicBezTo>
                  <a:cubicBezTo>
                    <a:pt x="160" y="178"/>
                    <a:pt x="170" y="187"/>
                    <a:pt x="174" y="199"/>
                  </a:cubicBezTo>
                  <a:cubicBezTo>
                    <a:pt x="184" y="230"/>
                    <a:pt x="156" y="276"/>
                    <a:pt x="153" y="282"/>
                  </a:cubicBezTo>
                  <a:cubicBezTo>
                    <a:pt x="134" y="310"/>
                    <a:pt x="134" y="310"/>
                    <a:pt x="134" y="310"/>
                  </a:cubicBezTo>
                  <a:cubicBezTo>
                    <a:pt x="134" y="276"/>
                    <a:pt x="134" y="276"/>
                    <a:pt x="134" y="276"/>
                  </a:cubicBezTo>
                  <a:cubicBezTo>
                    <a:pt x="134" y="262"/>
                    <a:pt x="128" y="248"/>
                    <a:pt x="118" y="239"/>
                  </a:cubicBezTo>
                  <a:cubicBezTo>
                    <a:pt x="118" y="239"/>
                    <a:pt x="118" y="239"/>
                    <a:pt x="118" y="240"/>
                  </a:cubicBezTo>
                  <a:cubicBezTo>
                    <a:pt x="115" y="246"/>
                    <a:pt x="115" y="246"/>
                    <a:pt x="115" y="246"/>
                  </a:cubicBezTo>
                  <a:cubicBezTo>
                    <a:pt x="108" y="245"/>
                    <a:pt x="108" y="245"/>
                    <a:pt x="108" y="245"/>
                  </a:cubicBezTo>
                  <a:cubicBezTo>
                    <a:pt x="98" y="245"/>
                    <a:pt x="87" y="245"/>
                    <a:pt x="76" y="245"/>
                  </a:cubicBezTo>
                  <a:cubicBezTo>
                    <a:pt x="69" y="246"/>
                    <a:pt x="69" y="246"/>
                    <a:pt x="69" y="246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39"/>
                    <a:pt x="66" y="239"/>
                    <a:pt x="66" y="239"/>
                  </a:cubicBezTo>
                  <a:cubicBezTo>
                    <a:pt x="56" y="249"/>
                    <a:pt x="50" y="262"/>
                    <a:pt x="50" y="276"/>
                  </a:cubicBezTo>
                  <a:lnTo>
                    <a:pt x="50" y="310"/>
                  </a:lnTo>
                  <a:close/>
                  <a:moveTo>
                    <a:pt x="55" y="79"/>
                  </a:moveTo>
                  <a:cubicBezTo>
                    <a:pt x="52" y="91"/>
                    <a:pt x="50" y="104"/>
                    <a:pt x="50" y="116"/>
                  </a:cubicBezTo>
                  <a:cubicBezTo>
                    <a:pt x="50" y="132"/>
                    <a:pt x="53" y="152"/>
                    <a:pt x="61" y="174"/>
                  </a:cubicBezTo>
                  <a:cubicBezTo>
                    <a:pt x="64" y="184"/>
                    <a:pt x="64" y="184"/>
                    <a:pt x="64" y="184"/>
                  </a:cubicBezTo>
                  <a:cubicBezTo>
                    <a:pt x="54" y="187"/>
                    <a:pt x="54" y="187"/>
                    <a:pt x="54" y="187"/>
                  </a:cubicBezTo>
                  <a:cubicBezTo>
                    <a:pt x="45" y="190"/>
                    <a:pt x="33" y="196"/>
                    <a:pt x="29" y="205"/>
                  </a:cubicBezTo>
                  <a:cubicBezTo>
                    <a:pt x="26" y="216"/>
                    <a:pt x="30" y="233"/>
                    <a:pt x="36" y="247"/>
                  </a:cubicBezTo>
                  <a:cubicBezTo>
                    <a:pt x="42" y="234"/>
                    <a:pt x="52" y="223"/>
                    <a:pt x="65" y="215"/>
                  </a:cubicBezTo>
                  <a:cubicBezTo>
                    <a:pt x="74" y="209"/>
                    <a:pt x="74" y="209"/>
                    <a:pt x="74" y="209"/>
                  </a:cubicBezTo>
                  <a:cubicBezTo>
                    <a:pt x="79" y="219"/>
                    <a:pt x="79" y="219"/>
                    <a:pt x="79" y="219"/>
                  </a:cubicBezTo>
                  <a:cubicBezTo>
                    <a:pt x="80" y="221"/>
                    <a:pt x="81" y="223"/>
                    <a:pt x="82" y="225"/>
                  </a:cubicBezTo>
                  <a:cubicBezTo>
                    <a:pt x="89" y="225"/>
                    <a:pt x="96" y="225"/>
                    <a:pt x="103" y="225"/>
                  </a:cubicBezTo>
                  <a:cubicBezTo>
                    <a:pt x="104" y="223"/>
                    <a:pt x="105" y="221"/>
                    <a:pt x="105" y="219"/>
                  </a:cubicBezTo>
                  <a:cubicBezTo>
                    <a:pt x="110" y="209"/>
                    <a:pt x="110" y="209"/>
                    <a:pt x="110" y="209"/>
                  </a:cubicBezTo>
                  <a:cubicBezTo>
                    <a:pt x="120" y="215"/>
                    <a:pt x="120" y="215"/>
                    <a:pt x="120" y="215"/>
                  </a:cubicBezTo>
                  <a:cubicBezTo>
                    <a:pt x="133" y="223"/>
                    <a:pt x="142" y="234"/>
                    <a:pt x="148" y="247"/>
                  </a:cubicBezTo>
                  <a:cubicBezTo>
                    <a:pt x="154" y="233"/>
                    <a:pt x="159" y="216"/>
                    <a:pt x="155" y="205"/>
                  </a:cubicBezTo>
                  <a:cubicBezTo>
                    <a:pt x="152" y="196"/>
                    <a:pt x="140" y="190"/>
                    <a:pt x="130" y="187"/>
                  </a:cubicBezTo>
                  <a:cubicBezTo>
                    <a:pt x="120" y="184"/>
                    <a:pt x="120" y="184"/>
                    <a:pt x="120" y="184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31" y="152"/>
                    <a:pt x="135" y="132"/>
                    <a:pt x="135" y="116"/>
                  </a:cubicBezTo>
                  <a:cubicBezTo>
                    <a:pt x="135" y="104"/>
                    <a:pt x="133" y="91"/>
                    <a:pt x="129" y="79"/>
                  </a:cubicBezTo>
                  <a:cubicBezTo>
                    <a:pt x="117" y="47"/>
                    <a:pt x="99" y="26"/>
                    <a:pt x="92" y="21"/>
                  </a:cubicBezTo>
                  <a:cubicBezTo>
                    <a:pt x="85" y="26"/>
                    <a:pt x="67" y="47"/>
                    <a:pt x="55" y="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2" name="Freeform 31"/>
            <p:cNvSpPr>
              <a:spLocks noEditPoints="1"/>
            </p:cNvSpPr>
            <p:nvPr/>
          </p:nvSpPr>
          <p:spPr bwMode="auto">
            <a:xfrm>
              <a:off x="4960938" y="5127626"/>
              <a:ext cx="244475" cy="241300"/>
            </a:xfrm>
            <a:custGeom>
              <a:avLst/>
              <a:gdLst>
                <a:gd name="T0" fmla="*/ 32 w 64"/>
                <a:gd name="T1" fmla="*/ 64 h 64"/>
                <a:gd name="T2" fmla="*/ 0 w 64"/>
                <a:gd name="T3" fmla="*/ 32 h 64"/>
                <a:gd name="T4" fmla="*/ 32 w 64"/>
                <a:gd name="T5" fmla="*/ 0 h 64"/>
                <a:gd name="T6" fmla="*/ 64 w 64"/>
                <a:gd name="T7" fmla="*/ 32 h 64"/>
                <a:gd name="T8" fmla="*/ 32 w 64"/>
                <a:gd name="T9" fmla="*/ 64 h 64"/>
                <a:gd name="T10" fmla="*/ 32 w 64"/>
                <a:gd name="T11" fmla="*/ 12 h 64"/>
                <a:gd name="T12" fmla="*/ 12 w 64"/>
                <a:gd name="T13" fmla="*/ 32 h 64"/>
                <a:gd name="T14" fmla="*/ 32 w 64"/>
                <a:gd name="T15" fmla="*/ 52 h 64"/>
                <a:gd name="T16" fmla="*/ 52 w 64"/>
                <a:gd name="T17" fmla="*/ 32 h 64"/>
                <a:gd name="T18" fmla="*/ 32 w 64"/>
                <a:gd name="T19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64"/>
                  </a:moveTo>
                  <a:cubicBezTo>
                    <a:pt x="14" y="64"/>
                    <a:pt x="0" y="50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50" y="0"/>
                    <a:pt x="64" y="14"/>
                    <a:pt x="64" y="32"/>
                  </a:cubicBezTo>
                  <a:cubicBezTo>
                    <a:pt x="64" y="50"/>
                    <a:pt x="50" y="64"/>
                    <a:pt x="32" y="64"/>
                  </a:cubicBezTo>
                  <a:close/>
                  <a:moveTo>
                    <a:pt x="32" y="12"/>
                  </a:moveTo>
                  <a:cubicBezTo>
                    <a:pt x="21" y="12"/>
                    <a:pt x="12" y="21"/>
                    <a:pt x="12" y="32"/>
                  </a:cubicBezTo>
                  <a:cubicBezTo>
                    <a:pt x="12" y="43"/>
                    <a:pt x="21" y="52"/>
                    <a:pt x="32" y="52"/>
                  </a:cubicBezTo>
                  <a:cubicBezTo>
                    <a:pt x="43" y="52"/>
                    <a:pt x="52" y="43"/>
                    <a:pt x="52" y="32"/>
                  </a:cubicBezTo>
                  <a:cubicBezTo>
                    <a:pt x="52" y="21"/>
                    <a:pt x="43" y="12"/>
                    <a:pt x="3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3" name="Freeform 32"/>
            <p:cNvSpPr>
              <a:spLocks noEditPoints="1"/>
            </p:cNvSpPr>
            <p:nvPr/>
          </p:nvSpPr>
          <p:spPr bwMode="auto">
            <a:xfrm>
              <a:off x="4973638" y="5649913"/>
              <a:ext cx="225425" cy="358775"/>
            </a:xfrm>
            <a:custGeom>
              <a:avLst/>
              <a:gdLst>
                <a:gd name="T0" fmla="*/ 29 w 59"/>
                <a:gd name="T1" fmla="*/ 95 h 95"/>
                <a:gd name="T2" fmla="*/ 24 w 59"/>
                <a:gd name="T3" fmla="*/ 85 h 95"/>
                <a:gd name="T4" fmla="*/ 0 w 59"/>
                <a:gd name="T5" fmla="*/ 26 h 95"/>
                <a:gd name="T6" fmla="*/ 29 w 59"/>
                <a:gd name="T7" fmla="*/ 0 h 95"/>
                <a:gd name="T8" fmla="*/ 59 w 59"/>
                <a:gd name="T9" fmla="*/ 26 h 95"/>
                <a:gd name="T10" fmla="*/ 34 w 59"/>
                <a:gd name="T11" fmla="*/ 85 h 95"/>
                <a:gd name="T12" fmla="*/ 29 w 59"/>
                <a:gd name="T13" fmla="*/ 95 h 95"/>
                <a:gd name="T14" fmla="*/ 29 w 59"/>
                <a:gd name="T15" fmla="*/ 12 h 95"/>
                <a:gd name="T16" fmla="*/ 12 w 59"/>
                <a:gd name="T17" fmla="*/ 26 h 95"/>
                <a:gd name="T18" fmla="*/ 29 w 59"/>
                <a:gd name="T19" fmla="*/ 69 h 95"/>
                <a:gd name="T20" fmla="*/ 47 w 59"/>
                <a:gd name="T21" fmla="*/ 26 h 95"/>
                <a:gd name="T22" fmla="*/ 29 w 59"/>
                <a:gd name="T23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" h="95">
                  <a:moveTo>
                    <a:pt x="29" y="95"/>
                  </a:moveTo>
                  <a:cubicBezTo>
                    <a:pt x="24" y="85"/>
                    <a:pt x="24" y="85"/>
                    <a:pt x="24" y="85"/>
                  </a:cubicBezTo>
                  <a:cubicBezTo>
                    <a:pt x="20" y="77"/>
                    <a:pt x="0" y="38"/>
                    <a:pt x="0" y="26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9" y="12"/>
                    <a:pt x="59" y="26"/>
                  </a:cubicBezTo>
                  <a:cubicBezTo>
                    <a:pt x="59" y="38"/>
                    <a:pt x="39" y="77"/>
                    <a:pt x="34" y="85"/>
                  </a:cubicBezTo>
                  <a:lnTo>
                    <a:pt x="29" y="95"/>
                  </a:lnTo>
                  <a:close/>
                  <a:moveTo>
                    <a:pt x="29" y="12"/>
                  </a:moveTo>
                  <a:cubicBezTo>
                    <a:pt x="19" y="12"/>
                    <a:pt x="12" y="18"/>
                    <a:pt x="12" y="26"/>
                  </a:cubicBezTo>
                  <a:cubicBezTo>
                    <a:pt x="12" y="31"/>
                    <a:pt x="20" y="50"/>
                    <a:pt x="29" y="69"/>
                  </a:cubicBezTo>
                  <a:cubicBezTo>
                    <a:pt x="38" y="50"/>
                    <a:pt x="47" y="31"/>
                    <a:pt x="47" y="26"/>
                  </a:cubicBezTo>
                  <a:cubicBezTo>
                    <a:pt x="47" y="18"/>
                    <a:pt x="39" y="12"/>
                    <a:pt x="2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05065 -0.09699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6" y="-4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65 -0.09699 L 0.14258 -0.22315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6" y="-6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600000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258 -0.22315 L 0.25287 -0.32199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8" y="-4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87 -0.32199 L 0.38256 -0.38611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84" y="-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5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256 -0.38611 L 0.50912 -0.4162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28" y="-1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912 -0.4162 L 0.84154 -0.47083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15" y="-2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9" grpId="0" animBg="1"/>
      <p:bldP spid="32" grpId="0" animBg="1"/>
      <p:bldP spid="33" grpId="0" animBg="1"/>
      <p:bldP spid="38" grpId="0" animBg="1"/>
      <p:bldP spid="39" grpId="0" animBg="1"/>
      <p:bldP spid="40" grpId="0" animBg="1"/>
      <p:bldP spid="41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/>
          <p:cNvGrpSpPr/>
          <p:nvPr/>
        </p:nvGrpSpPr>
        <p:grpSpPr>
          <a:xfrm>
            <a:off x="5185411" y="1890684"/>
            <a:ext cx="1921573" cy="715546"/>
            <a:chOff x="8655050" y="1471613"/>
            <a:chExt cx="2508250" cy="934010"/>
          </a:xfrm>
        </p:grpSpPr>
        <p:sp>
          <p:nvSpPr>
            <p:cNvPr id="89" name="Freeform 15"/>
            <p:cNvSpPr/>
            <p:nvPr/>
          </p:nvSpPr>
          <p:spPr bwMode="auto">
            <a:xfrm>
              <a:off x="10499725" y="2037323"/>
              <a:ext cx="663575" cy="368300"/>
            </a:xfrm>
            <a:custGeom>
              <a:avLst/>
              <a:gdLst>
                <a:gd name="T0" fmla="*/ 116 w 176"/>
                <a:gd name="T1" fmla="*/ 72 h 97"/>
                <a:gd name="T2" fmla="*/ 82 w 176"/>
                <a:gd name="T3" fmla="*/ 59 h 97"/>
                <a:gd name="T4" fmla="*/ 39 w 176"/>
                <a:gd name="T5" fmla="*/ 84 h 97"/>
                <a:gd name="T6" fmla="*/ 0 w 176"/>
                <a:gd name="T7" fmla="*/ 66 h 97"/>
                <a:gd name="T8" fmla="*/ 47 w 176"/>
                <a:gd name="T9" fmla="*/ 97 h 97"/>
                <a:gd name="T10" fmla="*/ 90 w 176"/>
                <a:gd name="T11" fmla="*/ 72 h 97"/>
                <a:gd name="T12" fmla="*/ 124 w 176"/>
                <a:gd name="T13" fmla="*/ 85 h 97"/>
                <a:gd name="T14" fmla="*/ 176 w 176"/>
                <a:gd name="T15" fmla="*/ 33 h 97"/>
                <a:gd name="T16" fmla="*/ 164 w 176"/>
                <a:gd name="T17" fmla="*/ 0 h 97"/>
                <a:gd name="T18" fmla="*/ 168 w 176"/>
                <a:gd name="T19" fmla="*/ 20 h 97"/>
                <a:gd name="T20" fmla="*/ 116 w 176"/>
                <a:gd name="T21" fmla="*/ 7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6" h="97">
                  <a:moveTo>
                    <a:pt x="116" y="72"/>
                  </a:moveTo>
                  <a:cubicBezTo>
                    <a:pt x="103" y="72"/>
                    <a:pt x="91" y="67"/>
                    <a:pt x="82" y="59"/>
                  </a:cubicBezTo>
                  <a:cubicBezTo>
                    <a:pt x="73" y="74"/>
                    <a:pt x="57" y="84"/>
                    <a:pt x="39" y="84"/>
                  </a:cubicBezTo>
                  <a:cubicBezTo>
                    <a:pt x="23" y="84"/>
                    <a:pt x="9" y="77"/>
                    <a:pt x="0" y="66"/>
                  </a:cubicBezTo>
                  <a:cubicBezTo>
                    <a:pt x="8" y="84"/>
                    <a:pt x="26" y="97"/>
                    <a:pt x="47" y="97"/>
                  </a:cubicBezTo>
                  <a:cubicBezTo>
                    <a:pt x="65" y="97"/>
                    <a:pt x="81" y="87"/>
                    <a:pt x="90" y="72"/>
                  </a:cubicBezTo>
                  <a:cubicBezTo>
                    <a:pt x="99" y="80"/>
                    <a:pt x="111" y="85"/>
                    <a:pt x="124" y="85"/>
                  </a:cubicBezTo>
                  <a:cubicBezTo>
                    <a:pt x="153" y="85"/>
                    <a:pt x="176" y="62"/>
                    <a:pt x="176" y="33"/>
                  </a:cubicBezTo>
                  <a:cubicBezTo>
                    <a:pt x="176" y="21"/>
                    <a:pt x="172" y="9"/>
                    <a:pt x="164" y="0"/>
                  </a:cubicBezTo>
                  <a:cubicBezTo>
                    <a:pt x="167" y="6"/>
                    <a:pt x="168" y="13"/>
                    <a:pt x="168" y="20"/>
                  </a:cubicBezTo>
                  <a:cubicBezTo>
                    <a:pt x="168" y="49"/>
                    <a:pt x="145" y="72"/>
                    <a:pt x="116" y="72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0" name="Freeform 16"/>
            <p:cNvSpPr/>
            <p:nvPr/>
          </p:nvSpPr>
          <p:spPr bwMode="auto">
            <a:xfrm>
              <a:off x="8699500" y="2230998"/>
              <a:ext cx="1797050" cy="174625"/>
            </a:xfrm>
            <a:custGeom>
              <a:avLst/>
              <a:gdLst>
                <a:gd name="T0" fmla="*/ 469 w 477"/>
                <a:gd name="T1" fmla="*/ 0 h 46"/>
                <a:gd name="T2" fmla="*/ 410 w 477"/>
                <a:gd name="T3" fmla="*/ 30 h 46"/>
                <a:gd name="T4" fmla="*/ 354 w 477"/>
                <a:gd name="T5" fmla="*/ 4 h 46"/>
                <a:gd name="T6" fmla="*/ 299 w 477"/>
                <a:gd name="T7" fmla="*/ 30 h 46"/>
                <a:gd name="T8" fmla="*/ 245 w 477"/>
                <a:gd name="T9" fmla="*/ 7 h 46"/>
                <a:gd name="T10" fmla="*/ 192 w 477"/>
                <a:gd name="T11" fmla="*/ 30 h 46"/>
                <a:gd name="T12" fmla="*/ 147 w 477"/>
                <a:gd name="T13" fmla="*/ 15 h 46"/>
                <a:gd name="T14" fmla="*/ 108 w 477"/>
                <a:gd name="T15" fmla="*/ 33 h 46"/>
                <a:gd name="T16" fmla="*/ 68 w 477"/>
                <a:gd name="T17" fmla="*/ 13 h 46"/>
                <a:gd name="T18" fmla="*/ 40 w 477"/>
                <a:gd name="T19" fmla="*/ 21 h 46"/>
                <a:gd name="T20" fmla="*/ 0 w 477"/>
                <a:gd name="T21" fmla="*/ 2 h 46"/>
                <a:gd name="T22" fmla="*/ 48 w 477"/>
                <a:gd name="T23" fmla="*/ 34 h 46"/>
                <a:gd name="T24" fmla="*/ 76 w 477"/>
                <a:gd name="T25" fmla="*/ 26 h 46"/>
                <a:gd name="T26" fmla="*/ 116 w 477"/>
                <a:gd name="T27" fmla="*/ 46 h 46"/>
                <a:gd name="T28" fmla="*/ 155 w 477"/>
                <a:gd name="T29" fmla="*/ 28 h 46"/>
                <a:gd name="T30" fmla="*/ 200 w 477"/>
                <a:gd name="T31" fmla="*/ 43 h 46"/>
                <a:gd name="T32" fmla="*/ 254 w 477"/>
                <a:gd name="T33" fmla="*/ 20 h 46"/>
                <a:gd name="T34" fmla="*/ 307 w 477"/>
                <a:gd name="T35" fmla="*/ 43 h 46"/>
                <a:gd name="T36" fmla="*/ 362 w 477"/>
                <a:gd name="T37" fmla="*/ 18 h 46"/>
                <a:gd name="T38" fmla="*/ 418 w 477"/>
                <a:gd name="T39" fmla="*/ 43 h 46"/>
                <a:gd name="T40" fmla="*/ 477 w 477"/>
                <a:gd name="T41" fmla="*/ 14 h 46"/>
                <a:gd name="T42" fmla="*/ 469 w 477"/>
                <a:gd name="T4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77" h="46">
                  <a:moveTo>
                    <a:pt x="469" y="0"/>
                  </a:moveTo>
                  <a:cubicBezTo>
                    <a:pt x="456" y="18"/>
                    <a:pt x="434" y="30"/>
                    <a:pt x="410" y="30"/>
                  </a:cubicBezTo>
                  <a:cubicBezTo>
                    <a:pt x="388" y="30"/>
                    <a:pt x="368" y="20"/>
                    <a:pt x="354" y="4"/>
                  </a:cubicBezTo>
                  <a:cubicBezTo>
                    <a:pt x="341" y="20"/>
                    <a:pt x="321" y="30"/>
                    <a:pt x="299" y="30"/>
                  </a:cubicBezTo>
                  <a:cubicBezTo>
                    <a:pt x="278" y="30"/>
                    <a:pt x="259" y="21"/>
                    <a:pt x="245" y="7"/>
                  </a:cubicBezTo>
                  <a:cubicBezTo>
                    <a:pt x="232" y="21"/>
                    <a:pt x="213" y="30"/>
                    <a:pt x="192" y="30"/>
                  </a:cubicBezTo>
                  <a:cubicBezTo>
                    <a:pt x="175" y="30"/>
                    <a:pt x="160" y="24"/>
                    <a:pt x="147" y="15"/>
                  </a:cubicBezTo>
                  <a:cubicBezTo>
                    <a:pt x="138" y="26"/>
                    <a:pt x="124" y="33"/>
                    <a:pt x="108" y="33"/>
                  </a:cubicBezTo>
                  <a:cubicBezTo>
                    <a:pt x="92" y="33"/>
                    <a:pt x="77" y="25"/>
                    <a:pt x="68" y="13"/>
                  </a:cubicBezTo>
                  <a:cubicBezTo>
                    <a:pt x="60" y="18"/>
                    <a:pt x="50" y="21"/>
                    <a:pt x="40" y="21"/>
                  </a:cubicBezTo>
                  <a:cubicBezTo>
                    <a:pt x="24" y="21"/>
                    <a:pt x="9" y="14"/>
                    <a:pt x="0" y="2"/>
                  </a:cubicBezTo>
                  <a:cubicBezTo>
                    <a:pt x="8" y="21"/>
                    <a:pt x="26" y="34"/>
                    <a:pt x="48" y="34"/>
                  </a:cubicBezTo>
                  <a:cubicBezTo>
                    <a:pt x="58" y="34"/>
                    <a:pt x="68" y="31"/>
                    <a:pt x="76" y="26"/>
                  </a:cubicBezTo>
                  <a:cubicBezTo>
                    <a:pt x="85" y="38"/>
                    <a:pt x="100" y="46"/>
                    <a:pt x="116" y="46"/>
                  </a:cubicBezTo>
                  <a:cubicBezTo>
                    <a:pt x="132" y="46"/>
                    <a:pt x="146" y="39"/>
                    <a:pt x="155" y="28"/>
                  </a:cubicBezTo>
                  <a:cubicBezTo>
                    <a:pt x="168" y="38"/>
                    <a:pt x="183" y="43"/>
                    <a:pt x="200" y="43"/>
                  </a:cubicBezTo>
                  <a:cubicBezTo>
                    <a:pt x="221" y="43"/>
                    <a:pt x="240" y="34"/>
                    <a:pt x="254" y="20"/>
                  </a:cubicBezTo>
                  <a:cubicBezTo>
                    <a:pt x="267" y="34"/>
                    <a:pt x="286" y="43"/>
                    <a:pt x="307" y="43"/>
                  </a:cubicBezTo>
                  <a:cubicBezTo>
                    <a:pt x="329" y="43"/>
                    <a:pt x="349" y="33"/>
                    <a:pt x="362" y="18"/>
                  </a:cubicBezTo>
                  <a:cubicBezTo>
                    <a:pt x="376" y="33"/>
                    <a:pt x="396" y="43"/>
                    <a:pt x="418" y="43"/>
                  </a:cubicBezTo>
                  <a:cubicBezTo>
                    <a:pt x="442" y="43"/>
                    <a:pt x="464" y="32"/>
                    <a:pt x="477" y="14"/>
                  </a:cubicBezTo>
                  <a:cubicBezTo>
                    <a:pt x="474" y="9"/>
                    <a:pt x="471" y="5"/>
                    <a:pt x="469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1" name="Freeform 17"/>
            <p:cNvSpPr/>
            <p:nvPr/>
          </p:nvSpPr>
          <p:spPr bwMode="auto">
            <a:xfrm>
              <a:off x="8655050" y="1471613"/>
              <a:ext cx="2478088" cy="893763"/>
            </a:xfrm>
            <a:custGeom>
              <a:avLst/>
              <a:gdLst>
                <a:gd name="T0" fmla="*/ 52 w 658"/>
                <a:gd name="T1" fmla="*/ 223 h 235"/>
                <a:gd name="T2" fmla="*/ 80 w 658"/>
                <a:gd name="T3" fmla="*/ 215 h 235"/>
                <a:gd name="T4" fmla="*/ 120 w 658"/>
                <a:gd name="T5" fmla="*/ 235 h 235"/>
                <a:gd name="T6" fmla="*/ 159 w 658"/>
                <a:gd name="T7" fmla="*/ 217 h 235"/>
                <a:gd name="T8" fmla="*/ 204 w 658"/>
                <a:gd name="T9" fmla="*/ 232 h 235"/>
                <a:gd name="T10" fmla="*/ 257 w 658"/>
                <a:gd name="T11" fmla="*/ 209 h 235"/>
                <a:gd name="T12" fmla="*/ 311 w 658"/>
                <a:gd name="T13" fmla="*/ 232 h 235"/>
                <a:gd name="T14" fmla="*/ 366 w 658"/>
                <a:gd name="T15" fmla="*/ 206 h 235"/>
                <a:gd name="T16" fmla="*/ 422 w 658"/>
                <a:gd name="T17" fmla="*/ 232 h 235"/>
                <a:gd name="T18" fmla="*/ 481 w 658"/>
                <a:gd name="T19" fmla="*/ 202 h 235"/>
                <a:gd name="T20" fmla="*/ 489 w 658"/>
                <a:gd name="T21" fmla="*/ 216 h 235"/>
                <a:gd name="T22" fmla="*/ 490 w 658"/>
                <a:gd name="T23" fmla="*/ 217 h 235"/>
                <a:gd name="T24" fmla="*/ 529 w 658"/>
                <a:gd name="T25" fmla="*/ 235 h 235"/>
                <a:gd name="T26" fmla="*/ 572 w 658"/>
                <a:gd name="T27" fmla="*/ 210 h 235"/>
                <a:gd name="T28" fmla="*/ 606 w 658"/>
                <a:gd name="T29" fmla="*/ 223 h 235"/>
                <a:gd name="T30" fmla="*/ 658 w 658"/>
                <a:gd name="T31" fmla="*/ 171 h 235"/>
                <a:gd name="T32" fmla="*/ 654 w 658"/>
                <a:gd name="T33" fmla="*/ 151 h 235"/>
                <a:gd name="T34" fmla="*/ 606 w 658"/>
                <a:gd name="T35" fmla="*/ 119 h 235"/>
                <a:gd name="T36" fmla="*/ 594 w 658"/>
                <a:gd name="T37" fmla="*/ 121 h 235"/>
                <a:gd name="T38" fmla="*/ 535 w 658"/>
                <a:gd name="T39" fmla="*/ 83 h 235"/>
                <a:gd name="T40" fmla="*/ 497 w 658"/>
                <a:gd name="T41" fmla="*/ 95 h 235"/>
                <a:gd name="T42" fmla="*/ 496 w 658"/>
                <a:gd name="T43" fmla="*/ 95 h 235"/>
                <a:gd name="T44" fmla="*/ 494 w 658"/>
                <a:gd name="T45" fmla="*/ 91 h 235"/>
                <a:gd name="T46" fmla="*/ 419 w 658"/>
                <a:gd name="T47" fmla="*/ 43 h 235"/>
                <a:gd name="T48" fmla="*/ 381 w 658"/>
                <a:gd name="T49" fmla="*/ 52 h 235"/>
                <a:gd name="T50" fmla="*/ 379 w 658"/>
                <a:gd name="T51" fmla="*/ 53 h 235"/>
                <a:gd name="T52" fmla="*/ 375 w 658"/>
                <a:gd name="T53" fmla="*/ 42 h 235"/>
                <a:gd name="T54" fmla="*/ 311 w 658"/>
                <a:gd name="T55" fmla="*/ 0 h 235"/>
                <a:gd name="T56" fmla="*/ 244 w 658"/>
                <a:gd name="T57" fmla="*/ 48 h 235"/>
                <a:gd name="T58" fmla="*/ 216 w 658"/>
                <a:gd name="T59" fmla="*/ 43 h 235"/>
                <a:gd name="T60" fmla="*/ 142 w 658"/>
                <a:gd name="T61" fmla="*/ 88 h 235"/>
                <a:gd name="T62" fmla="*/ 117 w 658"/>
                <a:gd name="T63" fmla="*/ 83 h 235"/>
                <a:gd name="T64" fmla="*/ 58 w 658"/>
                <a:gd name="T65" fmla="*/ 120 h 235"/>
                <a:gd name="T66" fmla="*/ 52 w 658"/>
                <a:gd name="T67" fmla="*/ 119 h 235"/>
                <a:gd name="T68" fmla="*/ 0 w 658"/>
                <a:gd name="T69" fmla="*/ 171 h 235"/>
                <a:gd name="T70" fmla="*/ 12 w 658"/>
                <a:gd name="T71" fmla="*/ 204 h 235"/>
                <a:gd name="T72" fmla="*/ 52 w 658"/>
                <a:gd name="T73" fmla="*/ 223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58" h="235">
                  <a:moveTo>
                    <a:pt x="52" y="223"/>
                  </a:moveTo>
                  <a:cubicBezTo>
                    <a:pt x="62" y="223"/>
                    <a:pt x="72" y="220"/>
                    <a:pt x="80" y="215"/>
                  </a:cubicBezTo>
                  <a:cubicBezTo>
                    <a:pt x="89" y="227"/>
                    <a:pt x="104" y="235"/>
                    <a:pt x="120" y="235"/>
                  </a:cubicBezTo>
                  <a:cubicBezTo>
                    <a:pt x="136" y="235"/>
                    <a:pt x="150" y="228"/>
                    <a:pt x="159" y="217"/>
                  </a:cubicBezTo>
                  <a:cubicBezTo>
                    <a:pt x="172" y="226"/>
                    <a:pt x="187" y="232"/>
                    <a:pt x="204" y="232"/>
                  </a:cubicBezTo>
                  <a:cubicBezTo>
                    <a:pt x="225" y="232"/>
                    <a:pt x="244" y="223"/>
                    <a:pt x="257" y="209"/>
                  </a:cubicBezTo>
                  <a:cubicBezTo>
                    <a:pt x="271" y="223"/>
                    <a:pt x="290" y="232"/>
                    <a:pt x="311" y="232"/>
                  </a:cubicBezTo>
                  <a:cubicBezTo>
                    <a:pt x="333" y="232"/>
                    <a:pt x="353" y="222"/>
                    <a:pt x="366" y="206"/>
                  </a:cubicBezTo>
                  <a:cubicBezTo>
                    <a:pt x="380" y="222"/>
                    <a:pt x="400" y="232"/>
                    <a:pt x="422" y="232"/>
                  </a:cubicBezTo>
                  <a:cubicBezTo>
                    <a:pt x="446" y="232"/>
                    <a:pt x="468" y="220"/>
                    <a:pt x="481" y="202"/>
                  </a:cubicBezTo>
                  <a:cubicBezTo>
                    <a:pt x="483" y="207"/>
                    <a:pt x="486" y="211"/>
                    <a:pt x="489" y="216"/>
                  </a:cubicBezTo>
                  <a:cubicBezTo>
                    <a:pt x="489" y="216"/>
                    <a:pt x="490" y="217"/>
                    <a:pt x="490" y="217"/>
                  </a:cubicBezTo>
                  <a:cubicBezTo>
                    <a:pt x="499" y="228"/>
                    <a:pt x="513" y="235"/>
                    <a:pt x="529" y="235"/>
                  </a:cubicBezTo>
                  <a:cubicBezTo>
                    <a:pt x="547" y="235"/>
                    <a:pt x="563" y="225"/>
                    <a:pt x="572" y="210"/>
                  </a:cubicBezTo>
                  <a:cubicBezTo>
                    <a:pt x="581" y="218"/>
                    <a:pt x="593" y="223"/>
                    <a:pt x="606" y="223"/>
                  </a:cubicBezTo>
                  <a:cubicBezTo>
                    <a:pt x="635" y="223"/>
                    <a:pt x="658" y="200"/>
                    <a:pt x="658" y="171"/>
                  </a:cubicBezTo>
                  <a:cubicBezTo>
                    <a:pt x="658" y="164"/>
                    <a:pt x="657" y="157"/>
                    <a:pt x="654" y="151"/>
                  </a:cubicBezTo>
                  <a:cubicBezTo>
                    <a:pt x="646" y="133"/>
                    <a:pt x="628" y="119"/>
                    <a:pt x="606" y="119"/>
                  </a:cubicBezTo>
                  <a:cubicBezTo>
                    <a:pt x="602" y="119"/>
                    <a:pt x="598" y="120"/>
                    <a:pt x="594" y="121"/>
                  </a:cubicBezTo>
                  <a:cubicBezTo>
                    <a:pt x="584" y="98"/>
                    <a:pt x="561" y="83"/>
                    <a:pt x="535" y="83"/>
                  </a:cubicBezTo>
                  <a:cubicBezTo>
                    <a:pt x="521" y="83"/>
                    <a:pt x="508" y="87"/>
                    <a:pt x="497" y="95"/>
                  </a:cubicBezTo>
                  <a:cubicBezTo>
                    <a:pt x="497" y="95"/>
                    <a:pt x="497" y="95"/>
                    <a:pt x="496" y="95"/>
                  </a:cubicBezTo>
                  <a:cubicBezTo>
                    <a:pt x="496" y="94"/>
                    <a:pt x="495" y="92"/>
                    <a:pt x="494" y="91"/>
                  </a:cubicBezTo>
                  <a:cubicBezTo>
                    <a:pt x="481" y="63"/>
                    <a:pt x="452" y="43"/>
                    <a:pt x="419" y="43"/>
                  </a:cubicBezTo>
                  <a:cubicBezTo>
                    <a:pt x="405" y="43"/>
                    <a:pt x="393" y="46"/>
                    <a:pt x="381" y="52"/>
                  </a:cubicBezTo>
                  <a:cubicBezTo>
                    <a:pt x="380" y="53"/>
                    <a:pt x="380" y="53"/>
                    <a:pt x="379" y="53"/>
                  </a:cubicBezTo>
                  <a:cubicBezTo>
                    <a:pt x="378" y="49"/>
                    <a:pt x="376" y="45"/>
                    <a:pt x="375" y="42"/>
                  </a:cubicBezTo>
                  <a:cubicBezTo>
                    <a:pt x="364" y="17"/>
                    <a:pt x="339" y="0"/>
                    <a:pt x="311" y="0"/>
                  </a:cubicBezTo>
                  <a:cubicBezTo>
                    <a:pt x="280" y="0"/>
                    <a:pt x="254" y="20"/>
                    <a:pt x="244" y="48"/>
                  </a:cubicBezTo>
                  <a:cubicBezTo>
                    <a:pt x="236" y="45"/>
                    <a:pt x="226" y="43"/>
                    <a:pt x="216" y="43"/>
                  </a:cubicBezTo>
                  <a:cubicBezTo>
                    <a:pt x="184" y="43"/>
                    <a:pt x="156" y="61"/>
                    <a:pt x="142" y="88"/>
                  </a:cubicBezTo>
                  <a:cubicBezTo>
                    <a:pt x="135" y="84"/>
                    <a:pt x="126" y="83"/>
                    <a:pt x="117" y="83"/>
                  </a:cubicBezTo>
                  <a:cubicBezTo>
                    <a:pt x="91" y="83"/>
                    <a:pt x="69" y="98"/>
                    <a:pt x="58" y="120"/>
                  </a:cubicBezTo>
                  <a:cubicBezTo>
                    <a:pt x="56" y="119"/>
                    <a:pt x="54" y="119"/>
                    <a:pt x="52" y="119"/>
                  </a:cubicBezTo>
                  <a:cubicBezTo>
                    <a:pt x="23" y="119"/>
                    <a:pt x="0" y="142"/>
                    <a:pt x="0" y="171"/>
                  </a:cubicBezTo>
                  <a:cubicBezTo>
                    <a:pt x="0" y="184"/>
                    <a:pt x="5" y="195"/>
                    <a:pt x="12" y="204"/>
                  </a:cubicBezTo>
                  <a:cubicBezTo>
                    <a:pt x="21" y="216"/>
                    <a:pt x="36" y="223"/>
                    <a:pt x="52" y="22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Tree Diagram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Workflow</a:t>
            </a:r>
            <a:endParaRPr lang="id-ID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6096000" y="2657930"/>
            <a:ext cx="0" cy="576000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headEnd type="oval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969419" y="3019880"/>
            <a:ext cx="6253162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964381" y="3019880"/>
            <a:ext cx="0" cy="216000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222581" y="3019880"/>
            <a:ext cx="0" cy="216000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64381" y="4132065"/>
            <a:ext cx="0" cy="288000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222581" y="4132065"/>
            <a:ext cx="0" cy="288000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110288" y="4132065"/>
            <a:ext cx="0" cy="288000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26651" y="4519931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What kind of play?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0382" y="4412210"/>
            <a:ext cx="1439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So money-hard,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play-hard, or ?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75423" y="4519930"/>
            <a:ext cx="1494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Creative money?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2964381" y="4872674"/>
            <a:ext cx="0" cy="140217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274844" y="5012891"/>
            <a:ext cx="1379074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274844" y="5012891"/>
            <a:ext cx="0" cy="285141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651401" y="5012891"/>
            <a:ext cx="0" cy="285141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110288" y="4872674"/>
            <a:ext cx="0" cy="140217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420751" y="5012891"/>
            <a:ext cx="1379074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420751" y="5012891"/>
            <a:ext cx="0" cy="285141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6797308" y="5012891"/>
            <a:ext cx="0" cy="285141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9222581" y="4872674"/>
            <a:ext cx="0" cy="140217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8533044" y="5012891"/>
            <a:ext cx="1379074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8533044" y="5012891"/>
            <a:ext cx="0" cy="285141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9909601" y="5012891"/>
            <a:ext cx="0" cy="285141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1712129" y="5395379"/>
            <a:ext cx="1172550" cy="610471"/>
            <a:chOff x="1712129" y="5395379"/>
            <a:chExt cx="1172550" cy="610471"/>
          </a:xfrm>
        </p:grpSpPr>
        <p:grpSp>
          <p:nvGrpSpPr>
            <p:cNvPr id="105" name="Group 104"/>
            <p:cNvGrpSpPr/>
            <p:nvPr/>
          </p:nvGrpSpPr>
          <p:grpSpPr>
            <a:xfrm>
              <a:off x="1712129" y="5395379"/>
              <a:ext cx="1172550" cy="610471"/>
              <a:chOff x="9629775" y="2220912"/>
              <a:chExt cx="1500188" cy="781051"/>
            </a:xfrm>
          </p:grpSpPr>
          <p:sp>
            <p:nvSpPr>
              <p:cNvPr id="102" name="Freeform 21"/>
              <p:cNvSpPr/>
              <p:nvPr/>
            </p:nvSpPr>
            <p:spPr bwMode="auto">
              <a:xfrm>
                <a:off x="10128250" y="2792413"/>
                <a:ext cx="7938" cy="7938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4743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3" name="Freeform 22"/>
              <p:cNvSpPr>
                <a:spLocks noEditPoints="1"/>
              </p:cNvSpPr>
              <p:nvPr/>
            </p:nvSpPr>
            <p:spPr bwMode="auto">
              <a:xfrm>
                <a:off x="9629775" y="2282825"/>
                <a:ext cx="1500188" cy="719138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4" name="Freeform 23"/>
              <p:cNvSpPr>
                <a:spLocks noEditPoints="1"/>
              </p:cNvSpPr>
              <p:nvPr/>
            </p:nvSpPr>
            <p:spPr bwMode="auto">
              <a:xfrm>
                <a:off x="9629775" y="2220912"/>
                <a:ext cx="1500188" cy="720725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1791380" y="5642800"/>
              <a:ext cx="9669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FACEBOOK</a:t>
              </a:r>
              <a:endPara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088596" y="5395379"/>
            <a:ext cx="1172550" cy="610471"/>
            <a:chOff x="3088596" y="5395379"/>
            <a:chExt cx="1172550" cy="610471"/>
          </a:xfrm>
        </p:grpSpPr>
        <p:grpSp>
          <p:nvGrpSpPr>
            <p:cNvPr id="106" name="Group 105"/>
            <p:cNvGrpSpPr/>
            <p:nvPr/>
          </p:nvGrpSpPr>
          <p:grpSpPr>
            <a:xfrm flipH="1">
              <a:off x="3088596" y="5395379"/>
              <a:ext cx="1172550" cy="610471"/>
              <a:chOff x="9629775" y="2220912"/>
              <a:chExt cx="1500188" cy="781051"/>
            </a:xfrm>
          </p:grpSpPr>
          <p:sp>
            <p:nvSpPr>
              <p:cNvPr id="107" name="Freeform 21"/>
              <p:cNvSpPr/>
              <p:nvPr/>
            </p:nvSpPr>
            <p:spPr bwMode="auto">
              <a:xfrm>
                <a:off x="10128250" y="2792413"/>
                <a:ext cx="7938" cy="7938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4743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8" name="Freeform 22"/>
              <p:cNvSpPr>
                <a:spLocks noEditPoints="1"/>
              </p:cNvSpPr>
              <p:nvPr/>
            </p:nvSpPr>
            <p:spPr bwMode="auto">
              <a:xfrm>
                <a:off x="9629775" y="2282825"/>
                <a:ext cx="1500188" cy="719138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9" name="Freeform 23"/>
              <p:cNvSpPr>
                <a:spLocks noEditPoints="1"/>
              </p:cNvSpPr>
              <p:nvPr/>
            </p:nvSpPr>
            <p:spPr bwMode="auto">
              <a:xfrm>
                <a:off x="9629775" y="2220912"/>
                <a:ext cx="1500188" cy="720725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48" name="TextBox 47"/>
            <p:cNvSpPr txBox="1"/>
            <p:nvPr/>
          </p:nvSpPr>
          <p:spPr>
            <a:xfrm>
              <a:off x="3265437" y="5642800"/>
              <a:ext cx="7505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GAMING</a:t>
              </a:r>
              <a:endPara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806155" y="5395379"/>
            <a:ext cx="1172550" cy="610471"/>
            <a:chOff x="4806155" y="5395379"/>
            <a:chExt cx="1172550" cy="610471"/>
          </a:xfrm>
        </p:grpSpPr>
        <p:grpSp>
          <p:nvGrpSpPr>
            <p:cNvPr id="114" name="Group 113"/>
            <p:cNvGrpSpPr/>
            <p:nvPr/>
          </p:nvGrpSpPr>
          <p:grpSpPr>
            <a:xfrm flipH="1">
              <a:off x="4806155" y="5395379"/>
              <a:ext cx="1172550" cy="610471"/>
              <a:chOff x="9629775" y="2220912"/>
              <a:chExt cx="1500188" cy="781051"/>
            </a:xfrm>
          </p:grpSpPr>
          <p:sp>
            <p:nvSpPr>
              <p:cNvPr id="115" name="Freeform 21"/>
              <p:cNvSpPr/>
              <p:nvPr/>
            </p:nvSpPr>
            <p:spPr bwMode="auto">
              <a:xfrm>
                <a:off x="10128250" y="2792413"/>
                <a:ext cx="7938" cy="7938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4743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16" name="Freeform 22"/>
              <p:cNvSpPr>
                <a:spLocks noEditPoints="1"/>
              </p:cNvSpPr>
              <p:nvPr/>
            </p:nvSpPr>
            <p:spPr bwMode="auto">
              <a:xfrm>
                <a:off x="9629775" y="2282825"/>
                <a:ext cx="1500188" cy="719138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17" name="Freeform 23"/>
              <p:cNvSpPr>
                <a:spLocks noEditPoints="1"/>
              </p:cNvSpPr>
              <p:nvPr/>
            </p:nvSpPr>
            <p:spPr bwMode="auto">
              <a:xfrm>
                <a:off x="9629775" y="2220912"/>
                <a:ext cx="1500188" cy="720725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5002071" y="5642800"/>
              <a:ext cx="8418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EXTREME</a:t>
              </a:r>
              <a:endPara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218428" y="5395379"/>
            <a:ext cx="1172550" cy="610471"/>
            <a:chOff x="6218428" y="5395379"/>
            <a:chExt cx="1172550" cy="610471"/>
          </a:xfrm>
        </p:grpSpPr>
        <p:grpSp>
          <p:nvGrpSpPr>
            <p:cNvPr id="110" name="Group 109"/>
            <p:cNvGrpSpPr/>
            <p:nvPr/>
          </p:nvGrpSpPr>
          <p:grpSpPr>
            <a:xfrm>
              <a:off x="6218428" y="5395379"/>
              <a:ext cx="1172550" cy="610471"/>
              <a:chOff x="9629775" y="2220912"/>
              <a:chExt cx="1500188" cy="781051"/>
            </a:xfrm>
          </p:grpSpPr>
          <p:sp>
            <p:nvSpPr>
              <p:cNvPr id="111" name="Freeform 21"/>
              <p:cNvSpPr/>
              <p:nvPr/>
            </p:nvSpPr>
            <p:spPr bwMode="auto">
              <a:xfrm>
                <a:off x="10128250" y="2792413"/>
                <a:ext cx="7938" cy="7938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4743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12" name="Freeform 22"/>
              <p:cNvSpPr>
                <a:spLocks noEditPoints="1"/>
              </p:cNvSpPr>
              <p:nvPr/>
            </p:nvSpPr>
            <p:spPr bwMode="auto">
              <a:xfrm>
                <a:off x="9629775" y="2282825"/>
                <a:ext cx="1500188" cy="719138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13" name="Freeform 23"/>
              <p:cNvSpPr>
                <a:spLocks noEditPoints="1"/>
              </p:cNvSpPr>
              <p:nvPr/>
            </p:nvSpPr>
            <p:spPr bwMode="auto">
              <a:xfrm>
                <a:off x="9629775" y="2220912"/>
                <a:ext cx="1500188" cy="720725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58" name="TextBox 57"/>
            <p:cNvSpPr txBox="1"/>
            <p:nvPr/>
          </p:nvSpPr>
          <p:spPr>
            <a:xfrm>
              <a:off x="6270948" y="5642800"/>
              <a:ext cx="10358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JUST NOTES</a:t>
              </a:r>
              <a:endPara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9362445" y="5395379"/>
            <a:ext cx="1172550" cy="610471"/>
            <a:chOff x="9362445" y="5395379"/>
            <a:chExt cx="1172550" cy="610471"/>
          </a:xfrm>
        </p:grpSpPr>
        <p:grpSp>
          <p:nvGrpSpPr>
            <p:cNvPr id="118" name="Group 117"/>
            <p:cNvGrpSpPr/>
            <p:nvPr/>
          </p:nvGrpSpPr>
          <p:grpSpPr>
            <a:xfrm>
              <a:off x="9362445" y="5395379"/>
              <a:ext cx="1172550" cy="610471"/>
              <a:chOff x="9629775" y="2220912"/>
              <a:chExt cx="1500188" cy="781051"/>
            </a:xfrm>
          </p:grpSpPr>
          <p:sp>
            <p:nvSpPr>
              <p:cNvPr id="119" name="Freeform 21"/>
              <p:cNvSpPr/>
              <p:nvPr/>
            </p:nvSpPr>
            <p:spPr bwMode="auto">
              <a:xfrm>
                <a:off x="10128250" y="2792413"/>
                <a:ext cx="7938" cy="7938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4743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20" name="Freeform 22"/>
              <p:cNvSpPr>
                <a:spLocks noEditPoints="1"/>
              </p:cNvSpPr>
              <p:nvPr/>
            </p:nvSpPr>
            <p:spPr bwMode="auto">
              <a:xfrm>
                <a:off x="9629775" y="2282825"/>
                <a:ext cx="1500188" cy="719138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21" name="Freeform 23"/>
              <p:cNvSpPr>
                <a:spLocks noEditPoints="1"/>
              </p:cNvSpPr>
              <p:nvPr/>
            </p:nvSpPr>
            <p:spPr bwMode="auto">
              <a:xfrm>
                <a:off x="9629775" y="2220912"/>
                <a:ext cx="1500188" cy="720725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63" name="TextBox 62"/>
            <p:cNvSpPr txBox="1"/>
            <p:nvPr/>
          </p:nvSpPr>
          <p:spPr>
            <a:xfrm>
              <a:off x="9684217" y="5642800"/>
              <a:ext cx="4507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YES</a:t>
              </a:r>
              <a:endPara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950172" y="5395379"/>
            <a:ext cx="1172550" cy="610471"/>
            <a:chOff x="7950172" y="5395379"/>
            <a:chExt cx="1172550" cy="610471"/>
          </a:xfrm>
        </p:grpSpPr>
        <p:grpSp>
          <p:nvGrpSpPr>
            <p:cNvPr id="122" name="Group 121"/>
            <p:cNvGrpSpPr/>
            <p:nvPr/>
          </p:nvGrpSpPr>
          <p:grpSpPr>
            <a:xfrm flipH="1">
              <a:off x="7950172" y="5395379"/>
              <a:ext cx="1172550" cy="610471"/>
              <a:chOff x="9629775" y="2220912"/>
              <a:chExt cx="1500188" cy="781051"/>
            </a:xfrm>
          </p:grpSpPr>
          <p:sp>
            <p:nvSpPr>
              <p:cNvPr id="123" name="Freeform 21"/>
              <p:cNvSpPr/>
              <p:nvPr/>
            </p:nvSpPr>
            <p:spPr bwMode="auto">
              <a:xfrm>
                <a:off x="10128250" y="2792413"/>
                <a:ext cx="7938" cy="7938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2 h 2"/>
                  <a:gd name="T4" fmla="*/ 2 w 2"/>
                  <a:gd name="T5" fmla="*/ 0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4743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24" name="Freeform 22"/>
              <p:cNvSpPr>
                <a:spLocks noEditPoints="1"/>
              </p:cNvSpPr>
              <p:nvPr/>
            </p:nvSpPr>
            <p:spPr bwMode="auto">
              <a:xfrm>
                <a:off x="9629775" y="2282825"/>
                <a:ext cx="1500188" cy="719138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25" name="Freeform 23"/>
              <p:cNvSpPr>
                <a:spLocks noEditPoints="1"/>
              </p:cNvSpPr>
              <p:nvPr/>
            </p:nvSpPr>
            <p:spPr bwMode="auto">
              <a:xfrm>
                <a:off x="9629775" y="2220912"/>
                <a:ext cx="1500188" cy="720725"/>
              </a:xfrm>
              <a:custGeom>
                <a:avLst/>
                <a:gdLst>
                  <a:gd name="T0" fmla="*/ 388 w 397"/>
                  <a:gd name="T1" fmla="*/ 189 h 189"/>
                  <a:gd name="T2" fmla="*/ 397 w 397"/>
                  <a:gd name="T3" fmla="*/ 156 h 189"/>
                  <a:gd name="T4" fmla="*/ 331 w 397"/>
                  <a:gd name="T5" fmla="*/ 91 h 189"/>
                  <a:gd name="T6" fmla="*/ 318 w 397"/>
                  <a:gd name="T7" fmla="*/ 92 h 189"/>
                  <a:gd name="T8" fmla="*/ 267 w 397"/>
                  <a:gd name="T9" fmla="*/ 52 h 189"/>
                  <a:gd name="T10" fmla="*/ 260 w 397"/>
                  <a:gd name="T11" fmla="*/ 53 h 189"/>
                  <a:gd name="T12" fmla="*/ 187 w 397"/>
                  <a:gd name="T13" fmla="*/ 0 h 189"/>
                  <a:gd name="T14" fmla="*/ 112 w 397"/>
                  <a:gd name="T15" fmla="*/ 57 h 189"/>
                  <a:gd name="T16" fmla="*/ 91 w 397"/>
                  <a:gd name="T17" fmla="*/ 52 h 189"/>
                  <a:gd name="T18" fmla="*/ 39 w 397"/>
                  <a:gd name="T19" fmla="*/ 104 h 189"/>
                  <a:gd name="T20" fmla="*/ 39 w 397"/>
                  <a:gd name="T21" fmla="*/ 106 h 189"/>
                  <a:gd name="T22" fmla="*/ 0 w 397"/>
                  <a:gd name="T23" fmla="*/ 161 h 189"/>
                  <a:gd name="T24" fmla="*/ 7 w 397"/>
                  <a:gd name="T25" fmla="*/ 189 h 189"/>
                  <a:gd name="T26" fmla="*/ 388 w 397"/>
                  <a:gd name="T27" fmla="*/ 189 h 189"/>
                  <a:gd name="T28" fmla="*/ 133 w 397"/>
                  <a:gd name="T29" fmla="*/ 134 h 189"/>
                  <a:gd name="T30" fmla="*/ 134 w 397"/>
                  <a:gd name="T31" fmla="*/ 134 h 189"/>
                  <a:gd name="T32" fmla="*/ 132 w 397"/>
                  <a:gd name="T33" fmla="*/ 136 h 189"/>
                  <a:gd name="T34" fmla="*/ 133 w 397"/>
                  <a:gd name="T35" fmla="*/ 134 h 189"/>
                  <a:gd name="T36" fmla="*/ 117 w 397"/>
                  <a:gd name="T37" fmla="*/ 149 h 189"/>
                  <a:gd name="T38" fmla="*/ 115 w 397"/>
                  <a:gd name="T39" fmla="*/ 152 h 189"/>
                  <a:gd name="T40" fmla="*/ 114 w 397"/>
                  <a:gd name="T41" fmla="*/ 150 h 189"/>
                  <a:gd name="T42" fmla="*/ 117 w 397"/>
                  <a:gd name="T43" fmla="*/ 14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97" h="189">
                    <a:moveTo>
                      <a:pt x="388" y="189"/>
                    </a:moveTo>
                    <a:cubicBezTo>
                      <a:pt x="394" y="179"/>
                      <a:pt x="397" y="168"/>
                      <a:pt x="397" y="156"/>
                    </a:cubicBezTo>
                    <a:cubicBezTo>
                      <a:pt x="397" y="120"/>
                      <a:pt x="368" y="91"/>
                      <a:pt x="331" y="91"/>
                    </a:cubicBezTo>
                    <a:cubicBezTo>
                      <a:pt x="327" y="91"/>
                      <a:pt x="322" y="91"/>
                      <a:pt x="318" y="92"/>
                    </a:cubicBezTo>
                    <a:cubicBezTo>
                      <a:pt x="312" y="69"/>
                      <a:pt x="292" y="52"/>
                      <a:pt x="267" y="52"/>
                    </a:cubicBezTo>
                    <a:cubicBezTo>
                      <a:pt x="265" y="52"/>
                      <a:pt x="263" y="53"/>
                      <a:pt x="260" y="53"/>
                    </a:cubicBezTo>
                    <a:cubicBezTo>
                      <a:pt x="250" y="22"/>
                      <a:pt x="221" y="0"/>
                      <a:pt x="187" y="0"/>
                    </a:cubicBezTo>
                    <a:cubicBezTo>
                      <a:pt x="151" y="0"/>
                      <a:pt x="121" y="24"/>
                      <a:pt x="112" y="57"/>
                    </a:cubicBezTo>
                    <a:cubicBezTo>
                      <a:pt x="105" y="54"/>
                      <a:pt x="98" y="52"/>
                      <a:pt x="91" y="52"/>
                    </a:cubicBezTo>
                    <a:cubicBezTo>
                      <a:pt x="62" y="52"/>
                      <a:pt x="39" y="76"/>
                      <a:pt x="39" y="104"/>
                    </a:cubicBezTo>
                    <a:cubicBezTo>
                      <a:pt x="39" y="105"/>
                      <a:pt x="39" y="105"/>
                      <a:pt x="39" y="106"/>
                    </a:cubicBezTo>
                    <a:cubicBezTo>
                      <a:pt x="16" y="114"/>
                      <a:pt x="0" y="135"/>
                      <a:pt x="0" y="161"/>
                    </a:cubicBezTo>
                    <a:cubicBezTo>
                      <a:pt x="0" y="171"/>
                      <a:pt x="2" y="180"/>
                      <a:pt x="7" y="189"/>
                    </a:cubicBezTo>
                    <a:lnTo>
                      <a:pt x="388" y="189"/>
                    </a:lnTo>
                    <a:close/>
                    <a:moveTo>
                      <a:pt x="133" y="134"/>
                    </a:moveTo>
                    <a:cubicBezTo>
                      <a:pt x="134" y="134"/>
                      <a:pt x="134" y="134"/>
                      <a:pt x="134" y="134"/>
                    </a:cubicBezTo>
                    <a:cubicBezTo>
                      <a:pt x="133" y="135"/>
                      <a:pt x="132" y="135"/>
                      <a:pt x="132" y="136"/>
                    </a:cubicBezTo>
                    <a:cubicBezTo>
                      <a:pt x="132" y="135"/>
                      <a:pt x="133" y="134"/>
                      <a:pt x="133" y="134"/>
                    </a:cubicBezTo>
                    <a:close/>
                    <a:moveTo>
                      <a:pt x="117" y="149"/>
                    </a:moveTo>
                    <a:cubicBezTo>
                      <a:pt x="116" y="150"/>
                      <a:pt x="115" y="151"/>
                      <a:pt x="115" y="152"/>
                    </a:cubicBezTo>
                    <a:cubicBezTo>
                      <a:pt x="115" y="151"/>
                      <a:pt x="114" y="151"/>
                      <a:pt x="114" y="150"/>
                    </a:cubicBezTo>
                    <a:cubicBezTo>
                      <a:pt x="115" y="150"/>
                      <a:pt x="116" y="149"/>
                      <a:pt x="117" y="149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66" name="TextBox 65"/>
            <p:cNvSpPr txBox="1"/>
            <p:nvPr/>
          </p:nvSpPr>
          <p:spPr>
            <a:xfrm>
              <a:off x="8329300" y="5642800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NO</a:t>
              </a:r>
              <a:endPara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5367282" y="2167664"/>
            <a:ext cx="1503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HOW YOU WORKS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118174" y="3258957"/>
            <a:ext cx="1667693" cy="803384"/>
            <a:chOff x="2118174" y="3258957"/>
            <a:chExt cx="1667693" cy="803384"/>
          </a:xfrm>
        </p:grpSpPr>
        <p:grpSp>
          <p:nvGrpSpPr>
            <p:cNvPr id="83" name="Group 82"/>
            <p:cNvGrpSpPr/>
            <p:nvPr/>
          </p:nvGrpSpPr>
          <p:grpSpPr>
            <a:xfrm>
              <a:off x="2118174" y="3258957"/>
              <a:ext cx="1667693" cy="803384"/>
              <a:chOff x="7859713" y="1771650"/>
              <a:chExt cx="1741487" cy="838933"/>
            </a:xfrm>
          </p:grpSpPr>
          <p:sp>
            <p:nvSpPr>
              <p:cNvPr id="84" name="Freeform 9"/>
              <p:cNvSpPr/>
              <p:nvPr/>
            </p:nvSpPr>
            <p:spPr bwMode="auto">
              <a:xfrm>
                <a:off x="7900988" y="2283558"/>
                <a:ext cx="1700212" cy="327025"/>
              </a:xfrm>
              <a:custGeom>
                <a:avLst/>
                <a:gdLst>
                  <a:gd name="T0" fmla="*/ 442 w 450"/>
                  <a:gd name="T1" fmla="*/ 18 h 86"/>
                  <a:gd name="T2" fmla="*/ 393 w 450"/>
                  <a:gd name="T3" fmla="*/ 68 h 86"/>
                  <a:gd name="T4" fmla="*/ 367 w 450"/>
                  <a:gd name="T5" fmla="*/ 61 h 86"/>
                  <a:gd name="T6" fmla="*/ 340 w 450"/>
                  <a:gd name="T7" fmla="*/ 68 h 86"/>
                  <a:gd name="T8" fmla="*/ 307 w 450"/>
                  <a:gd name="T9" fmla="*/ 58 h 86"/>
                  <a:gd name="T10" fmla="*/ 268 w 450"/>
                  <a:gd name="T11" fmla="*/ 73 h 86"/>
                  <a:gd name="T12" fmla="*/ 236 w 450"/>
                  <a:gd name="T13" fmla="*/ 63 h 86"/>
                  <a:gd name="T14" fmla="*/ 204 w 450"/>
                  <a:gd name="T15" fmla="*/ 73 h 86"/>
                  <a:gd name="T16" fmla="*/ 160 w 450"/>
                  <a:gd name="T17" fmla="*/ 52 h 86"/>
                  <a:gd name="T18" fmla="*/ 117 w 450"/>
                  <a:gd name="T19" fmla="*/ 71 h 86"/>
                  <a:gd name="T20" fmla="*/ 75 w 450"/>
                  <a:gd name="T21" fmla="*/ 53 h 86"/>
                  <a:gd name="T22" fmla="*/ 39 w 450"/>
                  <a:gd name="T23" fmla="*/ 68 h 86"/>
                  <a:gd name="T24" fmla="*/ 0 w 450"/>
                  <a:gd name="T25" fmla="*/ 50 h 86"/>
                  <a:gd name="T26" fmla="*/ 47 w 450"/>
                  <a:gd name="T27" fmla="*/ 82 h 86"/>
                  <a:gd name="T28" fmla="*/ 83 w 450"/>
                  <a:gd name="T29" fmla="*/ 66 h 86"/>
                  <a:gd name="T30" fmla="*/ 125 w 450"/>
                  <a:gd name="T31" fmla="*/ 84 h 86"/>
                  <a:gd name="T32" fmla="*/ 168 w 450"/>
                  <a:gd name="T33" fmla="*/ 65 h 86"/>
                  <a:gd name="T34" fmla="*/ 212 w 450"/>
                  <a:gd name="T35" fmla="*/ 86 h 86"/>
                  <a:gd name="T36" fmla="*/ 244 w 450"/>
                  <a:gd name="T37" fmla="*/ 76 h 86"/>
                  <a:gd name="T38" fmla="*/ 276 w 450"/>
                  <a:gd name="T39" fmla="*/ 86 h 86"/>
                  <a:gd name="T40" fmla="*/ 315 w 450"/>
                  <a:gd name="T41" fmla="*/ 71 h 86"/>
                  <a:gd name="T42" fmla="*/ 348 w 450"/>
                  <a:gd name="T43" fmla="*/ 82 h 86"/>
                  <a:gd name="T44" fmla="*/ 376 w 450"/>
                  <a:gd name="T45" fmla="*/ 75 h 86"/>
                  <a:gd name="T46" fmla="*/ 401 w 450"/>
                  <a:gd name="T47" fmla="*/ 82 h 86"/>
                  <a:gd name="T48" fmla="*/ 450 w 450"/>
                  <a:gd name="T49" fmla="*/ 32 h 86"/>
                  <a:gd name="T50" fmla="*/ 439 w 450"/>
                  <a:gd name="T51" fmla="*/ 0 h 86"/>
                  <a:gd name="T52" fmla="*/ 442 w 450"/>
                  <a:gd name="T53" fmla="*/ 18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50" h="86">
                    <a:moveTo>
                      <a:pt x="442" y="18"/>
                    </a:moveTo>
                    <a:cubicBezTo>
                      <a:pt x="442" y="46"/>
                      <a:pt x="420" y="68"/>
                      <a:pt x="393" y="68"/>
                    </a:cubicBezTo>
                    <a:cubicBezTo>
                      <a:pt x="383" y="68"/>
                      <a:pt x="375" y="66"/>
                      <a:pt x="367" y="61"/>
                    </a:cubicBezTo>
                    <a:cubicBezTo>
                      <a:pt x="359" y="66"/>
                      <a:pt x="350" y="68"/>
                      <a:pt x="340" y="68"/>
                    </a:cubicBezTo>
                    <a:cubicBezTo>
                      <a:pt x="328" y="68"/>
                      <a:pt x="316" y="64"/>
                      <a:pt x="307" y="58"/>
                    </a:cubicBezTo>
                    <a:cubicBezTo>
                      <a:pt x="297" y="67"/>
                      <a:pt x="283" y="73"/>
                      <a:pt x="268" y="73"/>
                    </a:cubicBezTo>
                    <a:cubicBezTo>
                      <a:pt x="256" y="73"/>
                      <a:pt x="245" y="69"/>
                      <a:pt x="236" y="63"/>
                    </a:cubicBezTo>
                    <a:cubicBezTo>
                      <a:pt x="227" y="69"/>
                      <a:pt x="216" y="73"/>
                      <a:pt x="204" y="73"/>
                    </a:cubicBezTo>
                    <a:cubicBezTo>
                      <a:pt x="186" y="73"/>
                      <a:pt x="170" y="65"/>
                      <a:pt x="160" y="52"/>
                    </a:cubicBezTo>
                    <a:cubicBezTo>
                      <a:pt x="149" y="64"/>
                      <a:pt x="134" y="71"/>
                      <a:pt x="117" y="71"/>
                    </a:cubicBezTo>
                    <a:cubicBezTo>
                      <a:pt x="100" y="71"/>
                      <a:pt x="85" y="64"/>
                      <a:pt x="75" y="53"/>
                    </a:cubicBezTo>
                    <a:cubicBezTo>
                      <a:pt x="66" y="62"/>
                      <a:pt x="53" y="68"/>
                      <a:pt x="39" y="68"/>
                    </a:cubicBezTo>
                    <a:cubicBezTo>
                      <a:pt x="23" y="68"/>
                      <a:pt x="10" y="61"/>
                      <a:pt x="0" y="50"/>
                    </a:cubicBezTo>
                    <a:cubicBezTo>
                      <a:pt x="8" y="69"/>
                      <a:pt x="26" y="82"/>
                      <a:pt x="47" y="82"/>
                    </a:cubicBezTo>
                    <a:cubicBezTo>
                      <a:pt x="61" y="82"/>
                      <a:pt x="74" y="76"/>
                      <a:pt x="83" y="66"/>
                    </a:cubicBezTo>
                    <a:cubicBezTo>
                      <a:pt x="93" y="77"/>
                      <a:pt x="108" y="84"/>
                      <a:pt x="125" y="84"/>
                    </a:cubicBezTo>
                    <a:cubicBezTo>
                      <a:pt x="142" y="84"/>
                      <a:pt x="157" y="77"/>
                      <a:pt x="168" y="65"/>
                    </a:cubicBezTo>
                    <a:cubicBezTo>
                      <a:pt x="178" y="78"/>
                      <a:pt x="194" y="86"/>
                      <a:pt x="212" y="86"/>
                    </a:cubicBezTo>
                    <a:cubicBezTo>
                      <a:pt x="224" y="86"/>
                      <a:pt x="235" y="82"/>
                      <a:pt x="244" y="76"/>
                    </a:cubicBezTo>
                    <a:cubicBezTo>
                      <a:pt x="253" y="82"/>
                      <a:pt x="264" y="86"/>
                      <a:pt x="276" y="86"/>
                    </a:cubicBezTo>
                    <a:cubicBezTo>
                      <a:pt x="291" y="86"/>
                      <a:pt x="305" y="80"/>
                      <a:pt x="315" y="71"/>
                    </a:cubicBezTo>
                    <a:cubicBezTo>
                      <a:pt x="324" y="78"/>
                      <a:pt x="336" y="82"/>
                      <a:pt x="348" y="82"/>
                    </a:cubicBezTo>
                    <a:cubicBezTo>
                      <a:pt x="358" y="82"/>
                      <a:pt x="367" y="79"/>
                      <a:pt x="376" y="75"/>
                    </a:cubicBezTo>
                    <a:cubicBezTo>
                      <a:pt x="383" y="79"/>
                      <a:pt x="391" y="82"/>
                      <a:pt x="401" y="82"/>
                    </a:cubicBezTo>
                    <a:cubicBezTo>
                      <a:pt x="428" y="82"/>
                      <a:pt x="450" y="59"/>
                      <a:pt x="450" y="32"/>
                    </a:cubicBezTo>
                    <a:cubicBezTo>
                      <a:pt x="450" y="19"/>
                      <a:pt x="446" y="8"/>
                      <a:pt x="439" y="0"/>
                    </a:cubicBezTo>
                    <a:cubicBezTo>
                      <a:pt x="441" y="5"/>
                      <a:pt x="442" y="12"/>
                      <a:pt x="442" y="18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85" name="Freeform 11"/>
              <p:cNvSpPr/>
              <p:nvPr/>
            </p:nvSpPr>
            <p:spPr bwMode="auto">
              <a:xfrm>
                <a:off x="7859713" y="1771650"/>
                <a:ext cx="1711325" cy="798513"/>
              </a:xfrm>
              <a:custGeom>
                <a:avLst/>
                <a:gdLst>
                  <a:gd name="T0" fmla="*/ 50 w 453"/>
                  <a:gd name="T1" fmla="*/ 205 h 210"/>
                  <a:gd name="T2" fmla="*/ 86 w 453"/>
                  <a:gd name="T3" fmla="*/ 190 h 210"/>
                  <a:gd name="T4" fmla="*/ 128 w 453"/>
                  <a:gd name="T5" fmla="*/ 208 h 210"/>
                  <a:gd name="T6" fmla="*/ 171 w 453"/>
                  <a:gd name="T7" fmla="*/ 189 h 210"/>
                  <a:gd name="T8" fmla="*/ 215 w 453"/>
                  <a:gd name="T9" fmla="*/ 210 h 210"/>
                  <a:gd name="T10" fmla="*/ 247 w 453"/>
                  <a:gd name="T11" fmla="*/ 200 h 210"/>
                  <a:gd name="T12" fmla="*/ 279 w 453"/>
                  <a:gd name="T13" fmla="*/ 210 h 210"/>
                  <a:gd name="T14" fmla="*/ 318 w 453"/>
                  <a:gd name="T15" fmla="*/ 195 h 210"/>
                  <a:gd name="T16" fmla="*/ 351 w 453"/>
                  <a:gd name="T17" fmla="*/ 205 h 210"/>
                  <a:gd name="T18" fmla="*/ 378 w 453"/>
                  <a:gd name="T19" fmla="*/ 198 h 210"/>
                  <a:gd name="T20" fmla="*/ 404 w 453"/>
                  <a:gd name="T21" fmla="*/ 205 h 210"/>
                  <a:gd name="T22" fmla="*/ 453 w 453"/>
                  <a:gd name="T23" fmla="*/ 155 h 210"/>
                  <a:gd name="T24" fmla="*/ 450 w 453"/>
                  <a:gd name="T25" fmla="*/ 137 h 210"/>
                  <a:gd name="T26" fmla="*/ 404 w 453"/>
                  <a:gd name="T27" fmla="*/ 105 h 210"/>
                  <a:gd name="T28" fmla="*/ 393 w 453"/>
                  <a:gd name="T29" fmla="*/ 107 h 210"/>
                  <a:gd name="T30" fmla="*/ 362 w 453"/>
                  <a:gd name="T31" fmla="*/ 90 h 210"/>
                  <a:gd name="T32" fmla="*/ 357 w 453"/>
                  <a:gd name="T33" fmla="*/ 90 h 210"/>
                  <a:gd name="T34" fmla="*/ 352 w 453"/>
                  <a:gd name="T35" fmla="*/ 72 h 210"/>
                  <a:gd name="T36" fmla="*/ 304 w 453"/>
                  <a:gd name="T37" fmla="*/ 37 h 210"/>
                  <a:gd name="T38" fmla="*/ 242 w 453"/>
                  <a:gd name="T39" fmla="*/ 0 h 210"/>
                  <a:gd name="T40" fmla="*/ 175 w 453"/>
                  <a:gd name="T41" fmla="*/ 50 h 210"/>
                  <a:gd name="T42" fmla="*/ 163 w 453"/>
                  <a:gd name="T43" fmla="*/ 49 h 210"/>
                  <a:gd name="T44" fmla="*/ 112 w 453"/>
                  <a:gd name="T45" fmla="*/ 95 h 210"/>
                  <a:gd name="T46" fmla="*/ 81 w 453"/>
                  <a:gd name="T47" fmla="*/ 117 h 210"/>
                  <a:gd name="T48" fmla="*/ 50 w 453"/>
                  <a:gd name="T49" fmla="*/ 105 h 210"/>
                  <a:gd name="T50" fmla="*/ 0 w 453"/>
                  <a:gd name="T51" fmla="*/ 155 h 210"/>
                  <a:gd name="T52" fmla="*/ 11 w 453"/>
                  <a:gd name="T53" fmla="*/ 187 h 210"/>
                  <a:gd name="T54" fmla="*/ 50 w 453"/>
                  <a:gd name="T55" fmla="*/ 2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53" h="210">
                    <a:moveTo>
                      <a:pt x="50" y="205"/>
                    </a:moveTo>
                    <a:cubicBezTo>
                      <a:pt x="64" y="205"/>
                      <a:pt x="77" y="199"/>
                      <a:pt x="86" y="190"/>
                    </a:cubicBezTo>
                    <a:cubicBezTo>
                      <a:pt x="96" y="201"/>
                      <a:pt x="111" y="208"/>
                      <a:pt x="128" y="208"/>
                    </a:cubicBezTo>
                    <a:cubicBezTo>
                      <a:pt x="145" y="208"/>
                      <a:pt x="160" y="201"/>
                      <a:pt x="171" y="189"/>
                    </a:cubicBezTo>
                    <a:cubicBezTo>
                      <a:pt x="181" y="202"/>
                      <a:pt x="197" y="210"/>
                      <a:pt x="215" y="210"/>
                    </a:cubicBezTo>
                    <a:cubicBezTo>
                      <a:pt x="227" y="210"/>
                      <a:pt x="238" y="206"/>
                      <a:pt x="247" y="200"/>
                    </a:cubicBezTo>
                    <a:cubicBezTo>
                      <a:pt x="256" y="206"/>
                      <a:pt x="267" y="210"/>
                      <a:pt x="279" y="210"/>
                    </a:cubicBezTo>
                    <a:cubicBezTo>
                      <a:pt x="294" y="210"/>
                      <a:pt x="308" y="204"/>
                      <a:pt x="318" y="195"/>
                    </a:cubicBezTo>
                    <a:cubicBezTo>
                      <a:pt x="327" y="201"/>
                      <a:pt x="339" y="205"/>
                      <a:pt x="351" y="205"/>
                    </a:cubicBezTo>
                    <a:cubicBezTo>
                      <a:pt x="361" y="205"/>
                      <a:pt x="370" y="203"/>
                      <a:pt x="378" y="198"/>
                    </a:cubicBezTo>
                    <a:cubicBezTo>
                      <a:pt x="386" y="203"/>
                      <a:pt x="394" y="205"/>
                      <a:pt x="404" y="205"/>
                    </a:cubicBezTo>
                    <a:cubicBezTo>
                      <a:pt x="431" y="205"/>
                      <a:pt x="453" y="183"/>
                      <a:pt x="453" y="155"/>
                    </a:cubicBezTo>
                    <a:cubicBezTo>
                      <a:pt x="453" y="149"/>
                      <a:pt x="452" y="142"/>
                      <a:pt x="450" y="137"/>
                    </a:cubicBezTo>
                    <a:cubicBezTo>
                      <a:pt x="442" y="118"/>
                      <a:pt x="424" y="105"/>
                      <a:pt x="404" y="105"/>
                    </a:cubicBezTo>
                    <a:cubicBezTo>
                      <a:pt x="400" y="105"/>
                      <a:pt x="396" y="106"/>
                      <a:pt x="393" y="107"/>
                    </a:cubicBezTo>
                    <a:cubicBezTo>
                      <a:pt x="384" y="98"/>
                      <a:pt x="374" y="93"/>
                      <a:pt x="362" y="90"/>
                    </a:cubicBezTo>
                    <a:cubicBezTo>
                      <a:pt x="360" y="90"/>
                      <a:pt x="358" y="90"/>
                      <a:pt x="357" y="90"/>
                    </a:cubicBezTo>
                    <a:cubicBezTo>
                      <a:pt x="356" y="84"/>
                      <a:pt x="355" y="78"/>
                      <a:pt x="352" y="72"/>
                    </a:cubicBezTo>
                    <a:cubicBezTo>
                      <a:pt x="344" y="53"/>
                      <a:pt x="326" y="39"/>
                      <a:pt x="304" y="37"/>
                    </a:cubicBezTo>
                    <a:cubicBezTo>
                      <a:pt x="293" y="15"/>
                      <a:pt x="269" y="0"/>
                      <a:pt x="242" y="0"/>
                    </a:cubicBezTo>
                    <a:cubicBezTo>
                      <a:pt x="211" y="0"/>
                      <a:pt x="184" y="21"/>
                      <a:pt x="175" y="50"/>
                    </a:cubicBezTo>
                    <a:cubicBezTo>
                      <a:pt x="171" y="49"/>
                      <a:pt x="167" y="49"/>
                      <a:pt x="163" y="49"/>
                    </a:cubicBezTo>
                    <a:cubicBezTo>
                      <a:pt x="137" y="49"/>
                      <a:pt x="115" y="69"/>
                      <a:pt x="112" y="95"/>
                    </a:cubicBezTo>
                    <a:cubicBezTo>
                      <a:pt x="99" y="98"/>
                      <a:pt x="88" y="106"/>
                      <a:pt x="81" y="117"/>
                    </a:cubicBezTo>
                    <a:cubicBezTo>
                      <a:pt x="72" y="110"/>
                      <a:pt x="62" y="105"/>
                      <a:pt x="50" y="105"/>
                    </a:cubicBezTo>
                    <a:cubicBezTo>
                      <a:pt x="22" y="105"/>
                      <a:pt x="0" y="128"/>
                      <a:pt x="0" y="155"/>
                    </a:cubicBezTo>
                    <a:cubicBezTo>
                      <a:pt x="0" y="167"/>
                      <a:pt x="4" y="179"/>
                      <a:pt x="11" y="187"/>
                    </a:cubicBezTo>
                    <a:cubicBezTo>
                      <a:pt x="21" y="198"/>
                      <a:pt x="34" y="205"/>
                      <a:pt x="50" y="2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2650687" y="3596411"/>
              <a:ext cx="6094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PLAY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212167" y="3258957"/>
            <a:ext cx="1667693" cy="803384"/>
            <a:chOff x="5212167" y="3258957"/>
            <a:chExt cx="1667693" cy="803384"/>
          </a:xfrm>
        </p:grpSpPr>
        <p:grpSp>
          <p:nvGrpSpPr>
            <p:cNvPr id="93" name="Group 92"/>
            <p:cNvGrpSpPr/>
            <p:nvPr/>
          </p:nvGrpSpPr>
          <p:grpSpPr>
            <a:xfrm>
              <a:off x="5212167" y="3258957"/>
              <a:ext cx="1667693" cy="803384"/>
              <a:chOff x="7859713" y="1771650"/>
              <a:chExt cx="1741487" cy="838933"/>
            </a:xfrm>
          </p:grpSpPr>
          <p:sp>
            <p:nvSpPr>
              <p:cNvPr id="94" name="Freeform 9"/>
              <p:cNvSpPr/>
              <p:nvPr/>
            </p:nvSpPr>
            <p:spPr bwMode="auto">
              <a:xfrm>
                <a:off x="7900988" y="2283558"/>
                <a:ext cx="1700212" cy="327025"/>
              </a:xfrm>
              <a:custGeom>
                <a:avLst/>
                <a:gdLst>
                  <a:gd name="T0" fmla="*/ 442 w 450"/>
                  <a:gd name="T1" fmla="*/ 18 h 86"/>
                  <a:gd name="T2" fmla="*/ 393 w 450"/>
                  <a:gd name="T3" fmla="*/ 68 h 86"/>
                  <a:gd name="T4" fmla="*/ 367 w 450"/>
                  <a:gd name="T5" fmla="*/ 61 h 86"/>
                  <a:gd name="T6" fmla="*/ 340 w 450"/>
                  <a:gd name="T7" fmla="*/ 68 h 86"/>
                  <a:gd name="T8" fmla="*/ 307 w 450"/>
                  <a:gd name="T9" fmla="*/ 58 h 86"/>
                  <a:gd name="T10" fmla="*/ 268 w 450"/>
                  <a:gd name="T11" fmla="*/ 73 h 86"/>
                  <a:gd name="T12" fmla="*/ 236 w 450"/>
                  <a:gd name="T13" fmla="*/ 63 h 86"/>
                  <a:gd name="T14" fmla="*/ 204 w 450"/>
                  <a:gd name="T15" fmla="*/ 73 h 86"/>
                  <a:gd name="T16" fmla="*/ 160 w 450"/>
                  <a:gd name="T17" fmla="*/ 52 h 86"/>
                  <a:gd name="T18" fmla="*/ 117 w 450"/>
                  <a:gd name="T19" fmla="*/ 71 h 86"/>
                  <a:gd name="T20" fmla="*/ 75 w 450"/>
                  <a:gd name="T21" fmla="*/ 53 h 86"/>
                  <a:gd name="T22" fmla="*/ 39 w 450"/>
                  <a:gd name="T23" fmla="*/ 68 h 86"/>
                  <a:gd name="T24" fmla="*/ 0 w 450"/>
                  <a:gd name="T25" fmla="*/ 50 h 86"/>
                  <a:gd name="T26" fmla="*/ 47 w 450"/>
                  <a:gd name="T27" fmla="*/ 82 h 86"/>
                  <a:gd name="T28" fmla="*/ 83 w 450"/>
                  <a:gd name="T29" fmla="*/ 66 h 86"/>
                  <a:gd name="T30" fmla="*/ 125 w 450"/>
                  <a:gd name="T31" fmla="*/ 84 h 86"/>
                  <a:gd name="T32" fmla="*/ 168 w 450"/>
                  <a:gd name="T33" fmla="*/ 65 h 86"/>
                  <a:gd name="T34" fmla="*/ 212 w 450"/>
                  <a:gd name="T35" fmla="*/ 86 h 86"/>
                  <a:gd name="T36" fmla="*/ 244 w 450"/>
                  <a:gd name="T37" fmla="*/ 76 h 86"/>
                  <a:gd name="T38" fmla="*/ 276 w 450"/>
                  <a:gd name="T39" fmla="*/ 86 h 86"/>
                  <a:gd name="T40" fmla="*/ 315 w 450"/>
                  <a:gd name="T41" fmla="*/ 71 h 86"/>
                  <a:gd name="T42" fmla="*/ 348 w 450"/>
                  <a:gd name="T43" fmla="*/ 82 h 86"/>
                  <a:gd name="T44" fmla="*/ 376 w 450"/>
                  <a:gd name="T45" fmla="*/ 75 h 86"/>
                  <a:gd name="T46" fmla="*/ 401 w 450"/>
                  <a:gd name="T47" fmla="*/ 82 h 86"/>
                  <a:gd name="T48" fmla="*/ 450 w 450"/>
                  <a:gd name="T49" fmla="*/ 32 h 86"/>
                  <a:gd name="T50" fmla="*/ 439 w 450"/>
                  <a:gd name="T51" fmla="*/ 0 h 86"/>
                  <a:gd name="T52" fmla="*/ 442 w 450"/>
                  <a:gd name="T53" fmla="*/ 18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50" h="86">
                    <a:moveTo>
                      <a:pt x="442" y="18"/>
                    </a:moveTo>
                    <a:cubicBezTo>
                      <a:pt x="442" y="46"/>
                      <a:pt x="420" y="68"/>
                      <a:pt x="393" y="68"/>
                    </a:cubicBezTo>
                    <a:cubicBezTo>
                      <a:pt x="383" y="68"/>
                      <a:pt x="375" y="66"/>
                      <a:pt x="367" y="61"/>
                    </a:cubicBezTo>
                    <a:cubicBezTo>
                      <a:pt x="359" y="66"/>
                      <a:pt x="350" y="68"/>
                      <a:pt x="340" y="68"/>
                    </a:cubicBezTo>
                    <a:cubicBezTo>
                      <a:pt x="328" y="68"/>
                      <a:pt x="316" y="64"/>
                      <a:pt x="307" y="58"/>
                    </a:cubicBezTo>
                    <a:cubicBezTo>
                      <a:pt x="297" y="67"/>
                      <a:pt x="283" y="73"/>
                      <a:pt x="268" y="73"/>
                    </a:cubicBezTo>
                    <a:cubicBezTo>
                      <a:pt x="256" y="73"/>
                      <a:pt x="245" y="69"/>
                      <a:pt x="236" y="63"/>
                    </a:cubicBezTo>
                    <a:cubicBezTo>
                      <a:pt x="227" y="69"/>
                      <a:pt x="216" y="73"/>
                      <a:pt x="204" y="73"/>
                    </a:cubicBezTo>
                    <a:cubicBezTo>
                      <a:pt x="186" y="73"/>
                      <a:pt x="170" y="65"/>
                      <a:pt x="160" y="52"/>
                    </a:cubicBezTo>
                    <a:cubicBezTo>
                      <a:pt x="149" y="64"/>
                      <a:pt x="134" y="71"/>
                      <a:pt x="117" y="71"/>
                    </a:cubicBezTo>
                    <a:cubicBezTo>
                      <a:pt x="100" y="71"/>
                      <a:pt x="85" y="64"/>
                      <a:pt x="75" y="53"/>
                    </a:cubicBezTo>
                    <a:cubicBezTo>
                      <a:pt x="66" y="62"/>
                      <a:pt x="53" y="68"/>
                      <a:pt x="39" y="68"/>
                    </a:cubicBezTo>
                    <a:cubicBezTo>
                      <a:pt x="23" y="68"/>
                      <a:pt x="10" y="61"/>
                      <a:pt x="0" y="50"/>
                    </a:cubicBezTo>
                    <a:cubicBezTo>
                      <a:pt x="8" y="69"/>
                      <a:pt x="26" y="82"/>
                      <a:pt x="47" y="82"/>
                    </a:cubicBezTo>
                    <a:cubicBezTo>
                      <a:pt x="61" y="82"/>
                      <a:pt x="74" y="76"/>
                      <a:pt x="83" y="66"/>
                    </a:cubicBezTo>
                    <a:cubicBezTo>
                      <a:pt x="93" y="77"/>
                      <a:pt x="108" y="84"/>
                      <a:pt x="125" y="84"/>
                    </a:cubicBezTo>
                    <a:cubicBezTo>
                      <a:pt x="142" y="84"/>
                      <a:pt x="157" y="77"/>
                      <a:pt x="168" y="65"/>
                    </a:cubicBezTo>
                    <a:cubicBezTo>
                      <a:pt x="178" y="78"/>
                      <a:pt x="194" y="86"/>
                      <a:pt x="212" y="86"/>
                    </a:cubicBezTo>
                    <a:cubicBezTo>
                      <a:pt x="224" y="86"/>
                      <a:pt x="235" y="82"/>
                      <a:pt x="244" y="76"/>
                    </a:cubicBezTo>
                    <a:cubicBezTo>
                      <a:pt x="253" y="82"/>
                      <a:pt x="264" y="86"/>
                      <a:pt x="276" y="86"/>
                    </a:cubicBezTo>
                    <a:cubicBezTo>
                      <a:pt x="291" y="86"/>
                      <a:pt x="305" y="80"/>
                      <a:pt x="315" y="71"/>
                    </a:cubicBezTo>
                    <a:cubicBezTo>
                      <a:pt x="324" y="78"/>
                      <a:pt x="336" y="82"/>
                      <a:pt x="348" y="82"/>
                    </a:cubicBezTo>
                    <a:cubicBezTo>
                      <a:pt x="358" y="82"/>
                      <a:pt x="367" y="79"/>
                      <a:pt x="376" y="75"/>
                    </a:cubicBezTo>
                    <a:cubicBezTo>
                      <a:pt x="383" y="79"/>
                      <a:pt x="391" y="82"/>
                      <a:pt x="401" y="82"/>
                    </a:cubicBezTo>
                    <a:cubicBezTo>
                      <a:pt x="428" y="82"/>
                      <a:pt x="450" y="59"/>
                      <a:pt x="450" y="32"/>
                    </a:cubicBezTo>
                    <a:cubicBezTo>
                      <a:pt x="450" y="19"/>
                      <a:pt x="446" y="8"/>
                      <a:pt x="439" y="0"/>
                    </a:cubicBezTo>
                    <a:cubicBezTo>
                      <a:pt x="441" y="5"/>
                      <a:pt x="442" y="12"/>
                      <a:pt x="442" y="18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5" name="Freeform 11"/>
              <p:cNvSpPr/>
              <p:nvPr/>
            </p:nvSpPr>
            <p:spPr bwMode="auto">
              <a:xfrm>
                <a:off x="7859713" y="1771650"/>
                <a:ext cx="1711325" cy="798513"/>
              </a:xfrm>
              <a:custGeom>
                <a:avLst/>
                <a:gdLst>
                  <a:gd name="T0" fmla="*/ 50 w 453"/>
                  <a:gd name="T1" fmla="*/ 205 h 210"/>
                  <a:gd name="T2" fmla="*/ 86 w 453"/>
                  <a:gd name="T3" fmla="*/ 190 h 210"/>
                  <a:gd name="T4" fmla="*/ 128 w 453"/>
                  <a:gd name="T5" fmla="*/ 208 h 210"/>
                  <a:gd name="T6" fmla="*/ 171 w 453"/>
                  <a:gd name="T7" fmla="*/ 189 h 210"/>
                  <a:gd name="T8" fmla="*/ 215 w 453"/>
                  <a:gd name="T9" fmla="*/ 210 h 210"/>
                  <a:gd name="T10" fmla="*/ 247 w 453"/>
                  <a:gd name="T11" fmla="*/ 200 h 210"/>
                  <a:gd name="T12" fmla="*/ 279 w 453"/>
                  <a:gd name="T13" fmla="*/ 210 h 210"/>
                  <a:gd name="T14" fmla="*/ 318 w 453"/>
                  <a:gd name="T15" fmla="*/ 195 h 210"/>
                  <a:gd name="T16" fmla="*/ 351 w 453"/>
                  <a:gd name="T17" fmla="*/ 205 h 210"/>
                  <a:gd name="T18" fmla="*/ 378 w 453"/>
                  <a:gd name="T19" fmla="*/ 198 h 210"/>
                  <a:gd name="T20" fmla="*/ 404 w 453"/>
                  <a:gd name="T21" fmla="*/ 205 h 210"/>
                  <a:gd name="T22" fmla="*/ 453 w 453"/>
                  <a:gd name="T23" fmla="*/ 155 h 210"/>
                  <a:gd name="T24" fmla="*/ 450 w 453"/>
                  <a:gd name="T25" fmla="*/ 137 h 210"/>
                  <a:gd name="T26" fmla="*/ 404 w 453"/>
                  <a:gd name="T27" fmla="*/ 105 h 210"/>
                  <a:gd name="T28" fmla="*/ 393 w 453"/>
                  <a:gd name="T29" fmla="*/ 107 h 210"/>
                  <a:gd name="T30" fmla="*/ 362 w 453"/>
                  <a:gd name="T31" fmla="*/ 90 h 210"/>
                  <a:gd name="T32" fmla="*/ 357 w 453"/>
                  <a:gd name="T33" fmla="*/ 90 h 210"/>
                  <a:gd name="T34" fmla="*/ 352 w 453"/>
                  <a:gd name="T35" fmla="*/ 72 h 210"/>
                  <a:gd name="T36" fmla="*/ 304 w 453"/>
                  <a:gd name="T37" fmla="*/ 37 h 210"/>
                  <a:gd name="T38" fmla="*/ 242 w 453"/>
                  <a:gd name="T39" fmla="*/ 0 h 210"/>
                  <a:gd name="T40" fmla="*/ 175 w 453"/>
                  <a:gd name="T41" fmla="*/ 50 h 210"/>
                  <a:gd name="T42" fmla="*/ 163 w 453"/>
                  <a:gd name="T43" fmla="*/ 49 h 210"/>
                  <a:gd name="T44" fmla="*/ 112 w 453"/>
                  <a:gd name="T45" fmla="*/ 95 h 210"/>
                  <a:gd name="T46" fmla="*/ 81 w 453"/>
                  <a:gd name="T47" fmla="*/ 117 h 210"/>
                  <a:gd name="T48" fmla="*/ 50 w 453"/>
                  <a:gd name="T49" fmla="*/ 105 h 210"/>
                  <a:gd name="T50" fmla="*/ 0 w 453"/>
                  <a:gd name="T51" fmla="*/ 155 h 210"/>
                  <a:gd name="T52" fmla="*/ 11 w 453"/>
                  <a:gd name="T53" fmla="*/ 187 h 210"/>
                  <a:gd name="T54" fmla="*/ 50 w 453"/>
                  <a:gd name="T55" fmla="*/ 2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53" h="210">
                    <a:moveTo>
                      <a:pt x="50" y="205"/>
                    </a:moveTo>
                    <a:cubicBezTo>
                      <a:pt x="64" y="205"/>
                      <a:pt x="77" y="199"/>
                      <a:pt x="86" y="190"/>
                    </a:cubicBezTo>
                    <a:cubicBezTo>
                      <a:pt x="96" y="201"/>
                      <a:pt x="111" y="208"/>
                      <a:pt x="128" y="208"/>
                    </a:cubicBezTo>
                    <a:cubicBezTo>
                      <a:pt x="145" y="208"/>
                      <a:pt x="160" y="201"/>
                      <a:pt x="171" y="189"/>
                    </a:cubicBezTo>
                    <a:cubicBezTo>
                      <a:pt x="181" y="202"/>
                      <a:pt x="197" y="210"/>
                      <a:pt x="215" y="210"/>
                    </a:cubicBezTo>
                    <a:cubicBezTo>
                      <a:pt x="227" y="210"/>
                      <a:pt x="238" y="206"/>
                      <a:pt x="247" y="200"/>
                    </a:cubicBezTo>
                    <a:cubicBezTo>
                      <a:pt x="256" y="206"/>
                      <a:pt x="267" y="210"/>
                      <a:pt x="279" y="210"/>
                    </a:cubicBezTo>
                    <a:cubicBezTo>
                      <a:pt x="294" y="210"/>
                      <a:pt x="308" y="204"/>
                      <a:pt x="318" y="195"/>
                    </a:cubicBezTo>
                    <a:cubicBezTo>
                      <a:pt x="327" y="201"/>
                      <a:pt x="339" y="205"/>
                      <a:pt x="351" y="205"/>
                    </a:cubicBezTo>
                    <a:cubicBezTo>
                      <a:pt x="361" y="205"/>
                      <a:pt x="370" y="203"/>
                      <a:pt x="378" y="198"/>
                    </a:cubicBezTo>
                    <a:cubicBezTo>
                      <a:pt x="386" y="203"/>
                      <a:pt x="394" y="205"/>
                      <a:pt x="404" y="205"/>
                    </a:cubicBezTo>
                    <a:cubicBezTo>
                      <a:pt x="431" y="205"/>
                      <a:pt x="453" y="183"/>
                      <a:pt x="453" y="155"/>
                    </a:cubicBezTo>
                    <a:cubicBezTo>
                      <a:pt x="453" y="149"/>
                      <a:pt x="452" y="142"/>
                      <a:pt x="450" y="137"/>
                    </a:cubicBezTo>
                    <a:cubicBezTo>
                      <a:pt x="442" y="118"/>
                      <a:pt x="424" y="105"/>
                      <a:pt x="404" y="105"/>
                    </a:cubicBezTo>
                    <a:cubicBezTo>
                      <a:pt x="400" y="105"/>
                      <a:pt x="396" y="106"/>
                      <a:pt x="393" y="107"/>
                    </a:cubicBezTo>
                    <a:cubicBezTo>
                      <a:pt x="384" y="98"/>
                      <a:pt x="374" y="93"/>
                      <a:pt x="362" y="90"/>
                    </a:cubicBezTo>
                    <a:cubicBezTo>
                      <a:pt x="360" y="90"/>
                      <a:pt x="358" y="90"/>
                      <a:pt x="357" y="90"/>
                    </a:cubicBezTo>
                    <a:cubicBezTo>
                      <a:pt x="356" y="84"/>
                      <a:pt x="355" y="78"/>
                      <a:pt x="352" y="72"/>
                    </a:cubicBezTo>
                    <a:cubicBezTo>
                      <a:pt x="344" y="53"/>
                      <a:pt x="326" y="39"/>
                      <a:pt x="304" y="37"/>
                    </a:cubicBezTo>
                    <a:cubicBezTo>
                      <a:pt x="293" y="15"/>
                      <a:pt x="269" y="0"/>
                      <a:pt x="242" y="0"/>
                    </a:cubicBezTo>
                    <a:cubicBezTo>
                      <a:pt x="211" y="0"/>
                      <a:pt x="184" y="21"/>
                      <a:pt x="175" y="50"/>
                    </a:cubicBezTo>
                    <a:cubicBezTo>
                      <a:pt x="171" y="49"/>
                      <a:pt x="167" y="49"/>
                      <a:pt x="163" y="49"/>
                    </a:cubicBezTo>
                    <a:cubicBezTo>
                      <a:pt x="137" y="49"/>
                      <a:pt x="115" y="69"/>
                      <a:pt x="112" y="95"/>
                    </a:cubicBezTo>
                    <a:cubicBezTo>
                      <a:pt x="99" y="98"/>
                      <a:pt x="88" y="106"/>
                      <a:pt x="81" y="117"/>
                    </a:cubicBezTo>
                    <a:cubicBezTo>
                      <a:pt x="72" y="110"/>
                      <a:pt x="62" y="105"/>
                      <a:pt x="50" y="105"/>
                    </a:cubicBezTo>
                    <a:cubicBezTo>
                      <a:pt x="22" y="105"/>
                      <a:pt x="0" y="128"/>
                      <a:pt x="0" y="155"/>
                    </a:cubicBezTo>
                    <a:cubicBezTo>
                      <a:pt x="0" y="167"/>
                      <a:pt x="4" y="179"/>
                      <a:pt x="11" y="187"/>
                    </a:cubicBezTo>
                    <a:cubicBezTo>
                      <a:pt x="21" y="198"/>
                      <a:pt x="34" y="205"/>
                      <a:pt x="50" y="2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5404799" y="3596411"/>
              <a:ext cx="13644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WORK &amp; PLAY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309911" y="3258957"/>
            <a:ext cx="1667693" cy="803384"/>
            <a:chOff x="8309911" y="3258957"/>
            <a:chExt cx="1667693" cy="803384"/>
          </a:xfrm>
        </p:grpSpPr>
        <p:grpSp>
          <p:nvGrpSpPr>
            <p:cNvPr id="96" name="Group 95"/>
            <p:cNvGrpSpPr/>
            <p:nvPr/>
          </p:nvGrpSpPr>
          <p:grpSpPr>
            <a:xfrm>
              <a:off x="8309911" y="3258957"/>
              <a:ext cx="1667693" cy="803384"/>
              <a:chOff x="7859713" y="1771650"/>
              <a:chExt cx="1741487" cy="838933"/>
            </a:xfrm>
          </p:grpSpPr>
          <p:sp>
            <p:nvSpPr>
              <p:cNvPr id="97" name="Freeform 9"/>
              <p:cNvSpPr/>
              <p:nvPr/>
            </p:nvSpPr>
            <p:spPr bwMode="auto">
              <a:xfrm>
                <a:off x="7900988" y="2283558"/>
                <a:ext cx="1700212" cy="327025"/>
              </a:xfrm>
              <a:custGeom>
                <a:avLst/>
                <a:gdLst>
                  <a:gd name="T0" fmla="*/ 442 w 450"/>
                  <a:gd name="T1" fmla="*/ 18 h 86"/>
                  <a:gd name="T2" fmla="*/ 393 w 450"/>
                  <a:gd name="T3" fmla="*/ 68 h 86"/>
                  <a:gd name="T4" fmla="*/ 367 w 450"/>
                  <a:gd name="T5" fmla="*/ 61 h 86"/>
                  <a:gd name="T6" fmla="*/ 340 w 450"/>
                  <a:gd name="T7" fmla="*/ 68 h 86"/>
                  <a:gd name="T8" fmla="*/ 307 w 450"/>
                  <a:gd name="T9" fmla="*/ 58 h 86"/>
                  <a:gd name="T10" fmla="*/ 268 w 450"/>
                  <a:gd name="T11" fmla="*/ 73 h 86"/>
                  <a:gd name="T12" fmla="*/ 236 w 450"/>
                  <a:gd name="T13" fmla="*/ 63 h 86"/>
                  <a:gd name="T14" fmla="*/ 204 w 450"/>
                  <a:gd name="T15" fmla="*/ 73 h 86"/>
                  <a:gd name="T16" fmla="*/ 160 w 450"/>
                  <a:gd name="T17" fmla="*/ 52 h 86"/>
                  <a:gd name="T18" fmla="*/ 117 w 450"/>
                  <a:gd name="T19" fmla="*/ 71 h 86"/>
                  <a:gd name="T20" fmla="*/ 75 w 450"/>
                  <a:gd name="T21" fmla="*/ 53 h 86"/>
                  <a:gd name="T22" fmla="*/ 39 w 450"/>
                  <a:gd name="T23" fmla="*/ 68 h 86"/>
                  <a:gd name="T24" fmla="*/ 0 w 450"/>
                  <a:gd name="T25" fmla="*/ 50 h 86"/>
                  <a:gd name="T26" fmla="*/ 47 w 450"/>
                  <a:gd name="T27" fmla="*/ 82 h 86"/>
                  <a:gd name="T28" fmla="*/ 83 w 450"/>
                  <a:gd name="T29" fmla="*/ 66 h 86"/>
                  <a:gd name="T30" fmla="*/ 125 w 450"/>
                  <a:gd name="T31" fmla="*/ 84 h 86"/>
                  <a:gd name="T32" fmla="*/ 168 w 450"/>
                  <a:gd name="T33" fmla="*/ 65 h 86"/>
                  <a:gd name="T34" fmla="*/ 212 w 450"/>
                  <a:gd name="T35" fmla="*/ 86 h 86"/>
                  <a:gd name="T36" fmla="*/ 244 w 450"/>
                  <a:gd name="T37" fmla="*/ 76 h 86"/>
                  <a:gd name="T38" fmla="*/ 276 w 450"/>
                  <a:gd name="T39" fmla="*/ 86 h 86"/>
                  <a:gd name="T40" fmla="*/ 315 w 450"/>
                  <a:gd name="T41" fmla="*/ 71 h 86"/>
                  <a:gd name="T42" fmla="*/ 348 w 450"/>
                  <a:gd name="T43" fmla="*/ 82 h 86"/>
                  <a:gd name="T44" fmla="*/ 376 w 450"/>
                  <a:gd name="T45" fmla="*/ 75 h 86"/>
                  <a:gd name="T46" fmla="*/ 401 w 450"/>
                  <a:gd name="T47" fmla="*/ 82 h 86"/>
                  <a:gd name="T48" fmla="*/ 450 w 450"/>
                  <a:gd name="T49" fmla="*/ 32 h 86"/>
                  <a:gd name="T50" fmla="*/ 439 w 450"/>
                  <a:gd name="T51" fmla="*/ 0 h 86"/>
                  <a:gd name="T52" fmla="*/ 442 w 450"/>
                  <a:gd name="T53" fmla="*/ 18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50" h="86">
                    <a:moveTo>
                      <a:pt x="442" y="18"/>
                    </a:moveTo>
                    <a:cubicBezTo>
                      <a:pt x="442" y="46"/>
                      <a:pt x="420" y="68"/>
                      <a:pt x="393" y="68"/>
                    </a:cubicBezTo>
                    <a:cubicBezTo>
                      <a:pt x="383" y="68"/>
                      <a:pt x="375" y="66"/>
                      <a:pt x="367" y="61"/>
                    </a:cubicBezTo>
                    <a:cubicBezTo>
                      <a:pt x="359" y="66"/>
                      <a:pt x="350" y="68"/>
                      <a:pt x="340" y="68"/>
                    </a:cubicBezTo>
                    <a:cubicBezTo>
                      <a:pt x="328" y="68"/>
                      <a:pt x="316" y="64"/>
                      <a:pt x="307" y="58"/>
                    </a:cubicBezTo>
                    <a:cubicBezTo>
                      <a:pt x="297" y="67"/>
                      <a:pt x="283" y="73"/>
                      <a:pt x="268" y="73"/>
                    </a:cubicBezTo>
                    <a:cubicBezTo>
                      <a:pt x="256" y="73"/>
                      <a:pt x="245" y="69"/>
                      <a:pt x="236" y="63"/>
                    </a:cubicBezTo>
                    <a:cubicBezTo>
                      <a:pt x="227" y="69"/>
                      <a:pt x="216" y="73"/>
                      <a:pt x="204" y="73"/>
                    </a:cubicBezTo>
                    <a:cubicBezTo>
                      <a:pt x="186" y="73"/>
                      <a:pt x="170" y="65"/>
                      <a:pt x="160" y="52"/>
                    </a:cubicBezTo>
                    <a:cubicBezTo>
                      <a:pt x="149" y="64"/>
                      <a:pt x="134" y="71"/>
                      <a:pt x="117" y="71"/>
                    </a:cubicBezTo>
                    <a:cubicBezTo>
                      <a:pt x="100" y="71"/>
                      <a:pt x="85" y="64"/>
                      <a:pt x="75" y="53"/>
                    </a:cubicBezTo>
                    <a:cubicBezTo>
                      <a:pt x="66" y="62"/>
                      <a:pt x="53" y="68"/>
                      <a:pt x="39" y="68"/>
                    </a:cubicBezTo>
                    <a:cubicBezTo>
                      <a:pt x="23" y="68"/>
                      <a:pt x="10" y="61"/>
                      <a:pt x="0" y="50"/>
                    </a:cubicBezTo>
                    <a:cubicBezTo>
                      <a:pt x="8" y="69"/>
                      <a:pt x="26" y="82"/>
                      <a:pt x="47" y="82"/>
                    </a:cubicBezTo>
                    <a:cubicBezTo>
                      <a:pt x="61" y="82"/>
                      <a:pt x="74" y="76"/>
                      <a:pt x="83" y="66"/>
                    </a:cubicBezTo>
                    <a:cubicBezTo>
                      <a:pt x="93" y="77"/>
                      <a:pt x="108" y="84"/>
                      <a:pt x="125" y="84"/>
                    </a:cubicBezTo>
                    <a:cubicBezTo>
                      <a:pt x="142" y="84"/>
                      <a:pt x="157" y="77"/>
                      <a:pt x="168" y="65"/>
                    </a:cubicBezTo>
                    <a:cubicBezTo>
                      <a:pt x="178" y="78"/>
                      <a:pt x="194" y="86"/>
                      <a:pt x="212" y="86"/>
                    </a:cubicBezTo>
                    <a:cubicBezTo>
                      <a:pt x="224" y="86"/>
                      <a:pt x="235" y="82"/>
                      <a:pt x="244" y="76"/>
                    </a:cubicBezTo>
                    <a:cubicBezTo>
                      <a:pt x="253" y="82"/>
                      <a:pt x="264" y="86"/>
                      <a:pt x="276" y="86"/>
                    </a:cubicBezTo>
                    <a:cubicBezTo>
                      <a:pt x="291" y="86"/>
                      <a:pt x="305" y="80"/>
                      <a:pt x="315" y="71"/>
                    </a:cubicBezTo>
                    <a:cubicBezTo>
                      <a:pt x="324" y="78"/>
                      <a:pt x="336" y="82"/>
                      <a:pt x="348" y="82"/>
                    </a:cubicBezTo>
                    <a:cubicBezTo>
                      <a:pt x="358" y="82"/>
                      <a:pt x="367" y="79"/>
                      <a:pt x="376" y="75"/>
                    </a:cubicBezTo>
                    <a:cubicBezTo>
                      <a:pt x="383" y="79"/>
                      <a:pt x="391" y="82"/>
                      <a:pt x="401" y="82"/>
                    </a:cubicBezTo>
                    <a:cubicBezTo>
                      <a:pt x="428" y="82"/>
                      <a:pt x="450" y="59"/>
                      <a:pt x="450" y="32"/>
                    </a:cubicBezTo>
                    <a:cubicBezTo>
                      <a:pt x="450" y="19"/>
                      <a:pt x="446" y="8"/>
                      <a:pt x="439" y="0"/>
                    </a:cubicBezTo>
                    <a:cubicBezTo>
                      <a:pt x="441" y="5"/>
                      <a:pt x="442" y="12"/>
                      <a:pt x="442" y="18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8" name="Freeform 11"/>
              <p:cNvSpPr/>
              <p:nvPr/>
            </p:nvSpPr>
            <p:spPr bwMode="auto">
              <a:xfrm>
                <a:off x="7859713" y="1771650"/>
                <a:ext cx="1711325" cy="798513"/>
              </a:xfrm>
              <a:custGeom>
                <a:avLst/>
                <a:gdLst>
                  <a:gd name="T0" fmla="*/ 50 w 453"/>
                  <a:gd name="T1" fmla="*/ 205 h 210"/>
                  <a:gd name="T2" fmla="*/ 86 w 453"/>
                  <a:gd name="T3" fmla="*/ 190 h 210"/>
                  <a:gd name="T4" fmla="*/ 128 w 453"/>
                  <a:gd name="T5" fmla="*/ 208 h 210"/>
                  <a:gd name="T6" fmla="*/ 171 w 453"/>
                  <a:gd name="T7" fmla="*/ 189 h 210"/>
                  <a:gd name="T8" fmla="*/ 215 w 453"/>
                  <a:gd name="T9" fmla="*/ 210 h 210"/>
                  <a:gd name="T10" fmla="*/ 247 w 453"/>
                  <a:gd name="T11" fmla="*/ 200 h 210"/>
                  <a:gd name="T12" fmla="*/ 279 w 453"/>
                  <a:gd name="T13" fmla="*/ 210 h 210"/>
                  <a:gd name="T14" fmla="*/ 318 w 453"/>
                  <a:gd name="T15" fmla="*/ 195 h 210"/>
                  <a:gd name="T16" fmla="*/ 351 w 453"/>
                  <a:gd name="T17" fmla="*/ 205 h 210"/>
                  <a:gd name="T18" fmla="*/ 378 w 453"/>
                  <a:gd name="T19" fmla="*/ 198 h 210"/>
                  <a:gd name="T20" fmla="*/ 404 w 453"/>
                  <a:gd name="T21" fmla="*/ 205 h 210"/>
                  <a:gd name="T22" fmla="*/ 453 w 453"/>
                  <a:gd name="T23" fmla="*/ 155 h 210"/>
                  <a:gd name="T24" fmla="*/ 450 w 453"/>
                  <a:gd name="T25" fmla="*/ 137 h 210"/>
                  <a:gd name="T26" fmla="*/ 404 w 453"/>
                  <a:gd name="T27" fmla="*/ 105 h 210"/>
                  <a:gd name="T28" fmla="*/ 393 w 453"/>
                  <a:gd name="T29" fmla="*/ 107 h 210"/>
                  <a:gd name="T30" fmla="*/ 362 w 453"/>
                  <a:gd name="T31" fmla="*/ 90 h 210"/>
                  <a:gd name="T32" fmla="*/ 357 w 453"/>
                  <a:gd name="T33" fmla="*/ 90 h 210"/>
                  <a:gd name="T34" fmla="*/ 352 w 453"/>
                  <a:gd name="T35" fmla="*/ 72 h 210"/>
                  <a:gd name="T36" fmla="*/ 304 w 453"/>
                  <a:gd name="T37" fmla="*/ 37 h 210"/>
                  <a:gd name="T38" fmla="*/ 242 w 453"/>
                  <a:gd name="T39" fmla="*/ 0 h 210"/>
                  <a:gd name="T40" fmla="*/ 175 w 453"/>
                  <a:gd name="T41" fmla="*/ 50 h 210"/>
                  <a:gd name="T42" fmla="*/ 163 w 453"/>
                  <a:gd name="T43" fmla="*/ 49 h 210"/>
                  <a:gd name="T44" fmla="*/ 112 w 453"/>
                  <a:gd name="T45" fmla="*/ 95 h 210"/>
                  <a:gd name="T46" fmla="*/ 81 w 453"/>
                  <a:gd name="T47" fmla="*/ 117 h 210"/>
                  <a:gd name="T48" fmla="*/ 50 w 453"/>
                  <a:gd name="T49" fmla="*/ 105 h 210"/>
                  <a:gd name="T50" fmla="*/ 0 w 453"/>
                  <a:gd name="T51" fmla="*/ 155 h 210"/>
                  <a:gd name="T52" fmla="*/ 11 w 453"/>
                  <a:gd name="T53" fmla="*/ 187 h 210"/>
                  <a:gd name="T54" fmla="*/ 50 w 453"/>
                  <a:gd name="T55" fmla="*/ 205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53" h="210">
                    <a:moveTo>
                      <a:pt x="50" y="205"/>
                    </a:moveTo>
                    <a:cubicBezTo>
                      <a:pt x="64" y="205"/>
                      <a:pt x="77" y="199"/>
                      <a:pt x="86" y="190"/>
                    </a:cubicBezTo>
                    <a:cubicBezTo>
                      <a:pt x="96" y="201"/>
                      <a:pt x="111" y="208"/>
                      <a:pt x="128" y="208"/>
                    </a:cubicBezTo>
                    <a:cubicBezTo>
                      <a:pt x="145" y="208"/>
                      <a:pt x="160" y="201"/>
                      <a:pt x="171" y="189"/>
                    </a:cubicBezTo>
                    <a:cubicBezTo>
                      <a:pt x="181" y="202"/>
                      <a:pt x="197" y="210"/>
                      <a:pt x="215" y="210"/>
                    </a:cubicBezTo>
                    <a:cubicBezTo>
                      <a:pt x="227" y="210"/>
                      <a:pt x="238" y="206"/>
                      <a:pt x="247" y="200"/>
                    </a:cubicBezTo>
                    <a:cubicBezTo>
                      <a:pt x="256" y="206"/>
                      <a:pt x="267" y="210"/>
                      <a:pt x="279" y="210"/>
                    </a:cubicBezTo>
                    <a:cubicBezTo>
                      <a:pt x="294" y="210"/>
                      <a:pt x="308" y="204"/>
                      <a:pt x="318" y="195"/>
                    </a:cubicBezTo>
                    <a:cubicBezTo>
                      <a:pt x="327" y="201"/>
                      <a:pt x="339" y="205"/>
                      <a:pt x="351" y="205"/>
                    </a:cubicBezTo>
                    <a:cubicBezTo>
                      <a:pt x="361" y="205"/>
                      <a:pt x="370" y="203"/>
                      <a:pt x="378" y="198"/>
                    </a:cubicBezTo>
                    <a:cubicBezTo>
                      <a:pt x="386" y="203"/>
                      <a:pt x="394" y="205"/>
                      <a:pt x="404" y="205"/>
                    </a:cubicBezTo>
                    <a:cubicBezTo>
                      <a:pt x="431" y="205"/>
                      <a:pt x="453" y="183"/>
                      <a:pt x="453" y="155"/>
                    </a:cubicBezTo>
                    <a:cubicBezTo>
                      <a:pt x="453" y="149"/>
                      <a:pt x="452" y="142"/>
                      <a:pt x="450" y="137"/>
                    </a:cubicBezTo>
                    <a:cubicBezTo>
                      <a:pt x="442" y="118"/>
                      <a:pt x="424" y="105"/>
                      <a:pt x="404" y="105"/>
                    </a:cubicBezTo>
                    <a:cubicBezTo>
                      <a:pt x="400" y="105"/>
                      <a:pt x="396" y="106"/>
                      <a:pt x="393" y="107"/>
                    </a:cubicBezTo>
                    <a:cubicBezTo>
                      <a:pt x="384" y="98"/>
                      <a:pt x="374" y="93"/>
                      <a:pt x="362" y="90"/>
                    </a:cubicBezTo>
                    <a:cubicBezTo>
                      <a:pt x="360" y="90"/>
                      <a:pt x="358" y="90"/>
                      <a:pt x="357" y="90"/>
                    </a:cubicBezTo>
                    <a:cubicBezTo>
                      <a:pt x="356" y="84"/>
                      <a:pt x="355" y="78"/>
                      <a:pt x="352" y="72"/>
                    </a:cubicBezTo>
                    <a:cubicBezTo>
                      <a:pt x="344" y="53"/>
                      <a:pt x="326" y="39"/>
                      <a:pt x="304" y="37"/>
                    </a:cubicBezTo>
                    <a:cubicBezTo>
                      <a:pt x="293" y="15"/>
                      <a:pt x="269" y="0"/>
                      <a:pt x="242" y="0"/>
                    </a:cubicBezTo>
                    <a:cubicBezTo>
                      <a:pt x="211" y="0"/>
                      <a:pt x="184" y="21"/>
                      <a:pt x="175" y="50"/>
                    </a:cubicBezTo>
                    <a:cubicBezTo>
                      <a:pt x="171" y="49"/>
                      <a:pt x="167" y="49"/>
                      <a:pt x="163" y="49"/>
                    </a:cubicBezTo>
                    <a:cubicBezTo>
                      <a:pt x="137" y="49"/>
                      <a:pt x="115" y="69"/>
                      <a:pt x="112" y="95"/>
                    </a:cubicBezTo>
                    <a:cubicBezTo>
                      <a:pt x="99" y="98"/>
                      <a:pt x="88" y="106"/>
                      <a:pt x="81" y="117"/>
                    </a:cubicBezTo>
                    <a:cubicBezTo>
                      <a:pt x="72" y="110"/>
                      <a:pt x="62" y="105"/>
                      <a:pt x="50" y="105"/>
                    </a:cubicBezTo>
                    <a:cubicBezTo>
                      <a:pt x="22" y="105"/>
                      <a:pt x="0" y="128"/>
                      <a:pt x="0" y="155"/>
                    </a:cubicBezTo>
                    <a:cubicBezTo>
                      <a:pt x="0" y="167"/>
                      <a:pt x="4" y="179"/>
                      <a:pt x="11" y="187"/>
                    </a:cubicBezTo>
                    <a:cubicBezTo>
                      <a:pt x="21" y="198"/>
                      <a:pt x="34" y="205"/>
                      <a:pt x="50" y="20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8859193" y="3596411"/>
              <a:ext cx="7088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WORK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0"/>
                            </p:stCondLst>
                            <p:childTnLst>
                              <p:par>
                                <p:cTn id="10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6"/>
          <p:cNvSpPr/>
          <p:nvPr/>
        </p:nvSpPr>
        <p:spPr bwMode="auto">
          <a:xfrm>
            <a:off x="5332174" y="2438409"/>
            <a:ext cx="1951992" cy="2369066"/>
          </a:xfrm>
          <a:custGeom>
            <a:avLst/>
            <a:gdLst>
              <a:gd name="T0" fmla="*/ 468 w 633"/>
              <a:gd name="T1" fmla="*/ 414 h 795"/>
              <a:gd name="T2" fmla="*/ 372 w 633"/>
              <a:gd name="T3" fmla="*/ 451 h 795"/>
              <a:gd name="T4" fmla="*/ 362 w 633"/>
              <a:gd name="T5" fmla="*/ 286 h 795"/>
              <a:gd name="T6" fmla="*/ 514 w 633"/>
              <a:gd name="T7" fmla="*/ 74 h 795"/>
              <a:gd name="T8" fmla="*/ 381 w 633"/>
              <a:gd name="T9" fmla="*/ 175 h 795"/>
              <a:gd name="T10" fmla="*/ 314 w 633"/>
              <a:gd name="T11" fmla="*/ 249 h 795"/>
              <a:gd name="T12" fmla="*/ 199 w 633"/>
              <a:gd name="T13" fmla="*/ 118 h 795"/>
              <a:gd name="T14" fmla="*/ 43 w 633"/>
              <a:gd name="T15" fmla="*/ 0 h 795"/>
              <a:gd name="T16" fmla="*/ 250 w 633"/>
              <a:gd name="T17" fmla="*/ 281 h 795"/>
              <a:gd name="T18" fmla="*/ 246 w 633"/>
              <a:gd name="T19" fmla="*/ 445 h 795"/>
              <a:gd name="T20" fmla="*/ 178 w 633"/>
              <a:gd name="T21" fmla="*/ 409 h 795"/>
              <a:gd name="T22" fmla="*/ 55 w 633"/>
              <a:gd name="T23" fmla="*/ 298 h 795"/>
              <a:gd name="T24" fmla="*/ 127 w 633"/>
              <a:gd name="T25" fmla="*/ 397 h 795"/>
              <a:gd name="T26" fmla="*/ 104 w 633"/>
              <a:gd name="T27" fmla="*/ 395 h 795"/>
              <a:gd name="T28" fmla="*/ 0 w 633"/>
              <a:gd name="T29" fmla="*/ 363 h 795"/>
              <a:gd name="T30" fmla="*/ 80 w 633"/>
              <a:gd name="T31" fmla="*/ 406 h 795"/>
              <a:gd name="T32" fmla="*/ 161 w 633"/>
              <a:gd name="T33" fmla="*/ 431 h 795"/>
              <a:gd name="T34" fmla="*/ 242 w 633"/>
              <a:gd name="T35" fmla="*/ 503 h 795"/>
              <a:gd name="T36" fmla="*/ 191 w 633"/>
              <a:gd name="T37" fmla="*/ 795 h 795"/>
              <a:gd name="T38" fmla="*/ 428 w 633"/>
              <a:gd name="T39" fmla="*/ 795 h 795"/>
              <a:gd name="T40" fmla="*/ 378 w 633"/>
              <a:gd name="T41" fmla="*/ 524 h 795"/>
              <a:gd name="T42" fmla="*/ 516 w 633"/>
              <a:gd name="T43" fmla="*/ 421 h 795"/>
              <a:gd name="T44" fmla="*/ 633 w 633"/>
              <a:gd name="T45" fmla="*/ 290 h 795"/>
              <a:gd name="T46" fmla="*/ 468 w 633"/>
              <a:gd name="T47" fmla="*/ 414 h 7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33" h="795">
                <a:moveTo>
                  <a:pt x="468" y="414"/>
                </a:moveTo>
                <a:cubicBezTo>
                  <a:pt x="433" y="432"/>
                  <a:pt x="396" y="444"/>
                  <a:pt x="372" y="451"/>
                </a:cubicBezTo>
                <a:cubicBezTo>
                  <a:pt x="368" y="383"/>
                  <a:pt x="362" y="353"/>
                  <a:pt x="362" y="286"/>
                </a:cubicBezTo>
                <a:cubicBezTo>
                  <a:pt x="362" y="227"/>
                  <a:pt x="514" y="74"/>
                  <a:pt x="514" y="74"/>
                </a:cubicBezTo>
                <a:cubicBezTo>
                  <a:pt x="514" y="74"/>
                  <a:pt x="451" y="95"/>
                  <a:pt x="381" y="175"/>
                </a:cubicBezTo>
                <a:cubicBezTo>
                  <a:pt x="365" y="194"/>
                  <a:pt x="322" y="245"/>
                  <a:pt x="314" y="249"/>
                </a:cubicBezTo>
                <a:cubicBezTo>
                  <a:pt x="300" y="246"/>
                  <a:pt x="230" y="149"/>
                  <a:pt x="199" y="118"/>
                </a:cubicBezTo>
                <a:cubicBezTo>
                  <a:pt x="102" y="21"/>
                  <a:pt x="43" y="0"/>
                  <a:pt x="43" y="0"/>
                </a:cubicBezTo>
                <a:cubicBezTo>
                  <a:pt x="43" y="0"/>
                  <a:pt x="247" y="167"/>
                  <a:pt x="250" y="281"/>
                </a:cubicBezTo>
                <a:cubicBezTo>
                  <a:pt x="253" y="353"/>
                  <a:pt x="249" y="391"/>
                  <a:pt x="246" y="445"/>
                </a:cubicBezTo>
                <a:cubicBezTo>
                  <a:pt x="228" y="437"/>
                  <a:pt x="202" y="425"/>
                  <a:pt x="178" y="409"/>
                </a:cubicBezTo>
                <a:cubicBezTo>
                  <a:pt x="132" y="379"/>
                  <a:pt x="55" y="298"/>
                  <a:pt x="55" y="298"/>
                </a:cubicBezTo>
                <a:cubicBezTo>
                  <a:pt x="55" y="298"/>
                  <a:pt x="96" y="361"/>
                  <a:pt x="127" y="397"/>
                </a:cubicBezTo>
                <a:cubicBezTo>
                  <a:pt x="120" y="397"/>
                  <a:pt x="112" y="396"/>
                  <a:pt x="104" y="395"/>
                </a:cubicBezTo>
                <a:cubicBezTo>
                  <a:pt x="68" y="390"/>
                  <a:pt x="0" y="363"/>
                  <a:pt x="0" y="363"/>
                </a:cubicBezTo>
                <a:cubicBezTo>
                  <a:pt x="0" y="363"/>
                  <a:pt x="53" y="396"/>
                  <a:pt x="80" y="406"/>
                </a:cubicBezTo>
                <a:cubicBezTo>
                  <a:pt x="100" y="414"/>
                  <a:pt x="141" y="425"/>
                  <a:pt x="161" y="431"/>
                </a:cubicBezTo>
                <a:cubicBezTo>
                  <a:pt x="190" y="458"/>
                  <a:pt x="228" y="491"/>
                  <a:pt x="242" y="503"/>
                </a:cubicBezTo>
                <a:cubicBezTo>
                  <a:pt x="234" y="602"/>
                  <a:pt x="218" y="700"/>
                  <a:pt x="191" y="795"/>
                </a:cubicBezTo>
                <a:cubicBezTo>
                  <a:pt x="428" y="795"/>
                  <a:pt x="428" y="795"/>
                  <a:pt x="428" y="795"/>
                </a:cubicBezTo>
                <a:cubicBezTo>
                  <a:pt x="402" y="707"/>
                  <a:pt x="387" y="616"/>
                  <a:pt x="378" y="524"/>
                </a:cubicBezTo>
                <a:cubicBezTo>
                  <a:pt x="405" y="504"/>
                  <a:pt x="481" y="450"/>
                  <a:pt x="516" y="421"/>
                </a:cubicBezTo>
                <a:cubicBezTo>
                  <a:pt x="559" y="384"/>
                  <a:pt x="633" y="290"/>
                  <a:pt x="633" y="290"/>
                </a:cubicBezTo>
                <a:cubicBezTo>
                  <a:pt x="633" y="290"/>
                  <a:pt x="528" y="383"/>
                  <a:pt x="468" y="4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 idx="4294967295"/>
          </p:nvPr>
        </p:nvSpPr>
        <p:spPr>
          <a:xfrm>
            <a:off x="477461" y="560289"/>
            <a:ext cx="10515600" cy="911682"/>
          </a:xfrm>
        </p:spPr>
        <p:txBody>
          <a:bodyPr/>
          <a:lstStyle/>
          <a:p>
            <a:r>
              <a:rPr lang="id-ID" dirty="0"/>
              <a:t>About Us</a:t>
            </a:r>
            <a:endParaRPr lang="id-ID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4294967295"/>
          </p:nvPr>
        </p:nvSpPr>
        <p:spPr>
          <a:xfrm>
            <a:off x="477461" y="12784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Value</a:t>
            </a:r>
            <a:endParaRPr lang="id-ID" dirty="0"/>
          </a:p>
        </p:txBody>
      </p:sp>
      <p:grpSp>
        <p:nvGrpSpPr>
          <p:cNvPr id="24" name="Group 23"/>
          <p:cNvGrpSpPr/>
          <p:nvPr/>
        </p:nvGrpSpPr>
        <p:grpSpPr>
          <a:xfrm>
            <a:off x="4593140" y="4522680"/>
            <a:ext cx="3403750" cy="1734588"/>
            <a:chOff x="7276181" y="3873584"/>
            <a:chExt cx="4017601" cy="2471737"/>
          </a:xfrm>
        </p:grpSpPr>
        <p:sp>
          <p:nvSpPr>
            <p:cNvPr id="11" name="Freeform 5"/>
            <p:cNvSpPr/>
            <p:nvPr/>
          </p:nvSpPr>
          <p:spPr bwMode="auto">
            <a:xfrm>
              <a:off x="7441993" y="5267026"/>
              <a:ext cx="449032" cy="260563"/>
            </a:xfrm>
            <a:custGeom>
              <a:avLst/>
              <a:gdLst>
                <a:gd name="T0" fmla="*/ 147 w 184"/>
                <a:gd name="T1" fmla="*/ 44 h 107"/>
                <a:gd name="T2" fmla="*/ 114 w 184"/>
                <a:gd name="T3" fmla="*/ 45 h 107"/>
                <a:gd name="T4" fmla="*/ 0 w 184"/>
                <a:gd name="T5" fmla="*/ 0 h 107"/>
                <a:gd name="T6" fmla="*/ 2 w 184"/>
                <a:gd name="T7" fmla="*/ 2 h 107"/>
                <a:gd name="T8" fmla="*/ 165 w 184"/>
                <a:gd name="T9" fmla="*/ 107 h 107"/>
                <a:gd name="T10" fmla="*/ 184 w 184"/>
                <a:gd name="T11" fmla="*/ 106 h 107"/>
                <a:gd name="T12" fmla="*/ 147 w 184"/>
                <a:gd name="T13" fmla="*/ 4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4" h="107">
                  <a:moveTo>
                    <a:pt x="147" y="44"/>
                  </a:moveTo>
                  <a:cubicBezTo>
                    <a:pt x="141" y="45"/>
                    <a:pt x="120" y="45"/>
                    <a:pt x="114" y="45"/>
                  </a:cubicBezTo>
                  <a:cubicBezTo>
                    <a:pt x="74" y="45"/>
                    <a:pt x="34" y="29"/>
                    <a:pt x="0" y="0"/>
                  </a:cubicBezTo>
                  <a:cubicBezTo>
                    <a:pt x="1" y="1"/>
                    <a:pt x="1" y="1"/>
                    <a:pt x="2" y="2"/>
                  </a:cubicBezTo>
                  <a:cubicBezTo>
                    <a:pt x="40" y="67"/>
                    <a:pt x="102" y="107"/>
                    <a:pt x="165" y="107"/>
                  </a:cubicBezTo>
                  <a:cubicBezTo>
                    <a:pt x="166" y="107"/>
                    <a:pt x="183" y="106"/>
                    <a:pt x="184" y="106"/>
                  </a:cubicBezTo>
                  <a:cubicBezTo>
                    <a:pt x="163" y="83"/>
                    <a:pt x="151" y="58"/>
                    <a:pt x="147" y="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" name="Freeform 6"/>
            <p:cNvSpPr/>
            <p:nvPr/>
          </p:nvSpPr>
          <p:spPr bwMode="auto">
            <a:xfrm>
              <a:off x="7915742" y="5586292"/>
              <a:ext cx="465510" cy="220396"/>
            </a:xfrm>
            <a:custGeom>
              <a:avLst/>
              <a:gdLst>
                <a:gd name="T0" fmla="*/ 163 w 191"/>
                <a:gd name="T1" fmla="*/ 18 h 90"/>
                <a:gd name="T2" fmla="*/ 93 w 191"/>
                <a:gd name="T3" fmla="*/ 28 h 90"/>
                <a:gd name="T4" fmla="*/ 0 w 191"/>
                <a:gd name="T5" fmla="*/ 0 h 90"/>
                <a:gd name="T6" fmla="*/ 144 w 191"/>
                <a:gd name="T7" fmla="*/ 90 h 90"/>
                <a:gd name="T8" fmla="*/ 191 w 191"/>
                <a:gd name="T9" fmla="*/ 85 h 90"/>
                <a:gd name="T10" fmla="*/ 163 w 191"/>
                <a:gd name="T11" fmla="*/ 1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1" h="90">
                  <a:moveTo>
                    <a:pt x="163" y="18"/>
                  </a:moveTo>
                  <a:cubicBezTo>
                    <a:pt x="146" y="21"/>
                    <a:pt x="108" y="28"/>
                    <a:pt x="93" y="28"/>
                  </a:cubicBezTo>
                  <a:cubicBezTo>
                    <a:pt x="53" y="28"/>
                    <a:pt x="22" y="16"/>
                    <a:pt x="0" y="0"/>
                  </a:cubicBezTo>
                  <a:cubicBezTo>
                    <a:pt x="18" y="37"/>
                    <a:pt x="58" y="90"/>
                    <a:pt x="144" y="90"/>
                  </a:cubicBezTo>
                  <a:cubicBezTo>
                    <a:pt x="150" y="90"/>
                    <a:pt x="185" y="86"/>
                    <a:pt x="191" y="85"/>
                  </a:cubicBezTo>
                  <a:cubicBezTo>
                    <a:pt x="179" y="58"/>
                    <a:pt x="166" y="32"/>
                    <a:pt x="163" y="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8476003" y="4527565"/>
              <a:ext cx="2817779" cy="1817756"/>
            </a:xfrm>
            <a:custGeom>
              <a:avLst/>
              <a:gdLst>
                <a:gd name="T0" fmla="*/ 1068 w 1156"/>
                <a:gd name="T1" fmla="*/ 11 h 745"/>
                <a:gd name="T2" fmla="*/ 1059 w 1156"/>
                <a:gd name="T3" fmla="*/ 225 h 745"/>
                <a:gd name="T4" fmla="*/ 849 w 1156"/>
                <a:gd name="T5" fmla="*/ 317 h 745"/>
                <a:gd name="T6" fmla="*/ 818 w 1156"/>
                <a:gd name="T7" fmla="*/ 316 h 745"/>
                <a:gd name="T8" fmla="*/ 731 w 1156"/>
                <a:gd name="T9" fmla="*/ 515 h 745"/>
                <a:gd name="T10" fmla="*/ 580 w 1156"/>
                <a:gd name="T11" fmla="*/ 570 h 745"/>
                <a:gd name="T12" fmla="*/ 458 w 1156"/>
                <a:gd name="T13" fmla="*/ 546 h 745"/>
                <a:gd name="T14" fmla="*/ 196 w 1156"/>
                <a:gd name="T15" fmla="*/ 683 h 745"/>
                <a:gd name="T16" fmla="*/ 181 w 1156"/>
                <a:gd name="T17" fmla="*/ 683 h 745"/>
                <a:gd name="T18" fmla="*/ 0 w 1156"/>
                <a:gd name="T19" fmla="*/ 617 h 745"/>
                <a:gd name="T20" fmla="*/ 232 w 1156"/>
                <a:gd name="T21" fmla="*/ 745 h 745"/>
                <a:gd name="T22" fmla="*/ 247 w 1156"/>
                <a:gd name="T23" fmla="*/ 745 h 745"/>
                <a:gd name="T24" fmla="*/ 509 w 1156"/>
                <a:gd name="T25" fmla="*/ 608 h 745"/>
                <a:gd name="T26" fmla="*/ 631 w 1156"/>
                <a:gd name="T27" fmla="*/ 632 h 745"/>
                <a:gd name="T28" fmla="*/ 782 w 1156"/>
                <a:gd name="T29" fmla="*/ 577 h 745"/>
                <a:gd name="T30" fmla="*/ 869 w 1156"/>
                <a:gd name="T31" fmla="*/ 378 h 745"/>
                <a:gd name="T32" fmla="*/ 900 w 1156"/>
                <a:gd name="T33" fmla="*/ 379 h 745"/>
                <a:gd name="T34" fmla="*/ 1110 w 1156"/>
                <a:gd name="T35" fmla="*/ 287 h 745"/>
                <a:gd name="T36" fmla="*/ 1119 w 1156"/>
                <a:gd name="T37" fmla="*/ 73 h 745"/>
                <a:gd name="T38" fmla="*/ 1062 w 1156"/>
                <a:gd name="T39" fmla="*/ 0 h 745"/>
                <a:gd name="T40" fmla="*/ 1068 w 1156"/>
                <a:gd name="T41" fmla="*/ 11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56" h="745">
                  <a:moveTo>
                    <a:pt x="1068" y="11"/>
                  </a:moveTo>
                  <a:cubicBezTo>
                    <a:pt x="1105" y="86"/>
                    <a:pt x="1102" y="168"/>
                    <a:pt x="1059" y="225"/>
                  </a:cubicBezTo>
                  <a:cubicBezTo>
                    <a:pt x="999" y="305"/>
                    <a:pt x="901" y="317"/>
                    <a:pt x="849" y="317"/>
                  </a:cubicBezTo>
                  <a:cubicBezTo>
                    <a:pt x="836" y="317"/>
                    <a:pt x="826" y="316"/>
                    <a:pt x="818" y="316"/>
                  </a:cubicBezTo>
                  <a:cubicBezTo>
                    <a:pt x="823" y="350"/>
                    <a:pt x="821" y="433"/>
                    <a:pt x="731" y="515"/>
                  </a:cubicBezTo>
                  <a:cubicBezTo>
                    <a:pt x="690" y="552"/>
                    <a:pt x="639" y="570"/>
                    <a:pt x="580" y="570"/>
                  </a:cubicBezTo>
                  <a:cubicBezTo>
                    <a:pt x="525" y="570"/>
                    <a:pt x="478" y="554"/>
                    <a:pt x="458" y="546"/>
                  </a:cubicBezTo>
                  <a:cubicBezTo>
                    <a:pt x="440" y="581"/>
                    <a:pt x="373" y="683"/>
                    <a:pt x="196" y="683"/>
                  </a:cubicBezTo>
                  <a:cubicBezTo>
                    <a:pt x="191" y="683"/>
                    <a:pt x="186" y="683"/>
                    <a:pt x="181" y="683"/>
                  </a:cubicBezTo>
                  <a:cubicBezTo>
                    <a:pt x="98" y="680"/>
                    <a:pt x="40" y="653"/>
                    <a:pt x="0" y="617"/>
                  </a:cubicBezTo>
                  <a:cubicBezTo>
                    <a:pt x="36" y="678"/>
                    <a:pt x="104" y="741"/>
                    <a:pt x="232" y="745"/>
                  </a:cubicBezTo>
                  <a:cubicBezTo>
                    <a:pt x="237" y="745"/>
                    <a:pt x="242" y="745"/>
                    <a:pt x="247" y="745"/>
                  </a:cubicBezTo>
                  <a:cubicBezTo>
                    <a:pt x="424" y="745"/>
                    <a:pt x="491" y="643"/>
                    <a:pt x="509" y="608"/>
                  </a:cubicBezTo>
                  <a:cubicBezTo>
                    <a:pt x="529" y="616"/>
                    <a:pt x="576" y="632"/>
                    <a:pt x="631" y="632"/>
                  </a:cubicBezTo>
                  <a:cubicBezTo>
                    <a:pt x="690" y="632"/>
                    <a:pt x="741" y="614"/>
                    <a:pt x="782" y="577"/>
                  </a:cubicBezTo>
                  <a:cubicBezTo>
                    <a:pt x="872" y="495"/>
                    <a:pt x="874" y="412"/>
                    <a:pt x="869" y="378"/>
                  </a:cubicBezTo>
                  <a:cubicBezTo>
                    <a:pt x="877" y="378"/>
                    <a:pt x="887" y="379"/>
                    <a:pt x="900" y="379"/>
                  </a:cubicBezTo>
                  <a:cubicBezTo>
                    <a:pt x="952" y="379"/>
                    <a:pt x="1050" y="367"/>
                    <a:pt x="1110" y="287"/>
                  </a:cubicBezTo>
                  <a:cubicBezTo>
                    <a:pt x="1153" y="230"/>
                    <a:pt x="1156" y="148"/>
                    <a:pt x="1119" y="73"/>
                  </a:cubicBezTo>
                  <a:cubicBezTo>
                    <a:pt x="1104" y="43"/>
                    <a:pt x="1084" y="18"/>
                    <a:pt x="1062" y="0"/>
                  </a:cubicBezTo>
                  <a:cubicBezTo>
                    <a:pt x="1064" y="3"/>
                    <a:pt x="1066" y="7"/>
                    <a:pt x="106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7276181" y="3873584"/>
              <a:ext cx="3964047" cy="2418182"/>
            </a:xfrm>
            <a:custGeom>
              <a:avLst/>
              <a:gdLst>
                <a:gd name="T0" fmla="*/ 991 w 1626"/>
                <a:gd name="T1" fmla="*/ 0 h 991"/>
                <a:gd name="T2" fmla="*/ 939 w 1626"/>
                <a:gd name="T3" fmla="*/ 4 h 991"/>
                <a:gd name="T4" fmla="*/ 721 w 1626"/>
                <a:gd name="T5" fmla="*/ 129 h 991"/>
                <a:gd name="T6" fmla="*/ 546 w 1626"/>
                <a:gd name="T7" fmla="*/ 46 h 991"/>
                <a:gd name="T8" fmla="*/ 507 w 1626"/>
                <a:gd name="T9" fmla="*/ 50 h 991"/>
                <a:gd name="T10" fmla="*/ 354 w 1626"/>
                <a:gd name="T11" fmla="*/ 194 h 991"/>
                <a:gd name="T12" fmla="*/ 268 w 1626"/>
                <a:gd name="T13" fmla="*/ 184 h 991"/>
                <a:gd name="T14" fmla="*/ 41 w 1626"/>
                <a:gd name="T15" fmla="*/ 309 h 991"/>
                <a:gd name="T16" fmla="*/ 47 w 1626"/>
                <a:gd name="T17" fmla="*/ 551 h 991"/>
                <a:gd name="T18" fmla="*/ 211 w 1626"/>
                <a:gd name="T19" fmla="*/ 656 h 991"/>
                <a:gd name="T20" fmla="*/ 229 w 1626"/>
                <a:gd name="T21" fmla="*/ 655 h 991"/>
                <a:gd name="T22" fmla="*/ 384 w 1626"/>
                <a:gd name="T23" fmla="*/ 769 h 991"/>
                <a:gd name="T24" fmla="*/ 432 w 1626"/>
                <a:gd name="T25" fmla="*/ 764 h 991"/>
                <a:gd name="T26" fmla="*/ 702 w 1626"/>
                <a:gd name="T27" fmla="*/ 990 h 991"/>
                <a:gd name="T28" fmla="*/ 717 w 1626"/>
                <a:gd name="T29" fmla="*/ 991 h 991"/>
                <a:gd name="T30" fmla="*/ 978 w 1626"/>
                <a:gd name="T31" fmla="*/ 853 h 991"/>
                <a:gd name="T32" fmla="*/ 1100 w 1626"/>
                <a:gd name="T33" fmla="*/ 878 h 991"/>
                <a:gd name="T34" fmla="*/ 1251 w 1626"/>
                <a:gd name="T35" fmla="*/ 822 h 991"/>
                <a:gd name="T36" fmla="*/ 1339 w 1626"/>
                <a:gd name="T37" fmla="*/ 623 h 991"/>
                <a:gd name="T38" fmla="*/ 1369 w 1626"/>
                <a:gd name="T39" fmla="*/ 624 h 991"/>
                <a:gd name="T40" fmla="*/ 1580 w 1626"/>
                <a:gd name="T41" fmla="*/ 532 h 991"/>
                <a:gd name="T42" fmla="*/ 1588 w 1626"/>
                <a:gd name="T43" fmla="*/ 318 h 991"/>
                <a:gd name="T44" fmla="*/ 1437 w 1626"/>
                <a:gd name="T45" fmla="*/ 208 h 991"/>
                <a:gd name="T46" fmla="*/ 1300 w 1626"/>
                <a:gd name="T47" fmla="*/ 134 h 991"/>
                <a:gd name="T48" fmla="*/ 1229 w 1626"/>
                <a:gd name="T49" fmla="*/ 145 h 991"/>
                <a:gd name="T50" fmla="*/ 991 w 1626"/>
                <a:gd name="T51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26" h="991">
                  <a:moveTo>
                    <a:pt x="991" y="0"/>
                  </a:moveTo>
                  <a:cubicBezTo>
                    <a:pt x="974" y="0"/>
                    <a:pt x="957" y="1"/>
                    <a:pt x="939" y="4"/>
                  </a:cubicBezTo>
                  <a:cubicBezTo>
                    <a:pt x="781" y="27"/>
                    <a:pt x="734" y="92"/>
                    <a:pt x="721" y="129"/>
                  </a:cubicBezTo>
                  <a:cubicBezTo>
                    <a:pt x="694" y="99"/>
                    <a:pt x="635" y="46"/>
                    <a:pt x="546" y="46"/>
                  </a:cubicBezTo>
                  <a:cubicBezTo>
                    <a:pt x="533" y="46"/>
                    <a:pt x="520" y="47"/>
                    <a:pt x="507" y="50"/>
                  </a:cubicBezTo>
                  <a:cubicBezTo>
                    <a:pt x="388" y="70"/>
                    <a:pt x="361" y="159"/>
                    <a:pt x="354" y="194"/>
                  </a:cubicBezTo>
                  <a:cubicBezTo>
                    <a:pt x="337" y="190"/>
                    <a:pt x="306" y="184"/>
                    <a:pt x="268" y="184"/>
                  </a:cubicBezTo>
                  <a:cubicBezTo>
                    <a:pt x="196" y="184"/>
                    <a:pt x="98" y="206"/>
                    <a:pt x="41" y="309"/>
                  </a:cubicBezTo>
                  <a:cubicBezTo>
                    <a:pt x="0" y="384"/>
                    <a:pt x="2" y="474"/>
                    <a:pt x="47" y="551"/>
                  </a:cubicBezTo>
                  <a:cubicBezTo>
                    <a:pt x="85" y="615"/>
                    <a:pt x="148" y="656"/>
                    <a:pt x="211" y="656"/>
                  </a:cubicBezTo>
                  <a:cubicBezTo>
                    <a:pt x="217" y="656"/>
                    <a:pt x="223" y="655"/>
                    <a:pt x="229" y="655"/>
                  </a:cubicBezTo>
                  <a:cubicBezTo>
                    <a:pt x="239" y="685"/>
                    <a:pt x="275" y="769"/>
                    <a:pt x="384" y="769"/>
                  </a:cubicBezTo>
                  <a:cubicBezTo>
                    <a:pt x="399" y="769"/>
                    <a:pt x="415" y="768"/>
                    <a:pt x="432" y="764"/>
                  </a:cubicBezTo>
                  <a:cubicBezTo>
                    <a:pt x="441" y="813"/>
                    <a:pt x="489" y="984"/>
                    <a:pt x="702" y="990"/>
                  </a:cubicBezTo>
                  <a:cubicBezTo>
                    <a:pt x="707" y="991"/>
                    <a:pt x="712" y="991"/>
                    <a:pt x="717" y="991"/>
                  </a:cubicBezTo>
                  <a:cubicBezTo>
                    <a:pt x="893" y="991"/>
                    <a:pt x="961" y="888"/>
                    <a:pt x="978" y="853"/>
                  </a:cubicBezTo>
                  <a:cubicBezTo>
                    <a:pt x="999" y="862"/>
                    <a:pt x="1046" y="878"/>
                    <a:pt x="1100" y="878"/>
                  </a:cubicBezTo>
                  <a:cubicBezTo>
                    <a:pt x="1160" y="878"/>
                    <a:pt x="1210" y="859"/>
                    <a:pt x="1251" y="822"/>
                  </a:cubicBezTo>
                  <a:cubicBezTo>
                    <a:pt x="1342" y="740"/>
                    <a:pt x="1343" y="658"/>
                    <a:pt x="1339" y="623"/>
                  </a:cubicBezTo>
                  <a:cubicBezTo>
                    <a:pt x="1347" y="624"/>
                    <a:pt x="1357" y="624"/>
                    <a:pt x="1369" y="624"/>
                  </a:cubicBezTo>
                  <a:cubicBezTo>
                    <a:pt x="1422" y="624"/>
                    <a:pt x="1519" y="612"/>
                    <a:pt x="1580" y="532"/>
                  </a:cubicBezTo>
                  <a:cubicBezTo>
                    <a:pt x="1622" y="475"/>
                    <a:pt x="1626" y="393"/>
                    <a:pt x="1588" y="318"/>
                  </a:cubicBezTo>
                  <a:cubicBezTo>
                    <a:pt x="1555" y="251"/>
                    <a:pt x="1497" y="209"/>
                    <a:pt x="1437" y="208"/>
                  </a:cubicBezTo>
                  <a:cubicBezTo>
                    <a:pt x="1425" y="188"/>
                    <a:pt x="1385" y="134"/>
                    <a:pt x="1300" y="134"/>
                  </a:cubicBezTo>
                  <a:cubicBezTo>
                    <a:pt x="1277" y="134"/>
                    <a:pt x="1253" y="138"/>
                    <a:pt x="1229" y="145"/>
                  </a:cubicBezTo>
                  <a:cubicBezTo>
                    <a:pt x="1211" y="111"/>
                    <a:pt x="1144" y="0"/>
                    <a:pt x="99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745456" y="4901636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Integrity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98537" y="5280592"/>
            <a:ext cx="870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Advance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96168" y="4810199"/>
            <a:ext cx="795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Reliable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90765" y="5593817"/>
            <a:ext cx="1127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Professional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44544" y="5007130"/>
            <a:ext cx="1194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Commitment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77837" y="5297750"/>
            <a:ext cx="729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Honest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7" name="Freeform 5"/>
          <p:cNvSpPr/>
          <p:nvPr/>
        </p:nvSpPr>
        <p:spPr bwMode="auto">
          <a:xfrm>
            <a:off x="7131311" y="2435685"/>
            <a:ext cx="1255204" cy="853188"/>
          </a:xfrm>
          <a:custGeom>
            <a:avLst/>
            <a:gdLst>
              <a:gd name="T0" fmla="*/ 151 w 302"/>
              <a:gd name="T1" fmla="*/ 0 h 205"/>
              <a:gd name="T2" fmla="*/ 0 w 302"/>
              <a:gd name="T3" fmla="*/ 95 h 205"/>
              <a:gd name="T4" fmla="*/ 50 w 302"/>
              <a:gd name="T5" fmla="*/ 165 h 205"/>
              <a:gd name="T6" fmla="*/ 34 w 302"/>
              <a:gd name="T7" fmla="*/ 205 h 205"/>
              <a:gd name="T8" fmla="*/ 86 w 302"/>
              <a:gd name="T9" fmla="*/ 180 h 205"/>
              <a:gd name="T10" fmla="*/ 151 w 302"/>
              <a:gd name="T11" fmla="*/ 189 h 205"/>
              <a:gd name="T12" fmla="*/ 302 w 302"/>
              <a:gd name="T13" fmla="*/ 95 h 205"/>
              <a:gd name="T14" fmla="*/ 151 w 302"/>
              <a:gd name="T15" fmla="*/ 0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2" h="205">
                <a:moveTo>
                  <a:pt x="151" y="0"/>
                </a:moveTo>
                <a:cubicBezTo>
                  <a:pt x="68" y="0"/>
                  <a:pt x="0" y="43"/>
                  <a:pt x="0" y="95"/>
                </a:cubicBezTo>
                <a:cubicBezTo>
                  <a:pt x="0" y="123"/>
                  <a:pt x="19" y="148"/>
                  <a:pt x="50" y="165"/>
                </a:cubicBezTo>
                <a:cubicBezTo>
                  <a:pt x="34" y="205"/>
                  <a:pt x="34" y="205"/>
                  <a:pt x="34" y="205"/>
                </a:cubicBezTo>
                <a:cubicBezTo>
                  <a:pt x="86" y="180"/>
                  <a:pt x="86" y="180"/>
                  <a:pt x="86" y="180"/>
                </a:cubicBezTo>
                <a:cubicBezTo>
                  <a:pt x="106" y="186"/>
                  <a:pt x="128" y="189"/>
                  <a:pt x="151" y="189"/>
                </a:cubicBezTo>
                <a:cubicBezTo>
                  <a:pt x="234" y="189"/>
                  <a:pt x="302" y="147"/>
                  <a:pt x="302" y="95"/>
                </a:cubicBezTo>
                <a:cubicBezTo>
                  <a:pt x="302" y="43"/>
                  <a:pt x="234" y="0"/>
                  <a:pt x="1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275077" y="2607263"/>
            <a:ext cx="986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Smart</a:t>
            </a:r>
            <a:endParaRPr kumimoji="0" lang="id-ID" sz="2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0" name="Freeform 9"/>
          <p:cNvSpPr/>
          <p:nvPr/>
        </p:nvSpPr>
        <p:spPr bwMode="auto">
          <a:xfrm>
            <a:off x="4441957" y="2522379"/>
            <a:ext cx="1181878" cy="802224"/>
          </a:xfrm>
          <a:custGeom>
            <a:avLst/>
            <a:gdLst>
              <a:gd name="T0" fmla="*/ 151 w 302"/>
              <a:gd name="T1" fmla="*/ 0 h 205"/>
              <a:gd name="T2" fmla="*/ 302 w 302"/>
              <a:gd name="T3" fmla="*/ 95 h 205"/>
              <a:gd name="T4" fmla="*/ 252 w 302"/>
              <a:gd name="T5" fmla="*/ 165 h 205"/>
              <a:gd name="T6" fmla="*/ 268 w 302"/>
              <a:gd name="T7" fmla="*/ 205 h 205"/>
              <a:gd name="T8" fmla="*/ 215 w 302"/>
              <a:gd name="T9" fmla="*/ 180 h 205"/>
              <a:gd name="T10" fmla="*/ 151 w 302"/>
              <a:gd name="T11" fmla="*/ 189 h 205"/>
              <a:gd name="T12" fmla="*/ 0 w 302"/>
              <a:gd name="T13" fmla="*/ 95 h 205"/>
              <a:gd name="T14" fmla="*/ 151 w 302"/>
              <a:gd name="T15" fmla="*/ 0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2" h="205">
                <a:moveTo>
                  <a:pt x="151" y="0"/>
                </a:moveTo>
                <a:cubicBezTo>
                  <a:pt x="234" y="0"/>
                  <a:pt x="302" y="43"/>
                  <a:pt x="302" y="95"/>
                </a:cubicBezTo>
                <a:cubicBezTo>
                  <a:pt x="302" y="123"/>
                  <a:pt x="282" y="148"/>
                  <a:pt x="252" y="165"/>
                </a:cubicBezTo>
                <a:cubicBezTo>
                  <a:pt x="268" y="205"/>
                  <a:pt x="268" y="205"/>
                  <a:pt x="268" y="205"/>
                </a:cubicBezTo>
                <a:cubicBezTo>
                  <a:pt x="215" y="180"/>
                  <a:pt x="215" y="180"/>
                  <a:pt x="215" y="180"/>
                </a:cubicBezTo>
                <a:cubicBezTo>
                  <a:pt x="196" y="186"/>
                  <a:pt x="174" y="189"/>
                  <a:pt x="151" y="189"/>
                </a:cubicBezTo>
                <a:cubicBezTo>
                  <a:pt x="68" y="189"/>
                  <a:pt x="0" y="147"/>
                  <a:pt x="0" y="95"/>
                </a:cubicBezTo>
                <a:cubicBezTo>
                  <a:pt x="0" y="43"/>
                  <a:pt x="68" y="0"/>
                  <a:pt x="1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552538" y="2693063"/>
            <a:ext cx="926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Caring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3" name="Freeform 7"/>
          <p:cNvSpPr/>
          <p:nvPr/>
        </p:nvSpPr>
        <p:spPr bwMode="auto">
          <a:xfrm flipH="1">
            <a:off x="4146034" y="1429023"/>
            <a:ext cx="1442392" cy="977105"/>
          </a:xfrm>
          <a:custGeom>
            <a:avLst/>
            <a:gdLst>
              <a:gd name="T0" fmla="*/ 151 w 301"/>
              <a:gd name="T1" fmla="*/ 0 h 204"/>
              <a:gd name="T2" fmla="*/ 0 w 301"/>
              <a:gd name="T3" fmla="*/ 94 h 204"/>
              <a:gd name="T4" fmla="*/ 50 w 301"/>
              <a:gd name="T5" fmla="*/ 164 h 204"/>
              <a:gd name="T6" fmla="*/ 33 w 301"/>
              <a:gd name="T7" fmla="*/ 204 h 204"/>
              <a:gd name="T8" fmla="*/ 86 w 301"/>
              <a:gd name="T9" fmla="*/ 180 h 204"/>
              <a:gd name="T10" fmla="*/ 151 w 301"/>
              <a:gd name="T11" fmla="*/ 189 h 204"/>
              <a:gd name="T12" fmla="*/ 301 w 301"/>
              <a:gd name="T13" fmla="*/ 94 h 204"/>
              <a:gd name="T14" fmla="*/ 151 w 301"/>
              <a:gd name="T15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1" h="204">
                <a:moveTo>
                  <a:pt x="151" y="0"/>
                </a:moveTo>
                <a:cubicBezTo>
                  <a:pt x="67" y="0"/>
                  <a:pt x="0" y="42"/>
                  <a:pt x="0" y="94"/>
                </a:cubicBezTo>
                <a:cubicBezTo>
                  <a:pt x="0" y="122"/>
                  <a:pt x="19" y="147"/>
                  <a:pt x="50" y="164"/>
                </a:cubicBezTo>
                <a:cubicBezTo>
                  <a:pt x="33" y="204"/>
                  <a:pt x="33" y="204"/>
                  <a:pt x="33" y="204"/>
                </a:cubicBezTo>
                <a:cubicBezTo>
                  <a:pt x="86" y="180"/>
                  <a:pt x="86" y="180"/>
                  <a:pt x="86" y="180"/>
                </a:cubicBezTo>
                <a:cubicBezTo>
                  <a:pt x="106" y="185"/>
                  <a:pt x="127" y="189"/>
                  <a:pt x="151" y="189"/>
                </a:cubicBezTo>
                <a:cubicBezTo>
                  <a:pt x="234" y="189"/>
                  <a:pt x="301" y="146"/>
                  <a:pt x="301" y="94"/>
                </a:cubicBezTo>
                <a:cubicBezTo>
                  <a:pt x="301" y="42"/>
                  <a:pt x="234" y="0"/>
                  <a:pt x="1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4" name="TextBox 93"/>
          <p:cNvSpPr txBox="1"/>
          <p:nvPr/>
        </p:nvSpPr>
        <p:spPr>
          <a:xfrm flipH="1">
            <a:off x="4231509" y="1715302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Professional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6" name="Freeform 8"/>
          <p:cNvSpPr/>
          <p:nvPr/>
        </p:nvSpPr>
        <p:spPr bwMode="auto">
          <a:xfrm>
            <a:off x="5726869" y="1830950"/>
            <a:ext cx="1258133" cy="852283"/>
          </a:xfrm>
          <a:custGeom>
            <a:avLst/>
            <a:gdLst>
              <a:gd name="T0" fmla="*/ 151 w 301"/>
              <a:gd name="T1" fmla="*/ 0 h 204"/>
              <a:gd name="T2" fmla="*/ 301 w 301"/>
              <a:gd name="T3" fmla="*/ 94 h 204"/>
              <a:gd name="T4" fmla="*/ 251 w 301"/>
              <a:gd name="T5" fmla="*/ 164 h 204"/>
              <a:gd name="T6" fmla="*/ 268 w 301"/>
              <a:gd name="T7" fmla="*/ 204 h 204"/>
              <a:gd name="T8" fmla="*/ 215 w 301"/>
              <a:gd name="T9" fmla="*/ 180 h 204"/>
              <a:gd name="T10" fmla="*/ 151 w 301"/>
              <a:gd name="T11" fmla="*/ 189 h 204"/>
              <a:gd name="T12" fmla="*/ 0 w 301"/>
              <a:gd name="T13" fmla="*/ 94 h 204"/>
              <a:gd name="T14" fmla="*/ 151 w 301"/>
              <a:gd name="T15" fmla="*/ 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1" h="204">
                <a:moveTo>
                  <a:pt x="151" y="0"/>
                </a:moveTo>
                <a:cubicBezTo>
                  <a:pt x="234" y="0"/>
                  <a:pt x="301" y="42"/>
                  <a:pt x="301" y="94"/>
                </a:cubicBezTo>
                <a:cubicBezTo>
                  <a:pt x="301" y="122"/>
                  <a:pt x="282" y="147"/>
                  <a:pt x="251" y="164"/>
                </a:cubicBezTo>
                <a:cubicBezTo>
                  <a:pt x="268" y="204"/>
                  <a:pt x="268" y="204"/>
                  <a:pt x="268" y="204"/>
                </a:cubicBezTo>
                <a:cubicBezTo>
                  <a:pt x="215" y="180"/>
                  <a:pt x="215" y="180"/>
                  <a:pt x="215" y="180"/>
                </a:cubicBezTo>
                <a:cubicBezTo>
                  <a:pt x="195" y="185"/>
                  <a:pt x="174" y="189"/>
                  <a:pt x="151" y="189"/>
                </a:cubicBezTo>
                <a:cubicBezTo>
                  <a:pt x="67" y="189"/>
                  <a:pt x="0" y="146"/>
                  <a:pt x="0" y="94"/>
                </a:cubicBezTo>
                <a:cubicBezTo>
                  <a:pt x="0" y="42"/>
                  <a:pt x="67" y="0"/>
                  <a:pt x="1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799533" y="2022159"/>
            <a:ext cx="1112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Creative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8" name="Freeform 9"/>
          <p:cNvSpPr/>
          <p:nvPr/>
        </p:nvSpPr>
        <p:spPr bwMode="auto">
          <a:xfrm rot="10800000" flipH="1">
            <a:off x="4339867" y="3536602"/>
            <a:ext cx="1092590" cy="741618"/>
          </a:xfrm>
          <a:custGeom>
            <a:avLst/>
            <a:gdLst>
              <a:gd name="T0" fmla="*/ 151 w 302"/>
              <a:gd name="T1" fmla="*/ 0 h 205"/>
              <a:gd name="T2" fmla="*/ 302 w 302"/>
              <a:gd name="T3" fmla="*/ 95 h 205"/>
              <a:gd name="T4" fmla="*/ 252 w 302"/>
              <a:gd name="T5" fmla="*/ 165 h 205"/>
              <a:gd name="T6" fmla="*/ 268 w 302"/>
              <a:gd name="T7" fmla="*/ 205 h 205"/>
              <a:gd name="T8" fmla="*/ 215 w 302"/>
              <a:gd name="T9" fmla="*/ 180 h 205"/>
              <a:gd name="T10" fmla="*/ 151 w 302"/>
              <a:gd name="T11" fmla="*/ 189 h 205"/>
              <a:gd name="T12" fmla="*/ 0 w 302"/>
              <a:gd name="T13" fmla="*/ 95 h 205"/>
              <a:gd name="T14" fmla="*/ 151 w 302"/>
              <a:gd name="T15" fmla="*/ 0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02" h="205">
                <a:moveTo>
                  <a:pt x="151" y="0"/>
                </a:moveTo>
                <a:cubicBezTo>
                  <a:pt x="234" y="0"/>
                  <a:pt x="302" y="43"/>
                  <a:pt x="302" y="95"/>
                </a:cubicBezTo>
                <a:cubicBezTo>
                  <a:pt x="302" y="123"/>
                  <a:pt x="282" y="148"/>
                  <a:pt x="252" y="165"/>
                </a:cubicBezTo>
                <a:cubicBezTo>
                  <a:pt x="268" y="205"/>
                  <a:pt x="268" y="205"/>
                  <a:pt x="268" y="205"/>
                </a:cubicBezTo>
                <a:cubicBezTo>
                  <a:pt x="215" y="180"/>
                  <a:pt x="215" y="180"/>
                  <a:pt x="215" y="180"/>
                </a:cubicBezTo>
                <a:cubicBezTo>
                  <a:pt x="196" y="186"/>
                  <a:pt x="174" y="189"/>
                  <a:pt x="151" y="189"/>
                </a:cubicBezTo>
                <a:cubicBezTo>
                  <a:pt x="68" y="189"/>
                  <a:pt x="0" y="147"/>
                  <a:pt x="0" y="95"/>
                </a:cubicBezTo>
                <a:cubicBezTo>
                  <a:pt x="0" y="43"/>
                  <a:pt x="68" y="0"/>
                  <a:pt x="15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424360" y="3759332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Trusted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6602915" y="3915533"/>
            <a:ext cx="309701" cy="309701"/>
          </a:xfrm>
          <a:prstGeom prst="ellipse">
            <a:avLst/>
          </a:prstGeom>
          <a:solidFill>
            <a:schemeClr val="accent2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5584651" y="3850314"/>
            <a:ext cx="362965" cy="362965"/>
          </a:xfrm>
          <a:prstGeom prst="ellipse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7217577" y="3324245"/>
            <a:ext cx="645976" cy="645976"/>
          </a:xfrm>
          <a:prstGeom prst="ellipse">
            <a:avLst/>
          </a:prstGeom>
          <a:solidFill>
            <a:schemeClr val="accent5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512378" y="3199396"/>
            <a:ext cx="432334" cy="432334"/>
          </a:xfrm>
          <a:prstGeom prst="ellips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6950489" y="2422269"/>
            <a:ext cx="241771" cy="241771"/>
          </a:xfrm>
          <a:prstGeom prst="ellipse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5737418" y="3242754"/>
            <a:ext cx="340401" cy="340401"/>
          </a:xfrm>
          <a:prstGeom prst="ellipse">
            <a:avLst/>
          </a:prstGeom>
          <a:solidFill>
            <a:schemeClr val="accent6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6960259" y="3680579"/>
            <a:ext cx="241771" cy="241771"/>
          </a:xfrm>
          <a:prstGeom prst="ellipse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6191738" y="2805496"/>
            <a:ext cx="243645" cy="243645"/>
          </a:xfrm>
          <a:prstGeom prst="ellipse">
            <a:avLst/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6971878" y="3071437"/>
            <a:ext cx="243645" cy="243645"/>
          </a:xfrm>
          <a:prstGeom prst="ellipse">
            <a:avLst/>
          </a:prstGeom>
          <a:solidFill>
            <a:schemeClr val="accent3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5658913" y="2908182"/>
            <a:ext cx="243645" cy="243645"/>
          </a:xfrm>
          <a:prstGeom prst="ellipse">
            <a:avLst/>
          </a:prstGeom>
          <a:solidFill>
            <a:schemeClr val="accent3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4179406" y="3170623"/>
            <a:ext cx="432334" cy="432334"/>
          </a:xfrm>
          <a:prstGeom prst="ellips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4903772" y="3343765"/>
            <a:ext cx="177896" cy="177896"/>
          </a:xfrm>
          <a:prstGeom prst="ellipse">
            <a:avLst/>
          </a:prstGeom>
          <a:solidFill>
            <a:schemeClr val="accent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4443666" y="2401150"/>
            <a:ext cx="177896" cy="177896"/>
          </a:xfrm>
          <a:prstGeom prst="ellipse">
            <a:avLst/>
          </a:prstGeom>
          <a:solidFill>
            <a:schemeClr val="accent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4032618" y="2521878"/>
            <a:ext cx="340401" cy="340401"/>
          </a:xfrm>
          <a:prstGeom prst="ellipse">
            <a:avLst/>
          </a:prstGeom>
          <a:solidFill>
            <a:schemeClr val="accent6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5658285" y="1408906"/>
            <a:ext cx="432334" cy="432334"/>
          </a:xfrm>
          <a:prstGeom prst="ellipse">
            <a:avLst/>
          </a:prstGeom>
          <a:solidFill>
            <a:schemeClr val="accent4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7143501" y="1989659"/>
            <a:ext cx="432334" cy="432334"/>
          </a:xfrm>
          <a:prstGeom prst="ellips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6940726" y="1846144"/>
            <a:ext cx="177896" cy="177896"/>
          </a:xfrm>
          <a:prstGeom prst="ellipse">
            <a:avLst/>
          </a:prstGeom>
          <a:solidFill>
            <a:schemeClr val="accent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661341" y="1625791"/>
            <a:ext cx="241771" cy="241771"/>
          </a:xfrm>
          <a:prstGeom prst="ellipse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6266505" y="1527384"/>
            <a:ext cx="243645" cy="243645"/>
          </a:xfrm>
          <a:prstGeom prst="ellipse">
            <a:avLst/>
          </a:prstGeom>
          <a:solidFill>
            <a:schemeClr val="accent5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  <p:bldP spid="19" grpId="0"/>
      <p:bldP spid="20" grpId="0"/>
      <p:bldP spid="21" grpId="0"/>
      <p:bldP spid="22" grpId="0"/>
      <p:bldP spid="23" grpId="0"/>
      <p:bldP spid="87" grpId="0" animBg="1"/>
      <p:bldP spid="88" grpId="0"/>
      <p:bldP spid="90" grpId="0" animBg="1"/>
      <p:bldP spid="91" grpId="0"/>
      <p:bldP spid="93" grpId="0" animBg="1"/>
      <p:bldP spid="94" grpId="0"/>
      <p:bldP spid="96" grpId="0" animBg="1"/>
      <p:bldP spid="97" grpId="0"/>
      <p:bldP spid="98" grpId="0" animBg="1"/>
      <p:bldP spid="99" grpId="0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6886575" y="4348879"/>
            <a:ext cx="1609725" cy="889871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822699" y="2635783"/>
            <a:ext cx="1609725" cy="889871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2712541" y="4113569"/>
            <a:ext cx="2986589" cy="89658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886575" y="3864336"/>
            <a:ext cx="3438525" cy="249232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6591300" y="2841620"/>
            <a:ext cx="1905000" cy="78740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115300" y="1811154"/>
            <a:ext cx="1714500" cy="1714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683745" y="2946394"/>
            <a:ext cx="2168529" cy="216852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804160" y="4419600"/>
            <a:ext cx="1806565" cy="18065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2532061" y="1569623"/>
            <a:ext cx="1714500" cy="17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213945" y="3872277"/>
            <a:ext cx="2275744" cy="227574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Meet John</a:t>
            </a:r>
            <a:endParaRPr lang="id-ID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John Mindmap</a:t>
            </a:r>
            <a:endParaRPr lang="id-ID" dirty="0"/>
          </a:p>
        </p:txBody>
      </p:sp>
      <p:sp>
        <p:nvSpPr>
          <p:cNvPr id="34" name="TextBox 23"/>
          <p:cNvSpPr txBox="1"/>
          <p:nvPr/>
        </p:nvSpPr>
        <p:spPr>
          <a:xfrm>
            <a:off x="8059150" y="2776749"/>
            <a:ext cx="1848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John Smith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5" name="TextBox 23"/>
          <p:cNvSpPr txBox="1"/>
          <p:nvPr/>
        </p:nvSpPr>
        <p:spPr>
          <a:xfrm>
            <a:off x="8065495" y="2510750"/>
            <a:ext cx="1848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Who are you?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7" name="TextBox 23"/>
          <p:cNvSpPr txBox="1"/>
          <p:nvPr/>
        </p:nvSpPr>
        <p:spPr>
          <a:xfrm>
            <a:off x="9860555" y="4224079"/>
            <a:ext cx="184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Programmer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8" name="TextBox 23"/>
          <p:cNvSpPr txBox="1"/>
          <p:nvPr/>
        </p:nvSpPr>
        <p:spPr>
          <a:xfrm>
            <a:off x="9753100" y="3878857"/>
            <a:ext cx="2044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What you Do?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1" name="TextBox 23"/>
          <p:cNvSpPr txBox="1"/>
          <p:nvPr/>
        </p:nvSpPr>
        <p:spPr>
          <a:xfrm>
            <a:off x="7797073" y="5498945"/>
            <a:ext cx="184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Oxford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2" name="TextBox 23"/>
          <p:cNvSpPr txBox="1"/>
          <p:nvPr/>
        </p:nvSpPr>
        <p:spPr>
          <a:xfrm>
            <a:off x="7699143" y="5258558"/>
            <a:ext cx="2044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Education ?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4" name="TextBox 23"/>
          <p:cNvSpPr txBox="1"/>
          <p:nvPr/>
        </p:nvSpPr>
        <p:spPr>
          <a:xfrm>
            <a:off x="2479172" y="1819122"/>
            <a:ext cx="184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Interest?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5" name="TextBox 23"/>
          <p:cNvSpPr txBox="1"/>
          <p:nvPr/>
        </p:nvSpPr>
        <p:spPr>
          <a:xfrm>
            <a:off x="1877160" y="4607332"/>
            <a:ext cx="1467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@Johneverywhere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6" name="TextBox 23"/>
          <p:cNvSpPr txBox="1"/>
          <p:nvPr/>
        </p:nvSpPr>
        <p:spPr>
          <a:xfrm>
            <a:off x="1321518" y="4242615"/>
            <a:ext cx="2044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Contact person: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7" name="TextBox 46"/>
          <p:cNvSpPr txBox="1">
            <a:spLocks noChangeAspect="1"/>
          </p:cNvSpPr>
          <p:nvPr/>
        </p:nvSpPr>
        <p:spPr>
          <a:xfrm>
            <a:off x="8739911" y="1975450"/>
            <a:ext cx="468000" cy="468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+mn-cs"/>
              </a:rPr>
              <a:t>+</a:t>
            </a:r>
            <a:endParaRPr kumimoji="0" lang="ru-RU" sz="5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Aa楷体" panose="02000500000000000000" pitchFamily="2" charset="-122"/>
              <a:cs typeface="+mn-cs"/>
            </a:endParaRPr>
          </a:p>
        </p:txBody>
      </p:sp>
      <p:sp>
        <p:nvSpPr>
          <p:cNvPr id="48" name="TextBox 47"/>
          <p:cNvSpPr txBox="1">
            <a:spLocks noChangeAspect="1"/>
          </p:cNvSpPr>
          <p:nvPr/>
        </p:nvSpPr>
        <p:spPr>
          <a:xfrm>
            <a:off x="10518230" y="3314687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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9" name="TextBox 48"/>
          <p:cNvSpPr txBox="1">
            <a:spLocks noChangeAspect="1"/>
          </p:cNvSpPr>
          <p:nvPr/>
        </p:nvSpPr>
        <p:spPr>
          <a:xfrm>
            <a:off x="8481012" y="4657702"/>
            <a:ext cx="468000" cy="468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+mn-cs"/>
              </a:rPr>
              <a:t>ó</a:t>
            </a:r>
            <a:endParaRPr kumimoji="0" lang="ru-RU" sz="7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Aa楷体" panose="02000500000000000000" pitchFamily="2" charset="-122"/>
              <a:cs typeface="+mn-cs"/>
            </a:endParaRPr>
          </a:p>
        </p:txBody>
      </p:sp>
      <p:sp>
        <p:nvSpPr>
          <p:cNvPr id="69" name="TextBox 23"/>
          <p:cNvSpPr txBox="1"/>
          <p:nvPr/>
        </p:nvSpPr>
        <p:spPr>
          <a:xfrm>
            <a:off x="2447794" y="2233751"/>
            <a:ext cx="1022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Love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0" name="TextBox 23"/>
          <p:cNvSpPr txBox="1"/>
          <p:nvPr/>
        </p:nvSpPr>
        <p:spPr>
          <a:xfrm>
            <a:off x="2501906" y="2559298"/>
            <a:ext cx="1022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Coffee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1" name="TextBox 23"/>
          <p:cNvSpPr txBox="1"/>
          <p:nvPr/>
        </p:nvSpPr>
        <p:spPr>
          <a:xfrm>
            <a:off x="3182973" y="2290012"/>
            <a:ext cx="1022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Computer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2" name="TextBox 23"/>
          <p:cNvSpPr txBox="1"/>
          <p:nvPr/>
        </p:nvSpPr>
        <p:spPr>
          <a:xfrm>
            <a:off x="2978258" y="2891335"/>
            <a:ext cx="10228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Motorcycle</a:t>
            </a:r>
            <a:endParaRPr kumimoji="0" lang="id-ID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3" name="TextBox 23"/>
          <p:cNvSpPr txBox="1"/>
          <p:nvPr/>
        </p:nvSpPr>
        <p:spPr>
          <a:xfrm>
            <a:off x="3215227" y="2614990"/>
            <a:ext cx="10228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Club</a:t>
            </a:r>
            <a:endParaRPr kumimoji="0" lang="id-ID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4" name="Freeform 73"/>
          <p:cNvSpPr/>
          <p:nvPr/>
        </p:nvSpPr>
        <p:spPr bwMode="auto">
          <a:xfrm>
            <a:off x="1578330" y="4646496"/>
            <a:ext cx="243079" cy="198670"/>
          </a:xfrm>
          <a:custGeom>
            <a:avLst/>
            <a:gdLst>
              <a:gd name="T0" fmla="*/ 197 w 197"/>
              <a:gd name="T1" fmla="*/ 19 h 160"/>
              <a:gd name="T2" fmla="*/ 174 w 197"/>
              <a:gd name="T3" fmla="*/ 26 h 160"/>
              <a:gd name="T4" fmla="*/ 192 w 197"/>
              <a:gd name="T5" fmla="*/ 3 h 160"/>
              <a:gd name="T6" fmla="*/ 166 w 197"/>
              <a:gd name="T7" fmla="*/ 13 h 160"/>
              <a:gd name="T8" fmla="*/ 137 w 197"/>
              <a:gd name="T9" fmla="*/ 0 h 160"/>
              <a:gd name="T10" fmla="*/ 96 w 197"/>
              <a:gd name="T11" fmla="*/ 41 h 160"/>
              <a:gd name="T12" fmla="*/ 97 w 197"/>
              <a:gd name="T13" fmla="*/ 50 h 160"/>
              <a:gd name="T14" fmla="*/ 14 w 197"/>
              <a:gd name="T15" fmla="*/ 8 h 160"/>
              <a:gd name="T16" fmla="*/ 8 w 197"/>
              <a:gd name="T17" fmla="*/ 28 h 160"/>
              <a:gd name="T18" fmla="*/ 26 w 197"/>
              <a:gd name="T19" fmla="*/ 62 h 160"/>
              <a:gd name="T20" fmla="*/ 8 w 197"/>
              <a:gd name="T21" fmla="*/ 57 h 160"/>
              <a:gd name="T22" fmla="*/ 8 w 197"/>
              <a:gd name="T23" fmla="*/ 57 h 160"/>
              <a:gd name="T24" fmla="*/ 41 w 197"/>
              <a:gd name="T25" fmla="*/ 97 h 160"/>
              <a:gd name="T26" fmla="*/ 30 w 197"/>
              <a:gd name="T27" fmla="*/ 98 h 160"/>
              <a:gd name="T28" fmla="*/ 22 w 197"/>
              <a:gd name="T29" fmla="*/ 97 h 160"/>
              <a:gd name="T30" fmla="*/ 60 w 197"/>
              <a:gd name="T31" fmla="*/ 125 h 160"/>
              <a:gd name="T32" fmla="*/ 10 w 197"/>
              <a:gd name="T33" fmla="*/ 143 h 160"/>
              <a:gd name="T34" fmla="*/ 0 w 197"/>
              <a:gd name="T35" fmla="*/ 142 h 160"/>
              <a:gd name="T36" fmla="*/ 62 w 197"/>
              <a:gd name="T37" fmla="*/ 160 h 160"/>
              <a:gd name="T38" fmla="*/ 177 w 197"/>
              <a:gd name="T39" fmla="*/ 45 h 160"/>
              <a:gd name="T40" fmla="*/ 177 w 197"/>
              <a:gd name="T41" fmla="*/ 40 h 160"/>
              <a:gd name="T42" fmla="*/ 197 w 197"/>
              <a:gd name="T43" fmla="*/ 1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97" h="160">
                <a:moveTo>
                  <a:pt x="197" y="19"/>
                </a:moveTo>
                <a:cubicBezTo>
                  <a:pt x="190" y="22"/>
                  <a:pt x="182" y="25"/>
                  <a:pt x="174" y="26"/>
                </a:cubicBezTo>
                <a:cubicBezTo>
                  <a:pt x="182" y="21"/>
                  <a:pt x="189" y="13"/>
                  <a:pt x="192" y="3"/>
                </a:cubicBezTo>
                <a:cubicBezTo>
                  <a:pt x="184" y="8"/>
                  <a:pt x="175" y="11"/>
                  <a:pt x="166" y="13"/>
                </a:cubicBezTo>
                <a:cubicBezTo>
                  <a:pt x="159" y="5"/>
                  <a:pt x="148" y="0"/>
                  <a:pt x="137" y="0"/>
                </a:cubicBezTo>
                <a:cubicBezTo>
                  <a:pt x="114" y="0"/>
                  <a:pt x="96" y="18"/>
                  <a:pt x="96" y="41"/>
                </a:cubicBezTo>
                <a:cubicBezTo>
                  <a:pt x="96" y="44"/>
                  <a:pt x="97" y="47"/>
                  <a:pt x="97" y="50"/>
                </a:cubicBezTo>
                <a:cubicBezTo>
                  <a:pt x="64" y="48"/>
                  <a:pt x="34" y="32"/>
                  <a:pt x="14" y="8"/>
                </a:cubicBezTo>
                <a:cubicBezTo>
                  <a:pt x="10" y="14"/>
                  <a:pt x="8" y="21"/>
                  <a:pt x="8" y="28"/>
                </a:cubicBezTo>
                <a:cubicBezTo>
                  <a:pt x="8" y="42"/>
                  <a:pt x="16" y="54"/>
                  <a:pt x="26" y="62"/>
                </a:cubicBezTo>
                <a:cubicBezTo>
                  <a:pt x="20" y="61"/>
                  <a:pt x="14" y="60"/>
                  <a:pt x="8" y="57"/>
                </a:cubicBezTo>
                <a:cubicBezTo>
                  <a:pt x="8" y="57"/>
                  <a:pt x="8" y="57"/>
                  <a:pt x="8" y="57"/>
                </a:cubicBezTo>
                <a:cubicBezTo>
                  <a:pt x="8" y="77"/>
                  <a:pt x="22" y="93"/>
                  <a:pt x="41" y="97"/>
                </a:cubicBezTo>
                <a:cubicBezTo>
                  <a:pt x="37" y="98"/>
                  <a:pt x="34" y="98"/>
                  <a:pt x="30" y="98"/>
                </a:cubicBezTo>
                <a:cubicBezTo>
                  <a:pt x="27" y="98"/>
                  <a:pt x="25" y="98"/>
                  <a:pt x="22" y="97"/>
                </a:cubicBezTo>
                <a:cubicBezTo>
                  <a:pt x="27" y="113"/>
                  <a:pt x="42" y="125"/>
                  <a:pt x="60" y="125"/>
                </a:cubicBezTo>
                <a:cubicBezTo>
                  <a:pt x="46" y="136"/>
                  <a:pt x="29" y="143"/>
                  <a:pt x="10" y="143"/>
                </a:cubicBezTo>
                <a:cubicBezTo>
                  <a:pt x="7" y="143"/>
                  <a:pt x="3" y="143"/>
                  <a:pt x="0" y="142"/>
                </a:cubicBezTo>
                <a:cubicBezTo>
                  <a:pt x="18" y="154"/>
                  <a:pt x="39" y="160"/>
                  <a:pt x="62" y="160"/>
                </a:cubicBezTo>
                <a:cubicBezTo>
                  <a:pt x="137" y="160"/>
                  <a:pt x="177" y="99"/>
                  <a:pt x="177" y="45"/>
                </a:cubicBezTo>
                <a:cubicBezTo>
                  <a:pt x="177" y="44"/>
                  <a:pt x="177" y="42"/>
                  <a:pt x="177" y="40"/>
                </a:cubicBezTo>
                <a:cubicBezTo>
                  <a:pt x="185" y="34"/>
                  <a:pt x="192" y="27"/>
                  <a:pt x="197" y="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5" name="Freeform 74"/>
          <p:cNvSpPr>
            <a:spLocks noEditPoints="1"/>
          </p:cNvSpPr>
          <p:nvPr/>
        </p:nvSpPr>
        <p:spPr bwMode="auto">
          <a:xfrm>
            <a:off x="1578330" y="4999122"/>
            <a:ext cx="243079" cy="243079"/>
          </a:xfrm>
          <a:custGeom>
            <a:avLst/>
            <a:gdLst>
              <a:gd name="T0" fmla="*/ 99 w 197"/>
              <a:gd name="T1" fmla="*/ 0 h 197"/>
              <a:gd name="T2" fmla="*/ 0 w 197"/>
              <a:gd name="T3" fmla="*/ 98 h 197"/>
              <a:gd name="T4" fmla="*/ 99 w 197"/>
              <a:gd name="T5" fmla="*/ 197 h 197"/>
              <a:gd name="T6" fmla="*/ 197 w 197"/>
              <a:gd name="T7" fmla="*/ 98 h 197"/>
              <a:gd name="T8" fmla="*/ 99 w 197"/>
              <a:gd name="T9" fmla="*/ 0 h 197"/>
              <a:gd name="T10" fmla="*/ 125 w 197"/>
              <a:gd name="T11" fmla="*/ 98 h 197"/>
              <a:gd name="T12" fmla="*/ 108 w 197"/>
              <a:gd name="T13" fmla="*/ 98 h 197"/>
              <a:gd name="T14" fmla="*/ 108 w 197"/>
              <a:gd name="T15" fmla="*/ 159 h 197"/>
              <a:gd name="T16" fmla="*/ 82 w 197"/>
              <a:gd name="T17" fmla="*/ 159 h 197"/>
              <a:gd name="T18" fmla="*/ 82 w 197"/>
              <a:gd name="T19" fmla="*/ 98 h 197"/>
              <a:gd name="T20" fmla="*/ 70 w 197"/>
              <a:gd name="T21" fmla="*/ 98 h 197"/>
              <a:gd name="T22" fmla="*/ 70 w 197"/>
              <a:gd name="T23" fmla="*/ 77 h 197"/>
              <a:gd name="T24" fmla="*/ 82 w 197"/>
              <a:gd name="T25" fmla="*/ 77 h 197"/>
              <a:gd name="T26" fmla="*/ 82 w 197"/>
              <a:gd name="T27" fmla="*/ 63 h 197"/>
              <a:gd name="T28" fmla="*/ 108 w 197"/>
              <a:gd name="T29" fmla="*/ 37 h 197"/>
              <a:gd name="T30" fmla="*/ 127 w 197"/>
              <a:gd name="T31" fmla="*/ 37 h 197"/>
              <a:gd name="T32" fmla="*/ 127 w 197"/>
              <a:gd name="T33" fmla="*/ 58 h 197"/>
              <a:gd name="T34" fmla="*/ 113 w 197"/>
              <a:gd name="T35" fmla="*/ 58 h 197"/>
              <a:gd name="T36" fmla="*/ 108 w 197"/>
              <a:gd name="T37" fmla="*/ 64 h 197"/>
              <a:gd name="T38" fmla="*/ 108 w 197"/>
              <a:gd name="T39" fmla="*/ 77 h 197"/>
              <a:gd name="T40" fmla="*/ 127 w 197"/>
              <a:gd name="T41" fmla="*/ 77 h 197"/>
              <a:gd name="T42" fmla="*/ 125 w 197"/>
              <a:gd name="T43" fmla="*/ 98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97" h="197">
                <a:moveTo>
                  <a:pt x="99" y="0"/>
                </a:moveTo>
                <a:cubicBezTo>
                  <a:pt x="44" y="0"/>
                  <a:pt x="0" y="44"/>
                  <a:pt x="0" y="98"/>
                </a:cubicBezTo>
                <a:cubicBezTo>
                  <a:pt x="0" y="153"/>
                  <a:pt x="44" y="197"/>
                  <a:pt x="99" y="197"/>
                </a:cubicBezTo>
                <a:cubicBezTo>
                  <a:pt x="153" y="197"/>
                  <a:pt x="197" y="153"/>
                  <a:pt x="197" y="98"/>
                </a:cubicBezTo>
                <a:cubicBezTo>
                  <a:pt x="197" y="44"/>
                  <a:pt x="153" y="0"/>
                  <a:pt x="99" y="0"/>
                </a:cubicBezTo>
                <a:close/>
                <a:moveTo>
                  <a:pt x="125" y="98"/>
                </a:moveTo>
                <a:cubicBezTo>
                  <a:pt x="108" y="98"/>
                  <a:pt x="108" y="98"/>
                  <a:pt x="108" y="98"/>
                </a:cubicBezTo>
                <a:cubicBezTo>
                  <a:pt x="108" y="125"/>
                  <a:pt x="108" y="159"/>
                  <a:pt x="108" y="159"/>
                </a:cubicBezTo>
                <a:cubicBezTo>
                  <a:pt x="82" y="159"/>
                  <a:pt x="82" y="159"/>
                  <a:pt x="82" y="159"/>
                </a:cubicBezTo>
                <a:cubicBezTo>
                  <a:pt x="82" y="159"/>
                  <a:pt x="82" y="126"/>
                  <a:pt x="82" y="98"/>
                </a:cubicBezTo>
                <a:cubicBezTo>
                  <a:pt x="70" y="98"/>
                  <a:pt x="70" y="98"/>
                  <a:pt x="70" y="98"/>
                </a:cubicBezTo>
                <a:cubicBezTo>
                  <a:pt x="70" y="77"/>
                  <a:pt x="70" y="77"/>
                  <a:pt x="70" y="77"/>
                </a:cubicBezTo>
                <a:cubicBezTo>
                  <a:pt x="82" y="77"/>
                  <a:pt x="82" y="77"/>
                  <a:pt x="82" y="77"/>
                </a:cubicBezTo>
                <a:cubicBezTo>
                  <a:pt x="82" y="63"/>
                  <a:pt x="82" y="63"/>
                  <a:pt x="82" y="63"/>
                </a:cubicBezTo>
                <a:cubicBezTo>
                  <a:pt x="82" y="53"/>
                  <a:pt x="87" y="37"/>
                  <a:pt x="108" y="37"/>
                </a:cubicBezTo>
                <a:cubicBezTo>
                  <a:pt x="127" y="37"/>
                  <a:pt x="127" y="37"/>
                  <a:pt x="127" y="37"/>
                </a:cubicBezTo>
                <a:cubicBezTo>
                  <a:pt x="127" y="58"/>
                  <a:pt x="127" y="58"/>
                  <a:pt x="127" y="58"/>
                </a:cubicBezTo>
                <a:cubicBezTo>
                  <a:pt x="127" y="58"/>
                  <a:pt x="115" y="58"/>
                  <a:pt x="113" y="58"/>
                </a:cubicBezTo>
                <a:cubicBezTo>
                  <a:pt x="111" y="58"/>
                  <a:pt x="108" y="59"/>
                  <a:pt x="108" y="64"/>
                </a:cubicBezTo>
                <a:cubicBezTo>
                  <a:pt x="108" y="77"/>
                  <a:pt x="108" y="77"/>
                  <a:pt x="108" y="77"/>
                </a:cubicBezTo>
                <a:cubicBezTo>
                  <a:pt x="127" y="77"/>
                  <a:pt x="127" y="77"/>
                  <a:pt x="127" y="77"/>
                </a:cubicBezTo>
                <a:lnTo>
                  <a:pt x="125" y="9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6" name="TextBox 23"/>
          <p:cNvSpPr txBox="1"/>
          <p:nvPr/>
        </p:nvSpPr>
        <p:spPr>
          <a:xfrm>
            <a:off x="1877160" y="4982162"/>
            <a:ext cx="1467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/Johnagain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7" name="TextBox 23"/>
          <p:cNvSpPr txBox="1"/>
          <p:nvPr/>
        </p:nvSpPr>
        <p:spPr>
          <a:xfrm>
            <a:off x="1877160" y="5378094"/>
            <a:ext cx="1467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John@here.com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78" name="Group 77"/>
          <p:cNvGrpSpPr/>
          <p:nvPr/>
        </p:nvGrpSpPr>
        <p:grpSpPr>
          <a:xfrm>
            <a:off x="1594157" y="5433320"/>
            <a:ext cx="211425" cy="133015"/>
            <a:chOff x="5978526" y="1625601"/>
            <a:chExt cx="239713" cy="150812"/>
          </a:xfrm>
          <a:solidFill>
            <a:schemeClr val="bg1"/>
          </a:solidFill>
        </p:grpSpPr>
        <p:sp>
          <p:nvSpPr>
            <p:cNvPr id="79" name="Freeform 108"/>
            <p:cNvSpPr/>
            <p:nvPr/>
          </p:nvSpPr>
          <p:spPr bwMode="auto">
            <a:xfrm>
              <a:off x="5992813" y="1625601"/>
              <a:ext cx="214313" cy="95250"/>
            </a:xfrm>
            <a:custGeom>
              <a:avLst/>
              <a:gdLst>
                <a:gd name="T0" fmla="*/ 135 w 135"/>
                <a:gd name="T1" fmla="*/ 0 h 60"/>
                <a:gd name="T2" fmla="*/ 132 w 135"/>
                <a:gd name="T3" fmla="*/ 0 h 60"/>
                <a:gd name="T4" fmla="*/ 0 w 135"/>
                <a:gd name="T5" fmla="*/ 0 h 60"/>
                <a:gd name="T6" fmla="*/ 0 w 135"/>
                <a:gd name="T7" fmla="*/ 0 h 60"/>
                <a:gd name="T8" fmla="*/ 66 w 135"/>
                <a:gd name="T9" fmla="*/ 60 h 60"/>
                <a:gd name="T10" fmla="*/ 135 w 135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60">
                  <a:moveTo>
                    <a:pt x="135" y="0"/>
                  </a:moveTo>
                  <a:lnTo>
                    <a:pt x="13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6" y="6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0" name="Freeform 109"/>
            <p:cNvSpPr/>
            <p:nvPr/>
          </p:nvSpPr>
          <p:spPr bwMode="auto">
            <a:xfrm>
              <a:off x="6143626" y="1638301"/>
              <a:ext cx="74613" cy="130175"/>
            </a:xfrm>
            <a:custGeom>
              <a:avLst/>
              <a:gdLst>
                <a:gd name="T0" fmla="*/ 20 w 20"/>
                <a:gd name="T1" fmla="*/ 0 h 35"/>
                <a:gd name="T2" fmla="*/ 0 w 20"/>
                <a:gd name="T3" fmla="*/ 17 h 35"/>
                <a:gd name="T4" fmla="*/ 19 w 20"/>
                <a:gd name="T5" fmla="*/ 35 h 35"/>
                <a:gd name="T6" fmla="*/ 20 w 20"/>
                <a:gd name="T7" fmla="*/ 33 h 35"/>
                <a:gd name="T8" fmla="*/ 20 w 20"/>
                <a:gd name="T9" fmla="*/ 1 h 35"/>
                <a:gd name="T10" fmla="*/ 20 w 20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35">
                  <a:moveTo>
                    <a:pt x="20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0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1" name="Freeform 110"/>
            <p:cNvSpPr/>
            <p:nvPr/>
          </p:nvSpPr>
          <p:spPr bwMode="auto">
            <a:xfrm>
              <a:off x="5978526" y="1633538"/>
              <a:ext cx="74613" cy="134938"/>
            </a:xfrm>
            <a:custGeom>
              <a:avLst/>
              <a:gdLst>
                <a:gd name="T0" fmla="*/ 0 w 20"/>
                <a:gd name="T1" fmla="*/ 0 h 36"/>
                <a:gd name="T2" fmla="*/ 0 w 20"/>
                <a:gd name="T3" fmla="*/ 2 h 36"/>
                <a:gd name="T4" fmla="*/ 0 w 20"/>
                <a:gd name="T5" fmla="*/ 34 h 36"/>
                <a:gd name="T6" fmla="*/ 0 w 20"/>
                <a:gd name="T7" fmla="*/ 36 h 36"/>
                <a:gd name="T8" fmla="*/ 20 w 20"/>
                <a:gd name="T9" fmla="*/ 18 h 36"/>
                <a:gd name="T10" fmla="*/ 0 w 20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36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0" y="35"/>
                    <a:pt x="0" y="36"/>
                  </a:cubicBezTo>
                  <a:cubicBezTo>
                    <a:pt x="20" y="18"/>
                    <a:pt x="20" y="18"/>
                    <a:pt x="20" y="18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2" name="Freeform 111"/>
            <p:cNvSpPr/>
            <p:nvPr/>
          </p:nvSpPr>
          <p:spPr bwMode="auto">
            <a:xfrm>
              <a:off x="5992813" y="1712913"/>
              <a:ext cx="209550" cy="63500"/>
            </a:xfrm>
            <a:custGeom>
              <a:avLst/>
              <a:gdLst>
                <a:gd name="T0" fmla="*/ 66 w 132"/>
                <a:gd name="T1" fmla="*/ 19 h 40"/>
                <a:gd name="T2" fmla="*/ 45 w 132"/>
                <a:gd name="T3" fmla="*/ 0 h 40"/>
                <a:gd name="T4" fmla="*/ 0 w 132"/>
                <a:gd name="T5" fmla="*/ 40 h 40"/>
                <a:gd name="T6" fmla="*/ 0 w 132"/>
                <a:gd name="T7" fmla="*/ 40 h 40"/>
                <a:gd name="T8" fmla="*/ 132 w 132"/>
                <a:gd name="T9" fmla="*/ 40 h 40"/>
                <a:gd name="T10" fmla="*/ 88 w 132"/>
                <a:gd name="T11" fmla="*/ 0 h 40"/>
                <a:gd name="T12" fmla="*/ 66 w 132"/>
                <a:gd name="T13" fmla="*/ 1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" h="40">
                  <a:moveTo>
                    <a:pt x="66" y="19"/>
                  </a:moveTo>
                  <a:lnTo>
                    <a:pt x="45" y="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132" y="40"/>
                  </a:lnTo>
                  <a:lnTo>
                    <a:pt x="88" y="0"/>
                  </a:lnTo>
                  <a:lnTo>
                    <a:pt x="66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4294967295"/>
          </p:nvPr>
        </p:nvSpPr>
        <p:spPr>
          <a:xfrm>
            <a:off x="5024058" y="2841620"/>
            <a:ext cx="2168529" cy="2168529"/>
          </a:xfrm>
        </p:spPr>
      </p:sp>
      <p:grpSp>
        <p:nvGrpSpPr>
          <p:cNvPr id="43" name="Group 58"/>
          <p:cNvGrpSpPr/>
          <p:nvPr/>
        </p:nvGrpSpPr>
        <p:grpSpPr>
          <a:xfrm>
            <a:off x="4792298" y="3117819"/>
            <a:ext cx="2698622" cy="1652886"/>
            <a:chOff x="7840658" y="2154917"/>
            <a:chExt cx="4279548" cy="2621192"/>
          </a:xfrm>
          <a:solidFill>
            <a:schemeClr val="tx2"/>
          </a:solidFill>
        </p:grpSpPr>
        <p:sp>
          <p:nvSpPr>
            <p:cNvPr id="50" name="Freeform 5"/>
            <p:cNvSpPr/>
            <p:nvPr/>
          </p:nvSpPr>
          <p:spPr bwMode="auto">
            <a:xfrm>
              <a:off x="7840658" y="2154917"/>
              <a:ext cx="4279548" cy="2621192"/>
            </a:xfrm>
            <a:custGeom>
              <a:avLst/>
              <a:gdLst>
                <a:gd name="T0" fmla="*/ 1174 w 3009"/>
                <a:gd name="T1" fmla="*/ 1833 h 1833"/>
                <a:gd name="T2" fmla="*/ 1270 w 3009"/>
                <a:gd name="T3" fmla="*/ 1826 h 1833"/>
                <a:gd name="T4" fmla="*/ 1675 w 3009"/>
                <a:gd name="T5" fmla="*/ 1594 h 1833"/>
                <a:gd name="T6" fmla="*/ 1997 w 3009"/>
                <a:gd name="T7" fmla="*/ 1748 h 1833"/>
                <a:gd name="T8" fmla="*/ 2071 w 3009"/>
                <a:gd name="T9" fmla="*/ 1741 h 1833"/>
                <a:gd name="T10" fmla="*/ 2352 w 3009"/>
                <a:gd name="T11" fmla="*/ 1474 h 1833"/>
                <a:gd name="T12" fmla="*/ 2512 w 3009"/>
                <a:gd name="T13" fmla="*/ 1492 h 1833"/>
                <a:gd name="T14" fmla="*/ 2932 w 3009"/>
                <a:gd name="T15" fmla="*/ 1262 h 1833"/>
                <a:gd name="T16" fmla="*/ 2921 w 3009"/>
                <a:gd name="T17" fmla="*/ 814 h 1833"/>
                <a:gd name="T18" fmla="*/ 2619 w 3009"/>
                <a:gd name="T19" fmla="*/ 620 h 1833"/>
                <a:gd name="T20" fmla="*/ 2584 w 3009"/>
                <a:gd name="T21" fmla="*/ 622 h 1833"/>
                <a:gd name="T22" fmla="*/ 2298 w 3009"/>
                <a:gd name="T23" fmla="*/ 409 h 1833"/>
                <a:gd name="T24" fmla="*/ 2209 w 3009"/>
                <a:gd name="T25" fmla="*/ 418 h 1833"/>
                <a:gd name="T26" fmla="*/ 1710 w 3009"/>
                <a:gd name="T27" fmla="*/ 0 h 1833"/>
                <a:gd name="T28" fmla="*/ 1682 w 3009"/>
                <a:gd name="T29" fmla="*/ 0 h 1833"/>
                <a:gd name="T30" fmla="*/ 1198 w 3009"/>
                <a:gd name="T31" fmla="*/ 254 h 1833"/>
                <a:gd name="T32" fmla="*/ 972 w 3009"/>
                <a:gd name="T33" fmla="*/ 208 h 1833"/>
                <a:gd name="T34" fmla="*/ 693 w 3009"/>
                <a:gd name="T35" fmla="*/ 311 h 1833"/>
                <a:gd name="T36" fmla="*/ 531 w 3009"/>
                <a:gd name="T37" fmla="*/ 680 h 1833"/>
                <a:gd name="T38" fmla="*/ 474 w 3009"/>
                <a:gd name="T39" fmla="*/ 677 h 1833"/>
                <a:gd name="T40" fmla="*/ 85 w 3009"/>
                <a:gd name="T41" fmla="*/ 848 h 1833"/>
                <a:gd name="T42" fmla="*/ 69 w 3009"/>
                <a:gd name="T43" fmla="*/ 1244 h 1833"/>
                <a:gd name="T44" fmla="*/ 350 w 3009"/>
                <a:gd name="T45" fmla="*/ 1449 h 1833"/>
                <a:gd name="T46" fmla="*/ 603 w 3009"/>
                <a:gd name="T47" fmla="*/ 1585 h 1833"/>
                <a:gd name="T48" fmla="*/ 735 w 3009"/>
                <a:gd name="T49" fmla="*/ 1564 h 1833"/>
                <a:gd name="T50" fmla="*/ 1174 w 3009"/>
                <a:gd name="T51" fmla="*/ 1833 h 1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09" h="1833">
                  <a:moveTo>
                    <a:pt x="1174" y="1833"/>
                  </a:moveTo>
                  <a:cubicBezTo>
                    <a:pt x="1205" y="1833"/>
                    <a:pt x="1237" y="1831"/>
                    <a:pt x="1270" y="1826"/>
                  </a:cubicBezTo>
                  <a:cubicBezTo>
                    <a:pt x="1563" y="1783"/>
                    <a:pt x="1649" y="1663"/>
                    <a:pt x="1675" y="1594"/>
                  </a:cubicBezTo>
                  <a:cubicBezTo>
                    <a:pt x="1724" y="1650"/>
                    <a:pt x="1833" y="1748"/>
                    <a:pt x="1997" y="1748"/>
                  </a:cubicBezTo>
                  <a:cubicBezTo>
                    <a:pt x="2021" y="1748"/>
                    <a:pt x="2046" y="1746"/>
                    <a:pt x="2071" y="1741"/>
                  </a:cubicBezTo>
                  <a:cubicBezTo>
                    <a:pt x="2291" y="1703"/>
                    <a:pt x="2341" y="1539"/>
                    <a:pt x="2352" y="1474"/>
                  </a:cubicBezTo>
                  <a:cubicBezTo>
                    <a:pt x="2384" y="1481"/>
                    <a:pt x="2442" y="1492"/>
                    <a:pt x="2512" y="1492"/>
                  </a:cubicBezTo>
                  <a:cubicBezTo>
                    <a:pt x="2646" y="1492"/>
                    <a:pt x="2827" y="1452"/>
                    <a:pt x="2932" y="1262"/>
                  </a:cubicBezTo>
                  <a:cubicBezTo>
                    <a:pt x="3009" y="1123"/>
                    <a:pt x="3005" y="955"/>
                    <a:pt x="2921" y="814"/>
                  </a:cubicBezTo>
                  <a:cubicBezTo>
                    <a:pt x="2850" y="694"/>
                    <a:pt x="2734" y="620"/>
                    <a:pt x="2619" y="620"/>
                  </a:cubicBezTo>
                  <a:cubicBezTo>
                    <a:pt x="2607" y="620"/>
                    <a:pt x="2596" y="620"/>
                    <a:pt x="2584" y="622"/>
                  </a:cubicBezTo>
                  <a:cubicBezTo>
                    <a:pt x="2566" y="565"/>
                    <a:pt x="2499" y="409"/>
                    <a:pt x="2298" y="409"/>
                  </a:cubicBezTo>
                  <a:cubicBezTo>
                    <a:pt x="2270" y="409"/>
                    <a:pt x="2240" y="412"/>
                    <a:pt x="2209" y="418"/>
                  </a:cubicBezTo>
                  <a:cubicBezTo>
                    <a:pt x="2192" y="328"/>
                    <a:pt x="2104" y="13"/>
                    <a:pt x="1710" y="0"/>
                  </a:cubicBezTo>
                  <a:cubicBezTo>
                    <a:pt x="1700" y="0"/>
                    <a:pt x="1691" y="0"/>
                    <a:pt x="1682" y="0"/>
                  </a:cubicBezTo>
                  <a:cubicBezTo>
                    <a:pt x="1356" y="0"/>
                    <a:pt x="1231" y="189"/>
                    <a:pt x="1198" y="254"/>
                  </a:cubicBezTo>
                  <a:cubicBezTo>
                    <a:pt x="1160" y="238"/>
                    <a:pt x="1073" y="208"/>
                    <a:pt x="972" y="208"/>
                  </a:cubicBezTo>
                  <a:cubicBezTo>
                    <a:pt x="862" y="208"/>
                    <a:pt x="768" y="243"/>
                    <a:pt x="693" y="311"/>
                  </a:cubicBezTo>
                  <a:cubicBezTo>
                    <a:pt x="525" y="463"/>
                    <a:pt x="522" y="615"/>
                    <a:pt x="531" y="680"/>
                  </a:cubicBezTo>
                  <a:cubicBezTo>
                    <a:pt x="516" y="678"/>
                    <a:pt x="497" y="677"/>
                    <a:pt x="474" y="677"/>
                  </a:cubicBezTo>
                  <a:cubicBezTo>
                    <a:pt x="377" y="677"/>
                    <a:pt x="196" y="700"/>
                    <a:pt x="85" y="848"/>
                  </a:cubicBezTo>
                  <a:cubicBezTo>
                    <a:pt x="6" y="954"/>
                    <a:pt x="0" y="1106"/>
                    <a:pt x="69" y="1244"/>
                  </a:cubicBezTo>
                  <a:cubicBezTo>
                    <a:pt x="131" y="1368"/>
                    <a:pt x="238" y="1446"/>
                    <a:pt x="350" y="1449"/>
                  </a:cubicBezTo>
                  <a:cubicBezTo>
                    <a:pt x="371" y="1485"/>
                    <a:pt x="445" y="1585"/>
                    <a:pt x="603" y="1585"/>
                  </a:cubicBezTo>
                  <a:cubicBezTo>
                    <a:pt x="644" y="1585"/>
                    <a:pt x="689" y="1578"/>
                    <a:pt x="735" y="1564"/>
                  </a:cubicBezTo>
                  <a:cubicBezTo>
                    <a:pt x="767" y="1628"/>
                    <a:pt x="890" y="1833"/>
                    <a:pt x="1174" y="1833"/>
                  </a:cubicBezTo>
                  <a:close/>
                </a:path>
              </a:pathLst>
            </a:custGeom>
            <a:grpFill/>
            <a:ln w="4445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Subtitle 4"/>
            <p:cNvSpPr txBox="1"/>
            <p:nvPr/>
          </p:nvSpPr>
          <p:spPr>
            <a:xfrm>
              <a:off x="7985955" y="3175800"/>
              <a:ext cx="3980169" cy="85214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id-ID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Problem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id-ID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Solving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4" grpId="0"/>
      <p:bldP spid="35" grpId="0"/>
      <p:bldP spid="37" grpId="0"/>
      <p:bldP spid="38" grpId="0"/>
      <p:bldP spid="41" grpId="0"/>
      <p:bldP spid="42" grpId="0"/>
      <p:bldP spid="44" grpId="0"/>
      <p:bldP spid="45" grpId="0"/>
      <p:bldP spid="46" grpId="0"/>
      <p:bldP spid="47" grpId="0"/>
      <p:bldP spid="48" grpId="0"/>
      <p:bldP spid="49" grpId="0"/>
      <p:bldP spid="69" grpId="0"/>
      <p:bldP spid="70" grpId="0"/>
      <p:bldP spid="71" grpId="0"/>
      <p:bldP spid="72" grpId="0"/>
      <p:bldP spid="73" grpId="0"/>
      <p:bldP spid="74" grpId="0" animBg="1"/>
      <p:bldP spid="75" grpId="0" animBg="1"/>
      <p:bldP spid="76" grpId="0"/>
      <p:bldP spid="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Flowchart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Flowchart</a:t>
            </a:r>
            <a:endParaRPr lang="id-ID" dirty="0"/>
          </a:p>
        </p:txBody>
      </p:sp>
      <p:grpSp>
        <p:nvGrpSpPr>
          <p:cNvPr id="4" name="Group 3"/>
          <p:cNvGrpSpPr/>
          <p:nvPr/>
        </p:nvGrpSpPr>
        <p:grpSpPr>
          <a:xfrm>
            <a:off x="2314798" y="3675782"/>
            <a:ext cx="1465895" cy="542854"/>
            <a:chOff x="2314798" y="3182297"/>
            <a:chExt cx="1465895" cy="542854"/>
          </a:xfrm>
        </p:grpSpPr>
        <p:sp>
          <p:nvSpPr>
            <p:cNvPr id="5" name="Rectangle 4"/>
            <p:cNvSpPr/>
            <p:nvPr/>
          </p:nvSpPr>
          <p:spPr>
            <a:xfrm>
              <a:off x="2314798" y="3182297"/>
              <a:ext cx="1465895" cy="542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400773" y="3299836"/>
              <a:ext cx="12939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Select Version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353117" y="3395455"/>
            <a:ext cx="1468802" cy="1103509"/>
            <a:chOff x="4353117" y="2901970"/>
            <a:chExt cx="1468802" cy="1103509"/>
          </a:xfrm>
        </p:grpSpPr>
        <p:sp>
          <p:nvSpPr>
            <p:cNvPr id="8" name="Diamond 7"/>
            <p:cNvSpPr/>
            <p:nvPr/>
          </p:nvSpPr>
          <p:spPr>
            <a:xfrm>
              <a:off x="4353117" y="2901970"/>
              <a:ext cx="1468802" cy="1103509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53432" y="3192114"/>
              <a:ext cx="109356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Credit Card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or PO ?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373700" y="3518427"/>
            <a:ext cx="1446833" cy="857565"/>
            <a:chOff x="6373700" y="3024942"/>
            <a:chExt cx="1446833" cy="857565"/>
          </a:xfrm>
        </p:grpSpPr>
        <p:sp>
          <p:nvSpPr>
            <p:cNvPr id="11" name="Flowchart: Document 10"/>
            <p:cNvSpPr/>
            <p:nvPr/>
          </p:nvSpPr>
          <p:spPr>
            <a:xfrm>
              <a:off x="6373700" y="3024942"/>
              <a:ext cx="1446833" cy="857565"/>
            </a:xfrm>
            <a:prstGeom prst="flowChartDocumen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06301" y="3192114"/>
              <a:ext cx="12057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Confirmation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E-mail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92100" y="3738239"/>
            <a:ext cx="1520669" cy="417941"/>
            <a:chOff x="292100" y="3244754"/>
            <a:chExt cx="1520669" cy="417941"/>
          </a:xfrm>
        </p:grpSpPr>
        <p:sp>
          <p:nvSpPr>
            <p:cNvPr id="14" name="Flowchart: Terminator 13"/>
            <p:cNvSpPr/>
            <p:nvPr/>
          </p:nvSpPr>
          <p:spPr>
            <a:xfrm>
              <a:off x="292100" y="3244754"/>
              <a:ext cx="1520669" cy="417941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0039" y="3284447"/>
              <a:ext cx="11047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Download</a:t>
              </a:r>
              <a:endPara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16" name="Straight Arrow Connector 15"/>
          <p:cNvCxnSpPr/>
          <p:nvPr/>
        </p:nvCxnSpPr>
        <p:spPr>
          <a:xfrm>
            <a:off x="1857494" y="3947209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858963" y="3947209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4355402" y="2367561"/>
            <a:ext cx="1465895" cy="542854"/>
            <a:chOff x="4355402" y="1874076"/>
            <a:chExt cx="1465895" cy="542854"/>
          </a:xfrm>
        </p:grpSpPr>
        <p:sp>
          <p:nvSpPr>
            <p:cNvPr id="19" name="Rectangle 18"/>
            <p:cNvSpPr/>
            <p:nvPr/>
          </p:nvSpPr>
          <p:spPr>
            <a:xfrm>
              <a:off x="4355402" y="1874076"/>
              <a:ext cx="1465895" cy="542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569618" y="1991615"/>
              <a:ext cx="103746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Submit PO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 rot="5400000">
            <a:off x="4886253" y="4780223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16200000" flipV="1">
            <a:off x="4886253" y="3170103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4355402" y="5039912"/>
            <a:ext cx="1465895" cy="542854"/>
            <a:chOff x="4355402" y="4546427"/>
            <a:chExt cx="1465895" cy="542854"/>
          </a:xfrm>
        </p:grpSpPr>
        <p:sp>
          <p:nvSpPr>
            <p:cNvPr id="24" name="Rectangle 23"/>
            <p:cNvSpPr/>
            <p:nvPr/>
          </p:nvSpPr>
          <p:spPr>
            <a:xfrm>
              <a:off x="4355402" y="4546427"/>
              <a:ext cx="1465895" cy="542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78435" y="4663966"/>
              <a:ext cx="101983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Check Out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356870" y="2367561"/>
            <a:ext cx="1465895" cy="542854"/>
            <a:chOff x="6356870" y="1874076"/>
            <a:chExt cx="1465895" cy="542854"/>
          </a:xfrm>
        </p:grpSpPr>
        <p:sp>
          <p:nvSpPr>
            <p:cNvPr id="27" name="Rectangle 26"/>
            <p:cNvSpPr/>
            <p:nvPr/>
          </p:nvSpPr>
          <p:spPr>
            <a:xfrm>
              <a:off x="6356870" y="1874076"/>
              <a:ext cx="1465895" cy="542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89948" y="1991615"/>
              <a:ext cx="139974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Receive Invoice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356870" y="5039912"/>
            <a:ext cx="1465895" cy="542854"/>
            <a:chOff x="6356870" y="4546427"/>
            <a:chExt cx="1465895" cy="542854"/>
          </a:xfrm>
        </p:grpSpPr>
        <p:sp>
          <p:nvSpPr>
            <p:cNvPr id="30" name="Rectangle 29"/>
            <p:cNvSpPr/>
            <p:nvPr/>
          </p:nvSpPr>
          <p:spPr>
            <a:xfrm>
              <a:off x="6356870" y="4546427"/>
              <a:ext cx="1465895" cy="542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32615" y="4663966"/>
              <a:ext cx="111440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Enter Order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32" name="Straight Arrow Connector 31"/>
          <p:cNvCxnSpPr/>
          <p:nvPr/>
        </p:nvCxnSpPr>
        <p:spPr>
          <a:xfrm>
            <a:off x="5871613" y="5311339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871613" y="2638988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16200000" flipV="1">
            <a:off x="6865358" y="4780224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>
            <a:off x="6865358" y="3170103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8330385" y="3675782"/>
            <a:ext cx="1465895" cy="542854"/>
            <a:chOff x="8330385" y="3182297"/>
            <a:chExt cx="1465895" cy="542854"/>
          </a:xfrm>
        </p:grpSpPr>
        <p:sp>
          <p:nvSpPr>
            <p:cNvPr id="37" name="Rectangle 36"/>
            <p:cNvSpPr/>
            <p:nvPr/>
          </p:nvSpPr>
          <p:spPr>
            <a:xfrm>
              <a:off x="8330385" y="3182297"/>
              <a:ext cx="1465895" cy="542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657613" y="3299836"/>
              <a:ext cx="8114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Register</a:t>
              </a:r>
              <a:endPara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0366531" y="3738239"/>
            <a:ext cx="1520669" cy="417941"/>
            <a:chOff x="10366531" y="3244754"/>
            <a:chExt cx="1520669" cy="417941"/>
          </a:xfrm>
        </p:grpSpPr>
        <p:sp>
          <p:nvSpPr>
            <p:cNvPr id="40" name="Flowchart: Terminator 39"/>
            <p:cNvSpPr/>
            <p:nvPr/>
          </p:nvSpPr>
          <p:spPr>
            <a:xfrm>
              <a:off x="10366531" y="3244754"/>
              <a:ext cx="1520669" cy="417941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797288" y="3284447"/>
              <a:ext cx="6591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Done</a:t>
              </a:r>
              <a:endPara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42" name="Straight Arrow Connector 41"/>
          <p:cNvCxnSpPr/>
          <p:nvPr/>
        </p:nvCxnSpPr>
        <p:spPr>
          <a:xfrm>
            <a:off x="7873081" y="3947209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9874550" y="3947209"/>
            <a:ext cx="40253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90208" y="3088471"/>
            <a:ext cx="429926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PO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97422" y="4612471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CC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0"/>
                            </p:stCondLst>
                            <p:childTnLst>
                              <p:par>
                                <p:cTn id="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000"/>
                            </p:stCondLst>
                            <p:childTnLst>
                              <p:par>
                                <p:cTn id="9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6"/>
          <p:cNvSpPr/>
          <p:nvPr/>
        </p:nvSpPr>
        <p:spPr bwMode="auto">
          <a:xfrm>
            <a:off x="520876" y="4001675"/>
            <a:ext cx="317932" cy="518730"/>
          </a:xfrm>
          <a:custGeom>
            <a:avLst/>
            <a:gdLst>
              <a:gd name="T0" fmla="*/ 152 w 152"/>
              <a:gd name="T1" fmla="*/ 248 h 248"/>
              <a:gd name="T2" fmla="*/ 0 w 152"/>
              <a:gd name="T3" fmla="*/ 139 h 248"/>
              <a:gd name="T4" fmla="*/ 66 w 152"/>
              <a:gd name="T5" fmla="*/ 0 h 248"/>
              <a:gd name="T6" fmla="*/ 152 w 152"/>
              <a:gd name="T7" fmla="*/ 85 h 248"/>
              <a:gd name="T8" fmla="*/ 152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152" y="248"/>
                </a:moveTo>
                <a:lnTo>
                  <a:pt x="0" y="139"/>
                </a:lnTo>
                <a:lnTo>
                  <a:pt x="66" y="0"/>
                </a:lnTo>
                <a:lnTo>
                  <a:pt x="152" y="85"/>
                </a:lnTo>
                <a:lnTo>
                  <a:pt x="152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7" name="Freeform 8"/>
          <p:cNvSpPr/>
          <p:nvPr/>
        </p:nvSpPr>
        <p:spPr bwMode="auto">
          <a:xfrm>
            <a:off x="2819606" y="4001675"/>
            <a:ext cx="317932" cy="518730"/>
          </a:xfrm>
          <a:custGeom>
            <a:avLst/>
            <a:gdLst>
              <a:gd name="T0" fmla="*/ 0 w 152"/>
              <a:gd name="T1" fmla="*/ 248 h 248"/>
              <a:gd name="T2" fmla="*/ 152 w 152"/>
              <a:gd name="T3" fmla="*/ 139 h 248"/>
              <a:gd name="T4" fmla="*/ 86 w 152"/>
              <a:gd name="T5" fmla="*/ 0 h 248"/>
              <a:gd name="T6" fmla="*/ 0 w 152"/>
              <a:gd name="T7" fmla="*/ 85 h 248"/>
              <a:gd name="T8" fmla="*/ 0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0" y="248"/>
                </a:moveTo>
                <a:lnTo>
                  <a:pt x="152" y="139"/>
                </a:lnTo>
                <a:lnTo>
                  <a:pt x="86" y="0"/>
                </a:lnTo>
                <a:lnTo>
                  <a:pt x="0" y="85"/>
                </a:lnTo>
                <a:lnTo>
                  <a:pt x="0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0" name="Freeform 6"/>
          <p:cNvSpPr/>
          <p:nvPr/>
        </p:nvSpPr>
        <p:spPr bwMode="auto">
          <a:xfrm>
            <a:off x="3302050" y="4001675"/>
            <a:ext cx="317932" cy="518730"/>
          </a:xfrm>
          <a:custGeom>
            <a:avLst/>
            <a:gdLst>
              <a:gd name="T0" fmla="*/ 152 w 152"/>
              <a:gd name="T1" fmla="*/ 248 h 248"/>
              <a:gd name="T2" fmla="*/ 0 w 152"/>
              <a:gd name="T3" fmla="*/ 139 h 248"/>
              <a:gd name="T4" fmla="*/ 66 w 152"/>
              <a:gd name="T5" fmla="*/ 0 h 248"/>
              <a:gd name="T6" fmla="*/ 152 w 152"/>
              <a:gd name="T7" fmla="*/ 85 h 248"/>
              <a:gd name="T8" fmla="*/ 152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152" y="248"/>
                </a:moveTo>
                <a:lnTo>
                  <a:pt x="0" y="139"/>
                </a:lnTo>
                <a:lnTo>
                  <a:pt x="66" y="0"/>
                </a:lnTo>
                <a:lnTo>
                  <a:pt x="152" y="85"/>
                </a:lnTo>
                <a:lnTo>
                  <a:pt x="152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1" name="Freeform 8"/>
          <p:cNvSpPr/>
          <p:nvPr/>
        </p:nvSpPr>
        <p:spPr bwMode="auto">
          <a:xfrm>
            <a:off x="5600780" y="4001675"/>
            <a:ext cx="317932" cy="518730"/>
          </a:xfrm>
          <a:custGeom>
            <a:avLst/>
            <a:gdLst>
              <a:gd name="T0" fmla="*/ 0 w 152"/>
              <a:gd name="T1" fmla="*/ 248 h 248"/>
              <a:gd name="T2" fmla="*/ 152 w 152"/>
              <a:gd name="T3" fmla="*/ 139 h 248"/>
              <a:gd name="T4" fmla="*/ 86 w 152"/>
              <a:gd name="T5" fmla="*/ 0 h 248"/>
              <a:gd name="T6" fmla="*/ 0 w 152"/>
              <a:gd name="T7" fmla="*/ 85 h 248"/>
              <a:gd name="T8" fmla="*/ 0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0" y="248"/>
                </a:moveTo>
                <a:lnTo>
                  <a:pt x="152" y="139"/>
                </a:lnTo>
                <a:lnTo>
                  <a:pt x="86" y="0"/>
                </a:lnTo>
                <a:lnTo>
                  <a:pt x="0" y="85"/>
                </a:lnTo>
                <a:lnTo>
                  <a:pt x="0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Freeform 6"/>
          <p:cNvSpPr/>
          <p:nvPr/>
        </p:nvSpPr>
        <p:spPr bwMode="auto">
          <a:xfrm>
            <a:off x="6064442" y="4001675"/>
            <a:ext cx="317932" cy="518730"/>
          </a:xfrm>
          <a:custGeom>
            <a:avLst/>
            <a:gdLst>
              <a:gd name="T0" fmla="*/ 152 w 152"/>
              <a:gd name="T1" fmla="*/ 248 h 248"/>
              <a:gd name="T2" fmla="*/ 0 w 152"/>
              <a:gd name="T3" fmla="*/ 139 h 248"/>
              <a:gd name="T4" fmla="*/ 66 w 152"/>
              <a:gd name="T5" fmla="*/ 0 h 248"/>
              <a:gd name="T6" fmla="*/ 152 w 152"/>
              <a:gd name="T7" fmla="*/ 85 h 248"/>
              <a:gd name="T8" fmla="*/ 152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152" y="248"/>
                </a:moveTo>
                <a:lnTo>
                  <a:pt x="0" y="139"/>
                </a:lnTo>
                <a:lnTo>
                  <a:pt x="66" y="0"/>
                </a:lnTo>
                <a:lnTo>
                  <a:pt x="152" y="85"/>
                </a:lnTo>
                <a:lnTo>
                  <a:pt x="152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4" name="Freeform 8"/>
          <p:cNvSpPr/>
          <p:nvPr/>
        </p:nvSpPr>
        <p:spPr bwMode="auto">
          <a:xfrm>
            <a:off x="8363172" y="4001675"/>
            <a:ext cx="317932" cy="518730"/>
          </a:xfrm>
          <a:custGeom>
            <a:avLst/>
            <a:gdLst>
              <a:gd name="T0" fmla="*/ 0 w 152"/>
              <a:gd name="T1" fmla="*/ 248 h 248"/>
              <a:gd name="T2" fmla="*/ 152 w 152"/>
              <a:gd name="T3" fmla="*/ 139 h 248"/>
              <a:gd name="T4" fmla="*/ 86 w 152"/>
              <a:gd name="T5" fmla="*/ 0 h 248"/>
              <a:gd name="T6" fmla="*/ 0 w 152"/>
              <a:gd name="T7" fmla="*/ 85 h 248"/>
              <a:gd name="T8" fmla="*/ 0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0" y="248"/>
                </a:moveTo>
                <a:lnTo>
                  <a:pt x="152" y="139"/>
                </a:lnTo>
                <a:lnTo>
                  <a:pt x="86" y="0"/>
                </a:lnTo>
                <a:lnTo>
                  <a:pt x="0" y="85"/>
                </a:lnTo>
                <a:lnTo>
                  <a:pt x="0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6" name="Freeform 6"/>
          <p:cNvSpPr/>
          <p:nvPr/>
        </p:nvSpPr>
        <p:spPr bwMode="auto">
          <a:xfrm>
            <a:off x="8836824" y="4001675"/>
            <a:ext cx="317932" cy="518730"/>
          </a:xfrm>
          <a:custGeom>
            <a:avLst/>
            <a:gdLst>
              <a:gd name="T0" fmla="*/ 152 w 152"/>
              <a:gd name="T1" fmla="*/ 248 h 248"/>
              <a:gd name="T2" fmla="*/ 0 w 152"/>
              <a:gd name="T3" fmla="*/ 139 h 248"/>
              <a:gd name="T4" fmla="*/ 66 w 152"/>
              <a:gd name="T5" fmla="*/ 0 h 248"/>
              <a:gd name="T6" fmla="*/ 152 w 152"/>
              <a:gd name="T7" fmla="*/ 85 h 248"/>
              <a:gd name="T8" fmla="*/ 152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152" y="248"/>
                </a:moveTo>
                <a:lnTo>
                  <a:pt x="0" y="139"/>
                </a:lnTo>
                <a:lnTo>
                  <a:pt x="66" y="0"/>
                </a:lnTo>
                <a:lnTo>
                  <a:pt x="152" y="85"/>
                </a:lnTo>
                <a:lnTo>
                  <a:pt x="152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Freeform 8"/>
          <p:cNvSpPr/>
          <p:nvPr/>
        </p:nvSpPr>
        <p:spPr bwMode="auto">
          <a:xfrm>
            <a:off x="11135554" y="4001675"/>
            <a:ext cx="317932" cy="518730"/>
          </a:xfrm>
          <a:custGeom>
            <a:avLst/>
            <a:gdLst>
              <a:gd name="T0" fmla="*/ 0 w 152"/>
              <a:gd name="T1" fmla="*/ 248 h 248"/>
              <a:gd name="T2" fmla="*/ 152 w 152"/>
              <a:gd name="T3" fmla="*/ 139 h 248"/>
              <a:gd name="T4" fmla="*/ 86 w 152"/>
              <a:gd name="T5" fmla="*/ 0 h 248"/>
              <a:gd name="T6" fmla="*/ 0 w 152"/>
              <a:gd name="T7" fmla="*/ 85 h 248"/>
              <a:gd name="T8" fmla="*/ 0 w 152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" h="248">
                <a:moveTo>
                  <a:pt x="0" y="248"/>
                </a:moveTo>
                <a:lnTo>
                  <a:pt x="152" y="139"/>
                </a:lnTo>
                <a:lnTo>
                  <a:pt x="86" y="0"/>
                </a:lnTo>
                <a:lnTo>
                  <a:pt x="0" y="85"/>
                </a:lnTo>
                <a:lnTo>
                  <a:pt x="0" y="24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8935058" y="2132136"/>
            <a:ext cx="2420192" cy="3552685"/>
            <a:chOff x="617019" y="2136532"/>
            <a:chExt cx="2420192" cy="3552685"/>
          </a:xfrm>
        </p:grpSpPr>
        <p:sp>
          <p:nvSpPr>
            <p:cNvPr id="45" name="Rounded Rectangle 44"/>
            <p:cNvSpPr/>
            <p:nvPr/>
          </p:nvSpPr>
          <p:spPr>
            <a:xfrm>
              <a:off x="617019" y="2207465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75000"/>
              </a:schemeClr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617019" y="2136532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4"/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157750" y="2132136"/>
            <a:ext cx="2420192" cy="3552685"/>
            <a:chOff x="617019" y="2136532"/>
            <a:chExt cx="2420192" cy="3552685"/>
          </a:xfrm>
        </p:grpSpPr>
        <p:sp>
          <p:nvSpPr>
            <p:cNvPr id="48" name="Rounded Rectangle 47"/>
            <p:cNvSpPr/>
            <p:nvPr/>
          </p:nvSpPr>
          <p:spPr>
            <a:xfrm>
              <a:off x="617019" y="2207465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3">
                <a:lumMod val="75000"/>
              </a:schemeClr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617019" y="2136532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3"/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395289" y="2132136"/>
            <a:ext cx="2420192" cy="3552685"/>
            <a:chOff x="617019" y="2136532"/>
            <a:chExt cx="2420192" cy="3552685"/>
          </a:xfrm>
        </p:grpSpPr>
        <p:sp>
          <p:nvSpPr>
            <p:cNvPr id="42" name="Rounded Rectangle 41"/>
            <p:cNvSpPr/>
            <p:nvPr/>
          </p:nvSpPr>
          <p:spPr>
            <a:xfrm>
              <a:off x="617019" y="2207465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617019" y="2136532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16655" y="2132136"/>
            <a:ext cx="2420192" cy="3552685"/>
            <a:chOff x="617019" y="2136532"/>
            <a:chExt cx="2420192" cy="3552685"/>
          </a:xfrm>
        </p:grpSpPr>
        <p:sp>
          <p:nvSpPr>
            <p:cNvPr id="39" name="Rounded Rectangle 38"/>
            <p:cNvSpPr/>
            <p:nvPr/>
          </p:nvSpPr>
          <p:spPr>
            <a:xfrm>
              <a:off x="617019" y="2207465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17019" y="2136532"/>
              <a:ext cx="2420192" cy="348175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Main Services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What we strong</a:t>
            </a:r>
            <a:endParaRPr lang="id-ID" dirty="0"/>
          </a:p>
        </p:txBody>
      </p:sp>
      <p:sp>
        <p:nvSpPr>
          <p:cNvPr id="66" name="Rectangle 65"/>
          <p:cNvSpPr/>
          <p:nvPr/>
        </p:nvSpPr>
        <p:spPr>
          <a:xfrm>
            <a:off x="616655" y="4518074"/>
            <a:ext cx="2420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Nunc sed mattis elit. Duis blandit elit. 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395289" y="4518074"/>
            <a:ext cx="24201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Sed auctor risus sem, et pharetra ex euismod at. 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157750" y="4518074"/>
            <a:ext cx="2420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Donec ligula augue, commodo ut. 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935058" y="4518074"/>
            <a:ext cx="24201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Sed suscipit justo non tincidunt sodales. Sed sit amet nibh quis massa.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064178" y="2318767"/>
            <a:ext cx="1548000" cy="1616554"/>
            <a:chOff x="1064178" y="2318767"/>
            <a:chExt cx="1548000" cy="1616554"/>
          </a:xfrm>
        </p:grpSpPr>
        <p:sp>
          <p:nvSpPr>
            <p:cNvPr id="64" name="Oval 63"/>
            <p:cNvSpPr/>
            <p:nvPr/>
          </p:nvSpPr>
          <p:spPr>
            <a:xfrm>
              <a:off x="1064178" y="2387321"/>
              <a:ext cx="1548000" cy="1548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064178" y="2318767"/>
              <a:ext cx="1548000" cy="1548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821709" y="2318767"/>
            <a:ext cx="1548000" cy="1616554"/>
            <a:chOff x="3821709" y="2318767"/>
            <a:chExt cx="1548000" cy="1616554"/>
          </a:xfrm>
        </p:grpSpPr>
        <p:sp>
          <p:nvSpPr>
            <p:cNvPr id="65" name="Oval 64"/>
            <p:cNvSpPr/>
            <p:nvPr/>
          </p:nvSpPr>
          <p:spPr>
            <a:xfrm>
              <a:off x="3821709" y="2387321"/>
              <a:ext cx="1548000" cy="15480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821709" y="2318767"/>
              <a:ext cx="1548000" cy="1548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570281" y="2318767"/>
            <a:ext cx="1548000" cy="1616554"/>
            <a:chOff x="6570281" y="2318767"/>
            <a:chExt cx="1548000" cy="1616554"/>
          </a:xfrm>
        </p:grpSpPr>
        <p:sp>
          <p:nvSpPr>
            <p:cNvPr id="68" name="Oval 67"/>
            <p:cNvSpPr/>
            <p:nvPr/>
          </p:nvSpPr>
          <p:spPr>
            <a:xfrm>
              <a:off x="6570281" y="2387321"/>
              <a:ext cx="1548000" cy="1548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6570281" y="2318767"/>
              <a:ext cx="1548000" cy="154800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371154" y="2318767"/>
            <a:ext cx="1548000" cy="1616554"/>
            <a:chOff x="9371154" y="2318767"/>
            <a:chExt cx="1548000" cy="1616554"/>
          </a:xfrm>
        </p:grpSpPr>
        <p:sp>
          <p:nvSpPr>
            <p:cNvPr id="69" name="Oval 68"/>
            <p:cNvSpPr/>
            <p:nvPr/>
          </p:nvSpPr>
          <p:spPr>
            <a:xfrm>
              <a:off x="9371154" y="2387321"/>
              <a:ext cx="1548000" cy="1548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9371154" y="2318767"/>
              <a:ext cx="1548000" cy="154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9806073" y="2763724"/>
            <a:ext cx="678163" cy="658086"/>
            <a:chOff x="7961313" y="1244600"/>
            <a:chExt cx="482600" cy="468313"/>
          </a:xfrm>
          <a:solidFill>
            <a:schemeClr val="bg1"/>
          </a:solidFill>
        </p:grpSpPr>
        <p:sp>
          <p:nvSpPr>
            <p:cNvPr id="81" name="Freeform 17"/>
            <p:cNvSpPr>
              <a:spLocks noEditPoints="1"/>
            </p:cNvSpPr>
            <p:nvPr/>
          </p:nvSpPr>
          <p:spPr bwMode="auto">
            <a:xfrm>
              <a:off x="7961313" y="1244600"/>
              <a:ext cx="482600" cy="468313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7 w 128"/>
                <a:gd name="T13" fmla="*/ 110 h 122"/>
                <a:gd name="T14" fmla="*/ 34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1" y="106"/>
                    <a:pt x="39" y="109"/>
                    <a:pt x="37" y="110"/>
                  </a:cubicBezTo>
                  <a:cubicBezTo>
                    <a:pt x="36" y="111"/>
                    <a:pt x="35" y="112"/>
                    <a:pt x="34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4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1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2" name="Freeform 18"/>
            <p:cNvSpPr>
              <a:spLocks noEditPoints="1"/>
            </p:cNvSpPr>
            <p:nvPr/>
          </p:nvSpPr>
          <p:spPr bwMode="auto">
            <a:xfrm>
              <a:off x="8021638" y="1306513"/>
              <a:ext cx="361950" cy="244475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92 w 96"/>
                <a:gd name="T19" fmla="*/ 57 h 64"/>
                <a:gd name="T20" fmla="*/ 89 w 96"/>
                <a:gd name="T21" fmla="*/ 60 h 64"/>
                <a:gd name="T22" fmla="*/ 7 w 96"/>
                <a:gd name="T23" fmla="*/ 60 h 64"/>
                <a:gd name="T24" fmla="*/ 4 w 96"/>
                <a:gd name="T25" fmla="*/ 57 h 64"/>
                <a:gd name="T26" fmla="*/ 4 w 96"/>
                <a:gd name="T27" fmla="*/ 7 h 64"/>
                <a:gd name="T28" fmla="*/ 7 w 96"/>
                <a:gd name="T29" fmla="*/ 4 h 64"/>
                <a:gd name="T30" fmla="*/ 89 w 96"/>
                <a:gd name="T31" fmla="*/ 4 h 64"/>
                <a:gd name="T32" fmla="*/ 92 w 96"/>
                <a:gd name="T33" fmla="*/ 7 h 64"/>
                <a:gd name="T34" fmla="*/ 92 w 96"/>
                <a:gd name="T35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92" y="57"/>
                  </a:moveTo>
                  <a:cubicBezTo>
                    <a:pt x="92" y="59"/>
                    <a:pt x="91" y="60"/>
                    <a:pt x="8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lnTo>
                    <a:pt x="92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3" name="Freeform 19"/>
            <p:cNvSpPr>
              <a:spLocks noEditPoints="1"/>
            </p:cNvSpPr>
            <p:nvPr/>
          </p:nvSpPr>
          <p:spPr bwMode="auto">
            <a:xfrm>
              <a:off x="8180388" y="1558925"/>
              <a:ext cx="44450" cy="46038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4" name="Freeform 20"/>
            <p:cNvSpPr/>
            <p:nvPr/>
          </p:nvSpPr>
          <p:spPr bwMode="auto">
            <a:xfrm>
              <a:off x="8142288" y="1428750"/>
              <a:ext cx="44450" cy="92075"/>
            </a:xfrm>
            <a:custGeom>
              <a:avLst/>
              <a:gdLst>
                <a:gd name="T0" fmla="*/ 9 w 12"/>
                <a:gd name="T1" fmla="*/ 0 h 24"/>
                <a:gd name="T2" fmla="*/ 3 w 12"/>
                <a:gd name="T3" fmla="*/ 0 h 24"/>
                <a:gd name="T4" fmla="*/ 0 w 12"/>
                <a:gd name="T5" fmla="*/ 3 h 24"/>
                <a:gd name="T6" fmla="*/ 0 w 12"/>
                <a:gd name="T7" fmla="*/ 21 h 24"/>
                <a:gd name="T8" fmla="*/ 3 w 12"/>
                <a:gd name="T9" fmla="*/ 24 h 24"/>
                <a:gd name="T10" fmla="*/ 9 w 12"/>
                <a:gd name="T11" fmla="*/ 24 h 24"/>
                <a:gd name="T12" fmla="*/ 12 w 12"/>
                <a:gd name="T13" fmla="*/ 21 h 24"/>
                <a:gd name="T14" fmla="*/ 12 w 12"/>
                <a:gd name="T15" fmla="*/ 3 h 24"/>
                <a:gd name="T16" fmla="*/ 9 w 12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24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1" y="24"/>
                    <a:pt x="3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1" y="24"/>
                    <a:pt x="12" y="22"/>
                    <a:pt x="12" y="21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5" name="Freeform 21"/>
            <p:cNvSpPr/>
            <p:nvPr/>
          </p:nvSpPr>
          <p:spPr bwMode="auto">
            <a:xfrm>
              <a:off x="8293100" y="1336675"/>
              <a:ext cx="44450" cy="184150"/>
            </a:xfrm>
            <a:custGeom>
              <a:avLst/>
              <a:gdLst>
                <a:gd name="T0" fmla="*/ 9 w 12"/>
                <a:gd name="T1" fmla="*/ 0 h 48"/>
                <a:gd name="T2" fmla="*/ 3 w 12"/>
                <a:gd name="T3" fmla="*/ 0 h 48"/>
                <a:gd name="T4" fmla="*/ 0 w 12"/>
                <a:gd name="T5" fmla="*/ 3 h 48"/>
                <a:gd name="T6" fmla="*/ 0 w 12"/>
                <a:gd name="T7" fmla="*/ 45 h 48"/>
                <a:gd name="T8" fmla="*/ 3 w 12"/>
                <a:gd name="T9" fmla="*/ 48 h 48"/>
                <a:gd name="T10" fmla="*/ 9 w 12"/>
                <a:gd name="T11" fmla="*/ 48 h 48"/>
                <a:gd name="T12" fmla="*/ 12 w 12"/>
                <a:gd name="T13" fmla="*/ 45 h 48"/>
                <a:gd name="T14" fmla="*/ 12 w 12"/>
                <a:gd name="T15" fmla="*/ 3 h 48"/>
                <a:gd name="T16" fmla="*/ 9 w 12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48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7"/>
                    <a:pt x="1" y="48"/>
                    <a:pt x="3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1" y="48"/>
                    <a:pt x="12" y="47"/>
                    <a:pt x="12" y="45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6" name="Freeform 22"/>
            <p:cNvSpPr/>
            <p:nvPr/>
          </p:nvSpPr>
          <p:spPr bwMode="auto">
            <a:xfrm>
              <a:off x="8216900" y="1398588"/>
              <a:ext cx="46037" cy="122238"/>
            </a:xfrm>
            <a:custGeom>
              <a:avLst/>
              <a:gdLst>
                <a:gd name="T0" fmla="*/ 9 w 12"/>
                <a:gd name="T1" fmla="*/ 0 h 32"/>
                <a:gd name="T2" fmla="*/ 3 w 12"/>
                <a:gd name="T3" fmla="*/ 0 h 32"/>
                <a:gd name="T4" fmla="*/ 0 w 12"/>
                <a:gd name="T5" fmla="*/ 3 h 32"/>
                <a:gd name="T6" fmla="*/ 0 w 12"/>
                <a:gd name="T7" fmla="*/ 29 h 32"/>
                <a:gd name="T8" fmla="*/ 3 w 12"/>
                <a:gd name="T9" fmla="*/ 32 h 32"/>
                <a:gd name="T10" fmla="*/ 9 w 12"/>
                <a:gd name="T11" fmla="*/ 32 h 32"/>
                <a:gd name="T12" fmla="*/ 12 w 12"/>
                <a:gd name="T13" fmla="*/ 29 h 32"/>
                <a:gd name="T14" fmla="*/ 12 w 12"/>
                <a:gd name="T15" fmla="*/ 3 h 32"/>
                <a:gd name="T16" fmla="*/ 9 w 1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32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1"/>
                    <a:pt x="1" y="32"/>
                    <a:pt x="3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1" y="32"/>
                    <a:pt x="12" y="31"/>
                    <a:pt x="12" y="29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7" name="Freeform 23"/>
            <p:cNvSpPr/>
            <p:nvPr/>
          </p:nvSpPr>
          <p:spPr bwMode="auto">
            <a:xfrm>
              <a:off x="8066088" y="1368425"/>
              <a:ext cx="46037" cy="152400"/>
            </a:xfrm>
            <a:custGeom>
              <a:avLst/>
              <a:gdLst>
                <a:gd name="T0" fmla="*/ 9 w 12"/>
                <a:gd name="T1" fmla="*/ 0 h 40"/>
                <a:gd name="T2" fmla="*/ 3 w 12"/>
                <a:gd name="T3" fmla="*/ 0 h 40"/>
                <a:gd name="T4" fmla="*/ 0 w 12"/>
                <a:gd name="T5" fmla="*/ 3 h 40"/>
                <a:gd name="T6" fmla="*/ 0 w 12"/>
                <a:gd name="T7" fmla="*/ 37 h 40"/>
                <a:gd name="T8" fmla="*/ 3 w 12"/>
                <a:gd name="T9" fmla="*/ 40 h 40"/>
                <a:gd name="T10" fmla="*/ 9 w 12"/>
                <a:gd name="T11" fmla="*/ 40 h 40"/>
                <a:gd name="T12" fmla="*/ 12 w 12"/>
                <a:gd name="T13" fmla="*/ 37 h 40"/>
                <a:gd name="T14" fmla="*/ 12 w 12"/>
                <a:gd name="T15" fmla="*/ 3 h 40"/>
                <a:gd name="T16" fmla="*/ 9 w 12"/>
                <a:gd name="T1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40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9"/>
                    <a:pt x="1" y="40"/>
                    <a:pt x="3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1" y="40"/>
                    <a:pt x="12" y="39"/>
                    <a:pt x="12" y="37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4245039" y="2758220"/>
            <a:ext cx="701341" cy="669095"/>
            <a:chOff x="4849813" y="501081"/>
            <a:chExt cx="1104900" cy="1054100"/>
          </a:xfrm>
          <a:solidFill>
            <a:schemeClr val="bg1"/>
          </a:solidFill>
        </p:grpSpPr>
        <p:sp>
          <p:nvSpPr>
            <p:cNvPr id="89" name="Freeform 5"/>
            <p:cNvSpPr>
              <a:spLocks noEditPoints="1"/>
            </p:cNvSpPr>
            <p:nvPr/>
          </p:nvSpPr>
          <p:spPr bwMode="auto">
            <a:xfrm>
              <a:off x="4849813" y="501081"/>
              <a:ext cx="1104900" cy="1054100"/>
            </a:xfrm>
            <a:custGeom>
              <a:avLst/>
              <a:gdLst>
                <a:gd name="T0" fmla="*/ 482 w 526"/>
                <a:gd name="T1" fmla="*/ 0 h 502"/>
                <a:gd name="T2" fmla="*/ 44 w 526"/>
                <a:gd name="T3" fmla="*/ 0 h 502"/>
                <a:gd name="T4" fmla="*/ 0 w 526"/>
                <a:gd name="T5" fmla="*/ 45 h 502"/>
                <a:gd name="T6" fmla="*/ 0 w 526"/>
                <a:gd name="T7" fmla="*/ 384 h 502"/>
                <a:gd name="T8" fmla="*/ 44 w 526"/>
                <a:gd name="T9" fmla="*/ 428 h 502"/>
                <a:gd name="T10" fmla="*/ 177 w 526"/>
                <a:gd name="T11" fmla="*/ 428 h 502"/>
                <a:gd name="T12" fmla="*/ 154 w 526"/>
                <a:gd name="T13" fmla="*/ 454 h 502"/>
                <a:gd name="T14" fmla="*/ 141 w 526"/>
                <a:gd name="T15" fmla="*/ 467 h 502"/>
                <a:gd name="T16" fmla="*/ 140 w 526"/>
                <a:gd name="T17" fmla="*/ 487 h 502"/>
                <a:gd name="T18" fmla="*/ 173 w 526"/>
                <a:gd name="T19" fmla="*/ 502 h 502"/>
                <a:gd name="T20" fmla="*/ 352 w 526"/>
                <a:gd name="T21" fmla="*/ 502 h 502"/>
                <a:gd name="T22" fmla="*/ 386 w 526"/>
                <a:gd name="T23" fmla="*/ 487 h 502"/>
                <a:gd name="T24" fmla="*/ 384 w 526"/>
                <a:gd name="T25" fmla="*/ 467 h 502"/>
                <a:gd name="T26" fmla="*/ 372 w 526"/>
                <a:gd name="T27" fmla="*/ 453 h 502"/>
                <a:gd name="T28" fmla="*/ 348 w 526"/>
                <a:gd name="T29" fmla="*/ 428 h 502"/>
                <a:gd name="T30" fmla="*/ 482 w 526"/>
                <a:gd name="T31" fmla="*/ 428 h 502"/>
                <a:gd name="T32" fmla="*/ 526 w 526"/>
                <a:gd name="T33" fmla="*/ 384 h 502"/>
                <a:gd name="T34" fmla="*/ 526 w 526"/>
                <a:gd name="T35" fmla="*/ 45 h 502"/>
                <a:gd name="T36" fmla="*/ 482 w 526"/>
                <a:gd name="T37" fmla="*/ 0 h 502"/>
                <a:gd name="T38" fmla="*/ 360 w 526"/>
                <a:gd name="T39" fmla="*/ 465 h 502"/>
                <a:gd name="T40" fmla="*/ 371 w 526"/>
                <a:gd name="T41" fmla="*/ 476 h 502"/>
                <a:gd name="T42" fmla="*/ 371 w 526"/>
                <a:gd name="T43" fmla="*/ 480 h 502"/>
                <a:gd name="T44" fmla="*/ 352 w 526"/>
                <a:gd name="T45" fmla="*/ 485 h 502"/>
                <a:gd name="T46" fmla="*/ 173 w 526"/>
                <a:gd name="T47" fmla="*/ 485 h 502"/>
                <a:gd name="T48" fmla="*/ 155 w 526"/>
                <a:gd name="T49" fmla="*/ 480 h 502"/>
                <a:gd name="T50" fmla="*/ 154 w 526"/>
                <a:gd name="T51" fmla="*/ 476 h 502"/>
                <a:gd name="T52" fmla="*/ 154 w 526"/>
                <a:gd name="T53" fmla="*/ 477 h 502"/>
                <a:gd name="T54" fmla="*/ 165 w 526"/>
                <a:gd name="T55" fmla="*/ 465 h 502"/>
                <a:gd name="T56" fmla="*/ 196 w 526"/>
                <a:gd name="T57" fmla="*/ 428 h 502"/>
                <a:gd name="T58" fmla="*/ 329 w 526"/>
                <a:gd name="T59" fmla="*/ 428 h 502"/>
                <a:gd name="T60" fmla="*/ 360 w 526"/>
                <a:gd name="T61" fmla="*/ 465 h 502"/>
                <a:gd name="T62" fmla="*/ 493 w 526"/>
                <a:gd name="T63" fmla="*/ 384 h 502"/>
                <a:gd name="T64" fmla="*/ 482 w 526"/>
                <a:gd name="T65" fmla="*/ 395 h 502"/>
                <a:gd name="T66" fmla="*/ 44 w 526"/>
                <a:gd name="T67" fmla="*/ 395 h 502"/>
                <a:gd name="T68" fmla="*/ 32 w 526"/>
                <a:gd name="T69" fmla="*/ 384 h 502"/>
                <a:gd name="T70" fmla="*/ 32 w 526"/>
                <a:gd name="T71" fmla="*/ 45 h 502"/>
                <a:gd name="T72" fmla="*/ 44 w 526"/>
                <a:gd name="T73" fmla="*/ 33 h 502"/>
                <a:gd name="T74" fmla="*/ 482 w 526"/>
                <a:gd name="T75" fmla="*/ 33 h 502"/>
                <a:gd name="T76" fmla="*/ 493 w 526"/>
                <a:gd name="T77" fmla="*/ 45 h 502"/>
                <a:gd name="T78" fmla="*/ 493 w 526"/>
                <a:gd name="T79" fmla="*/ 384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26" h="502">
                  <a:moveTo>
                    <a:pt x="482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19" y="0"/>
                    <a:pt x="0" y="20"/>
                    <a:pt x="0" y="45"/>
                  </a:cubicBezTo>
                  <a:cubicBezTo>
                    <a:pt x="0" y="384"/>
                    <a:pt x="0" y="384"/>
                    <a:pt x="0" y="384"/>
                  </a:cubicBezTo>
                  <a:cubicBezTo>
                    <a:pt x="0" y="408"/>
                    <a:pt x="19" y="428"/>
                    <a:pt x="44" y="428"/>
                  </a:cubicBezTo>
                  <a:cubicBezTo>
                    <a:pt x="177" y="428"/>
                    <a:pt x="177" y="428"/>
                    <a:pt x="177" y="428"/>
                  </a:cubicBezTo>
                  <a:cubicBezTo>
                    <a:pt x="170" y="437"/>
                    <a:pt x="159" y="448"/>
                    <a:pt x="154" y="454"/>
                  </a:cubicBezTo>
                  <a:cubicBezTo>
                    <a:pt x="148" y="459"/>
                    <a:pt x="144" y="463"/>
                    <a:pt x="141" y="467"/>
                  </a:cubicBezTo>
                  <a:cubicBezTo>
                    <a:pt x="138" y="471"/>
                    <a:pt x="136" y="480"/>
                    <a:pt x="140" y="487"/>
                  </a:cubicBezTo>
                  <a:cubicBezTo>
                    <a:pt x="144" y="494"/>
                    <a:pt x="152" y="502"/>
                    <a:pt x="173" y="502"/>
                  </a:cubicBezTo>
                  <a:cubicBezTo>
                    <a:pt x="352" y="502"/>
                    <a:pt x="352" y="502"/>
                    <a:pt x="352" y="502"/>
                  </a:cubicBezTo>
                  <a:cubicBezTo>
                    <a:pt x="374" y="502"/>
                    <a:pt x="382" y="494"/>
                    <a:pt x="386" y="487"/>
                  </a:cubicBezTo>
                  <a:cubicBezTo>
                    <a:pt x="389" y="480"/>
                    <a:pt x="388" y="471"/>
                    <a:pt x="384" y="467"/>
                  </a:cubicBezTo>
                  <a:cubicBezTo>
                    <a:pt x="382" y="463"/>
                    <a:pt x="378" y="459"/>
                    <a:pt x="372" y="453"/>
                  </a:cubicBezTo>
                  <a:cubicBezTo>
                    <a:pt x="367" y="448"/>
                    <a:pt x="355" y="437"/>
                    <a:pt x="348" y="428"/>
                  </a:cubicBezTo>
                  <a:cubicBezTo>
                    <a:pt x="482" y="428"/>
                    <a:pt x="482" y="428"/>
                    <a:pt x="482" y="428"/>
                  </a:cubicBezTo>
                  <a:cubicBezTo>
                    <a:pt x="506" y="428"/>
                    <a:pt x="526" y="408"/>
                    <a:pt x="526" y="384"/>
                  </a:cubicBezTo>
                  <a:cubicBezTo>
                    <a:pt x="526" y="45"/>
                    <a:pt x="526" y="45"/>
                    <a:pt x="526" y="45"/>
                  </a:cubicBezTo>
                  <a:cubicBezTo>
                    <a:pt x="526" y="20"/>
                    <a:pt x="506" y="0"/>
                    <a:pt x="482" y="0"/>
                  </a:cubicBezTo>
                  <a:close/>
                  <a:moveTo>
                    <a:pt x="360" y="465"/>
                  </a:moveTo>
                  <a:cubicBezTo>
                    <a:pt x="365" y="470"/>
                    <a:pt x="370" y="474"/>
                    <a:pt x="371" y="476"/>
                  </a:cubicBezTo>
                  <a:cubicBezTo>
                    <a:pt x="371" y="476"/>
                    <a:pt x="372" y="478"/>
                    <a:pt x="371" y="480"/>
                  </a:cubicBezTo>
                  <a:cubicBezTo>
                    <a:pt x="368" y="483"/>
                    <a:pt x="362" y="485"/>
                    <a:pt x="352" y="485"/>
                  </a:cubicBezTo>
                  <a:cubicBezTo>
                    <a:pt x="173" y="485"/>
                    <a:pt x="173" y="485"/>
                    <a:pt x="173" y="485"/>
                  </a:cubicBezTo>
                  <a:cubicBezTo>
                    <a:pt x="164" y="485"/>
                    <a:pt x="157" y="483"/>
                    <a:pt x="155" y="480"/>
                  </a:cubicBezTo>
                  <a:cubicBezTo>
                    <a:pt x="154" y="478"/>
                    <a:pt x="155" y="476"/>
                    <a:pt x="154" y="476"/>
                  </a:cubicBezTo>
                  <a:cubicBezTo>
                    <a:pt x="154" y="476"/>
                    <a:pt x="154" y="476"/>
                    <a:pt x="154" y="477"/>
                  </a:cubicBezTo>
                  <a:cubicBezTo>
                    <a:pt x="156" y="474"/>
                    <a:pt x="161" y="470"/>
                    <a:pt x="165" y="465"/>
                  </a:cubicBezTo>
                  <a:cubicBezTo>
                    <a:pt x="180" y="451"/>
                    <a:pt x="191" y="439"/>
                    <a:pt x="196" y="428"/>
                  </a:cubicBezTo>
                  <a:cubicBezTo>
                    <a:pt x="329" y="428"/>
                    <a:pt x="329" y="428"/>
                    <a:pt x="329" y="428"/>
                  </a:cubicBezTo>
                  <a:cubicBezTo>
                    <a:pt x="334" y="439"/>
                    <a:pt x="346" y="451"/>
                    <a:pt x="360" y="465"/>
                  </a:cubicBezTo>
                  <a:close/>
                  <a:moveTo>
                    <a:pt x="493" y="384"/>
                  </a:moveTo>
                  <a:cubicBezTo>
                    <a:pt x="493" y="390"/>
                    <a:pt x="488" y="395"/>
                    <a:pt x="482" y="395"/>
                  </a:cubicBezTo>
                  <a:cubicBezTo>
                    <a:pt x="44" y="395"/>
                    <a:pt x="44" y="395"/>
                    <a:pt x="44" y="395"/>
                  </a:cubicBezTo>
                  <a:cubicBezTo>
                    <a:pt x="38" y="395"/>
                    <a:pt x="32" y="390"/>
                    <a:pt x="32" y="384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38"/>
                    <a:pt x="38" y="33"/>
                    <a:pt x="44" y="33"/>
                  </a:cubicBezTo>
                  <a:cubicBezTo>
                    <a:pt x="482" y="33"/>
                    <a:pt x="482" y="33"/>
                    <a:pt x="482" y="33"/>
                  </a:cubicBezTo>
                  <a:cubicBezTo>
                    <a:pt x="488" y="33"/>
                    <a:pt x="493" y="38"/>
                    <a:pt x="493" y="45"/>
                  </a:cubicBezTo>
                  <a:lnTo>
                    <a:pt x="493" y="3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0" name="Freeform 6"/>
            <p:cNvSpPr>
              <a:spLocks noEditPoints="1"/>
            </p:cNvSpPr>
            <p:nvPr/>
          </p:nvSpPr>
          <p:spPr bwMode="auto">
            <a:xfrm>
              <a:off x="4986338" y="640781"/>
              <a:ext cx="828675" cy="552450"/>
            </a:xfrm>
            <a:custGeom>
              <a:avLst/>
              <a:gdLst>
                <a:gd name="T0" fmla="*/ 367 w 395"/>
                <a:gd name="T1" fmla="*/ 0 h 264"/>
                <a:gd name="T2" fmla="*/ 28 w 395"/>
                <a:gd name="T3" fmla="*/ 0 h 264"/>
                <a:gd name="T4" fmla="*/ 0 w 395"/>
                <a:gd name="T5" fmla="*/ 28 h 264"/>
                <a:gd name="T6" fmla="*/ 0 w 395"/>
                <a:gd name="T7" fmla="*/ 236 h 264"/>
                <a:gd name="T8" fmla="*/ 28 w 395"/>
                <a:gd name="T9" fmla="*/ 264 h 264"/>
                <a:gd name="T10" fmla="*/ 367 w 395"/>
                <a:gd name="T11" fmla="*/ 264 h 264"/>
                <a:gd name="T12" fmla="*/ 395 w 395"/>
                <a:gd name="T13" fmla="*/ 236 h 264"/>
                <a:gd name="T14" fmla="*/ 395 w 395"/>
                <a:gd name="T15" fmla="*/ 28 h 264"/>
                <a:gd name="T16" fmla="*/ 367 w 395"/>
                <a:gd name="T17" fmla="*/ 0 h 264"/>
                <a:gd name="T18" fmla="*/ 379 w 395"/>
                <a:gd name="T19" fmla="*/ 236 h 264"/>
                <a:gd name="T20" fmla="*/ 367 w 395"/>
                <a:gd name="T21" fmla="*/ 247 h 264"/>
                <a:gd name="T22" fmla="*/ 28 w 395"/>
                <a:gd name="T23" fmla="*/ 247 h 264"/>
                <a:gd name="T24" fmla="*/ 17 w 395"/>
                <a:gd name="T25" fmla="*/ 236 h 264"/>
                <a:gd name="T26" fmla="*/ 17 w 395"/>
                <a:gd name="T27" fmla="*/ 28 h 264"/>
                <a:gd name="T28" fmla="*/ 28 w 395"/>
                <a:gd name="T29" fmla="*/ 17 h 264"/>
                <a:gd name="T30" fmla="*/ 367 w 395"/>
                <a:gd name="T31" fmla="*/ 17 h 264"/>
                <a:gd name="T32" fmla="*/ 379 w 395"/>
                <a:gd name="T33" fmla="*/ 28 h 264"/>
                <a:gd name="T34" fmla="*/ 379 w 395"/>
                <a:gd name="T35" fmla="*/ 236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5" h="264">
                  <a:moveTo>
                    <a:pt x="36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51"/>
                    <a:pt x="13" y="264"/>
                    <a:pt x="28" y="264"/>
                  </a:cubicBezTo>
                  <a:cubicBezTo>
                    <a:pt x="367" y="264"/>
                    <a:pt x="367" y="264"/>
                    <a:pt x="367" y="264"/>
                  </a:cubicBezTo>
                  <a:cubicBezTo>
                    <a:pt x="383" y="264"/>
                    <a:pt x="395" y="251"/>
                    <a:pt x="395" y="236"/>
                  </a:cubicBezTo>
                  <a:cubicBezTo>
                    <a:pt x="395" y="28"/>
                    <a:pt x="395" y="28"/>
                    <a:pt x="395" y="28"/>
                  </a:cubicBezTo>
                  <a:cubicBezTo>
                    <a:pt x="395" y="13"/>
                    <a:pt x="383" y="0"/>
                    <a:pt x="367" y="0"/>
                  </a:cubicBezTo>
                  <a:close/>
                  <a:moveTo>
                    <a:pt x="379" y="236"/>
                  </a:moveTo>
                  <a:cubicBezTo>
                    <a:pt x="379" y="242"/>
                    <a:pt x="374" y="247"/>
                    <a:pt x="367" y="247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22" y="247"/>
                    <a:pt x="17" y="242"/>
                    <a:pt x="17" y="236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2"/>
                    <a:pt x="22" y="17"/>
                    <a:pt x="28" y="17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74" y="17"/>
                    <a:pt x="379" y="22"/>
                    <a:pt x="379" y="28"/>
                  </a:cubicBezTo>
                  <a:lnTo>
                    <a:pt x="379" y="2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1" name="Freeform 7"/>
            <p:cNvSpPr>
              <a:spLocks noEditPoints="1"/>
            </p:cNvSpPr>
            <p:nvPr/>
          </p:nvSpPr>
          <p:spPr bwMode="auto">
            <a:xfrm>
              <a:off x="5349875" y="1209106"/>
              <a:ext cx="104775" cy="104775"/>
            </a:xfrm>
            <a:custGeom>
              <a:avLst/>
              <a:gdLst>
                <a:gd name="T0" fmla="*/ 25 w 50"/>
                <a:gd name="T1" fmla="*/ 0 h 50"/>
                <a:gd name="T2" fmla="*/ 0 w 50"/>
                <a:gd name="T3" fmla="*/ 25 h 50"/>
                <a:gd name="T4" fmla="*/ 25 w 50"/>
                <a:gd name="T5" fmla="*/ 50 h 50"/>
                <a:gd name="T6" fmla="*/ 50 w 50"/>
                <a:gd name="T7" fmla="*/ 25 h 50"/>
                <a:gd name="T8" fmla="*/ 25 w 50"/>
                <a:gd name="T9" fmla="*/ 0 h 50"/>
                <a:gd name="T10" fmla="*/ 25 w 50"/>
                <a:gd name="T11" fmla="*/ 33 h 50"/>
                <a:gd name="T12" fmla="*/ 17 w 50"/>
                <a:gd name="T13" fmla="*/ 25 h 50"/>
                <a:gd name="T14" fmla="*/ 25 w 50"/>
                <a:gd name="T15" fmla="*/ 17 h 50"/>
                <a:gd name="T16" fmla="*/ 33 w 50"/>
                <a:gd name="T17" fmla="*/ 25 h 50"/>
                <a:gd name="T18" fmla="*/ 25 w 50"/>
                <a:gd name="T19" fmla="*/ 3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0">
                  <a:moveTo>
                    <a:pt x="25" y="0"/>
                  </a:moveTo>
                  <a:cubicBezTo>
                    <a:pt x="11" y="0"/>
                    <a:pt x="0" y="12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8" y="50"/>
                    <a:pt x="50" y="39"/>
                    <a:pt x="50" y="25"/>
                  </a:cubicBezTo>
                  <a:cubicBezTo>
                    <a:pt x="50" y="12"/>
                    <a:pt x="38" y="0"/>
                    <a:pt x="25" y="0"/>
                  </a:cubicBezTo>
                  <a:close/>
                  <a:moveTo>
                    <a:pt x="25" y="33"/>
                  </a:moveTo>
                  <a:cubicBezTo>
                    <a:pt x="20" y="33"/>
                    <a:pt x="17" y="30"/>
                    <a:pt x="17" y="25"/>
                  </a:cubicBezTo>
                  <a:cubicBezTo>
                    <a:pt x="17" y="21"/>
                    <a:pt x="20" y="17"/>
                    <a:pt x="25" y="17"/>
                  </a:cubicBezTo>
                  <a:cubicBezTo>
                    <a:pt x="29" y="17"/>
                    <a:pt x="33" y="21"/>
                    <a:pt x="33" y="25"/>
                  </a:cubicBezTo>
                  <a:cubicBezTo>
                    <a:pt x="33" y="30"/>
                    <a:pt x="29" y="33"/>
                    <a:pt x="25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2" name="Freeform 8"/>
            <p:cNvSpPr>
              <a:spLocks noEditPoints="1"/>
            </p:cNvSpPr>
            <p:nvPr/>
          </p:nvSpPr>
          <p:spPr bwMode="auto">
            <a:xfrm>
              <a:off x="5480050" y="866206"/>
              <a:ext cx="280988" cy="280988"/>
            </a:xfrm>
            <a:custGeom>
              <a:avLst/>
              <a:gdLst>
                <a:gd name="T0" fmla="*/ 67 w 134"/>
                <a:gd name="T1" fmla="*/ 134 h 134"/>
                <a:gd name="T2" fmla="*/ 0 w 134"/>
                <a:gd name="T3" fmla="*/ 67 h 134"/>
                <a:gd name="T4" fmla="*/ 67 w 134"/>
                <a:gd name="T5" fmla="*/ 0 h 134"/>
                <a:gd name="T6" fmla="*/ 134 w 134"/>
                <a:gd name="T7" fmla="*/ 67 h 134"/>
                <a:gd name="T8" fmla="*/ 67 w 134"/>
                <a:gd name="T9" fmla="*/ 134 h 134"/>
                <a:gd name="T10" fmla="*/ 67 w 134"/>
                <a:gd name="T11" fmla="*/ 10 h 134"/>
                <a:gd name="T12" fmla="*/ 10 w 134"/>
                <a:gd name="T13" fmla="*/ 67 h 134"/>
                <a:gd name="T14" fmla="*/ 67 w 134"/>
                <a:gd name="T15" fmla="*/ 124 h 134"/>
                <a:gd name="T16" fmla="*/ 124 w 134"/>
                <a:gd name="T17" fmla="*/ 67 h 134"/>
                <a:gd name="T18" fmla="*/ 67 w 134"/>
                <a:gd name="T19" fmla="*/ 1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" h="134">
                  <a:moveTo>
                    <a:pt x="67" y="134"/>
                  </a:moveTo>
                  <a:cubicBezTo>
                    <a:pt x="30" y="134"/>
                    <a:pt x="0" y="104"/>
                    <a:pt x="0" y="67"/>
                  </a:cubicBezTo>
                  <a:cubicBezTo>
                    <a:pt x="0" y="30"/>
                    <a:pt x="30" y="0"/>
                    <a:pt x="67" y="0"/>
                  </a:cubicBezTo>
                  <a:cubicBezTo>
                    <a:pt x="104" y="0"/>
                    <a:pt x="134" y="30"/>
                    <a:pt x="134" y="67"/>
                  </a:cubicBezTo>
                  <a:cubicBezTo>
                    <a:pt x="134" y="104"/>
                    <a:pt x="104" y="134"/>
                    <a:pt x="67" y="134"/>
                  </a:cubicBezTo>
                  <a:close/>
                  <a:moveTo>
                    <a:pt x="67" y="10"/>
                  </a:moveTo>
                  <a:cubicBezTo>
                    <a:pt x="35" y="10"/>
                    <a:pt x="10" y="35"/>
                    <a:pt x="10" y="67"/>
                  </a:cubicBezTo>
                  <a:cubicBezTo>
                    <a:pt x="10" y="98"/>
                    <a:pt x="35" y="124"/>
                    <a:pt x="67" y="124"/>
                  </a:cubicBezTo>
                  <a:cubicBezTo>
                    <a:pt x="98" y="124"/>
                    <a:pt x="124" y="98"/>
                    <a:pt x="124" y="67"/>
                  </a:cubicBezTo>
                  <a:cubicBezTo>
                    <a:pt x="124" y="35"/>
                    <a:pt x="98" y="10"/>
                    <a:pt x="6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3" name="Freeform 9"/>
            <p:cNvSpPr>
              <a:spLocks noEditPoints="1"/>
            </p:cNvSpPr>
            <p:nvPr/>
          </p:nvSpPr>
          <p:spPr bwMode="auto">
            <a:xfrm>
              <a:off x="5545138" y="931293"/>
              <a:ext cx="150813" cy="150813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0 h 72"/>
                <a:gd name="T12" fmla="*/ 10 w 72"/>
                <a:gd name="T13" fmla="*/ 36 h 72"/>
                <a:gd name="T14" fmla="*/ 36 w 72"/>
                <a:gd name="T15" fmla="*/ 62 h 72"/>
                <a:gd name="T16" fmla="*/ 62 w 72"/>
                <a:gd name="T17" fmla="*/ 36 h 72"/>
                <a:gd name="T18" fmla="*/ 36 w 72"/>
                <a:gd name="T19" fmla="*/ 1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0"/>
                  </a:moveTo>
                  <a:cubicBezTo>
                    <a:pt x="22" y="10"/>
                    <a:pt x="10" y="21"/>
                    <a:pt x="10" y="36"/>
                  </a:cubicBezTo>
                  <a:cubicBezTo>
                    <a:pt x="10" y="50"/>
                    <a:pt x="22" y="62"/>
                    <a:pt x="36" y="62"/>
                  </a:cubicBezTo>
                  <a:cubicBezTo>
                    <a:pt x="50" y="62"/>
                    <a:pt x="62" y="50"/>
                    <a:pt x="62" y="36"/>
                  </a:cubicBezTo>
                  <a:cubicBezTo>
                    <a:pt x="62" y="21"/>
                    <a:pt x="50" y="10"/>
                    <a:pt x="36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4" name="Freeform 10"/>
            <p:cNvSpPr/>
            <p:nvPr/>
          </p:nvSpPr>
          <p:spPr bwMode="auto">
            <a:xfrm>
              <a:off x="5316538" y="702693"/>
              <a:ext cx="371475" cy="396875"/>
            </a:xfrm>
            <a:custGeom>
              <a:avLst/>
              <a:gdLst>
                <a:gd name="T0" fmla="*/ 155 w 177"/>
                <a:gd name="T1" fmla="*/ 0 h 189"/>
                <a:gd name="T2" fmla="*/ 134 w 177"/>
                <a:gd name="T3" fmla="*/ 0 h 189"/>
                <a:gd name="T4" fmla="*/ 104 w 177"/>
                <a:gd name="T5" fmla="*/ 28 h 189"/>
                <a:gd name="T6" fmla="*/ 91 w 177"/>
                <a:gd name="T7" fmla="*/ 33 h 189"/>
                <a:gd name="T8" fmla="*/ 72 w 177"/>
                <a:gd name="T9" fmla="*/ 26 h 189"/>
                <a:gd name="T10" fmla="*/ 50 w 177"/>
                <a:gd name="T11" fmla="*/ 35 h 189"/>
                <a:gd name="T12" fmla="*/ 35 w 177"/>
                <a:gd name="T13" fmla="*/ 50 h 189"/>
                <a:gd name="T14" fmla="*/ 26 w 177"/>
                <a:gd name="T15" fmla="*/ 72 h 189"/>
                <a:gd name="T16" fmla="*/ 33 w 177"/>
                <a:gd name="T17" fmla="*/ 91 h 189"/>
                <a:gd name="T18" fmla="*/ 28 w 177"/>
                <a:gd name="T19" fmla="*/ 104 h 189"/>
                <a:gd name="T20" fmla="*/ 0 w 177"/>
                <a:gd name="T21" fmla="*/ 134 h 189"/>
                <a:gd name="T22" fmla="*/ 0 w 177"/>
                <a:gd name="T23" fmla="*/ 155 h 189"/>
                <a:gd name="T24" fmla="*/ 28 w 177"/>
                <a:gd name="T25" fmla="*/ 186 h 189"/>
                <a:gd name="T26" fmla="*/ 29 w 177"/>
                <a:gd name="T27" fmla="*/ 189 h 189"/>
                <a:gd name="T28" fmla="*/ 52 w 177"/>
                <a:gd name="T29" fmla="*/ 189 h 189"/>
                <a:gd name="T30" fmla="*/ 44 w 177"/>
                <a:gd name="T31" fmla="*/ 165 h 189"/>
                <a:gd name="T32" fmla="*/ 31 w 177"/>
                <a:gd name="T33" fmla="*/ 165 h 189"/>
                <a:gd name="T34" fmla="*/ 21 w 177"/>
                <a:gd name="T35" fmla="*/ 155 h 189"/>
                <a:gd name="T36" fmla="*/ 21 w 177"/>
                <a:gd name="T37" fmla="*/ 134 h 189"/>
                <a:gd name="T38" fmla="*/ 31 w 177"/>
                <a:gd name="T39" fmla="*/ 124 h 189"/>
                <a:gd name="T40" fmla="*/ 44 w 177"/>
                <a:gd name="T41" fmla="*/ 124 h 189"/>
                <a:gd name="T42" fmla="*/ 59 w 177"/>
                <a:gd name="T43" fmla="*/ 88 h 189"/>
                <a:gd name="T44" fmla="*/ 50 w 177"/>
                <a:gd name="T45" fmla="*/ 79 h 189"/>
                <a:gd name="T46" fmla="*/ 50 w 177"/>
                <a:gd name="T47" fmla="*/ 64 h 189"/>
                <a:gd name="T48" fmla="*/ 64 w 177"/>
                <a:gd name="T49" fmla="*/ 50 h 189"/>
                <a:gd name="T50" fmla="*/ 72 w 177"/>
                <a:gd name="T51" fmla="*/ 47 h 189"/>
                <a:gd name="T52" fmla="*/ 79 w 177"/>
                <a:gd name="T53" fmla="*/ 50 h 189"/>
                <a:gd name="T54" fmla="*/ 88 w 177"/>
                <a:gd name="T55" fmla="*/ 59 h 189"/>
                <a:gd name="T56" fmla="*/ 124 w 177"/>
                <a:gd name="T57" fmla="*/ 43 h 189"/>
                <a:gd name="T58" fmla="*/ 124 w 177"/>
                <a:gd name="T59" fmla="*/ 31 h 189"/>
                <a:gd name="T60" fmla="*/ 134 w 177"/>
                <a:gd name="T61" fmla="*/ 21 h 189"/>
                <a:gd name="T62" fmla="*/ 155 w 177"/>
                <a:gd name="T63" fmla="*/ 21 h 189"/>
                <a:gd name="T64" fmla="*/ 165 w 177"/>
                <a:gd name="T65" fmla="*/ 31 h 189"/>
                <a:gd name="T66" fmla="*/ 165 w 177"/>
                <a:gd name="T67" fmla="*/ 43 h 189"/>
                <a:gd name="T68" fmla="*/ 177 w 177"/>
                <a:gd name="T69" fmla="*/ 47 h 189"/>
                <a:gd name="T70" fmla="*/ 177 w 177"/>
                <a:gd name="T71" fmla="*/ 9 h 189"/>
                <a:gd name="T72" fmla="*/ 155 w 177"/>
                <a:gd name="T73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7" h="189">
                  <a:moveTo>
                    <a:pt x="155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18" y="0"/>
                    <a:pt x="105" y="12"/>
                    <a:pt x="104" y="28"/>
                  </a:cubicBezTo>
                  <a:cubicBezTo>
                    <a:pt x="99" y="29"/>
                    <a:pt x="95" y="31"/>
                    <a:pt x="91" y="33"/>
                  </a:cubicBezTo>
                  <a:cubicBezTo>
                    <a:pt x="86" y="28"/>
                    <a:pt x="79" y="26"/>
                    <a:pt x="72" y="26"/>
                  </a:cubicBezTo>
                  <a:cubicBezTo>
                    <a:pt x="63" y="26"/>
                    <a:pt x="56" y="29"/>
                    <a:pt x="50" y="35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29" y="56"/>
                    <a:pt x="26" y="63"/>
                    <a:pt x="26" y="72"/>
                  </a:cubicBezTo>
                  <a:cubicBezTo>
                    <a:pt x="26" y="79"/>
                    <a:pt x="29" y="86"/>
                    <a:pt x="33" y="91"/>
                  </a:cubicBezTo>
                  <a:cubicBezTo>
                    <a:pt x="31" y="95"/>
                    <a:pt x="29" y="99"/>
                    <a:pt x="28" y="104"/>
                  </a:cubicBezTo>
                  <a:cubicBezTo>
                    <a:pt x="12" y="105"/>
                    <a:pt x="0" y="118"/>
                    <a:pt x="0" y="134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71"/>
                    <a:pt x="12" y="184"/>
                    <a:pt x="28" y="186"/>
                  </a:cubicBezTo>
                  <a:cubicBezTo>
                    <a:pt x="28" y="187"/>
                    <a:pt x="29" y="188"/>
                    <a:pt x="29" y="189"/>
                  </a:cubicBezTo>
                  <a:cubicBezTo>
                    <a:pt x="52" y="189"/>
                    <a:pt x="52" y="189"/>
                    <a:pt x="52" y="189"/>
                  </a:cubicBezTo>
                  <a:cubicBezTo>
                    <a:pt x="48" y="182"/>
                    <a:pt x="45" y="174"/>
                    <a:pt x="44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25" y="165"/>
                    <a:pt x="21" y="161"/>
                    <a:pt x="21" y="155"/>
                  </a:cubicBezTo>
                  <a:cubicBezTo>
                    <a:pt x="21" y="134"/>
                    <a:pt x="21" y="134"/>
                    <a:pt x="21" y="134"/>
                  </a:cubicBezTo>
                  <a:cubicBezTo>
                    <a:pt x="21" y="129"/>
                    <a:pt x="25" y="124"/>
                    <a:pt x="31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6" y="111"/>
                    <a:pt x="52" y="99"/>
                    <a:pt x="59" y="88"/>
                  </a:cubicBezTo>
                  <a:cubicBezTo>
                    <a:pt x="50" y="79"/>
                    <a:pt x="50" y="79"/>
                    <a:pt x="50" y="79"/>
                  </a:cubicBezTo>
                  <a:cubicBezTo>
                    <a:pt x="46" y="75"/>
                    <a:pt x="46" y="68"/>
                    <a:pt x="50" y="64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6" y="48"/>
                    <a:pt x="69" y="47"/>
                    <a:pt x="72" y="47"/>
                  </a:cubicBezTo>
                  <a:cubicBezTo>
                    <a:pt x="74" y="47"/>
                    <a:pt x="77" y="48"/>
                    <a:pt x="79" y="50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99" y="52"/>
                    <a:pt x="111" y="46"/>
                    <a:pt x="124" y="43"/>
                  </a:cubicBezTo>
                  <a:cubicBezTo>
                    <a:pt x="124" y="31"/>
                    <a:pt x="124" y="31"/>
                    <a:pt x="124" y="31"/>
                  </a:cubicBezTo>
                  <a:cubicBezTo>
                    <a:pt x="124" y="25"/>
                    <a:pt x="129" y="21"/>
                    <a:pt x="134" y="21"/>
                  </a:cubicBezTo>
                  <a:cubicBezTo>
                    <a:pt x="155" y="21"/>
                    <a:pt x="155" y="21"/>
                    <a:pt x="155" y="21"/>
                  </a:cubicBezTo>
                  <a:cubicBezTo>
                    <a:pt x="161" y="21"/>
                    <a:pt x="165" y="25"/>
                    <a:pt x="165" y="31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69" y="44"/>
                    <a:pt x="173" y="45"/>
                    <a:pt x="177" y="47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1" y="3"/>
                    <a:pt x="163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996920" y="2760020"/>
            <a:ext cx="694723" cy="665495"/>
            <a:chOff x="9412289" y="1584325"/>
            <a:chExt cx="490537" cy="469900"/>
          </a:xfrm>
          <a:solidFill>
            <a:schemeClr val="bg1"/>
          </a:solidFill>
        </p:grpSpPr>
        <p:sp>
          <p:nvSpPr>
            <p:cNvPr id="96" name="Freeform 23"/>
            <p:cNvSpPr>
              <a:spLocks noEditPoints="1"/>
            </p:cNvSpPr>
            <p:nvPr/>
          </p:nvSpPr>
          <p:spPr bwMode="auto">
            <a:xfrm>
              <a:off x="9412289" y="1584325"/>
              <a:ext cx="490537" cy="469900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7 w 128"/>
                <a:gd name="T13" fmla="*/ 110 h 122"/>
                <a:gd name="T14" fmla="*/ 34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1" y="106"/>
                    <a:pt x="39" y="109"/>
                    <a:pt x="37" y="110"/>
                  </a:cubicBezTo>
                  <a:cubicBezTo>
                    <a:pt x="36" y="111"/>
                    <a:pt x="35" y="112"/>
                    <a:pt x="34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4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1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7" name="Freeform 24"/>
            <p:cNvSpPr>
              <a:spLocks noEditPoints="1"/>
            </p:cNvSpPr>
            <p:nvPr/>
          </p:nvSpPr>
          <p:spPr bwMode="auto">
            <a:xfrm>
              <a:off x="9472613" y="1646238"/>
              <a:ext cx="369887" cy="246063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7 w 96"/>
                <a:gd name="T19" fmla="*/ 4 h 64"/>
                <a:gd name="T20" fmla="*/ 89 w 96"/>
                <a:gd name="T21" fmla="*/ 4 h 64"/>
                <a:gd name="T22" fmla="*/ 92 w 96"/>
                <a:gd name="T23" fmla="*/ 7 h 64"/>
                <a:gd name="T24" fmla="*/ 92 w 96"/>
                <a:gd name="T25" fmla="*/ 23 h 64"/>
                <a:gd name="T26" fmla="*/ 76 w 96"/>
                <a:gd name="T27" fmla="*/ 41 h 64"/>
                <a:gd name="T28" fmla="*/ 62 w 96"/>
                <a:gd name="T29" fmla="*/ 23 h 64"/>
                <a:gd name="T30" fmla="*/ 60 w 96"/>
                <a:gd name="T31" fmla="*/ 22 h 64"/>
                <a:gd name="T32" fmla="*/ 58 w 96"/>
                <a:gd name="T33" fmla="*/ 23 h 64"/>
                <a:gd name="T34" fmla="*/ 40 w 96"/>
                <a:gd name="T35" fmla="*/ 49 h 64"/>
                <a:gd name="T36" fmla="*/ 25 w 96"/>
                <a:gd name="T37" fmla="*/ 34 h 64"/>
                <a:gd name="T38" fmla="*/ 23 w 96"/>
                <a:gd name="T39" fmla="*/ 34 h 64"/>
                <a:gd name="T40" fmla="*/ 4 w 96"/>
                <a:gd name="T41" fmla="*/ 51 h 64"/>
                <a:gd name="T42" fmla="*/ 4 w 96"/>
                <a:gd name="T43" fmla="*/ 7 h 64"/>
                <a:gd name="T44" fmla="*/ 7 w 96"/>
                <a:gd name="T45" fmla="*/ 4 h 64"/>
                <a:gd name="T46" fmla="*/ 89 w 96"/>
                <a:gd name="T47" fmla="*/ 60 h 64"/>
                <a:gd name="T48" fmla="*/ 7 w 96"/>
                <a:gd name="T49" fmla="*/ 60 h 64"/>
                <a:gd name="T50" fmla="*/ 4 w 96"/>
                <a:gd name="T51" fmla="*/ 57 h 64"/>
                <a:gd name="T52" fmla="*/ 4 w 96"/>
                <a:gd name="T53" fmla="*/ 57 h 64"/>
                <a:gd name="T54" fmla="*/ 24 w 96"/>
                <a:gd name="T55" fmla="*/ 39 h 64"/>
                <a:gd name="T56" fmla="*/ 39 w 96"/>
                <a:gd name="T57" fmla="*/ 53 h 64"/>
                <a:gd name="T58" fmla="*/ 40 w 96"/>
                <a:gd name="T59" fmla="*/ 54 h 64"/>
                <a:gd name="T60" fmla="*/ 42 w 96"/>
                <a:gd name="T61" fmla="*/ 53 h 64"/>
                <a:gd name="T62" fmla="*/ 60 w 96"/>
                <a:gd name="T63" fmla="*/ 27 h 64"/>
                <a:gd name="T64" fmla="*/ 74 w 96"/>
                <a:gd name="T65" fmla="*/ 46 h 64"/>
                <a:gd name="T66" fmla="*/ 76 w 96"/>
                <a:gd name="T67" fmla="*/ 46 h 64"/>
                <a:gd name="T68" fmla="*/ 77 w 96"/>
                <a:gd name="T69" fmla="*/ 46 h 64"/>
                <a:gd name="T70" fmla="*/ 92 w 96"/>
                <a:gd name="T71" fmla="*/ 29 h 64"/>
                <a:gd name="T72" fmla="*/ 92 w 96"/>
                <a:gd name="T73" fmla="*/ 57 h 64"/>
                <a:gd name="T74" fmla="*/ 89 w 96"/>
                <a:gd name="T75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7" y="4"/>
                  </a:move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62" y="23"/>
                    <a:pt x="62" y="23"/>
                    <a:pt x="62" y="23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9" y="22"/>
                    <a:pt x="58" y="23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3" y="34"/>
                    <a:pt x="23" y="3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lose/>
                  <a:moveTo>
                    <a:pt x="89" y="60"/>
                  </a:move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4"/>
                    <a:pt x="40" y="54"/>
                    <a:pt x="40" y="54"/>
                  </a:cubicBezTo>
                  <a:cubicBezTo>
                    <a:pt x="41" y="54"/>
                    <a:pt x="41" y="53"/>
                    <a:pt x="42" y="53"/>
                  </a:cubicBezTo>
                  <a:cubicBezTo>
                    <a:pt x="60" y="27"/>
                    <a:pt x="60" y="27"/>
                    <a:pt x="60" y="27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5" y="46"/>
                    <a:pt x="75" y="46"/>
                    <a:pt x="76" y="46"/>
                  </a:cubicBezTo>
                  <a:cubicBezTo>
                    <a:pt x="76" y="46"/>
                    <a:pt x="77" y="46"/>
                    <a:pt x="77" y="46"/>
                  </a:cubicBezTo>
                  <a:cubicBezTo>
                    <a:pt x="92" y="29"/>
                    <a:pt x="92" y="29"/>
                    <a:pt x="92" y="29"/>
                  </a:cubicBezTo>
                  <a:cubicBezTo>
                    <a:pt x="92" y="57"/>
                    <a:pt x="92" y="57"/>
                    <a:pt x="92" y="57"/>
                  </a:cubicBezTo>
                  <a:cubicBezTo>
                    <a:pt x="92" y="59"/>
                    <a:pt x="91" y="60"/>
                    <a:pt x="8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8" name="Freeform 25"/>
            <p:cNvSpPr>
              <a:spLocks noEditPoints="1"/>
            </p:cNvSpPr>
            <p:nvPr/>
          </p:nvSpPr>
          <p:spPr bwMode="auto">
            <a:xfrm>
              <a:off x="9634538" y="1900238"/>
              <a:ext cx="46037" cy="46038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1477514" y="2748713"/>
            <a:ext cx="721329" cy="688109"/>
            <a:chOff x="8875713" y="2687638"/>
            <a:chExt cx="1447800" cy="1381125"/>
          </a:xfrm>
          <a:solidFill>
            <a:schemeClr val="bg1"/>
          </a:solidFill>
        </p:grpSpPr>
        <p:sp>
          <p:nvSpPr>
            <p:cNvPr id="100" name="Freeform 18"/>
            <p:cNvSpPr>
              <a:spLocks noEditPoints="1"/>
            </p:cNvSpPr>
            <p:nvPr/>
          </p:nvSpPr>
          <p:spPr bwMode="auto">
            <a:xfrm>
              <a:off x="8875713" y="2687638"/>
              <a:ext cx="1447800" cy="1381125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7 w 128"/>
                <a:gd name="T13" fmla="*/ 110 h 122"/>
                <a:gd name="T14" fmla="*/ 34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1" y="106"/>
                    <a:pt x="39" y="109"/>
                    <a:pt x="37" y="110"/>
                  </a:cubicBezTo>
                  <a:cubicBezTo>
                    <a:pt x="36" y="111"/>
                    <a:pt x="35" y="112"/>
                    <a:pt x="34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4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1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1" name="Freeform 19"/>
            <p:cNvSpPr>
              <a:spLocks noEditPoints="1"/>
            </p:cNvSpPr>
            <p:nvPr/>
          </p:nvSpPr>
          <p:spPr bwMode="auto">
            <a:xfrm>
              <a:off x="9056688" y="2868613"/>
              <a:ext cx="1085850" cy="723900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92 w 96"/>
                <a:gd name="T19" fmla="*/ 57 h 64"/>
                <a:gd name="T20" fmla="*/ 89 w 96"/>
                <a:gd name="T21" fmla="*/ 60 h 64"/>
                <a:gd name="T22" fmla="*/ 7 w 96"/>
                <a:gd name="T23" fmla="*/ 60 h 64"/>
                <a:gd name="T24" fmla="*/ 4 w 96"/>
                <a:gd name="T25" fmla="*/ 57 h 64"/>
                <a:gd name="T26" fmla="*/ 4 w 96"/>
                <a:gd name="T27" fmla="*/ 7 h 64"/>
                <a:gd name="T28" fmla="*/ 7 w 96"/>
                <a:gd name="T29" fmla="*/ 4 h 64"/>
                <a:gd name="T30" fmla="*/ 89 w 96"/>
                <a:gd name="T31" fmla="*/ 4 h 64"/>
                <a:gd name="T32" fmla="*/ 92 w 96"/>
                <a:gd name="T33" fmla="*/ 7 h 64"/>
                <a:gd name="T34" fmla="*/ 92 w 96"/>
                <a:gd name="T35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92" y="57"/>
                  </a:moveTo>
                  <a:cubicBezTo>
                    <a:pt x="92" y="59"/>
                    <a:pt x="91" y="60"/>
                    <a:pt x="8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lnTo>
                    <a:pt x="92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2" name="Freeform 20"/>
            <p:cNvSpPr>
              <a:spLocks noEditPoints="1"/>
            </p:cNvSpPr>
            <p:nvPr/>
          </p:nvSpPr>
          <p:spPr bwMode="auto">
            <a:xfrm>
              <a:off x="9531350" y="3616325"/>
              <a:ext cx="136525" cy="134938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3" name="Freeform 21"/>
            <p:cNvSpPr/>
            <p:nvPr/>
          </p:nvSpPr>
          <p:spPr bwMode="auto">
            <a:xfrm>
              <a:off x="9509125" y="3095625"/>
              <a:ext cx="227013" cy="271463"/>
            </a:xfrm>
            <a:custGeom>
              <a:avLst/>
              <a:gdLst>
                <a:gd name="T0" fmla="*/ 2 w 20"/>
                <a:gd name="T1" fmla="*/ 0 h 24"/>
                <a:gd name="T2" fmla="*/ 0 w 20"/>
                <a:gd name="T3" fmla="*/ 1 h 24"/>
                <a:gd name="T4" fmla="*/ 0 w 20"/>
                <a:gd name="T5" fmla="*/ 23 h 24"/>
                <a:gd name="T6" fmla="*/ 2 w 20"/>
                <a:gd name="T7" fmla="*/ 24 h 24"/>
                <a:gd name="T8" fmla="*/ 19 w 20"/>
                <a:gd name="T9" fmla="*/ 13 h 24"/>
                <a:gd name="T10" fmla="*/ 19 w 20"/>
                <a:gd name="T11" fmla="*/ 11 h 24"/>
                <a:gd name="T12" fmla="*/ 2 w 20"/>
                <a:gd name="T1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4">
                  <a:moveTo>
                    <a:pt x="2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1"/>
                    <a:pt x="0" y="23"/>
                  </a:cubicBezTo>
                  <a:cubicBezTo>
                    <a:pt x="0" y="24"/>
                    <a:pt x="1" y="24"/>
                    <a:pt x="2" y="24"/>
                  </a:cubicBezTo>
                  <a:cubicBezTo>
                    <a:pt x="3" y="23"/>
                    <a:pt x="18" y="14"/>
                    <a:pt x="19" y="13"/>
                  </a:cubicBezTo>
                  <a:cubicBezTo>
                    <a:pt x="20" y="13"/>
                    <a:pt x="20" y="11"/>
                    <a:pt x="19" y="11"/>
                  </a:cubicBezTo>
                  <a:cubicBezTo>
                    <a:pt x="18" y="10"/>
                    <a:pt x="3" y="1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8" name="Rectangle 9"/>
          <p:cNvSpPr>
            <a:spLocks noChangeArrowheads="1"/>
          </p:cNvSpPr>
          <p:nvPr/>
        </p:nvSpPr>
        <p:spPr bwMode="auto">
          <a:xfrm>
            <a:off x="520876" y="3807150"/>
            <a:ext cx="2612478" cy="4852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2" name="Rectangle 9"/>
          <p:cNvSpPr>
            <a:spLocks noChangeArrowheads="1"/>
          </p:cNvSpPr>
          <p:nvPr/>
        </p:nvSpPr>
        <p:spPr bwMode="auto">
          <a:xfrm>
            <a:off x="3302050" y="3807150"/>
            <a:ext cx="2612478" cy="4852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6064442" y="3807150"/>
            <a:ext cx="2612478" cy="4852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Rectangle 9"/>
          <p:cNvSpPr>
            <a:spLocks noChangeArrowheads="1"/>
          </p:cNvSpPr>
          <p:nvPr/>
        </p:nvSpPr>
        <p:spPr bwMode="auto">
          <a:xfrm>
            <a:off x="8836824" y="3807150"/>
            <a:ext cx="2612478" cy="4852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33853" y="3834776"/>
            <a:ext cx="258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Video Editing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306234" y="3834776"/>
            <a:ext cx="2598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Web Design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086211" y="3834776"/>
            <a:ext cx="2563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SEO Analysis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841008" y="3834776"/>
            <a:ext cx="2608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Marketing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0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50" grpId="0" animBg="1"/>
      <p:bldP spid="51" grpId="0" animBg="1"/>
      <p:bldP spid="53" grpId="0" animBg="1"/>
      <p:bldP spid="54" grpId="0" animBg="1"/>
      <p:bldP spid="56" grpId="0" animBg="1"/>
      <p:bldP spid="57" grpId="0" animBg="1"/>
      <p:bldP spid="66" grpId="0"/>
      <p:bldP spid="70" grpId="0"/>
      <p:bldP spid="72" grpId="0"/>
      <p:bldP spid="74" grpId="0"/>
      <p:bldP spid="38" grpId="0" animBg="1"/>
      <p:bldP spid="52" grpId="0" animBg="1"/>
      <p:bldP spid="55" grpId="0" animBg="1"/>
      <p:bldP spid="58" grpId="0" animBg="1"/>
      <p:bldP spid="67" grpId="0"/>
      <p:bldP spid="71" grpId="0"/>
      <p:bldP spid="73" grpId="0"/>
      <p:bldP spid="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Main Services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Service Departments</a:t>
            </a:r>
            <a:endParaRPr lang="id-ID" dirty="0"/>
          </a:p>
        </p:txBody>
      </p:sp>
      <p:graphicFrame>
        <p:nvGraphicFramePr>
          <p:cNvPr id="14" name="Chart 13"/>
          <p:cNvGraphicFramePr/>
          <p:nvPr/>
        </p:nvGraphicFramePr>
        <p:xfrm>
          <a:off x="731749" y="2815497"/>
          <a:ext cx="1908000" cy="190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5" name="Chart 14"/>
          <p:cNvGraphicFramePr/>
          <p:nvPr/>
        </p:nvGraphicFramePr>
        <p:xfrm>
          <a:off x="9563767" y="2815497"/>
          <a:ext cx="1908000" cy="190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/>
          <p:cNvGraphicFramePr/>
          <p:nvPr/>
        </p:nvGraphicFramePr>
        <p:xfrm>
          <a:off x="6683830" y="2815497"/>
          <a:ext cx="1908000" cy="190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/>
          <p:cNvGraphicFramePr/>
          <p:nvPr/>
        </p:nvGraphicFramePr>
        <p:xfrm>
          <a:off x="3602576" y="2815497"/>
          <a:ext cx="1908000" cy="190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1357775" y="3796295"/>
            <a:ext cx="655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Video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Editing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234212" y="3796295"/>
            <a:ext cx="644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Web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Design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276192" y="3796295"/>
            <a:ext cx="723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SEO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Analysis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088803" y="3888628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Marketing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1" name="TextBox 80"/>
          <p:cNvSpPr txBox="1">
            <a:spLocks noChangeAspect="1"/>
          </p:cNvSpPr>
          <p:nvPr/>
        </p:nvSpPr>
        <p:spPr>
          <a:xfrm>
            <a:off x="1451749" y="335826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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2" name="TextBox 81"/>
          <p:cNvSpPr txBox="1">
            <a:spLocks noChangeAspect="1"/>
          </p:cNvSpPr>
          <p:nvPr/>
        </p:nvSpPr>
        <p:spPr>
          <a:xfrm>
            <a:off x="7403830" y="335826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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3" name="TextBox 82"/>
          <p:cNvSpPr txBox="1">
            <a:spLocks noChangeAspect="1"/>
          </p:cNvSpPr>
          <p:nvPr/>
        </p:nvSpPr>
        <p:spPr>
          <a:xfrm>
            <a:off x="4322576" y="335826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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4" name="TextBox 83"/>
          <p:cNvSpPr txBox="1">
            <a:spLocks noChangeAspect="1"/>
          </p:cNvSpPr>
          <p:nvPr/>
        </p:nvSpPr>
        <p:spPr>
          <a:xfrm>
            <a:off x="10283767" y="335826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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150" name="Elbow Connector 149"/>
          <p:cNvCxnSpPr/>
          <p:nvPr/>
        </p:nvCxnSpPr>
        <p:spPr>
          <a:xfrm rot="16200000" flipV="1">
            <a:off x="4399938" y="4481669"/>
            <a:ext cx="498320" cy="488539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3526669" y="2451357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Designer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162" name="Elbow Connector 161"/>
          <p:cNvCxnSpPr/>
          <p:nvPr/>
        </p:nvCxnSpPr>
        <p:spPr>
          <a:xfrm rot="16200000" flipV="1">
            <a:off x="2158755" y="4333033"/>
            <a:ext cx="739873" cy="573196"/>
          </a:xfrm>
          <a:prstGeom prst="bentConnector3">
            <a:avLst>
              <a:gd name="adj1" fmla="val 96346"/>
            </a:avLst>
          </a:prstGeom>
          <a:ln w="15875">
            <a:solidFill>
              <a:schemeClr val="accent1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lbow Connector 162"/>
          <p:cNvCxnSpPr/>
          <p:nvPr/>
        </p:nvCxnSpPr>
        <p:spPr>
          <a:xfrm rot="5400000" flipH="1" flipV="1">
            <a:off x="698582" y="4550762"/>
            <a:ext cx="659048" cy="364691"/>
          </a:xfrm>
          <a:prstGeom prst="bentConnector3">
            <a:avLst>
              <a:gd name="adj1" fmla="val 55781"/>
            </a:avLst>
          </a:prstGeom>
          <a:ln w="15875">
            <a:solidFill>
              <a:schemeClr val="accent1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2523017" y="5013199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Video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67" name="Group 166"/>
          <p:cNvGrpSpPr/>
          <p:nvPr/>
        </p:nvGrpSpPr>
        <p:grpSpPr>
          <a:xfrm>
            <a:off x="2906825" y="5290275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173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74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2546507" y="5291802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171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72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169" name="TextBox 168"/>
          <p:cNvSpPr txBox="1"/>
          <p:nvPr/>
        </p:nvSpPr>
        <p:spPr>
          <a:xfrm>
            <a:off x="2461185" y="566158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10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2823987" y="566158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7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76598" y="5063757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Audio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78" name="Group 177"/>
          <p:cNvGrpSpPr/>
          <p:nvPr/>
        </p:nvGrpSpPr>
        <p:grpSpPr>
          <a:xfrm>
            <a:off x="976703" y="5339229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184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85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513587" y="5340756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182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83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180" name="TextBox 179"/>
          <p:cNvSpPr txBox="1"/>
          <p:nvPr/>
        </p:nvSpPr>
        <p:spPr>
          <a:xfrm>
            <a:off x="447315" y="567847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7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916922" y="567847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5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11" name="Elbow Connector 210"/>
          <p:cNvCxnSpPr>
            <a:stCxn id="217" idx="1"/>
          </p:cNvCxnSpPr>
          <p:nvPr/>
        </p:nvCxnSpPr>
        <p:spPr>
          <a:xfrm rot="10800000" flipV="1">
            <a:off x="1132869" y="2645490"/>
            <a:ext cx="308304" cy="610792"/>
          </a:xfrm>
          <a:prstGeom prst="bentConnector2">
            <a:avLst/>
          </a:prstGeom>
          <a:ln w="15875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1441173" y="2506990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Creative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18" name="Group 217"/>
          <p:cNvGrpSpPr/>
          <p:nvPr/>
        </p:nvGrpSpPr>
        <p:grpSpPr>
          <a:xfrm>
            <a:off x="1905367" y="1910772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19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20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21" name="Group 220"/>
          <p:cNvGrpSpPr/>
          <p:nvPr/>
        </p:nvGrpSpPr>
        <p:grpSpPr>
          <a:xfrm>
            <a:off x="1590733" y="1912299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222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23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24" name="TextBox 223"/>
          <p:cNvSpPr txBox="1"/>
          <p:nvPr/>
        </p:nvSpPr>
        <p:spPr>
          <a:xfrm>
            <a:off x="1520454" y="228208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3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1841579" y="228208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6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4572853" y="4987282"/>
            <a:ext cx="647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Coders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42" name="Group 241"/>
          <p:cNvGrpSpPr/>
          <p:nvPr/>
        </p:nvGrpSpPr>
        <p:grpSpPr>
          <a:xfrm>
            <a:off x="4998338" y="5264358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43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44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45" name="Group 244"/>
          <p:cNvGrpSpPr/>
          <p:nvPr/>
        </p:nvGrpSpPr>
        <p:grpSpPr>
          <a:xfrm>
            <a:off x="4638020" y="5265885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246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47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48" name="TextBox 247"/>
          <p:cNvSpPr txBox="1"/>
          <p:nvPr/>
        </p:nvSpPr>
        <p:spPr>
          <a:xfrm>
            <a:off x="4552698" y="5635666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15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9" name="TextBox 248"/>
          <p:cNvSpPr txBox="1"/>
          <p:nvPr/>
        </p:nvSpPr>
        <p:spPr>
          <a:xfrm>
            <a:off x="4873822" y="5635666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10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52" name="Straight Arrow Connector 251"/>
          <p:cNvCxnSpPr/>
          <p:nvPr/>
        </p:nvCxnSpPr>
        <p:spPr>
          <a:xfrm flipV="1">
            <a:off x="3913153" y="2783989"/>
            <a:ext cx="0" cy="577593"/>
          </a:xfrm>
          <a:prstGeom prst="straightConnector1">
            <a:avLst/>
          </a:prstGeom>
          <a:ln w="15875">
            <a:solidFill>
              <a:schemeClr val="accent2">
                <a:lumMod val="60000"/>
                <a:lumOff val="4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" name="Group 252"/>
          <p:cNvGrpSpPr/>
          <p:nvPr/>
        </p:nvGrpSpPr>
        <p:grpSpPr>
          <a:xfrm>
            <a:off x="3991552" y="1910772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54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55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56" name="Group 255"/>
          <p:cNvGrpSpPr/>
          <p:nvPr/>
        </p:nvGrpSpPr>
        <p:grpSpPr>
          <a:xfrm>
            <a:off x="3676918" y="1912299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257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58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59" name="TextBox 258"/>
          <p:cNvSpPr txBox="1"/>
          <p:nvPr/>
        </p:nvSpPr>
        <p:spPr>
          <a:xfrm>
            <a:off x="3606639" y="228208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3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3927764" y="228208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5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61" name="Elbow Connector 260"/>
          <p:cNvCxnSpPr/>
          <p:nvPr/>
        </p:nvCxnSpPr>
        <p:spPr>
          <a:xfrm rot="5400000" flipH="1" flipV="1">
            <a:off x="7218905" y="4530427"/>
            <a:ext cx="498320" cy="488539"/>
          </a:xfrm>
          <a:prstGeom prst="bentConnector3">
            <a:avLst>
              <a:gd name="adj1" fmla="val 46177"/>
            </a:avLst>
          </a:prstGeom>
          <a:ln w="15875">
            <a:solidFill>
              <a:schemeClr val="accent3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8245532" y="2589856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Analysis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3" name="TextBox 262"/>
          <p:cNvSpPr txBox="1"/>
          <p:nvPr/>
        </p:nvSpPr>
        <p:spPr>
          <a:xfrm>
            <a:off x="6765847" y="5026515"/>
            <a:ext cx="9076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Optimizers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64" name="Group 263"/>
          <p:cNvGrpSpPr/>
          <p:nvPr/>
        </p:nvGrpSpPr>
        <p:grpSpPr>
          <a:xfrm>
            <a:off x="7321174" y="5303591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65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66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67" name="Group 266"/>
          <p:cNvGrpSpPr/>
          <p:nvPr/>
        </p:nvGrpSpPr>
        <p:grpSpPr>
          <a:xfrm>
            <a:off x="6960856" y="5305118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268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69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70" name="TextBox 269"/>
          <p:cNvSpPr txBox="1"/>
          <p:nvPr/>
        </p:nvSpPr>
        <p:spPr>
          <a:xfrm>
            <a:off x="6917211" y="567489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5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1" name="TextBox 270"/>
          <p:cNvSpPr txBox="1"/>
          <p:nvPr/>
        </p:nvSpPr>
        <p:spPr>
          <a:xfrm>
            <a:off x="7238336" y="567489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5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73" name="Group 272"/>
          <p:cNvGrpSpPr/>
          <p:nvPr/>
        </p:nvGrpSpPr>
        <p:grpSpPr>
          <a:xfrm>
            <a:off x="8641225" y="2049271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74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5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76" name="Group 275"/>
          <p:cNvGrpSpPr/>
          <p:nvPr/>
        </p:nvGrpSpPr>
        <p:grpSpPr>
          <a:xfrm>
            <a:off x="8326591" y="2050798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277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8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79" name="TextBox 278"/>
          <p:cNvSpPr txBox="1"/>
          <p:nvPr/>
        </p:nvSpPr>
        <p:spPr>
          <a:xfrm>
            <a:off x="8256312" y="242057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0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8620979" y="242057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3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82" name="Elbow Connector 281"/>
          <p:cNvCxnSpPr/>
          <p:nvPr/>
        </p:nvCxnSpPr>
        <p:spPr>
          <a:xfrm rot="10800000" flipV="1">
            <a:off x="8166323" y="2947296"/>
            <a:ext cx="424473" cy="235290"/>
          </a:xfrm>
          <a:prstGeom prst="bentConnector3">
            <a:avLst>
              <a:gd name="adj1" fmla="val -1611"/>
            </a:avLst>
          </a:prstGeom>
          <a:ln w="15875">
            <a:solidFill>
              <a:schemeClr val="accent3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Elbow Connector 285"/>
          <p:cNvCxnSpPr/>
          <p:nvPr/>
        </p:nvCxnSpPr>
        <p:spPr>
          <a:xfrm rot="5400000" flipH="1" flipV="1">
            <a:off x="9577479" y="4387914"/>
            <a:ext cx="498320" cy="488539"/>
          </a:xfrm>
          <a:prstGeom prst="bentConnector3">
            <a:avLst>
              <a:gd name="adj1" fmla="val 46177"/>
            </a:avLst>
          </a:prstGeom>
          <a:ln w="15875">
            <a:solidFill>
              <a:schemeClr val="accent4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10853025" y="2612115"/>
            <a:ext cx="8547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Marketing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9298348" y="4884002"/>
            <a:ext cx="5597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Event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89" name="Group 288"/>
          <p:cNvGrpSpPr/>
          <p:nvPr/>
        </p:nvGrpSpPr>
        <p:grpSpPr>
          <a:xfrm>
            <a:off x="9679748" y="5161078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90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91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92" name="Group 291"/>
          <p:cNvGrpSpPr/>
          <p:nvPr/>
        </p:nvGrpSpPr>
        <p:grpSpPr>
          <a:xfrm>
            <a:off x="9319430" y="5162605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293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94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95" name="TextBox 294"/>
          <p:cNvSpPr txBox="1"/>
          <p:nvPr/>
        </p:nvSpPr>
        <p:spPr>
          <a:xfrm>
            <a:off x="9275785" y="553238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3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9596910" y="553238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4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97" name="Group 296"/>
          <p:cNvGrpSpPr/>
          <p:nvPr/>
        </p:nvGrpSpPr>
        <p:grpSpPr>
          <a:xfrm>
            <a:off x="11358783" y="2071530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298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99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00" name="Group 299"/>
          <p:cNvGrpSpPr/>
          <p:nvPr/>
        </p:nvGrpSpPr>
        <p:grpSpPr>
          <a:xfrm>
            <a:off x="11044149" y="2073057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301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02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03" name="TextBox 302"/>
          <p:cNvSpPr txBox="1"/>
          <p:nvPr/>
        </p:nvSpPr>
        <p:spPr>
          <a:xfrm>
            <a:off x="10983488" y="2442838"/>
            <a:ext cx="2648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1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11294995" y="244283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4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305" name="Elbow Connector 304"/>
          <p:cNvCxnSpPr/>
          <p:nvPr/>
        </p:nvCxnSpPr>
        <p:spPr>
          <a:xfrm rot="10800000" flipV="1">
            <a:off x="10851642" y="2893619"/>
            <a:ext cx="424473" cy="235290"/>
          </a:xfrm>
          <a:prstGeom prst="bentConnector3">
            <a:avLst>
              <a:gd name="adj1" fmla="val -1611"/>
            </a:avLst>
          </a:prstGeom>
          <a:ln w="15875">
            <a:solidFill>
              <a:schemeClr val="accent4">
                <a:lumMod val="7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Elbow Connector 308"/>
          <p:cNvCxnSpPr>
            <a:stCxn id="310" idx="0"/>
          </p:cNvCxnSpPr>
          <p:nvPr/>
        </p:nvCxnSpPr>
        <p:spPr>
          <a:xfrm rot="16200000" flipV="1">
            <a:off x="10645951" y="4532844"/>
            <a:ext cx="560678" cy="349044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4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10665436" y="4987705"/>
            <a:ext cx="870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Promotion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311" name="Group 310"/>
          <p:cNvGrpSpPr/>
          <p:nvPr/>
        </p:nvGrpSpPr>
        <p:grpSpPr>
          <a:xfrm>
            <a:off x="11202326" y="5264781"/>
            <a:ext cx="156477" cy="336185"/>
            <a:chOff x="5670635" y="1738427"/>
            <a:chExt cx="363538" cy="781050"/>
          </a:xfrm>
          <a:solidFill>
            <a:schemeClr val="bg2"/>
          </a:solidFill>
        </p:grpSpPr>
        <p:sp>
          <p:nvSpPr>
            <p:cNvPr id="312" name="Oval 25"/>
            <p:cNvSpPr>
              <a:spLocks noChangeArrowheads="1"/>
            </p:cNvSpPr>
            <p:nvPr/>
          </p:nvSpPr>
          <p:spPr bwMode="auto">
            <a:xfrm>
              <a:off x="5781760" y="1738427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13" name="Freeform 26"/>
            <p:cNvSpPr/>
            <p:nvPr/>
          </p:nvSpPr>
          <p:spPr bwMode="auto">
            <a:xfrm>
              <a:off x="5670635" y="1889239"/>
              <a:ext cx="363538" cy="630238"/>
            </a:xfrm>
            <a:custGeom>
              <a:avLst/>
              <a:gdLst>
                <a:gd name="T0" fmla="*/ 94 w 95"/>
                <a:gd name="T1" fmla="*/ 64 h 167"/>
                <a:gd name="T2" fmla="*/ 80 w 95"/>
                <a:gd name="T3" fmla="*/ 19 h 167"/>
                <a:gd name="T4" fmla="*/ 79 w 95"/>
                <a:gd name="T5" fmla="*/ 18 h 167"/>
                <a:gd name="T6" fmla="*/ 56 w 95"/>
                <a:gd name="T7" fmla="*/ 0 h 167"/>
                <a:gd name="T8" fmla="*/ 49 w 95"/>
                <a:gd name="T9" fmla="*/ 0 h 167"/>
                <a:gd name="T10" fmla="*/ 46 w 95"/>
                <a:gd name="T11" fmla="*/ 0 h 167"/>
                <a:gd name="T12" fmla="*/ 39 w 95"/>
                <a:gd name="T13" fmla="*/ 0 h 167"/>
                <a:gd name="T14" fmla="*/ 16 w 95"/>
                <a:gd name="T15" fmla="*/ 18 h 167"/>
                <a:gd name="T16" fmla="*/ 15 w 95"/>
                <a:gd name="T17" fmla="*/ 19 h 167"/>
                <a:gd name="T18" fmla="*/ 1 w 95"/>
                <a:gd name="T19" fmla="*/ 64 h 167"/>
                <a:gd name="T20" fmla="*/ 5 w 95"/>
                <a:gd name="T21" fmla="*/ 73 h 167"/>
                <a:gd name="T22" fmla="*/ 15 w 95"/>
                <a:gd name="T23" fmla="*/ 69 h 167"/>
                <a:gd name="T24" fmla="*/ 28 w 95"/>
                <a:gd name="T25" fmla="*/ 25 h 167"/>
                <a:gd name="T26" fmla="*/ 32 w 95"/>
                <a:gd name="T27" fmla="*/ 25 h 167"/>
                <a:gd name="T28" fmla="*/ 8 w 95"/>
                <a:gd name="T29" fmla="*/ 100 h 167"/>
                <a:gd name="T30" fmla="*/ 27 w 95"/>
                <a:gd name="T31" fmla="*/ 100 h 167"/>
                <a:gd name="T32" fmla="*/ 27 w 95"/>
                <a:gd name="T33" fmla="*/ 158 h 167"/>
                <a:gd name="T34" fmla="*/ 36 w 95"/>
                <a:gd name="T35" fmla="*/ 167 h 167"/>
                <a:gd name="T36" fmla="*/ 44 w 95"/>
                <a:gd name="T37" fmla="*/ 158 h 167"/>
                <a:gd name="T38" fmla="*/ 44 w 95"/>
                <a:gd name="T39" fmla="*/ 100 h 167"/>
                <a:gd name="T40" fmla="*/ 51 w 95"/>
                <a:gd name="T41" fmla="*/ 100 h 167"/>
                <a:gd name="T42" fmla="*/ 51 w 95"/>
                <a:gd name="T43" fmla="*/ 158 h 167"/>
                <a:gd name="T44" fmla="*/ 59 w 95"/>
                <a:gd name="T45" fmla="*/ 167 h 167"/>
                <a:gd name="T46" fmla="*/ 68 w 95"/>
                <a:gd name="T47" fmla="*/ 158 h 167"/>
                <a:gd name="T48" fmla="*/ 68 w 95"/>
                <a:gd name="T49" fmla="*/ 100 h 167"/>
                <a:gd name="T50" fmla="*/ 87 w 95"/>
                <a:gd name="T51" fmla="*/ 100 h 167"/>
                <a:gd name="T52" fmla="*/ 63 w 95"/>
                <a:gd name="T53" fmla="*/ 25 h 167"/>
                <a:gd name="T54" fmla="*/ 67 w 95"/>
                <a:gd name="T55" fmla="*/ 25 h 167"/>
                <a:gd name="T56" fmla="*/ 80 w 95"/>
                <a:gd name="T57" fmla="*/ 69 h 167"/>
                <a:gd name="T58" fmla="*/ 90 w 95"/>
                <a:gd name="T59" fmla="*/ 73 h 167"/>
                <a:gd name="T60" fmla="*/ 94 w 95"/>
                <a:gd name="T61" fmla="*/ 6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7">
                  <a:moveTo>
                    <a:pt x="94" y="64"/>
                  </a:moveTo>
                  <a:cubicBezTo>
                    <a:pt x="80" y="19"/>
                    <a:pt x="80" y="19"/>
                    <a:pt x="80" y="19"/>
                  </a:cubicBezTo>
                  <a:cubicBezTo>
                    <a:pt x="80" y="19"/>
                    <a:pt x="79" y="18"/>
                    <a:pt x="79" y="18"/>
                  </a:cubicBezTo>
                  <a:cubicBezTo>
                    <a:pt x="74" y="4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4"/>
                    <a:pt x="16" y="18"/>
                  </a:cubicBezTo>
                  <a:cubicBezTo>
                    <a:pt x="16" y="18"/>
                    <a:pt x="15" y="19"/>
                    <a:pt x="15" y="19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0" y="68"/>
                    <a:pt x="2" y="72"/>
                    <a:pt x="5" y="73"/>
                  </a:cubicBezTo>
                  <a:cubicBezTo>
                    <a:pt x="9" y="74"/>
                    <a:pt x="13" y="72"/>
                    <a:pt x="15" y="69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7"/>
                    <a:pt x="36" y="167"/>
                  </a:cubicBezTo>
                  <a:cubicBezTo>
                    <a:pt x="41" y="167"/>
                    <a:pt x="44" y="163"/>
                    <a:pt x="44" y="158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51" y="100"/>
                    <a:pt x="51" y="100"/>
                    <a:pt x="51" y="100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7"/>
                    <a:pt x="59" y="167"/>
                  </a:cubicBezTo>
                  <a:cubicBezTo>
                    <a:pt x="64" y="167"/>
                    <a:pt x="68" y="163"/>
                    <a:pt x="68" y="158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2"/>
                    <a:pt x="95" y="68"/>
                    <a:pt x="9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14" name="Group 313"/>
          <p:cNvGrpSpPr/>
          <p:nvPr/>
        </p:nvGrpSpPr>
        <p:grpSpPr>
          <a:xfrm>
            <a:off x="10842008" y="5266308"/>
            <a:ext cx="143494" cy="339602"/>
            <a:chOff x="5505535" y="930389"/>
            <a:chExt cx="333375" cy="788988"/>
          </a:xfrm>
          <a:solidFill>
            <a:schemeClr val="tx2"/>
          </a:solidFill>
        </p:grpSpPr>
        <p:sp>
          <p:nvSpPr>
            <p:cNvPr id="315" name="Oval 27"/>
            <p:cNvSpPr>
              <a:spLocks noChangeArrowheads="1"/>
            </p:cNvSpPr>
            <p:nvPr/>
          </p:nvSpPr>
          <p:spPr bwMode="auto">
            <a:xfrm>
              <a:off x="5602373" y="930389"/>
              <a:ext cx="141288" cy="139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16" name="Freeform 28"/>
            <p:cNvSpPr/>
            <p:nvPr/>
          </p:nvSpPr>
          <p:spPr bwMode="auto">
            <a:xfrm>
              <a:off x="5505535" y="1084377"/>
              <a:ext cx="333375" cy="635000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17" name="TextBox 316"/>
          <p:cNvSpPr txBox="1"/>
          <p:nvPr/>
        </p:nvSpPr>
        <p:spPr>
          <a:xfrm>
            <a:off x="10798363" y="563608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11119487" y="563608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3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Graphic spid="15" grpId="0">
        <p:bldAsOne/>
      </p:bldGraphic>
      <p:bldGraphic spid="16" grpId="0">
        <p:bldAsOne/>
      </p:bldGraphic>
      <p:bldGraphic spid="17" grpId="0">
        <p:bldAsOne/>
      </p:bldGraphic>
      <p:bldP spid="71" grpId="0"/>
      <p:bldP spid="72" grpId="0"/>
      <p:bldP spid="73" grpId="0"/>
      <p:bldP spid="74" grpId="0"/>
      <p:bldP spid="81" grpId="0"/>
      <p:bldP spid="82" grpId="0"/>
      <p:bldP spid="83" grpId="0"/>
      <p:bldP spid="84" grpId="0"/>
      <p:bldP spid="152" grpId="0"/>
      <p:bldP spid="165" grpId="0"/>
      <p:bldP spid="169" grpId="0"/>
      <p:bldP spid="170" grpId="0"/>
      <p:bldP spid="176" grpId="0"/>
      <p:bldP spid="180" grpId="0"/>
      <p:bldP spid="181" grpId="0"/>
      <p:bldP spid="217" grpId="0"/>
      <p:bldP spid="224" grpId="0"/>
      <p:bldP spid="225" grpId="0"/>
      <p:bldP spid="241" grpId="0"/>
      <p:bldP spid="248" grpId="0"/>
      <p:bldP spid="249" grpId="0"/>
      <p:bldP spid="259" grpId="0"/>
      <p:bldP spid="260" grpId="0"/>
      <p:bldP spid="262" grpId="0"/>
      <p:bldP spid="263" grpId="0"/>
      <p:bldP spid="270" grpId="0"/>
      <p:bldP spid="271" grpId="0"/>
      <p:bldP spid="279" grpId="0"/>
      <p:bldP spid="280" grpId="0"/>
      <p:bldP spid="287" grpId="0"/>
      <p:bldP spid="288" grpId="0"/>
      <p:bldP spid="295" grpId="0"/>
      <p:bldP spid="296" grpId="0"/>
      <p:bldP spid="303" grpId="0"/>
      <p:bldP spid="304" grpId="0"/>
      <p:bldP spid="310" grpId="0"/>
      <p:bldP spid="317" grpId="0"/>
      <p:bldP spid="3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 65"/>
          <p:cNvSpPr/>
          <p:nvPr/>
        </p:nvSpPr>
        <p:spPr bwMode="auto">
          <a:xfrm>
            <a:off x="352854" y="3953326"/>
            <a:ext cx="3454166" cy="2200087"/>
          </a:xfrm>
          <a:custGeom>
            <a:avLst/>
            <a:gdLst>
              <a:gd name="connsiteX0" fmla="*/ 2032585 w 3629720"/>
              <a:gd name="connsiteY0" fmla="*/ 0 h 2311904"/>
              <a:gd name="connsiteX1" fmla="*/ 2066853 w 3629720"/>
              <a:gd name="connsiteY1" fmla="*/ 0 h 2311904"/>
              <a:gd name="connsiteX2" fmla="*/ 2545226 w 3629720"/>
              <a:gd name="connsiteY2" fmla="*/ 221648 h 2311904"/>
              <a:gd name="connsiteX3" fmla="*/ 2563760 w 3629720"/>
              <a:gd name="connsiteY3" fmla="*/ 249407 h 2311904"/>
              <a:gd name="connsiteX4" fmla="*/ 2626062 w 3629720"/>
              <a:gd name="connsiteY4" fmla="*/ 295995 h 2311904"/>
              <a:gd name="connsiteX5" fmla="*/ 2706867 w 3629720"/>
              <a:gd name="connsiteY5" fmla="*/ 369435 h 2311904"/>
              <a:gd name="connsiteX6" fmla="*/ 2820042 w 3629720"/>
              <a:gd name="connsiteY6" fmla="*/ 506605 h 2311904"/>
              <a:gd name="connsiteX7" fmla="*/ 2871242 w 3629720"/>
              <a:gd name="connsiteY7" fmla="*/ 511670 h 2311904"/>
              <a:gd name="connsiteX8" fmla="*/ 3136500 w 3629720"/>
              <a:gd name="connsiteY8" fmla="*/ 765386 h 2311904"/>
              <a:gd name="connsiteX9" fmla="*/ 3179335 w 3629720"/>
              <a:gd name="connsiteY9" fmla="*/ 762925 h 2311904"/>
              <a:gd name="connsiteX10" fmla="*/ 3548939 w 3629720"/>
              <a:gd name="connsiteY10" fmla="*/ 1001647 h 2311904"/>
              <a:gd name="connsiteX11" fmla="*/ 3562401 w 3629720"/>
              <a:gd name="connsiteY11" fmla="*/ 1552921 h 2311904"/>
              <a:gd name="connsiteX12" fmla="*/ 3048383 w 3629720"/>
              <a:gd name="connsiteY12" fmla="*/ 1835942 h 2311904"/>
              <a:gd name="connsiteX13" fmla="*/ 2852566 w 3629720"/>
              <a:gd name="connsiteY13" fmla="*/ 1813792 h 2311904"/>
              <a:gd name="connsiteX14" fmla="*/ 2508664 w 3629720"/>
              <a:gd name="connsiteY14" fmla="*/ 2142342 h 2311904"/>
              <a:gd name="connsiteX15" fmla="*/ 2495658 w 3629720"/>
              <a:gd name="connsiteY15" fmla="*/ 2143579 h 2311904"/>
              <a:gd name="connsiteX16" fmla="*/ 2444647 w 3629720"/>
              <a:gd name="connsiteY16" fmla="*/ 2174569 h 2311904"/>
              <a:gd name="connsiteX17" fmla="*/ 1902270 w 3629720"/>
              <a:gd name="connsiteY17" fmla="*/ 2311904 h 2311904"/>
              <a:gd name="connsiteX18" fmla="*/ 1563902 w 3629720"/>
              <a:gd name="connsiteY18" fmla="*/ 2260748 h 2311904"/>
              <a:gd name="connsiteX19" fmla="*/ 1526532 w 3629720"/>
              <a:gd name="connsiteY19" fmla="*/ 2247070 h 2311904"/>
              <a:gd name="connsiteX20" fmla="*/ 1410867 w 3629720"/>
              <a:gd name="connsiteY20" fmla="*/ 2255550 h 2311904"/>
              <a:gd name="connsiteX21" fmla="*/ 873595 w 3629720"/>
              <a:gd name="connsiteY21" fmla="*/ 1924539 h 2311904"/>
              <a:gd name="connsiteX22" fmla="*/ 712047 w 3629720"/>
              <a:gd name="connsiteY22" fmla="*/ 1950380 h 2311904"/>
              <a:gd name="connsiteX23" fmla="*/ 402412 w 3629720"/>
              <a:gd name="connsiteY23" fmla="*/ 1783029 h 2311904"/>
              <a:gd name="connsiteX24" fmla="*/ 58509 w 3629720"/>
              <a:gd name="connsiteY24" fmla="*/ 1530772 h 2311904"/>
              <a:gd name="connsiteX25" fmla="*/ 78091 w 3629720"/>
              <a:gd name="connsiteY25" fmla="*/ 1043484 h 2311904"/>
              <a:gd name="connsiteX26" fmla="*/ 554170 w 3629720"/>
              <a:gd name="connsiteY26" fmla="*/ 833065 h 2311904"/>
              <a:gd name="connsiteX27" fmla="*/ 623929 w 3629720"/>
              <a:gd name="connsiteY27" fmla="*/ 836756 h 2311904"/>
              <a:gd name="connsiteX28" fmla="*/ 822194 w 3629720"/>
              <a:gd name="connsiteY28" fmla="*/ 382693 h 2311904"/>
              <a:gd name="connsiteX29" fmla="*/ 1163649 w 3629720"/>
              <a:gd name="connsiteY29" fmla="*/ 255949 h 2311904"/>
              <a:gd name="connsiteX30" fmla="*/ 1226300 w 3629720"/>
              <a:gd name="connsiteY30" fmla="*/ 260235 h 2311904"/>
              <a:gd name="connsiteX31" fmla="*/ 1266075 w 3629720"/>
              <a:gd name="connsiteY31" fmla="*/ 230491 h 2311904"/>
              <a:gd name="connsiteX32" fmla="*/ 1672949 w 3629720"/>
              <a:gd name="connsiteY32" fmla="*/ 59278 h 2311904"/>
              <a:gd name="connsiteX33" fmla="*/ 1755479 w 3629720"/>
              <a:gd name="connsiteY33" fmla="*/ 46682 h 2311904"/>
              <a:gd name="connsiteX34" fmla="*/ 1777392 w 3629720"/>
              <a:gd name="connsiteY34" fmla="*/ 37589 h 2311904"/>
              <a:gd name="connsiteX35" fmla="*/ 2032585 w 3629720"/>
              <a:gd name="connsiteY35" fmla="*/ 0 h 2311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629720" h="2311904">
                <a:moveTo>
                  <a:pt x="2032585" y="0"/>
                </a:moveTo>
                <a:cubicBezTo>
                  <a:pt x="2043599" y="0"/>
                  <a:pt x="2054614" y="0"/>
                  <a:pt x="2066853" y="0"/>
                </a:cubicBezTo>
                <a:cubicBezTo>
                  <a:pt x="2307952" y="7999"/>
                  <a:pt x="2455426" y="108902"/>
                  <a:pt x="2545226" y="221648"/>
                </a:cubicBezTo>
                <a:lnTo>
                  <a:pt x="2563760" y="249407"/>
                </a:lnTo>
                <a:lnTo>
                  <a:pt x="2626062" y="295995"/>
                </a:lnTo>
                <a:cubicBezTo>
                  <a:pt x="2654161" y="319184"/>
                  <a:pt x="2681128" y="343696"/>
                  <a:pt x="2706867" y="369435"/>
                </a:cubicBezTo>
                <a:lnTo>
                  <a:pt x="2820042" y="506605"/>
                </a:lnTo>
                <a:lnTo>
                  <a:pt x="2871242" y="511670"/>
                </a:lnTo>
                <a:cubicBezTo>
                  <a:pt x="3052035" y="549371"/>
                  <a:pt x="3117225" y="704014"/>
                  <a:pt x="3136500" y="765386"/>
                </a:cubicBezTo>
                <a:cubicBezTo>
                  <a:pt x="3151187" y="762925"/>
                  <a:pt x="3164649" y="762925"/>
                  <a:pt x="3179335" y="762925"/>
                </a:cubicBezTo>
                <a:cubicBezTo>
                  <a:pt x="3320078" y="762925"/>
                  <a:pt x="3462045" y="853984"/>
                  <a:pt x="3548939" y="1001647"/>
                </a:cubicBezTo>
                <a:cubicBezTo>
                  <a:pt x="3651743" y="1175150"/>
                  <a:pt x="3656638" y="1381878"/>
                  <a:pt x="3562401" y="1552921"/>
                </a:cubicBezTo>
                <a:cubicBezTo>
                  <a:pt x="3433897" y="1786721"/>
                  <a:pt x="3212379" y="1835942"/>
                  <a:pt x="3048383" y="1835942"/>
                </a:cubicBezTo>
                <a:cubicBezTo>
                  <a:pt x="2962713" y="1835942"/>
                  <a:pt x="2891730" y="1822406"/>
                  <a:pt x="2852566" y="1813792"/>
                </a:cubicBezTo>
                <a:cubicBezTo>
                  <a:pt x="2839104" y="1893776"/>
                  <a:pt x="2777911" y="2095582"/>
                  <a:pt x="2508664" y="2142342"/>
                </a:cubicBezTo>
                <a:lnTo>
                  <a:pt x="2495658" y="2143579"/>
                </a:lnTo>
                <a:lnTo>
                  <a:pt x="2444647" y="2174569"/>
                </a:lnTo>
                <a:cubicBezTo>
                  <a:pt x="2283419" y="2262154"/>
                  <a:pt x="2098654" y="2311904"/>
                  <a:pt x="1902270" y="2311904"/>
                </a:cubicBezTo>
                <a:cubicBezTo>
                  <a:pt x="1784440" y="2311904"/>
                  <a:pt x="1670792" y="2293994"/>
                  <a:pt x="1563902" y="2260748"/>
                </a:cubicBezTo>
                <a:lnTo>
                  <a:pt x="1526532" y="2247070"/>
                </a:lnTo>
                <a:lnTo>
                  <a:pt x="1410867" y="2255550"/>
                </a:lnTo>
                <a:cubicBezTo>
                  <a:pt x="1063293" y="2255550"/>
                  <a:pt x="912759" y="2003293"/>
                  <a:pt x="873595" y="1924539"/>
                </a:cubicBezTo>
                <a:cubicBezTo>
                  <a:pt x="817298" y="1941767"/>
                  <a:pt x="762225" y="1950380"/>
                  <a:pt x="712047" y="1950380"/>
                </a:cubicBezTo>
                <a:cubicBezTo>
                  <a:pt x="518678" y="1950380"/>
                  <a:pt x="428113" y="1827328"/>
                  <a:pt x="402412" y="1783029"/>
                </a:cubicBezTo>
                <a:cubicBezTo>
                  <a:pt x="265340" y="1779338"/>
                  <a:pt x="134388" y="1683357"/>
                  <a:pt x="58509" y="1530772"/>
                </a:cubicBezTo>
                <a:cubicBezTo>
                  <a:pt x="-25937" y="1360959"/>
                  <a:pt x="-18594" y="1173920"/>
                  <a:pt x="78091" y="1043484"/>
                </a:cubicBezTo>
                <a:cubicBezTo>
                  <a:pt x="213938" y="861367"/>
                  <a:pt x="435456" y="833065"/>
                  <a:pt x="554170" y="833065"/>
                </a:cubicBezTo>
                <a:cubicBezTo>
                  <a:pt x="582318" y="833065"/>
                  <a:pt x="605572" y="834295"/>
                  <a:pt x="623929" y="836756"/>
                </a:cubicBezTo>
                <a:cubicBezTo>
                  <a:pt x="612915" y="756772"/>
                  <a:pt x="616586" y="569733"/>
                  <a:pt x="822194" y="382693"/>
                </a:cubicBezTo>
                <a:cubicBezTo>
                  <a:pt x="913983" y="299017"/>
                  <a:pt x="1029025" y="255949"/>
                  <a:pt x="1163649" y="255949"/>
                </a:cubicBezTo>
                <a:lnTo>
                  <a:pt x="1226300" y="260235"/>
                </a:lnTo>
                <a:lnTo>
                  <a:pt x="1266075" y="230491"/>
                </a:lnTo>
                <a:cubicBezTo>
                  <a:pt x="1387146" y="148697"/>
                  <a:pt x="1524804" y="89593"/>
                  <a:pt x="1672949" y="59278"/>
                </a:cubicBezTo>
                <a:lnTo>
                  <a:pt x="1755479" y="46682"/>
                </a:lnTo>
                <a:lnTo>
                  <a:pt x="1777392" y="37589"/>
                </a:lnTo>
                <a:cubicBezTo>
                  <a:pt x="1848471" y="14536"/>
                  <a:pt x="1932841" y="0"/>
                  <a:pt x="2032585" y="0"/>
                </a:cubicBezTo>
                <a:close/>
              </a:path>
            </a:pathLst>
          </a:custGeom>
          <a:solidFill>
            <a:schemeClr val="accent5"/>
          </a:solidFill>
          <a:ln w="44450"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2" name="Freeform 61"/>
          <p:cNvSpPr/>
          <p:nvPr/>
        </p:nvSpPr>
        <p:spPr bwMode="auto">
          <a:xfrm flipH="1">
            <a:off x="7970083" y="4867213"/>
            <a:ext cx="2484862" cy="1404389"/>
          </a:xfrm>
          <a:custGeom>
            <a:avLst/>
            <a:gdLst>
              <a:gd name="connsiteX0" fmla="*/ 6350920 w 11353189"/>
              <a:gd name="connsiteY0" fmla="*/ 0 h 6416573"/>
              <a:gd name="connsiteX1" fmla="*/ 4813106 w 11353189"/>
              <a:gd name="connsiteY1" fmla="*/ 593613 h 6416573"/>
              <a:gd name="connsiteX2" fmla="*/ 4702378 w 11353189"/>
              <a:gd name="connsiteY2" fmla="*/ 702267 h 6416573"/>
              <a:gd name="connsiteX3" fmla="*/ 4644581 w 11353189"/>
              <a:gd name="connsiteY3" fmla="*/ 659047 h 6416573"/>
              <a:gd name="connsiteX4" fmla="*/ 3952263 w 11353189"/>
              <a:gd name="connsiteY4" fmla="*/ 447573 h 6416573"/>
              <a:gd name="connsiteX5" fmla="*/ 2739170 w 11353189"/>
              <a:gd name="connsiteY5" fmla="*/ 1436272 h 6416573"/>
              <a:gd name="connsiteX6" fmla="*/ 2727004 w 11353189"/>
              <a:gd name="connsiteY6" fmla="*/ 1556953 h 6416573"/>
              <a:gd name="connsiteX7" fmla="*/ 2663777 w 11353189"/>
              <a:gd name="connsiteY7" fmla="*/ 1579943 h 6416573"/>
              <a:gd name="connsiteX8" fmla="*/ 1655163 w 11353189"/>
              <a:gd name="connsiteY8" fmla="*/ 3097656 h 6416573"/>
              <a:gd name="connsiteX9" fmla="*/ 0 w 11353189"/>
              <a:gd name="connsiteY9" fmla="*/ 4757115 h 6416573"/>
              <a:gd name="connsiteX10" fmla="*/ 1655163 w 11353189"/>
              <a:gd name="connsiteY10" fmla="*/ 6416573 h 6416573"/>
              <a:gd name="connsiteX11" fmla="*/ 9366994 w 11353189"/>
              <a:gd name="connsiteY11" fmla="*/ 6416573 h 6416573"/>
              <a:gd name="connsiteX12" fmla="*/ 11353189 w 11353189"/>
              <a:gd name="connsiteY12" fmla="*/ 4425223 h 6416573"/>
              <a:gd name="connsiteX13" fmla="*/ 10482696 w 11353189"/>
              <a:gd name="connsiteY13" fmla="*/ 2765764 h 6416573"/>
              <a:gd name="connsiteX14" fmla="*/ 10482696 w 11353189"/>
              <a:gd name="connsiteY14" fmla="*/ 2741180 h 6416573"/>
              <a:gd name="connsiteX15" fmla="*/ 8962399 w 11353189"/>
              <a:gd name="connsiteY15" fmla="*/ 1216936 h 6416573"/>
              <a:gd name="connsiteX16" fmla="*/ 8422938 w 11353189"/>
              <a:gd name="connsiteY16" fmla="*/ 1315275 h 6416573"/>
              <a:gd name="connsiteX17" fmla="*/ 6350920 w 11353189"/>
              <a:gd name="connsiteY17" fmla="*/ 0 h 6416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353189" h="6416573">
                <a:moveTo>
                  <a:pt x="6350920" y="0"/>
                </a:moveTo>
                <a:cubicBezTo>
                  <a:pt x="5757820" y="0"/>
                  <a:pt x="5219030" y="225583"/>
                  <a:pt x="4813106" y="593613"/>
                </a:cubicBezTo>
                <a:lnTo>
                  <a:pt x="4702378" y="702267"/>
                </a:lnTo>
                <a:lnTo>
                  <a:pt x="4644581" y="659047"/>
                </a:lnTo>
                <a:cubicBezTo>
                  <a:pt x="4446955" y="525533"/>
                  <a:pt x="4208713" y="447573"/>
                  <a:pt x="3952263" y="447573"/>
                </a:cubicBezTo>
                <a:cubicBezTo>
                  <a:pt x="3353880" y="447573"/>
                  <a:pt x="2854632" y="872023"/>
                  <a:pt x="2739170" y="1436272"/>
                </a:cubicBezTo>
                <a:lnTo>
                  <a:pt x="2727004" y="1556953"/>
                </a:lnTo>
                <a:lnTo>
                  <a:pt x="2663777" y="1579943"/>
                </a:lnTo>
                <a:cubicBezTo>
                  <a:pt x="2068953" y="1830014"/>
                  <a:pt x="1655163" y="2415434"/>
                  <a:pt x="1655163" y="3097656"/>
                </a:cubicBezTo>
                <a:cubicBezTo>
                  <a:pt x="747888" y="3097656"/>
                  <a:pt x="0" y="3847485"/>
                  <a:pt x="0" y="4757115"/>
                </a:cubicBezTo>
                <a:cubicBezTo>
                  <a:pt x="0" y="5666744"/>
                  <a:pt x="747888" y="6416573"/>
                  <a:pt x="1655163" y="6416573"/>
                </a:cubicBezTo>
                <a:cubicBezTo>
                  <a:pt x="9366994" y="6416573"/>
                  <a:pt x="9366994" y="6416573"/>
                  <a:pt x="9366994" y="6416573"/>
                </a:cubicBezTo>
                <a:cubicBezTo>
                  <a:pt x="10470436" y="6416573"/>
                  <a:pt x="11353189" y="5519236"/>
                  <a:pt x="11353189" y="4425223"/>
                </a:cubicBezTo>
                <a:cubicBezTo>
                  <a:pt x="11353189" y="3736855"/>
                  <a:pt x="11009896" y="3122241"/>
                  <a:pt x="10482696" y="2765764"/>
                </a:cubicBezTo>
                <a:cubicBezTo>
                  <a:pt x="10482696" y="2753472"/>
                  <a:pt x="10482696" y="2753472"/>
                  <a:pt x="10482696" y="2741180"/>
                </a:cubicBezTo>
                <a:cubicBezTo>
                  <a:pt x="10482696" y="1893012"/>
                  <a:pt x="9796110" y="1216936"/>
                  <a:pt x="8962399" y="1216936"/>
                </a:cubicBezTo>
                <a:cubicBezTo>
                  <a:pt x="8766231" y="1216936"/>
                  <a:pt x="8594585" y="1253813"/>
                  <a:pt x="8422938" y="1315275"/>
                </a:cubicBezTo>
                <a:cubicBezTo>
                  <a:pt x="8055124" y="528568"/>
                  <a:pt x="7270455" y="0"/>
                  <a:pt x="63509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6886575" y="3864336"/>
            <a:ext cx="3438525" cy="249232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 bwMode="auto">
          <a:xfrm>
            <a:off x="7943757" y="1564040"/>
            <a:ext cx="2629643" cy="1486216"/>
          </a:xfrm>
          <a:custGeom>
            <a:avLst/>
            <a:gdLst>
              <a:gd name="connsiteX0" fmla="*/ 6350920 w 11353189"/>
              <a:gd name="connsiteY0" fmla="*/ 0 h 6416573"/>
              <a:gd name="connsiteX1" fmla="*/ 4813106 w 11353189"/>
              <a:gd name="connsiteY1" fmla="*/ 593613 h 6416573"/>
              <a:gd name="connsiteX2" fmla="*/ 4702378 w 11353189"/>
              <a:gd name="connsiteY2" fmla="*/ 702267 h 6416573"/>
              <a:gd name="connsiteX3" fmla="*/ 4644581 w 11353189"/>
              <a:gd name="connsiteY3" fmla="*/ 659047 h 6416573"/>
              <a:gd name="connsiteX4" fmla="*/ 3952263 w 11353189"/>
              <a:gd name="connsiteY4" fmla="*/ 447573 h 6416573"/>
              <a:gd name="connsiteX5" fmla="*/ 2739170 w 11353189"/>
              <a:gd name="connsiteY5" fmla="*/ 1436272 h 6416573"/>
              <a:gd name="connsiteX6" fmla="*/ 2727004 w 11353189"/>
              <a:gd name="connsiteY6" fmla="*/ 1556953 h 6416573"/>
              <a:gd name="connsiteX7" fmla="*/ 2663777 w 11353189"/>
              <a:gd name="connsiteY7" fmla="*/ 1579943 h 6416573"/>
              <a:gd name="connsiteX8" fmla="*/ 1655163 w 11353189"/>
              <a:gd name="connsiteY8" fmla="*/ 3097656 h 6416573"/>
              <a:gd name="connsiteX9" fmla="*/ 0 w 11353189"/>
              <a:gd name="connsiteY9" fmla="*/ 4757115 h 6416573"/>
              <a:gd name="connsiteX10" fmla="*/ 1655163 w 11353189"/>
              <a:gd name="connsiteY10" fmla="*/ 6416573 h 6416573"/>
              <a:gd name="connsiteX11" fmla="*/ 9366994 w 11353189"/>
              <a:gd name="connsiteY11" fmla="*/ 6416573 h 6416573"/>
              <a:gd name="connsiteX12" fmla="*/ 11353189 w 11353189"/>
              <a:gd name="connsiteY12" fmla="*/ 4425223 h 6416573"/>
              <a:gd name="connsiteX13" fmla="*/ 10482696 w 11353189"/>
              <a:gd name="connsiteY13" fmla="*/ 2765764 h 6416573"/>
              <a:gd name="connsiteX14" fmla="*/ 10482696 w 11353189"/>
              <a:gd name="connsiteY14" fmla="*/ 2741180 h 6416573"/>
              <a:gd name="connsiteX15" fmla="*/ 8962399 w 11353189"/>
              <a:gd name="connsiteY15" fmla="*/ 1216936 h 6416573"/>
              <a:gd name="connsiteX16" fmla="*/ 8422938 w 11353189"/>
              <a:gd name="connsiteY16" fmla="*/ 1315275 h 6416573"/>
              <a:gd name="connsiteX17" fmla="*/ 6350920 w 11353189"/>
              <a:gd name="connsiteY17" fmla="*/ 0 h 6416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353189" h="6416573">
                <a:moveTo>
                  <a:pt x="6350920" y="0"/>
                </a:moveTo>
                <a:cubicBezTo>
                  <a:pt x="5757820" y="0"/>
                  <a:pt x="5219030" y="225583"/>
                  <a:pt x="4813106" y="593613"/>
                </a:cubicBezTo>
                <a:lnTo>
                  <a:pt x="4702378" y="702267"/>
                </a:lnTo>
                <a:lnTo>
                  <a:pt x="4644581" y="659047"/>
                </a:lnTo>
                <a:cubicBezTo>
                  <a:pt x="4446955" y="525533"/>
                  <a:pt x="4208713" y="447573"/>
                  <a:pt x="3952263" y="447573"/>
                </a:cubicBezTo>
                <a:cubicBezTo>
                  <a:pt x="3353880" y="447573"/>
                  <a:pt x="2854632" y="872023"/>
                  <a:pt x="2739170" y="1436272"/>
                </a:cubicBezTo>
                <a:lnTo>
                  <a:pt x="2727004" y="1556953"/>
                </a:lnTo>
                <a:lnTo>
                  <a:pt x="2663777" y="1579943"/>
                </a:lnTo>
                <a:cubicBezTo>
                  <a:pt x="2068953" y="1830014"/>
                  <a:pt x="1655163" y="2415434"/>
                  <a:pt x="1655163" y="3097656"/>
                </a:cubicBezTo>
                <a:cubicBezTo>
                  <a:pt x="747888" y="3097656"/>
                  <a:pt x="0" y="3847485"/>
                  <a:pt x="0" y="4757115"/>
                </a:cubicBezTo>
                <a:cubicBezTo>
                  <a:pt x="0" y="5666744"/>
                  <a:pt x="747888" y="6416573"/>
                  <a:pt x="1655163" y="6416573"/>
                </a:cubicBezTo>
                <a:cubicBezTo>
                  <a:pt x="9366994" y="6416573"/>
                  <a:pt x="9366994" y="6416573"/>
                  <a:pt x="9366994" y="6416573"/>
                </a:cubicBezTo>
                <a:cubicBezTo>
                  <a:pt x="10470436" y="6416573"/>
                  <a:pt x="11353189" y="5519236"/>
                  <a:pt x="11353189" y="4425223"/>
                </a:cubicBezTo>
                <a:cubicBezTo>
                  <a:pt x="11353189" y="3736855"/>
                  <a:pt x="11009896" y="3122241"/>
                  <a:pt x="10482696" y="2765764"/>
                </a:cubicBezTo>
                <a:cubicBezTo>
                  <a:pt x="10482696" y="2753472"/>
                  <a:pt x="10482696" y="2753472"/>
                  <a:pt x="10482696" y="2741180"/>
                </a:cubicBezTo>
                <a:cubicBezTo>
                  <a:pt x="10482696" y="1893012"/>
                  <a:pt x="9796110" y="1216936"/>
                  <a:pt x="8962399" y="1216936"/>
                </a:cubicBezTo>
                <a:cubicBezTo>
                  <a:pt x="8766231" y="1216936"/>
                  <a:pt x="8594585" y="1253813"/>
                  <a:pt x="8422938" y="1315275"/>
                </a:cubicBezTo>
                <a:cubicBezTo>
                  <a:pt x="8055124" y="528568"/>
                  <a:pt x="7270455" y="0"/>
                  <a:pt x="63509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Freeform 5"/>
          <p:cNvSpPr/>
          <p:nvPr/>
        </p:nvSpPr>
        <p:spPr bwMode="auto">
          <a:xfrm>
            <a:off x="8728312" y="2856312"/>
            <a:ext cx="3453269" cy="2115102"/>
          </a:xfrm>
          <a:custGeom>
            <a:avLst/>
            <a:gdLst>
              <a:gd name="T0" fmla="*/ 1174 w 3009"/>
              <a:gd name="T1" fmla="*/ 1833 h 1833"/>
              <a:gd name="T2" fmla="*/ 1270 w 3009"/>
              <a:gd name="T3" fmla="*/ 1826 h 1833"/>
              <a:gd name="T4" fmla="*/ 1675 w 3009"/>
              <a:gd name="T5" fmla="*/ 1594 h 1833"/>
              <a:gd name="T6" fmla="*/ 1997 w 3009"/>
              <a:gd name="T7" fmla="*/ 1748 h 1833"/>
              <a:gd name="T8" fmla="*/ 2071 w 3009"/>
              <a:gd name="T9" fmla="*/ 1741 h 1833"/>
              <a:gd name="T10" fmla="*/ 2352 w 3009"/>
              <a:gd name="T11" fmla="*/ 1474 h 1833"/>
              <a:gd name="T12" fmla="*/ 2512 w 3009"/>
              <a:gd name="T13" fmla="*/ 1492 h 1833"/>
              <a:gd name="T14" fmla="*/ 2932 w 3009"/>
              <a:gd name="T15" fmla="*/ 1262 h 1833"/>
              <a:gd name="T16" fmla="*/ 2921 w 3009"/>
              <a:gd name="T17" fmla="*/ 814 h 1833"/>
              <a:gd name="T18" fmla="*/ 2619 w 3009"/>
              <a:gd name="T19" fmla="*/ 620 h 1833"/>
              <a:gd name="T20" fmla="*/ 2584 w 3009"/>
              <a:gd name="T21" fmla="*/ 622 h 1833"/>
              <a:gd name="T22" fmla="*/ 2298 w 3009"/>
              <a:gd name="T23" fmla="*/ 409 h 1833"/>
              <a:gd name="T24" fmla="*/ 2209 w 3009"/>
              <a:gd name="T25" fmla="*/ 418 h 1833"/>
              <a:gd name="T26" fmla="*/ 1710 w 3009"/>
              <a:gd name="T27" fmla="*/ 0 h 1833"/>
              <a:gd name="T28" fmla="*/ 1682 w 3009"/>
              <a:gd name="T29" fmla="*/ 0 h 1833"/>
              <a:gd name="T30" fmla="*/ 1198 w 3009"/>
              <a:gd name="T31" fmla="*/ 254 h 1833"/>
              <a:gd name="T32" fmla="*/ 972 w 3009"/>
              <a:gd name="T33" fmla="*/ 208 h 1833"/>
              <a:gd name="T34" fmla="*/ 693 w 3009"/>
              <a:gd name="T35" fmla="*/ 311 h 1833"/>
              <a:gd name="T36" fmla="*/ 531 w 3009"/>
              <a:gd name="T37" fmla="*/ 680 h 1833"/>
              <a:gd name="T38" fmla="*/ 474 w 3009"/>
              <a:gd name="T39" fmla="*/ 677 h 1833"/>
              <a:gd name="T40" fmla="*/ 85 w 3009"/>
              <a:gd name="T41" fmla="*/ 848 h 1833"/>
              <a:gd name="T42" fmla="*/ 69 w 3009"/>
              <a:gd name="T43" fmla="*/ 1244 h 1833"/>
              <a:gd name="T44" fmla="*/ 350 w 3009"/>
              <a:gd name="T45" fmla="*/ 1449 h 1833"/>
              <a:gd name="T46" fmla="*/ 603 w 3009"/>
              <a:gd name="T47" fmla="*/ 1585 h 1833"/>
              <a:gd name="T48" fmla="*/ 735 w 3009"/>
              <a:gd name="T49" fmla="*/ 1564 h 1833"/>
              <a:gd name="T50" fmla="*/ 1174 w 3009"/>
              <a:gd name="T51" fmla="*/ 1833 h 18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3009" h="1833">
                <a:moveTo>
                  <a:pt x="1174" y="1833"/>
                </a:moveTo>
                <a:cubicBezTo>
                  <a:pt x="1205" y="1833"/>
                  <a:pt x="1237" y="1831"/>
                  <a:pt x="1270" y="1826"/>
                </a:cubicBezTo>
                <a:cubicBezTo>
                  <a:pt x="1563" y="1783"/>
                  <a:pt x="1649" y="1663"/>
                  <a:pt x="1675" y="1594"/>
                </a:cubicBezTo>
                <a:cubicBezTo>
                  <a:pt x="1724" y="1650"/>
                  <a:pt x="1833" y="1748"/>
                  <a:pt x="1997" y="1748"/>
                </a:cubicBezTo>
                <a:cubicBezTo>
                  <a:pt x="2021" y="1748"/>
                  <a:pt x="2046" y="1746"/>
                  <a:pt x="2071" y="1741"/>
                </a:cubicBezTo>
                <a:cubicBezTo>
                  <a:pt x="2291" y="1703"/>
                  <a:pt x="2341" y="1539"/>
                  <a:pt x="2352" y="1474"/>
                </a:cubicBezTo>
                <a:cubicBezTo>
                  <a:pt x="2384" y="1481"/>
                  <a:pt x="2442" y="1492"/>
                  <a:pt x="2512" y="1492"/>
                </a:cubicBezTo>
                <a:cubicBezTo>
                  <a:pt x="2646" y="1492"/>
                  <a:pt x="2827" y="1452"/>
                  <a:pt x="2932" y="1262"/>
                </a:cubicBezTo>
                <a:cubicBezTo>
                  <a:pt x="3009" y="1123"/>
                  <a:pt x="3005" y="955"/>
                  <a:pt x="2921" y="814"/>
                </a:cubicBezTo>
                <a:cubicBezTo>
                  <a:pt x="2850" y="694"/>
                  <a:pt x="2734" y="620"/>
                  <a:pt x="2619" y="620"/>
                </a:cubicBezTo>
                <a:cubicBezTo>
                  <a:pt x="2607" y="620"/>
                  <a:pt x="2596" y="620"/>
                  <a:pt x="2584" y="622"/>
                </a:cubicBezTo>
                <a:cubicBezTo>
                  <a:pt x="2566" y="565"/>
                  <a:pt x="2499" y="409"/>
                  <a:pt x="2298" y="409"/>
                </a:cubicBezTo>
                <a:cubicBezTo>
                  <a:pt x="2270" y="409"/>
                  <a:pt x="2240" y="412"/>
                  <a:pt x="2209" y="418"/>
                </a:cubicBezTo>
                <a:cubicBezTo>
                  <a:pt x="2192" y="328"/>
                  <a:pt x="2104" y="13"/>
                  <a:pt x="1710" y="0"/>
                </a:cubicBezTo>
                <a:cubicBezTo>
                  <a:pt x="1700" y="0"/>
                  <a:pt x="1691" y="0"/>
                  <a:pt x="1682" y="0"/>
                </a:cubicBezTo>
                <a:cubicBezTo>
                  <a:pt x="1356" y="0"/>
                  <a:pt x="1231" y="189"/>
                  <a:pt x="1198" y="254"/>
                </a:cubicBezTo>
                <a:cubicBezTo>
                  <a:pt x="1160" y="238"/>
                  <a:pt x="1073" y="208"/>
                  <a:pt x="972" y="208"/>
                </a:cubicBezTo>
                <a:cubicBezTo>
                  <a:pt x="862" y="208"/>
                  <a:pt x="768" y="243"/>
                  <a:pt x="693" y="311"/>
                </a:cubicBezTo>
                <a:cubicBezTo>
                  <a:pt x="525" y="463"/>
                  <a:pt x="522" y="615"/>
                  <a:pt x="531" y="680"/>
                </a:cubicBezTo>
                <a:cubicBezTo>
                  <a:pt x="516" y="678"/>
                  <a:pt x="497" y="677"/>
                  <a:pt x="474" y="677"/>
                </a:cubicBezTo>
                <a:cubicBezTo>
                  <a:pt x="377" y="677"/>
                  <a:pt x="196" y="700"/>
                  <a:pt x="85" y="848"/>
                </a:cubicBezTo>
                <a:cubicBezTo>
                  <a:pt x="6" y="954"/>
                  <a:pt x="0" y="1106"/>
                  <a:pt x="69" y="1244"/>
                </a:cubicBezTo>
                <a:cubicBezTo>
                  <a:pt x="131" y="1368"/>
                  <a:pt x="238" y="1446"/>
                  <a:pt x="350" y="1449"/>
                </a:cubicBezTo>
                <a:cubicBezTo>
                  <a:pt x="371" y="1485"/>
                  <a:pt x="445" y="1585"/>
                  <a:pt x="603" y="1585"/>
                </a:cubicBezTo>
                <a:cubicBezTo>
                  <a:pt x="644" y="1585"/>
                  <a:pt x="689" y="1578"/>
                  <a:pt x="735" y="1564"/>
                </a:cubicBezTo>
                <a:cubicBezTo>
                  <a:pt x="767" y="1628"/>
                  <a:pt x="890" y="1833"/>
                  <a:pt x="1174" y="1833"/>
                </a:cubicBezTo>
                <a:close/>
              </a:path>
            </a:pathLst>
          </a:custGeom>
          <a:solidFill>
            <a:schemeClr val="accent6"/>
          </a:solidFill>
          <a:ln w="44450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6575" y="4348879"/>
            <a:ext cx="1609725" cy="889871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680258" y="2766194"/>
            <a:ext cx="1390669" cy="902041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3109952" y="4063149"/>
            <a:ext cx="1698475" cy="75456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6591300" y="2841620"/>
            <a:ext cx="1905000" cy="78740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5"/>
          <p:cNvSpPr/>
          <p:nvPr/>
        </p:nvSpPr>
        <p:spPr bwMode="auto">
          <a:xfrm>
            <a:off x="4001121" y="2677729"/>
            <a:ext cx="4279548" cy="2621192"/>
          </a:xfrm>
          <a:custGeom>
            <a:avLst/>
            <a:gdLst>
              <a:gd name="T0" fmla="*/ 1174 w 3009"/>
              <a:gd name="T1" fmla="*/ 1833 h 1833"/>
              <a:gd name="T2" fmla="*/ 1270 w 3009"/>
              <a:gd name="T3" fmla="*/ 1826 h 1833"/>
              <a:gd name="T4" fmla="*/ 1675 w 3009"/>
              <a:gd name="T5" fmla="*/ 1594 h 1833"/>
              <a:gd name="T6" fmla="*/ 1997 w 3009"/>
              <a:gd name="T7" fmla="*/ 1748 h 1833"/>
              <a:gd name="T8" fmla="*/ 2071 w 3009"/>
              <a:gd name="T9" fmla="*/ 1741 h 1833"/>
              <a:gd name="T10" fmla="*/ 2352 w 3009"/>
              <a:gd name="T11" fmla="*/ 1474 h 1833"/>
              <a:gd name="T12" fmla="*/ 2512 w 3009"/>
              <a:gd name="T13" fmla="*/ 1492 h 1833"/>
              <a:gd name="T14" fmla="*/ 2932 w 3009"/>
              <a:gd name="T15" fmla="*/ 1262 h 1833"/>
              <a:gd name="T16" fmla="*/ 2921 w 3009"/>
              <a:gd name="T17" fmla="*/ 814 h 1833"/>
              <a:gd name="T18" fmla="*/ 2619 w 3009"/>
              <a:gd name="T19" fmla="*/ 620 h 1833"/>
              <a:gd name="T20" fmla="*/ 2584 w 3009"/>
              <a:gd name="T21" fmla="*/ 622 h 1833"/>
              <a:gd name="T22" fmla="*/ 2298 w 3009"/>
              <a:gd name="T23" fmla="*/ 409 h 1833"/>
              <a:gd name="T24" fmla="*/ 2209 w 3009"/>
              <a:gd name="T25" fmla="*/ 418 h 1833"/>
              <a:gd name="T26" fmla="*/ 1710 w 3009"/>
              <a:gd name="T27" fmla="*/ 0 h 1833"/>
              <a:gd name="T28" fmla="*/ 1682 w 3009"/>
              <a:gd name="T29" fmla="*/ 0 h 1833"/>
              <a:gd name="T30" fmla="*/ 1198 w 3009"/>
              <a:gd name="T31" fmla="*/ 254 h 1833"/>
              <a:gd name="T32" fmla="*/ 972 w 3009"/>
              <a:gd name="T33" fmla="*/ 208 h 1833"/>
              <a:gd name="T34" fmla="*/ 693 w 3009"/>
              <a:gd name="T35" fmla="*/ 311 h 1833"/>
              <a:gd name="T36" fmla="*/ 531 w 3009"/>
              <a:gd name="T37" fmla="*/ 680 h 1833"/>
              <a:gd name="T38" fmla="*/ 474 w 3009"/>
              <a:gd name="T39" fmla="*/ 677 h 1833"/>
              <a:gd name="T40" fmla="*/ 85 w 3009"/>
              <a:gd name="T41" fmla="*/ 848 h 1833"/>
              <a:gd name="T42" fmla="*/ 69 w 3009"/>
              <a:gd name="T43" fmla="*/ 1244 h 1833"/>
              <a:gd name="T44" fmla="*/ 350 w 3009"/>
              <a:gd name="T45" fmla="*/ 1449 h 1833"/>
              <a:gd name="T46" fmla="*/ 603 w 3009"/>
              <a:gd name="T47" fmla="*/ 1585 h 1833"/>
              <a:gd name="T48" fmla="*/ 735 w 3009"/>
              <a:gd name="T49" fmla="*/ 1564 h 1833"/>
              <a:gd name="T50" fmla="*/ 1174 w 3009"/>
              <a:gd name="T51" fmla="*/ 1833 h 18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3009" h="1833">
                <a:moveTo>
                  <a:pt x="1174" y="1833"/>
                </a:moveTo>
                <a:cubicBezTo>
                  <a:pt x="1205" y="1833"/>
                  <a:pt x="1237" y="1831"/>
                  <a:pt x="1270" y="1826"/>
                </a:cubicBezTo>
                <a:cubicBezTo>
                  <a:pt x="1563" y="1783"/>
                  <a:pt x="1649" y="1663"/>
                  <a:pt x="1675" y="1594"/>
                </a:cubicBezTo>
                <a:cubicBezTo>
                  <a:pt x="1724" y="1650"/>
                  <a:pt x="1833" y="1748"/>
                  <a:pt x="1997" y="1748"/>
                </a:cubicBezTo>
                <a:cubicBezTo>
                  <a:pt x="2021" y="1748"/>
                  <a:pt x="2046" y="1746"/>
                  <a:pt x="2071" y="1741"/>
                </a:cubicBezTo>
                <a:cubicBezTo>
                  <a:pt x="2291" y="1703"/>
                  <a:pt x="2341" y="1539"/>
                  <a:pt x="2352" y="1474"/>
                </a:cubicBezTo>
                <a:cubicBezTo>
                  <a:pt x="2384" y="1481"/>
                  <a:pt x="2442" y="1492"/>
                  <a:pt x="2512" y="1492"/>
                </a:cubicBezTo>
                <a:cubicBezTo>
                  <a:pt x="2646" y="1492"/>
                  <a:pt x="2827" y="1452"/>
                  <a:pt x="2932" y="1262"/>
                </a:cubicBezTo>
                <a:cubicBezTo>
                  <a:pt x="3009" y="1123"/>
                  <a:pt x="3005" y="955"/>
                  <a:pt x="2921" y="814"/>
                </a:cubicBezTo>
                <a:cubicBezTo>
                  <a:pt x="2850" y="694"/>
                  <a:pt x="2734" y="620"/>
                  <a:pt x="2619" y="620"/>
                </a:cubicBezTo>
                <a:cubicBezTo>
                  <a:pt x="2607" y="620"/>
                  <a:pt x="2596" y="620"/>
                  <a:pt x="2584" y="622"/>
                </a:cubicBezTo>
                <a:cubicBezTo>
                  <a:pt x="2566" y="565"/>
                  <a:pt x="2499" y="409"/>
                  <a:pt x="2298" y="409"/>
                </a:cubicBezTo>
                <a:cubicBezTo>
                  <a:pt x="2270" y="409"/>
                  <a:pt x="2240" y="412"/>
                  <a:pt x="2209" y="418"/>
                </a:cubicBezTo>
                <a:cubicBezTo>
                  <a:pt x="2192" y="328"/>
                  <a:pt x="2104" y="13"/>
                  <a:pt x="1710" y="0"/>
                </a:cubicBezTo>
                <a:cubicBezTo>
                  <a:pt x="1700" y="0"/>
                  <a:pt x="1691" y="0"/>
                  <a:pt x="1682" y="0"/>
                </a:cubicBezTo>
                <a:cubicBezTo>
                  <a:pt x="1356" y="0"/>
                  <a:pt x="1231" y="189"/>
                  <a:pt x="1198" y="254"/>
                </a:cubicBezTo>
                <a:cubicBezTo>
                  <a:pt x="1160" y="238"/>
                  <a:pt x="1073" y="208"/>
                  <a:pt x="972" y="208"/>
                </a:cubicBezTo>
                <a:cubicBezTo>
                  <a:pt x="862" y="208"/>
                  <a:pt x="768" y="243"/>
                  <a:pt x="693" y="311"/>
                </a:cubicBezTo>
                <a:cubicBezTo>
                  <a:pt x="525" y="463"/>
                  <a:pt x="522" y="615"/>
                  <a:pt x="531" y="680"/>
                </a:cubicBezTo>
                <a:cubicBezTo>
                  <a:pt x="516" y="678"/>
                  <a:pt x="497" y="677"/>
                  <a:pt x="474" y="677"/>
                </a:cubicBezTo>
                <a:cubicBezTo>
                  <a:pt x="377" y="677"/>
                  <a:pt x="196" y="700"/>
                  <a:pt x="85" y="848"/>
                </a:cubicBezTo>
                <a:cubicBezTo>
                  <a:pt x="6" y="954"/>
                  <a:pt x="0" y="1106"/>
                  <a:pt x="69" y="1244"/>
                </a:cubicBezTo>
                <a:cubicBezTo>
                  <a:pt x="131" y="1368"/>
                  <a:pt x="238" y="1446"/>
                  <a:pt x="350" y="1449"/>
                </a:cubicBezTo>
                <a:cubicBezTo>
                  <a:pt x="371" y="1485"/>
                  <a:pt x="445" y="1585"/>
                  <a:pt x="603" y="1585"/>
                </a:cubicBezTo>
                <a:cubicBezTo>
                  <a:pt x="644" y="1585"/>
                  <a:pt x="689" y="1578"/>
                  <a:pt x="735" y="1564"/>
                </a:cubicBezTo>
                <a:cubicBezTo>
                  <a:pt x="767" y="1628"/>
                  <a:pt x="890" y="1833"/>
                  <a:pt x="1174" y="1833"/>
                </a:cubicBezTo>
                <a:close/>
              </a:path>
            </a:pathLst>
          </a:custGeom>
          <a:solidFill>
            <a:schemeClr val="accent1"/>
          </a:solidFill>
          <a:ln w="44450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7" name="Freeform 66"/>
          <p:cNvSpPr/>
          <p:nvPr/>
        </p:nvSpPr>
        <p:spPr>
          <a:xfrm>
            <a:off x="1555910" y="1494391"/>
            <a:ext cx="2657404" cy="1812331"/>
          </a:xfrm>
          <a:custGeom>
            <a:avLst/>
            <a:gdLst>
              <a:gd name="connsiteX0" fmla="*/ 1170865 w 2657404"/>
              <a:gd name="connsiteY0" fmla="*/ 0 h 1812331"/>
              <a:gd name="connsiteX1" fmla="*/ 1454012 w 2657404"/>
              <a:gd name="connsiteY1" fmla="*/ 80893 h 1812331"/>
              <a:gd name="connsiteX2" fmla="*/ 1497196 w 2657404"/>
              <a:gd name="connsiteY2" fmla="*/ 113533 h 1812331"/>
              <a:gd name="connsiteX3" fmla="*/ 1508427 w 2657404"/>
              <a:gd name="connsiteY3" fmla="*/ 115247 h 1812331"/>
              <a:gd name="connsiteX4" fmla="*/ 1590581 w 2657404"/>
              <a:gd name="connsiteY4" fmla="*/ 136371 h 1812331"/>
              <a:gd name="connsiteX5" fmla="*/ 1600173 w 2657404"/>
              <a:gd name="connsiteY5" fmla="*/ 139882 h 1812331"/>
              <a:gd name="connsiteX6" fmla="*/ 1646123 w 2657404"/>
              <a:gd name="connsiteY6" fmla="*/ 117792 h 1812331"/>
              <a:gd name="connsiteX7" fmla="*/ 1732311 w 2657404"/>
              <a:gd name="connsiteY7" fmla="*/ 104762 h 1812331"/>
              <a:gd name="connsiteX8" fmla="*/ 2016256 w 2657404"/>
              <a:gd name="connsiteY8" fmla="*/ 336184 h 1812331"/>
              <a:gd name="connsiteX9" fmla="*/ 2019103 w 2657404"/>
              <a:gd name="connsiteY9" fmla="*/ 364431 h 1812331"/>
              <a:gd name="connsiteX10" fmla="*/ 2033903 w 2657404"/>
              <a:gd name="connsiteY10" fmla="*/ 369812 h 1812331"/>
              <a:gd name="connsiteX11" fmla="*/ 2269986 w 2657404"/>
              <a:gd name="connsiteY11" fmla="*/ 725058 h 1812331"/>
              <a:gd name="connsiteX12" fmla="*/ 2657404 w 2657404"/>
              <a:gd name="connsiteY12" fmla="*/ 1113482 h 1812331"/>
              <a:gd name="connsiteX13" fmla="*/ 2269986 w 2657404"/>
              <a:gd name="connsiteY13" fmla="*/ 1501906 h 1812331"/>
              <a:gd name="connsiteX14" fmla="*/ 1990790 w 2657404"/>
              <a:gd name="connsiteY14" fmla="*/ 1501906 h 1812331"/>
              <a:gd name="connsiteX15" fmla="*/ 1941828 w 2657404"/>
              <a:gd name="connsiteY15" fmla="*/ 1561248 h 1812331"/>
              <a:gd name="connsiteX16" fmla="*/ 1335661 w 2657404"/>
              <a:gd name="connsiteY16" fmla="*/ 1812331 h 1812331"/>
              <a:gd name="connsiteX17" fmla="*/ 729494 w 2657404"/>
              <a:gd name="connsiteY17" fmla="*/ 1561248 h 1812331"/>
              <a:gd name="connsiteX18" fmla="*/ 680532 w 2657404"/>
              <a:gd name="connsiteY18" fmla="*/ 1501906 h 1812331"/>
              <a:gd name="connsiteX19" fmla="*/ 616060 w 2657404"/>
              <a:gd name="connsiteY19" fmla="*/ 1501906 h 1812331"/>
              <a:gd name="connsiteX20" fmla="*/ 464902 w 2657404"/>
              <a:gd name="connsiteY20" fmla="*/ 1501906 h 1812331"/>
              <a:gd name="connsiteX21" fmla="*/ 0 w 2657404"/>
              <a:gd name="connsiteY21" fmla="*/ 1035797 h 1812331"/>
              <a:gd name="connsiteX22" fmla="*/ 203753 w 2657404"/>
              <a:gd name="connsiteY22" fmla="*/ 647373 h 1812331"/>
              <a:gd name="connsiteX23" fmla="*/ 203753 w 2657404"/>
              <a:gd name="connsiteY23" fmla="*/ 641619 h 1812331"/>
              <a:gd name="connsiteX24" fmla="*/ 559605 w 2657404"/>
              <a:gd name="connsiteY24" fmla="*/ 284844 h 1812331"/>
              <a:gd name="connsiteX25" fmla="*/ 685875 w 2657404"/>
              <a:gd name="connsiteY25" fmla="*/ 307862 h 1812331"/>
              <a:gd name="connsiteX26" fmla="*/ 1170865 w 2657404"/>
              <a:gd name="connsiteY26" fmla="*/ 0 h 1812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657404" h="1812331">
                <a:moveTo>
                  <a:pt x="1170865" y="0"/>
                </a:moveTo>
                <a:cubicBezTo>
                  <a:pt x="1274984" y="0"/>
                  <a:pt x="1371952" y="29701"/>
                  <a:pt x="1454012" y="80893"/>
                </a:cubicBezTo>
                <a:lnTo>
                  <a:pt x="1497196" y="113533"/>
                </a:lnTo>
                <a:lnTo>
                  <a:pt x="1508427" y="115247"/>
                </a:lnTo>
                <a:cubicBezTo>
                  <a:pt x="1536329" y="120957"/>
                  <a:pt x="1563738" y="128022"/>
                  <a:pt x="1590581" y="136371"/>
                </a:cubicBezTo>
                <a:lnTo>
                  <a:pt x="1600173" y="139882"/>
                </a:lnTo>
                <a:lnTo>
                  <a:pt x="1646123" y="117792"/>
                </a:lnTo>
                <a:cubicBezTo>
                  <a:pt x="1673350" y="109324"/>
                  <a:pt x="1702298" y="104762"/>
                  <a:pt x="1732311" y="104762"/>
                </a:cubicBezTo>
                <a:cubicBezTo>
                  <a:pt x="1872372" y="104762"/>
                  <a:pt x="1989230" y="204112"/>
                  <a:pt x="2016256" y="336184"/>
                </a:cubicBezTo>
                <a:lnTo>
                  <a:pt x="2019103" y="364431"/>
                </a:lnTo>
                <a:lnTo>
                  <a:pt x="2033903" y="369812"/>
                </a:lnTo>
                <a:cubicBezTo>
                  <a:pt x="2173131" y="428345"/>
                  <a:pt x="2269986" y="565373"/>
                  <a:pt x="2269986" y="725058"/>
                </a:cubicBezTo>
                <a:cubicBezTo>
                  <a:pt x="2482349" y="725058"/>
                  <a:pt x="2657404" y="900568"/>
                  <a:pt x="2657404" y="1113482"/>
                </a:cubicBezTo>
                <a:cubicBezTo>
                  <a:pt x="2657404" y="1326396"/>
                  <a:pt x="2482349" y="1501906"/>
                  <a:pt x="2269986" y="1501906"/>
                </a:cubicBezTo>
                <a:lnTo>
                  <a:pt x="1990790" y="1501906"/>
                </a:lnTo>
                <a:lnTo>
                  <a:pt x="1941828" y="1561248"/>
                </a:lnTo>
                <a:cubicBezTo>
                  <a:pt x="1786697" y="1716380"/>
                  <a:pt x="1572384" y="1812331"/>
                  <a:pt x="1335661" y="1812331"/>
                </a:cubicBezTo>
                <a:cubicBezTo>
                  <a:pt x="1098938" y="1812331"/>
                  <a:pt x="884626" y="1716380"/>
                  <a:pt x="729494" y="1561248"/>
                </a:cubicBezTo>
                <a:lnTo>
                  <a:pt x="680532" y="1501906"/>
                </a:lnTo>
                <a:lnTo>
                  <a:pt x="616060" y="1501906"/>
                </a:lnTo>
                <a:cubicBezTo>
                  <a:pt x="464902" y="1501906"/>
                  <a:pt x="464902" y="1501906"/>
                  <a:pt x="464902" y="1501906"/>
                </a:cubicBezTo>
                <a:cubicBezTo>
                  <a:pt x="206623" y="1501906"/>
                  <a:pt x="0" y="1291869"/>
                  <a:pt x="0" y="1035797"/>
                </a:cubicBezTo>
                <a:cubicBezTo>
                  <a:pt x="0" y="874673"/>
                  <a:pt x="80353" y="730813"/>
                  <a:pt x="203753" y="647373"/>
                </a:cubicBezTo>
                <a:cubicBezTo>
                  <a:pt x="203753" y="644496"/>
                  <a:pt x="203753" y="644496"/>
                  <a:pt x="203753" y="641619"/>
                </a:cubicBezTo>
                <a:cubicBezTo>
                  <a:pt x="203753" y="443091"/>
                  <a:pt x="364460" y="284844"/>
                  <a:pt x="559605" y="284844"/>
                </a:cubicBezTo>
                <a:cubicBezTo>
                  <a:pt x="605521" y="284844"/>
                  <a:pt x="645698" y="293476"/>
                  <a:pt x="685875" y="307862"/>
                </a:cubicBezTo>
                <a:cubicBezTo>
                  <a:pt x="771968" y="123720"/>
                  <a:pt x="955632" y="0"/>
                  <a:pt x="11708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TextBox 23"/>
          <p:cNvSpPr txBox="1"/>
          <p:nvPr/>
        </p:nvSpPr>
        <p:spPr>
          <a:xfrm>
            <a:off x="8343818" y="2571078"/>
            <a:ext cx="1848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Crystal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23"/>
          <p:cNvSpPr txBox="1"/>
          <p:nvPr/>
        </p:nvSpPr>
        <p:spPr>
          <a:xfrm>
            <a:off x="8350163" y="2305079"/>
            <a:ext cx="1848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Who are you?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TextBox 23"/>
          <p:cNvSpPr txBox="1"/>
          <p:nvPr/>
        </p:nvSpPr>
        <p:spPr>
          <a:xfrm>
            <a:off x="9427260" y="4096941"/>
            <a:ext cx="204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Creative Director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TextBox 23"/>
          <p:cNvSpPr txBox="1"/>
          <p:nvPr/>
        </p:nvSpPr>
        <p:spPr>
          <a:xfrm>
            <a:off x="9427260" y="3751719"/>
            <a:ext cx="2044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What you Do?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741012" y="5587581"/>
            <a:ext cx="150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Oxford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41012" y="5347194"/>
            <a:ext cx="1666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Education ?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5" name="TextBox 23"/>
          <p:cNvSpPr txBox="1"/>
          <p:nvPr/>
        </p:nvSpPr>
        <p:spPr>
          <a:xfrm>
            <a:off x="1941154" y="1728329"/>
            <a:ext cx="184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Interest?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" name="TextBox 23"/>
          <p:cNvSpPr txBox="1"/>
          <p:nvPr/>
        </p:nvSpPr>
        <p:spPr>
          <a:xfrm>
            <a:off x="1471605" y="4645508"/>
            <a:ext cx="1467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@CrystalBall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TextBox 23"/>
          <p:cNvSpPr txBox="1"/>
          <p:nvPr/>
        </p:nvSpPr>
        <p:spPr>
          <a:xfrm>
            <a:off x="1156712" y="4317439"/>
            <a:ext cx="2044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Contact person: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TextBox 23"/>
          <p:cNvSpPr txBox="1"/>
          <p:nvPr/>
        </p:nvSpPr>
        <p:spPr>
          <a:xfrm>
            <a:off x="1591198" y="2143174"/>
            <a:ext cx="1022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- Love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2" name="TextBox 23"/>
          <p:cNvSpPr txBox="1"/>
          <p:nvPr/>
        </p:nvSpPr>
        <p:spPr>
          <a:xfrm>
            <a:off x="1518333" y="2468580"/>
            <a:ext cx="1022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- Coffee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3" name="TextBox 23"/>
          <p:cNvSpPr txBox="1"/>
          <p:nvPr/>
        </p:nvSpPr>
        <p:spPr>
          <a:xfrm>
            <a:off x="2315321" y="2326374"/>
            <a:ext cx="1022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- Games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4" name="TextBox 23"/>
          <p:cNvSpPr txBox="1"/>
          <p:nvPr/>
        </p:nvSpPr>
        <p:spPr>
          <a:xfrm>
            <a:off x="3099047" y="2534460"/>
            <a:ext cx="10228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- Movies</a:t>
            </a:r>
            <a:endParaRPr kumimoji="0" lang="id-ID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5" name="TextBox 23"/>
          <p:cNvSpPr txBox="1"/>
          <p:nvPr/>
        </p:nvSpPr>
        <p:spPr>
          <a:xfrm>
            <a:off x="2925130" y="2068405"/>
            <a:ext cx="10228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- Books</a:t>
            </a:r>
            <a:endParaRPr kumimoji="0" lang="id-ID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6" name="Freeform 35"/>
          <p:cNvSpPr/>
          <p:nvPr/>
        </p:nvSpPr>
        <p:spPr bwMode="auto">
          <a:xfrm>
            <a:off x="1172775" y="4684672"/>
            <a:ext cx="243079" cy="198670"/>
          </a:xfrm>
          <a:custGeom>
            <a:avLst/>
            <a:gdLst>
              <a:gd name="T0" fmla="*/ 197 w 197"/>
              <a:gd name="T1" fmla="*/ 19 h 160"/>
              <a:gd name="T2" fmla="*/ 174 w 197"/>
              <a:gd name="T3" fmla="*/ 26 h 160"/>
              <a:gd name="T4" fmla="*/ 192 w 197"/>
              <a:gd name="T5" fmla="*/ 3 h 160"/>
              <a:gd name="T6" fmla="*/ 166 w 197"/>
              <a:gd name="T7" fmla="*/ 13 h 160"/>
              <a:gd name="T8" fmla="*/ 137 w 197"/>
              <a:gd name="T9" fmla="*/ 0 h 160"/>
              <a:gd name="T10" fmla="*/ 96 w 197"/>
              <a:gd name="T11" fmla="*/ 41 h 160"/>
              <a:gd name="T12" fmla="*/ 97 w 197"/>
              <a:gd name="T13" fmla="*/ 50 h 160"/>
              <a:gd name="T14" fmla="*/ 14 w 197"/>
              <a:gd name="T15" fmla="*/ 8 h 160"/>
              <a:gd name="T16" fmla="*/ 8 w 197"/>
              <a:gd name="T17" fmla="*/ 28 h 160"/>
              <a:gd name="T18" fmla="*/ 26 w 197"/>
              <a:gd name="T19" fmla="*/ 62 h 160"/>
              <a:gd name="T20" fmla="*/ 8 w 197"/>
              <a:gd name="T21" fmla="*/ 57 h 160"/>
              <a:gd name="T22" fmla="*/ 8 w 197"/>
              <a:gd name="T23" fmla="*/ 57 h 160"/>
              <a:gd name="T24" fmla="*/ 41 w 197"/>
              <a:gd name="T25" fmla="*/ 97 h 160"/>
              <a:gd name="T26" fmla="*/ 30 w 197"/>
              <a:gd name="T27" fmla="*/ 98 h 160"/>
              <a:gd name="T28" fmla="*/ 22 w 197"/>
              <a:gd name="T29" fmla="*/ 97 h 160"/>
              <a:gd name="T30" fmla="*/ 60 w 197"/>
              <a:gd name="T31" fmla="*/ 125 h 160"/>
              <a:gd name="T32" fmla="*/ 10 w 197"/>
              <a:gd name="T33" fmla="*/ 143 h 160"/>
              <a:gd name="T34" fmla="*/ 0 w 197"/>
              <a:gd name="T35" fmla="*/ 142 h 160"/>
              <a:gd name="T36" fmla="*/ 62 w 197"/>
              <a:gd name="T37" fmla="*/ 160 h 160"/>
              <a:gd name="T38" fmla="*/ 177 w 197"/>
              <a:gd name="T39" fmla="*/ 45 h 160"/>
              <a:gd name="T40" fmla="*/ 177 w 197"/>
              <a:gd name="T41" fmla="*/ 40 h 160"/>
              <a:gd name="T42" fmla="*/ 197 w 197"/>
              <a:gd name="T43" fmla="*/ 19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97" h="160">
                <a:moveTo>
                  <a:pt x="197" y="19"/>
                </a:moveTo>
                <a:cubicBezTo>
                  <a:pt x="190" y="22"/>
                  <a:pt x="182" y="25"/>
                  <a:pt x="174" y="26"/>
                </a:cubicBezTo>
                <a:cubicBezTo>
                  <a:pt x="182" y="21"/>
                  <a:pt x="189" y="13"/>
                  <a:pt x="192" y="3"/>
                </a:cubicBezTo>
                <a:cubicBezTo>
                  <a:pt x="184" y="8"/>
                  <a:pt x="175" y="11"/>
                  <a:pt x="166" y="13"/>
                </a:cubicBezTo>
                <a:cubicBezTo>
                  <a:pt x="159" y="5"/>
                  <a:pt x="148" y="0"/>
                  <a:pt x="137" y="0"/>
                </a:cubicBezTo>
                <a:cubicBezTo>
                  <a:pt x="114" y="0"/>
                  <a:pt x="96" y="18"/>
                  <a:pt x="96" y="41"/>
                </a:cubicBezTo>
                <a:cubicBezTo>
                  <a:pt x="96" y="44"/>
                  <a:pt x="97" y="47"/>
                  <a:pt x="97" y="50"/>
                </a:cubicBezTo>
                <a:cubicBezTo>
                  <a:pt x="64" y="48"/>
                  <a:pt x="34" y="32"/>
                  <a:pt x="14" y="8"/>
                </a:cubicBezTo>
                <a:cubicBezTo>
                  <a:pt x="10" y="14"/>
                  <a:pt x="8" y="21"/>
                  <a:pt x="8" y="28"/>
                </a:cubicBezTo>
                <a:cubicBezTo>
                  <a:pt x="8" y="42"/>
                  <a:pt x="16" y="54"/>
                  <a:pt x="26" y="62"/>
                </a:cubicBezTo>
                <a:cubicBezTo>
                  <a:pt x="20" y="61"/>
                  <a:pt x="14" y="60"/>
                  <a:pt x="8" y="57"/>
                </a:cubicBezTo>
                <a:cubicBezTo>
                  <a:pt x="8" y="57"/>
                  <a:pt x="8" y="57"/>
                  <a:pt x="8" y="57"/>
                </a:cubicBezTo>
                <a:cubicBezTo>
                  <a:pt x="8" y="77"/>
                  <a:pt x="22" y="93"/>
                  <a:pt x="41" y="97"/>
                </a:cubicBezTo>
                <a:cubicBezTo>
                  <a:pt x="37" y="98"/>
                  <a:pt x="34" y="98"/>
                  <a:pt x="30" y="98"/>
                </a:cubicBezTo>
                <a:cubicBezTo>
                  <a:pt x="27" y="98"/>
                  <a:pt x="25" y="98"/>
                  <a:pt x="22" y="97"/>
                </a:cubicBezTo>
                <a:cubicBezTo>
                  <a:pt x="27" y="113"/>
                  <a:pt x="42" y="125"/>
                  <a:pt x="60" y="125"/>
                </a:cubicBezTo>
                <a:cubicBezTo>
                  <a:pt x="46" y="136"/>
                  <a:pt x="29" y="143"/>
                  <a:pt x="10" y="143"/>
                </a:cubicBezTo>
                <a:cubicBezTo>
                  <a:pt x="7" y="143"/>
                  <a:pt x="3" y="143"/>
                  <a:pt x="0" y="142"/>
                </a:cubicBezTo>
                <a:cubicBezTo>
                  <a:pt x="18" y="154"/>
                  <a:pt x="39" y="160"/>
                  <a:pt x="62" y="160"/>
                </a:cubicBezTo>
                <a:cubicBezTo>
                  <a:pt x="137" y="160"/>
                  <a:pt x="177" y="99"/>
                  <a:pt x="177" y="45"/>
                </a:cubicBezTo>
                <a:cubicBezTo>
                  <a:pt x="177" y="44"/>
                  <a:pt x="177" y="42"/>
                  <a:pt x="177" y="40"/>
                </a:cubicBezTo>
                <a:cubicBezTo>
                  <a:pt x="185" y="34"/>
                  <a:pt x="192" y="27"/>
                  <a:pt x="197" y="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7" name="Freeform 36"/>
          <p:cNvSpPr>
            <a:spLocks noEditPoints="1"/>
          </p:cNvSpPr>
          <p:nvPr/>
        </p:nvSpPr>
        <p:spPr bwMode="auto">
          <a:xfrm>
            <a:off x="668853" y="5025505"/>
            <a:ext cx="243079" cy="243079"/>
          </a:xfrm>
          <a:custGeom>
            <a:avLst/>
            <a:gdLst>
              <a:gd name="T0" fmla="*/ 99 w 197"/>
              <a:gd name="T1" fmla="*/ 0 h 197"/>
              <a:gd name="T2" fmla="*/ 0 w 197"/>
              <a:gd name="T3" fmla="*/ 98 h 197"/>
              <a:gd name="T4" fmla="*/ 99 w 197"/>
              <a:gd name="T5" fmla="*/ 197 h 197"/>
              <a:gd name="T6" fmla="*/ 197 w 197"/>
              <a:gd name="T7" fmla="*/ 98 h 197"/>
              <a:gd name="T8" fmla="*/ 99 w 197"/>
              <a:gd name="T9" fmla="*/ 0 h 197"/>
              <a:gd name="T10" fmla="*/ 125 w 197"/>
              <a:gd name="T11" fmla="*/ 98 h 197"/>
              <a:gd name="T12" fmla="*/ 108 w 197"/>
              <a:gd name="T13" fmla="*/ 98 h 197"/>
              <a:gd name="T14" fmla="*/ 108 w 197"/>
              <a:gd name="T15" fmla="*/ 159 h 197"/>
              <a:gd name="T16" fmla="*/ 82 w 197"/>
              <a:gd name="T17" fmla="*/ 159 h 197"/>
              <a:gd name="T18" fmla="*/ 82 w 197"/>
              <a:gd name="T19" fmla="*/ 98 h 197"/>
              <a:gd name="T20" fmla="*/ 70 w 197"/>
              <a:gd name="T21" fmla="*/ 98 h 197"/>
              <a:gd name="T22" fmla="*/ 70 w 197"/>
              <a:gd name="T23" fmla="*/ 77 h 197"/>
              <a:gd name="T24" fmla="*/ 82 w 197"/>
              <a:gd name="T25" fmla="*/ 77 h 197"/>
              <a:gd name="T26" fmla="*/ 82 w 197"/>
              <a:gd name="T27" fmla="*/ 63 h 197"/>
              <a:gd name="T28" fmla="*/ 108 w 197"/>
              <a:gd name="T29" fmla="*/ 37 h 197"/>
              <a:gd name="T30" fmla="*/ 127 w 197"/>
              <a:gd name="T31" fmla="*/ 37 h 197"/>
              <a:gd name="T32" fmla="*/ 127 w 197"/>
              <a:gd name="T33" fmla="*/ 58 h 197"/>
              <a:gd name="T34" fmla="*/ 113 w 197"/>
              <a:gd name="T35" fmla="*/ 58 h 197"/>
              <a:gd name="T36" fmla="*/ 108 w 197"/>
              <a:gd name="T37" fmla="*/ 64 h 197"/>
              <a:gd name="T38" fmla="*/ 108 w 197"/>
              <a:gd name="T39" fmla="*/ 77 h 197"/>
              <a:gd name="T40" fmla="*/ 127 w 197"/>
              <a:gd name="T41" fmla="*/ 77 h 197"/>
              <a:gd name="T42" fmla="*/ 125 w 197"/>
              <a:gd name="T43" fmla="*/ 98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97" h="197">
                <a:moveTo>
                  <a:pt x="99" y="0"/>
                </a:moveTo>
                <a:cubicBezTo>
                  <a:pt x="44" y="0"/>
                  <a:pt x="0" y="44"/>
                  <a:pt x="0" y="98"/>
                </a:cubicBezTo>
                <a:cubicBezTo>
                  <a:pt x="0" y="153"/>
                  <a:pt x="44" y="197"/>
                  <a:pt x="99" y="197"/>
                </a:cubicBezTo>
                <a:cubicBezTo>
                  <a:pt x="153" y="197"/>
                  <a:pt x="197" y="153"/>
                  <a:pt x="197" y="98"/>
                </a:cubicBezTo>
                <a:cubicBezTo>
                  <a:pt x="197" y="44"/>
                  <a:pt x="153" y="0"/>
                  <a:pt x="99" y="0"/>
                </a:cubicBezTo>
                <a:close/>
                <a:moveTo>
                  <a:pt x="125" y="98"/>
                </a:moveTo>
                <a:cubicBezTo>
                  <a:pt x="108" y="98"/>
                  <a:pt x="108" y="98"/>
                  <a:pt x="108" y="98"/>
                </a:cubicBezTo>
                <a:cubicBezTo>
                  <a:pt x="108" y="125"/>
                  <a:pt x="108" y="159"/>
                  <a:pt x="108" y="159"/>
                </a:cubicBezTo>
                <a:cubicBezTo>
                  <a:pt x="82" y="159"/>
                  <a:pt x="82" y="159"/>
                  <a:pt x="82" y="159"/>
                </a:cubicBezTo>
                <a:cubicBezTo>
                  <a:pt x="82" y="159"/>
                  <a:pt x="82" y="126"/>
                  <a:pt x="82" y="98"/>
                </a:cubicBezTo>
                <a:cubicBezTo>
                  <a:pt x="70" y="98"/>
                  <a:pt x="70" y="98"/>
                  <a:pt x="70" y="98"/>
                </a:cubicBezTo>
                <a:cubicBezTo>
                  <a:pt x="70" y="77"/>
                  <a:pt x="70" y="77"/>
                  <a:pt x="70" y="77"/>
                </a:cubicBezTo>
                <a:cubicBezTo>
                  <a:pt x="82" y="77"/>
                  <a:pt x="82" y="77"/>
                  <a:pt x="82" y="77"/>
                </a:cubicBezTo>
                <a:cubicBezTo>
                  <a:pt x="82" y="63"/>
                  <a:pt x="82" y="63"/>
                  <a:pt x="82" y="63"/>
                </a:cubicBezTo>
                <a:cubicBezTo>
                  <a:pt x="82" y="53"/>
                  <a:pt x="87" y="37"/>
                  <a:pt x="108" y="37"/>
                </a:cubicBezTo>
                <a:cubicBezTo>
                  <a:pt x="127" y="37"/>
                  <a:pt x="127" y="37"/>
                  <a:pt x="127" y="37"/>
                </a:cubicBezTo>
                <a:cubicBezTo>
                  <a:pt x="127" y="58"/>
                  <a:pt x="127" y="58"/>
                  <a:pt x="127" y="58"/>
                </a:cubicBezTo>
                <a:cubicBezTo>
                  <a:pt x="127" y="58"/>
                  <a:pt x="115" y="58"/>
                  <a:pt x="113" y="58"/>
                </a:cubicBezTo>
                <a:cubicBezTo>
                  <a:pt x="111" y="58"/>
                  <a:pt x="108" y="59"/>
                  <a:pt x="108" y="64"/>
                </a:cubicBezTo>
                <a:cubicBezTo>
                  <a:pt x="108" y="77"/>
                  <a:pt x="108" y="77"/>
                  <a:pt x="108" y="77"/>
                </a:cubicBezTo>
                <a:cubicBezTo>
                  <a:pt x="127" y="77"/>
                  <a:pt x="127" y="77"/>
                  <a:pt x="127" y="77"/>
                </a:cubicBezTo>
                <a:lnTo>
                  <a:pt x="125" y="9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8" name="TextBox 23"/>
          <p:cNvSpPr txBox="1"/>
          <p:nvPr/>
        </p:nvSpPr>
        <p:spPr>
          <a:xfrm>
            <a:off x="967683" y="5008545"/>
            <a:ext cx="1467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/Crstl91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9" name="TextBox 23"/>
          <p:cNvSpPr txBox="1"/>
          <p:nvPr/>
        </p:nvSpPr>
        <p:spPr>
          <a:xfrm>
            <a:off x="2362774" y="4995960"/>
            <a:ext cx="1467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Crystal@here.com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2079771" y="5051186"/>
            <a:ext cx="211425" cy="133015"/>
            <a:chOff x="5978526" y="1625601"/>
            <a:chExt cx="239713" cy="150812"/>
          </a:xfrm>
          <a:solidFill>
            <a:schemeClr val="bg1"/>
          </a:solidFill>
        </p:grpSpPr>
        <p:sp>
          <p:nvSpPr>
            <p:cNvPr id="41" name="Freeform 108"/>
            <p:cNvSpPr/>
            <p:nvPr/>
          </p:nvSpPr>
          <p:spPr bwMode="auto">
            <a:xfrm>
              <a:off x="5992813" y="1625601"/>
              <a:ext cx="214313" cy="95250"/>
            </a:xfrm>
            <a:custGeom>
              <a:avLst/>
              <a:gdLst>
                <a:gd name="T0" fmla="*/ 135 w 135"/>
                <a:gd name="T1" fmla="*/ 0 h 60"/>
                <a:gd name="T2" fmla="*/ 132 w 135"/>
                <a:gd name="T3" fmla="*/ 0 h 60"/>
                <a:gd name="T4" fmla="*/ 0 w 135"/>
                <a:gd name="T5" fmla="*/ 0 h 60"/>
                <a:gd name="T6" fmla="*/ 0 w 135"/>
                <a:gd name="T7" fmla="*/ 0 h 60"/>
                <a:gd name="T8" fmla="*/ 66 w 135"/>
                <a:gd name="T9" fmla="*/ 60 h 60"/>
                <a:gd name="T10" fmla="*/ 135 w 135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60">
                  <a:moveTo>
                    <a:pt x="135" y="0"/>
                  </a:moveTo>
                  <a:lnTo>
                    <a:pt x="13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6" y="6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2" name="Freeform 109"/>
            <p:cNvSpPr/>
            <p:nvPr/>
          </p:nvSpPr>
          <p:spPr bwMode="auto">
            <a:xfrm>
              <a:off x="6143626" y="1638301"/>
              <a:ext cx="74613" cy="130175"/>
            </a:xfrm>
            <a:custGeom>
              <a:avLst/>
              <a:gdLst>
                <a:gd name="T0" fmla="*/ 20 w 20"/>
                <a:gd name="T1" fmla="*/ 0 h 35"/>
                <a:gd name="T2" fmla="*/ 0 w 20"/>
                <a:gd name="T3" fmla="*/ 17 h 35"/>
                <a:gd name="T4" fmla="*/ 19 w 20"/>
                <a:gd name="T5" fmla="*/ 35 h 35"/>
                <a:gd name="T6" fmla="*/ 20 w 20"/>
                <a:gd name="T7" fmla="*/ 33 h 35"/>
                <a:gd name="T8" fmla="*/ 20 w 20"/>
                <a:gd name="T9" fmla="*/ 1 h 35"/>
                <a:gd name="T10" fmla="*/ 20 w 20"/>
                <a:gd name="T1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35">
                  <a:moveTo>
                    <a:pt x="20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0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3" name="Freeform 110"/>
            <p:cNvSpPr/>
            <p:nvPr/>
          </p:nvSpPr>
          <p:spPr bwMode="auto">
            <a:xfrm>
              <a:off x="5978526" y="1633538"/>
              <a:ext cx="74613" cy="134938"/>
            </a:xfrm>
            <a:custGeom>
              <a:avLst/>
              <a:gdLst>
                <a:gd name="T0" fmla="*/ 0 w 20"/>
                <a:gd name="T1" fmla="*/ 0 h 36"/>
                <a:gd name="T2" fmla="*/ 0 w 20"/>
                <a:gd name="T3" fmla="*/ 2 h 36"/>
                <a:gd name="T4" fmla="*/ 0 w 20"/>
                <a:gd name="T5" fmla="*/ 34 h 36"/>
                <a:gd name="T6" fmla="*/ 0 w 20"/>
                <a:gd name="T7" fmla="*/ 36 h 36"/>
                <a:gd name="T8" fmla="*/ 20 w 20"/>
                <a:gd name="T9" fmla="*/ 18 h 36"/>
                <a:gd name="T10" fmla="*/ 0 w 20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36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0" y="35"/>
                    <a:pt x="0" y="36"/>
                  </a:cubicBezTo>
                  <a:cubicBezTo>
                    <a:pt x="20" y="18"/>
                    <a:pt x="20" y="18"/>
                    <a:pt x="20" y="18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4" name="Freeform 111"/>
            <p:cNvSpPr/>
            <p:nvPr/>
          </p:nvSpPr>
          <p:spPr bwMode="auto">
            <a:xfrm>
              <a:off x="5992813" y="1712913"/>
              <a:ext cx="209550" cy="63500"/>
            </a:xfrm>
            <a:custGeom>
              <a:avLst/>
              <a:gdLst>
                <a:gd name="T0" fmla="*/ 66 w 132"/>
                <a:gd name="T1" fmla="*/ 19 h 40"/>
                <a:gd name="T2" fmla="*/ 45 w 132"/>
                <a:gd name="T3" fmla="*/ 0 h 40"/>
                <a:gd name="T4" fmla="*/ 0 w 132"/>
                <a:gd name="T5" fmla="*/ 40 h 40"/>
                <a:gd name="T6" fmla="*/ 0 w 132"/>
                <a:gd name="T7" fmla="*/ 40 h 40"/>
                <a:gd name="T8" fmla="*/ 132 w 132"/>
                <a:gd name="T9" fmla="*/ 40 h 40"/>
                <a:gd name="T10" fmla="*/ 88 w 132"/>
                <a:gd name="T11" fmla="*/ 0 h 40"/>
                <a:gd name="T12" fmla="*/ 66 w 132"/>
                <a:gd name="T13" fmla="*/ 1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" h="40">
                  <a:moveTo>
                    <a:pt x="66" y="19"/>
                  </a:moveTo>
                  <a:lnTo>
                    <a:pt x="45" y="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132" y="40"/>
                  </a:lnTo>
                  <a:lnTo>
                    <a:pt x="88" y="0"/>
                  </a:lnTo>
                  <a:lnTo>
                    <a:pt x="66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Meet Crystal</a:t>
            </a:r>
            <a:endParaRPr lang="id-ID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Crystal Mindmap Cloud</a:t>
            </a:r>
            <a:endParaRPr lang="id-ID" dirty="0"/>
          </a:p>
        </p:txBody>
      </p:sp>
      <p:grpSp>
        <p:nvGrpSpPr>
          <p:cNvPr id="52" name="Group 51"/>
          <p:cNvGrpSpPr/>
          <p:nvPr/>
        </p:nvGrpSpPr>
        <p:grpSpPr>
          <a:xfrm>
            <a:off x="9058889" y="1837643"/>
            <a:ext cx="418429" cy="407700"/>
            <a:chOff x="5508626" y="2106613"/>
            <a:chExt cx="247650" cy="241300"/>
          </a:xfrm>
          <a:solidFill>
            <a:schemeClr val="bg1"/>
          </a:solidFill>
        </p:grpSpPr>
        <p:sp>
          <p:nvSpPr>
            <p:cNvPr id="53" name="Freeform 126"/>
            <p:cNvSpPr/>
            <p:nvPr/>
          </p:nvSpPr>
          <p:spPr bwMode="auto">
            <a:xfrm>
              <a:off x="5643563" y="2271713"/>
              <a:ext cx="109538" cy="76200"/>
            </a:xfrm>
            <a:custGeom>
              <a:avLst/>
              <a:gdLst>
                <a:gd name="T0" fmla="*/ 22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22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22" y="0"/>
                  </a:moveTo>
                  <a:cubicBezTo>
                    <a:pt x="12" y="3"/>
                    <a:pt x="4" y="11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12"/>
                    <a:pt x="26" y="5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4" name="Freeform 127"/>
            <p:cNvSpPr/>
            <p:nvPr/>
          </p:nvSpPr>
          <p:spPr bwMode="auto">
            <a:xfrm>
              <a:off x="5511801" y="2271713"/>
              <a:ext cx="109538" cy="76200"/>
            </a:xfrm>
            <a:custGeom>
              <a:avLst/>
              <a:gdLst>
                <a:gd name="T0" fmla="*/ 7 w 29"/>
                <a:gd name="T1" fmla="*/ 0 h 20"/>
                <a:gd name="T2" fmla="*/ 0 w 29"/>
                <a:gd name="T3" fmla="*/ 20 h 20"/>
                <a:gd name="T4" fmla="*/ 29 w 29"/>
                <a:gd name="T5" fmla="*/ 20 h 20"/>
                <a:gd name="T6" fmla="*/ 7 w 29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0">
                  <a:moveTo>
                    <a:pt x="7" y="0"/>
                  </a:moveTo>
                  <a:cubicBezTo>
                    <a:pt x="3" y="5"/>
                    <a:pt x="0" y="12"/>
                    <a:pt x="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5" y="11"/>
                    <a:pt x="17" y="3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5" name="Freeform 128"/>
            <p:cNvSpPr>
              <a:spLocks noEditPoints="1"/>
            </p:cNvSpPr>
            <p:nvPr/>
          </p:nvSpPr>
          <p:spPr bwMode="auto">
            <a:xfrm>
              <a:off x="5508626" y="2106613"/>
              <a:ext cx="247650" cy="180975"/>
            </a:xfrm>
            <a:custGeom>
              <a:avLst/>
              <a:gdLst>
                <a:gd name="T0" fmla="*/ 56 w 66"/>
                <a:gd name="T1" fmla="*/ 30 h 48"/>
                <a:gd name="T2" fmla="*/ 61 w 66"/>
                <a:gd name="T3" fmla="*/ 35 h 48"/>
                <a:gd name="T4" fmla="*/ 64 w 66"/>
                <a:gd name="T5" fmla="*/ 36 h 48"/>
                <a:gd name="T6" fmla="*/ 57 w 66"/>
                <a:gd name="T7" fmla="*/ 18 h 48"/>
                <a:gd name="T8" fmla="*/ 55 w 66"/>
                <a:gd name="T9" fmla="*/ 15 h 48"/>
                <a:gd name="T10" fmla="*/ 55 w 66"/>
                <a:gd name="T11" fmla="*/ 15 h 48"/>
                <a:gd name="T12" fmla="*/ 54 w 66"/>
                <a:gd name="T13" fmla="*/ 12 h 48"/>
                <a:gd name="T14" fmla="*/ 53 w 66"/>
                <a:gd name="T15" fmla="*/ 11 h 48"/>
                <a:gd name="T16" fmla="*/ 51 w 66"/>
                <a:gd name="T17" fmla="*/ 8 h 48"/>
                <a:gd name="T18" fmla="*/ 51 w 66"/>
                <a:gd name="T19" fmla="*/ 8 h 48"/>
                <a:gd name="T20" fmla="*/ 45 w 66"/>
                <a:gd name="T21" fmla="*/ 3 h 48"/>
                <a:gd name="T22" fmla="*/ 45 w 66"/>
                <a:gd name="T23" fmla="*/ 3 h 48"/>
                <a:gd name="T24" fmla="*/ 42 w 66"/>
                <a:gd name="T25" fmla="*/ 2 h 48"/>
                <a:gd name="T26" fmla="*/ 41 w 66"/>
                <a:gd name="T27" fmla="*/ 1 h 48"/>
                <a:gd name="T28" fmla="*/ 37 w 66"/>
                <a:gd name="T29" fmla="*/ 0 h 48"/>
                <a:gd name="T30" fmla="*/ 37 w 66"/>
                <a:gd name="T31" fmla="*/ 0 h 48"/>
                <a:gd name="T32" fmla="*/ 33 w 66"/>
                <a:gd name="T33" fmla="*/ 0 h 48"/>
                <a:gd name="T34" fmla="*/ 33 w 66"/>
                <a:gd name="T35" fmla="*/ 0 h 48"/>
                <a:gd name="T36" fmla="*/ 33 w 66"/>
                <a:gd name="T37" fmla="*/ 0 h 48"/>
                <a:gd name="T38" fmla="*/ 33 w 66"/>
                <a:gd name="T39" fmla="*/ 0 h 48"/>
                <a:gd name="T40" fmla="*/ 33 w 66"/>
                <a:gd name="T41" fmla="*/ 0 h 48"/>
                <a:gd name="T42" fmla="*/ 29 w 66"/>
                <a:gd name="T43" fmla="*/ 0 h 48"/>
                <a:gd name="T44" fmla="*/ 29 w 66"/>
                <a:gd name="T45" fmla="*/ 0 h 48"/>
                <a:gd name="T46" fmla="*/ 25 w 66"/>
                <a:gd name="T47" fmla="*/ 1 h 48"/>
                <a:gd name="T48" fmla="*/ 24 w 66"/>
                <a:gd name="T49" fmla="*/ 2 h 48"/>
                <a:gd name="T50" fmla="*/ 21 w 66"/>
                <a:gd name="T51" fmla="*/ 3 h 48"/>
                <a:gd name="T52" fmla="*/ 21 w 66"/>
                <a:gd name="T53" fmla="*/ 3 h 48"/>
                <a:gd name="T54" fmla="*/ 15 w 66"/>
                <a:gd name="T55" fmla="*/ 8 h 48"/>
                <a:gd name="T56" fmla="*/ 15 w 66"/>
                <a:gd name="T57" fmla="*/ 8 h 48"/>
                <a:gd name="T58" fmla="*/ 13 w 66"/>
                <a:gd name="T59" fmla="*/ 11 h 48"/>
                <a:gd name="T60" fmla="*/ 12 w 66"/>
                <a:gd name="T61" fmla="*/ 12 h 48"/>
                <a:gd name="T62" fmla="*/ 11 w 66"/>
                <a:gd name="T63" fmla="*/ 15 h 48"/>
                <a:gd name="T64" fmla="*/ 11 w 66"/>
                <a:gd name="T65" fmla="*/ 15 h 48"/>
                <a:gd name="T66" fmla="*/ 9 w 66"/>
                <a:gd name="T67" fmla="*/ 18 h 48"/>
                <a:gd name="T68" fmla="*/ 2 w 66"/>
                <a:gd name="T69" fmla="*/ 36 h 48"/>
                <a:gd name="T70" fmla="*/ 5 w 66"/>
                <a:gd name="T71" fmla="*/ 35 h 48"/>
                <a:gd name="T72" fmla="*/ 10 w 66"/>
                <a:gd name="T73" fmla="*/ 30 h 48"/>
                <a:gd name="T74" fmla="*/ 33 w 66"/>
                <a:gd name="T75" fmla="*/ 48 h 48"/>
                <a:gd name="T76" fmla="*/ 56 w 66"/>
                <a:gd name="T77" fmla="*/ 30 h 48"/>
                <a:gd name="T78" fmla="*/ 33 w 66"/>
                <a:gd name="T79" fmla="*/ 44 h 48"/>
                <a:gd name="T80" fmla="*/ 13 w 66"/>
                <a:gd name="T81" fmla="*/ 24 h 48"/>
                <a:gd name="T82" fmla="*/ 13 w 66"/>
                <a:gd name="T83" fmla="*/ 20 h 48"/>
                <a:gd name="T84" fmla="*/ 15 w 66"/>
                <a:gd name="T85" fmla="*/ 20 h 48"/>
                <a:gd name="T86" fmla="*/ 33 w 66"/>
                <a:gd name="T87" fmla="*/ 4 h 48"/>
                <a:gd name="T88" fmla="*/ 33 w 66"/>
                <a:gd name="T89" fmla="*/ 4 h 48"/>
                <a:gd name="T90" fmla="*/ 33 w 66"/>
                <a:gd name="T91" fmla="*/ 4 h 48"/>
                <a:gd name="T92" fmla="*/ 51 w 66"/>
                <a:gd name="T93" fmla="*/ 20 h 48"/>
                <a:gd name="T94" fmla="*/ 53 w 66"/>
                <a:gd name="T95" fmla="*/ 20 h 48"/>
                <a:gd name="T96" fmla="*/ 53 w 66"/>
                <a:gd name="T97" fmla="*/ 24 h 48"/>
                <a:gd name="T98" fmla="*/ 33 w 66"/>
                <a:gd name="T99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6" h="48">
                  <a:moveTo>
                    <a:pt x="56" y="30"/>
                  </a:moveTo>
                  <a:cubicBezTo>
                    <a:pt x="57" y="32"/>
                    <a:pt x="59" y="34"/>
                    <a:pt x="61" y="35"/>
                  </a:cubicBezTo>
                  <a:cubicBezTo>
                    <a:pt x="62" y="35"/>
                    <a:pt x="63" y="36"/>
                    <a:pt x="64" y="36"/>
                  </a:cubicBezTo>
                  <a:cubicBezTo>
                    <a:pt x="66" y="29"/>
                    <a:pt x="63" y="21"/>
                    <a:pt x="57" y="18"/>
                  </a:cubicBezTo>
                  <a:cubicBezTo>
                    <a:pt x="56" y="18"/>
                    <a:pt x="56" y="16"/>
                    <a:pt x="55" y="15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14"/>
                    <a:pt x="54" y="13"/>
                    <a:pt x="54" y="12"/>
                  </a:cubicBezTo>
                  <a:cubicBezTo>
                    <a:pt x="54" y="12"/>
                    <a:pt x="53" y="11"/>
                    <a:pt x="53" y="11"/>
                  </a:cubicBezTo>
                  <a:cubicBezTo>
                    <a:pt x="53" y="10"/>
                    <a:pt x="52" y="9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9" y="6"/>
                    <a:pt x="47" y="5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3" y="2"/>
                    <a:pt x="42" y="2"/>
                  </a:cubicBezTo>
                  <a:cubicBezTo>
                    <a:pt x="41" y="2"/>
                    <a:pt x="41" y="1"/>
                    <a:pt x="41" y="1"/>
                  </a:cubicBezTo>
                  <a:cubicBezTo>
                    <a:pt x="40" y="1"/>
                    <a:pt x="39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5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1" y="0"/>
                    <a:pt x="30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1"/>
                    <a:pt x="26" y="1"/>
                    <a:pt x="25" y="1"/>
                  </a:cubicBezTo>
                  <a:cubicBezTo>
                    <a:pt x="25" y="1"/>
                    <a:pt x="25" y="2"/>
                    <a:pt x="24" y="2"/>
                  </a:cubicBezTo>
                  <a:cubicBezTo>
                    <a:pt x="23" y="2"/>
                    <a:pt x="22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5"/>
                    <a:pt x="17" y="6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9"/>
                    <a:pt x="13" y="10"/>
                    <a:pt x="13" y="11"/>
                  </a:cubicBezTo>
                  <a:cubicBezTo>
                    <a:pt x="13" y="11"/>
                    <a:pt x="12" y="12"/>
                    <a:pt x="12" y="12"/>
                  </a:cubicBezTo>
                  <a:cubicBezTo>
                    <a:pt x="12" y="13"/>
                    <a:pt x="11" y="14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6"/>
                    <a:pt x="10" y="18"/>
                    <a:pt x="9" y="18"/>
                  </a:cubicBezTo>
                  <a:cubicBezTo>
                    <a:pt x="3" y="21"/>
                    <a:pt x="0" y="29"/>
                    <a:pt x="2" y="36"/>
                  </a:cubicBezTo>
                  <a:cubicBezTo>
                    <a:pt x="3" y="36"/>
                    <a:pt x="4" y="35"/>
                    <a:pt x="5" y="35"/>
                  </a:cubicBezTo>
                  <a:cubicBezTo>
                    <a:pt x="7" y="34"/>
                    <a:pt x="9" y="32"/>
                    <a:pt x="10" y="30"/>
                  </a:cubicBezTo>
                  <a:cubicBezTo>
                    <a:pt x="13" y="41"/>
                    <a:pt x="22" y="48"/>
                    <a:pt x="33" y="48"/>
                  </a:cubicBezTo>
                  <a:cubicBezTo>
                    <a:pt x="44" y="48"/>
                    <a:pt x="53" y="41"/>
                    <a:pt x="56" y="30"/>
                  </a:cubicBezTo>
                  <a:close/>
                  <a:moveTo>
                    <a:pt x="33" y="44"/>
                  </a:moveTo>
                  <a:cubicBezTo>
                    <a:pt x="22" y="44"/>
                    <a:pt x="13" y="35"/>
                    <a:pt x="13" y="24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4" y="20"/>
                    <a:pt x="14" y="20"/>
                    <a:pt x="15" y="20"/>
                  </a:cubicBezTo>
                  <a:cubicBezTo>
                    <a:pt x="24" y="20"/>
                    <a:pt x="32" y="13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13"/>
                    <a:pt x="42" y="20"/>
                    <a:pt x="51" y="20"/>
                  </a:cubicBezTo>
                  <a:cubicBezTo>
                    <a:pt x="52" y="20"/>
                    <a:pt x="52" y="20"/>
                    <a:pt x="53" y="20"/>
                  </a:cubicBezTo>
                  <a:cubicBezTo>
                    <a:pt x="53" y="21"/>
                    <a:pt x="53" y="23"/>
                    <a:pt x="53" y="24"/>
                  </a:cubicBezTo>
                  <a:cubicBezTo>
                    <a:pt x="53" y="35"/>
                    <a:pt x="44" y="44"/>
                    <a:pt x="33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6" name="Oval 129"/>
            <p:cNvSpPr>
              <a:spLocks noChangeArrowheads="1"/>
            </p:cNvSpPr>
            <p:nvPr/>
          </p:nvSpPr>
          <p:spPr bwMode="auto">
            <a:xfrm>
              <a:off x="5591176" y="2185988"/>
              <a:ext cx="25400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7" name="Oval 130"/>
            <p:cNvSpPr>
              <a:spLocks noChangeArrowheads="1"/>
            </p:cNvSpPr>
            <p:nvPr/>
          </p:nvSpPr>
          <p:spPr bwMode="auto">
            <a:xfrm>
              <a:off x="5646738" y="2185988"/>
              <a:ext cx="26988" cy="269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0215319" y="3232092"/>
            <a:ext cx="468314" cy="484030"/>
            <a:chOff x="4054476" y="1160463"/>
            <a:chExt cx="236537" cy="244475"/>
          </a:xfrm>
          <a:solidFill>
            <a:schemeClr val="bg1"/>
          </a:solidFill>
        </p:grpSpPr>
        <p:sp>
          <p:nvSpPr>
            <p:cNvPr id="60" name="Freeform 58"/>
            <p:cNvSpPr/>
            <p:nvPr/>
          </p:nvSpPr>
          <p:spPr bwMode="auto">
            <a:xfrm>
              <a:off x="4144963" y="1160463"/>
              <a:ext cx="146050" cy="146050"/>
            </a:xfrm>
            <a:custGeom>
              <a:avLst/>
              <a:gdLst>
                <a:gd name="T0" fmla="*/ 37 w 39"/>
                <a:gd name="T1" fmla="*/ 2 h 39"/>
                <a:gd name="T2" fmla="*/ 31 w 39"/>
                <a:gd name="T3" fmla="*/ 3 h 39"/>
                <a:gd name="T4" fmla="*/ 12 w 39"/>
                <a:gd name="T5" fmla="*/ 22 h 39"/>
                <a:gd name="T6" fmla="*/ 0 w 39"/>
                <a:gd name="T7" fmla="*/ 29 h 39"/>
                <a:gd name="T8" fmla="*/ 10 w 39"/>
                <a:gd name="T9" fmla="*/ 39 h 39"/>
                <a:gd name="T10" fmla="*/ 17 w 39"/>
                <a:gd name="T11" fmla="*/ 27 h 39"/>
                <a:gd name="T12" fmla="*/ 36 w 39"/>
                <a:gd name="T13" fmla="*/ 8 h 39"/>
                <a:gd name="T14" fmla="*/ 37 w 39"/>
                <a:gd name="T15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9">
                  <a:moveTo>
                    <a:pt x="37" y="2"/>
                  </a:moveTo>
                  <a:cubicBezTo>
                    <a:pt x="34" y="0"/>
                    <a:pt x="31" y="3"/>
                    <a:pt x="31" y="3"/>
                  </a:cubicBezTo>
                  <a:cubicBezTo>
                    <a:pt x="31" y="3"/>
                    <a:pt x="15" y="19"/>
                    <a:pt x="12" y="22"/>
                  </a:cubicBezTo>
                  <a:cubicBezTo>
                    <a:pt x="9" y="25"/>
                    <a:pt x="0" y="29"/>
                    <a:pt x="0" y="29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0" y="39"/>
                    <a:pt x="14" y="30"/>
                    <a:pt x="17" y="27"/>
                  </a:cubicBezTo>
                  <a:cubicBezTo>
                    <a:pt x="20" y="24"/>
                    <a:pt x="36" y="8"/>
                    <a:pt x="36" y="8"/>
                  </a:cubicBezTo>
                  <a:cubicBezTo>
                    <a:pt x="36" y="8"/>
                    <a:pt x="39" y="5"/>
                    <a:pt x="37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1" name="Freeform 59"/>
            <p:cNvSpPr>
              <a:spLocks noEditPoints="1"/>
            </p:cNvSpPr>
            <p:nvPr/>
          </p:nvSpPr>
          <p:spPr bwMode="auto">
            <a:xfrm>
              <a:off x="4054476" y="1281113"/>
              <a:ext cx="115888" cy="123825"/>
            </a:xfrm>
            <a:custGeom>
              <a:avLst/>
              <a:gdLst>
                <a:gd name="T0" fmla="*/ 12 w 31"/>
                <a:gd name="T1" fmla="*/ 7 h 33"/>
                <a:gd name="T2" fmla="*/ 0 w 31"/>
                <a:gd name="T3" fmla="*/ 27 h 33"/>
                <a:gd name="T4" fmla="*/ 31 w 31"/>
                <a:gd name="T5" fmla="*/ 10 h 33"/>
                <a:gd name="T6" fmla="*/ 21 w 31"/>
                <a:gd name="T7" fmla="*/ 0 h 33"/>
                <a:gd name="T8" fmla="*/ 12 w 31"/>
                <a:gd name="T9" fmla="*/ 7 h 33"/>
                <a:gd name="T10" fmla="*/ 9 w 31"/>
                <a:gd name="T11" fmla="*/ 24 h 33"/>
                <a:gd name="T12" fmla="*/ 20 w 31"/>
                <a:gd name="T13" fmla="*/ 4 h 33"/>
                <a:gd name="T14" fmla="*/ 9 w 31"/>
                <a:gd name="T15" fmla="*/ 2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33">
                  <a:moveTo>
                    <a:pt x="12" y="7"/>
                  </a:moveTo>
                  <a:cubicBezTo>
                    <a:pt x="7" y="19"/>
                    <a:pt x="8" y="25"/>
                    <a:pt x="0" y="27"/>
                  </a:cubicBezTo>
                  <a:cubicBezTo>
                    <a:pt x="31" y="33"/>
                    <a:pt x="31" y="10"/>
                    <a:pt x="31" y="1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14" y="2"/>
                    <a:pt x="12" y="7"/>
                  </a:cubicBezTo>
                  <a:close/>
                  <a:moveTo>
                    <a:pt x="9" y="24"/>
                  </a:moveTo>
                  <a:cubicBezTo>
                    <a:pt x="11" y="21"/>
                    <a:pt x="15" y="8"/>
                    <a:pt x="20" y="4"/>
                  </a:cubicBezTo>
                  <a:cubicBezTo>
                    <a:pt x="23" y="7"/>
                    <a:pt x="20" y="17"/>
                    <a:pt x="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63" name="TextBox 62"/>
          <p:cNvSpPr txBox="1">
            <a:spLocks noChangeAspect="1"/>
          </p:cNvSpPr>
          <p:nvPr/>
        </p:nvSpPr>
        <p:spPr>
          <a:xfrm>
            <a:off x="8273012" y="5374347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8" name="TextBox 23"/>
          <p:cNvSpPr txBox="1"/>
          <p:nvPr/>
        </p:nvSpPr>
        <p:spPr>
          <a:xfrm>
            <a:off x="2347781" y="2788759"/>
            <a:ext cx="1022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- Jazz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2" name="TextBox 71"/>
          <p:cNvSpPr txBox="1">
            <a:spLocks noChangeAspect="1"/>
          </p:cNvSpPr>
          <p:nvPr/>
        </p:nvSpPr>
        <p:spPr>
          <a:xfrm>
            <a:off x="1271652" y="5355702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3" name="TextBox 23"/>
          <p:cNvSpPr txBox="1"/>
          <p:nvPr/>
        </p:nvSpPr>
        <p:spPr>
          <a:xfrm>
            <a:off x="1595427" y="5451203"/>
            <a:ext cx="1467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+82 991 799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4294967295"/>
          </p:nvPr>
        </p:nvSpPr>
        <p:spPr>
          <a:xfrm>
            <a:off x="5024058" y="2841620"/>
            <a:ext cx="2168529" cy="2168529"/>
          </a:xfrm>
        </p:spPr>
      </p:sp>
      <p:sp>
        <p:nvSpPr>
          <p:cNvPr id="49" name="Freeform 5"/>
          <p:cNvSpPr/>
          <p:nvPr/>
        </p:nvSpPr>
        <p:spPr bwMode="auto">
          <a:xfrm>
            <a:off x="6007411" y="4708524"/>
            <a:ext cx="965257" cy="591213"/>
          </a:xfrm>
          <a:custGeom>
            <a:avLst/>
            <a:gdLst>
              <a:gd name="T0" fmla="*/ 1174 w 3009"/>
              <a:gd name="T1" fmla="*/ 1833 h 1833"/>
              <a:gd name="T2" fmla="*/ 1270 w 3009"/>
              <a:gd name="T3" fmla="*/ 1826 h 1833"/>
              <a:gd name="T4" fmla="*/ 1675 w 3009"/>
              <a:gd name="T5" fmla="*/ 1594 h 1833"/>
              <a:gd name="T6" fmla="*/ 1997 w 3009"/>
              <a:gd name="T7" fmla="*/ 1748 h 1833"/>
              <a:gd name="T8" fmla="*/ 2071 w 3009"/>
              <a:gd name="T9" fmla="*/ 1741 h 1833"/>
              <a:gd name="T10" fmla="*/ 2352 w 3009"/>
              <a:gd name="T11" fmla="*/ 1474 h 1833"/>
              <a:gd name="T12" fmla="*/ 2512 w 3009"/>
              <a:gd name="T13" fmla="*/ 1492 h 1833"/>
              <a:gd name="T14" fmla="*/ 2932 w 3009"/>
              <a:gd name="T15" fmla="*/ 1262 h 1833"/>
              <a:gd name="T16" fmla="*/ 2921 w 3009"/>
              <a:gd name="T17" fmla="*/ 814 h 1833"/>
              <a:gd name="T18" fmla="*/ 2619 w 3009"/>
              <a:gd name="T19" fmla="*/ 620 h 1833"/>
              <a:gd name="T20" fmla="*/ 2584 w 3009"/>
              <a:gd name="T21" fmla="*/ 622 h 1833"/>
              <a:gd name="T22" fmla="*/ 2298 w 3009"/>
              <a:gd name="T23" fmla="*/ 409 h 1833"/>
              <a:gd name="T24" fmla="*/ 2209 w 3009"/>
              <a:gd name="T25" fmla="*/ 418 h 1833"/>
              <a:gd name="T26" fmla="*/ 1710 w 3009"/>
              <a:gd name="T27" fmla="*/ 0 h 1833"/>
              <a:gd name="T28" fmla="*/ 1682 w 3009"/>
              <a:gd name="T29" fmla="*/ 0 h 1833"/>
              <a:gd name="T30" fmla="*/ 1198 w 3009"/>
              <a:gd name="T31" fmla="*/ 254 h 1833"/>
              <a:gd name="T32" fmla="*/ 972 w 3009"/>
              <a:gd name="T33" fmla="*/ 208 h 1833"/>
              <a:gd name="T34" fmla="*/ 693 w 3009"/>
              <a:gd name="T35" fmla="*/ 311 h 1833"/>
              <a:gd name="T36" fmla="*/ 531 w 3009"/>
              <a:gd name="T37" fmla="*/ 680 h 1833"/>
              <a:gd name="T38" fmla="*/ 474 w 3009"/>
              <a:gd name="T39" fmla="*/ 677 h 1833"/>
              <a:gd name="T40" fmla="*/ 85 w 3009"/>
              <a:gd name="T41" fmla="*/ 848 h 1833"/>
              <a:gd name="T42" fmla="*/ 69 w 3009"/>
              <a:gd name="T43" fmla="*/ 1244 h 1833"/>
              <a:gd name="T44" fmla="*/ 350 w 3009"/>
              <a:gd name="T45" fmla="*/ 1449 h 1833"/>
              <a:gd name="T46" fmla="*/ 603 w 3009"/>
              <a:gd name="T47" fmla="*/ 1585 h 1833"/>
              <a:gd name="T48" fmla="*/ 735 w 3009"/>
              <a:gd name="T49" fmla="*/ 1564 h 1833"/>
              <a:gd name="T50" fmla="*/ 1174 w 3009"/>
              <a:gd name="T51" fmla="*/ 1833 h 18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3009" h="1833">
                <a:moveTo>
                  <a:pt x="1174" y="1833"/>
                </a:moveTo>
                <a:cubicBezTo>
                  <a:pt x="1205" y="1833"/>
                  <a:pt x="1237" y="1831"/>
                  <a:pt x="1270" y="1826"/>
                </a:cubicBezTo>
                <a:cubicBezTo>
                  <a:pt x="1563" y="1783"/>
                  <a:pt x="1649" y="1663"/>
                  <a:pt x="1675" y="1594"/>
                </a:cubicBezTo>
                <a:cubicBezTo>
                  <a:pt x="1724" y="1650"/>
                  <a:pt x="1833" y="1748"/>
                  <a:pt x="1997" y="1748"/>
                </a:cubicBezTo>
                <a:cubicBezTo>
                  <a:pt x="2021" y="1748"/>
                  <a:pt x="2046" y="1746"/>
                  <a:pt x="2071" y="1741"/>
                </a:cubicBezTo>
                <a:cubicBezTo>
                  <a:pt x="2291" y="1703"/>
                  <a:pt x="2341" y="1539"/>
                  <a:pt x="2352" y="1474"/>
                </a:cubicBezTo>
                <a:cubicBezTo>
                  <a:pt x="2384" y="1481"/>
                  <a:pt x="2442" y="1492"/>
                  <a:pt x="2512" y="1492"/>
                </a:cubicBezTo>
                <a:cubicBezTo>
                  <a:pt x="2646" y="1492"/>
                  <a:pt x="2827" y="1452"/>
                  <a:pt x="2932" y="1262"/>
                </a:cubicBezTo>
                <a:cubicBezTo>
                  <a:pt x="3009" y="1123"/>
                  <a:pt x="3005" y="955"/>
                  <a:pt x="2921" y="814"/>
                </a:cubicBezTo>
                <a:cubicBezTo>
                  <a:pt x="2850" y="694"/>
                  <a:pt x="2734" y="620"/>
                  <a:pt x="2619" y="620"/>
                </a:cubicBezTo>
                <a:cubicBezTo>
                  <a:pt x="2607" y="620"/>
                  <a:pt x="2596" y="620"/>
                  <a:pt x="2584" y="622"/>
                </a:cubicBezTo>
                <a:cubicBezTo>
                  <a:pt x="2566" y="565"/>
                  <a:pt x="2499" y="409"/>
                  <a:pt x="2298" y="409"/>
                </a:cubicBezTo>
                <a:cubicBezTo>
                  <a:pt x="2270" y="409"/>
                  <a:pt x="2240" y="412"/>
                  <a:pt x="2209" y="418"/>
                </a:cubicBezTo>
                <a:cubicBezTo>
                  <a:pt x="2192" y="328"/>
                  <a:pt x="2104" y="13"/>
                  <a:pt x="1710" y="0"/>
                </a:cubicBezTo>
                <a:cubicBezTo>
                  <a:pt x="1700" y="0"/>
                  <a:pt x="1691" y="0"/>
                  <a:pt x="1682" y="0"/>
                </a:cubicBezTo>
                <a:cubicBezTo>
                  <a:pt x="1356" y="0"/>
                  <a:pt x="1231" y="189"/>
                  <a:pt x="1198" y="254"/>
                </a:cubicBezTo>
                <a:cubicBezTo>
                  <a:pt x="1160" y="238"/>
                  <a:pt x="1073" y="208"/>
                  <a:pt x="972" y="208"/>
                </a:cubicBezTo>
                <a:cubicBezTo>
                  <a:pt x="862" y="208"/>
                  <a:pt x="768" y="243"/>
                  <a:pt x="693" y="311"/>
                </a:cubicBezTo>
                <a:cubicBezTo>
                  <a:pt x="525" y="463"/>
                  <a:pt x="522" y="615"/>
                  <a:pt x="531" y="680"/>
                </a:cubicBezTo>
                <a:cubicBezTo>
                  <a:pt x="516" y="678"/>
                  <a:pt x="497" y="677"/>
                  <a:pt x="474" y="677"/>
                </a:cubicBezTo>
                <a:cubicBezTo>
                  <a:pt x="377" y="677"/>
                  <a:pt x="196" y="700"/>
                  <a:pt x="85" y="848"/>
                </a:cubicBezTo>
                <a:cubicBezTo>
                  <a:pt x="6" y="954"/>
                  <a:pt x="0" y="1106"/>
                  <a:pt x="69" y="1244"/>
                </a:cubicBezTo>
                <a:cubicBezTo>
                  <a:pt x="131" y="1368"/>
                  <a:pt x="238" y="1446"/>
                  <a:pt x="350" y="1449"/>
                </a:cubicBezTo>
                <a:cubicBezTo>
                  <a:pt x="371" y="1485"/>
                  <a:pt x="445" y="1585"/>
                  <a:pt x="603" y="1585"/>
                </a:cubicBezTo>
                <a:cubicBezTo>
                  <a:pt x="644" y="1585"/>
                  <a:pt x="689" y="1578"/>
                  <a:pt x="735" y="1564"/>
                </a:cubicBezTo>
                <a:cubicBezTo>
                  <a:pt x="767" y="1628"/>
                  <a:pt x="890" y="1833"/>
                  <a:pt x="1174" y="1833"/>
                </a:cubicBezTo>
                <a:close/>
              </a:path>
            </a:pathLst>
          </a:custGeom>
          <a:solidFill>
            <a:schemeClr val="accent1"/>
          </a:solidFill>
          <a:ln w="44450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0" name="Freeform 5"/>
          <p:cNvSpPr/>
          <p:nvPr/>
        </p:nvSpPr>
        <p:spPr bwMode="auto">
          <a:xfrm>
            <a:off x="5092064" y="2669202"/>
            <a:ext cx="795742" cy="487386"/>
          </a:xfrm>
          <a:custGeom>
            <a:avLst/>
            <a:gdLst>
              <a:gd name="T0" fmla="*/ 1174 w 3009"/>
              <a:gd name="T1" fmla="*/ 1833 h 1833"/>
              <a:gd name="T2" fmla="*/ 1270 w 3009"/>
              <a:gd name="T3" fmla="*/ 1826 h 1833"/>
              <a:gd name="T4" fmla="*/ 1675 w 3009"/>
              <a:gd name="T5" fmla="*/ 1594 h 1833"/>
              <a:gd name="T6" fmla="*/ 1997 w 3009"/>
              <a:gd name="T7" fmla="*/ 1748 h 1833"/>
              <a:gd name="T8" fmla="*/ 2071 w 3009"/>
              <a:gd name="T9" fmla="*/ 1741 h 1833"/>
              <a:gd name="T10" fmla="*/ 2352 w 3009"/>
              <a:gd name="T11" fmla="*/ 1474 h 1833"/>
              <a:gd name="T12" fmla="*/ 2512 w 3009"/>
              <a:gd name="T13" fmla="*/ 1492 h 1833"/>
              <a:gd name="T14" fmla="*/ 2932 w 3009"/>
              <a:gd name="T15" fmla="*/ 1262 h 1833"/>
              <a:gd name="T16" fmla="*/ 2921 w 3009"/>
              <a:gd name="T17" fmla="*/ 814 h 1833"/>
              <a:gd name="T18" fmla="*/ 2619 w 3009"/>
              <a:gd name="T19" fmla="*/ 620 h 1833"/>
              <a:gd name="T20" fmla="*/ 2584 w 3009"/>
              <a:gd name="T21" fmla="*/ 622 h 1833"/>
              <a:gd name="T22" fmla="*/ 2298 w 3009"/>
              <a:gd name="T23" fmla="*/ 409 h 1833"/>
              <a:gd name="T24" fmla="*/ 2209 w 3009"/>
              <a:gd name="T25" fmla="*/ 418 h 1833"/>
              <a:gd name="T26" fmla="*/ 1710 w 3009"/>
              <a:gd name="T27" fmla="*/ 0 h 1833"/>
              <a:gd name="T28" fmla="*/ 1682 w 3009"/>
              <a:gd name="T29" fmla="*/ 0 h 1833"/>
              <a:gd name="T30" fmla="*/ 1198 w 3009"/>
              <a:gd name="T31" fmla="*/ 254 h 1833"/>
              <a:gd name="T32" fmla="*/ 972 w 3009"/>
              <a:gd name="T33" fmla="*/ 208 h 1833"/>
              <a:gd name="T34" fmla="*/ 693 w 3009"/>
              <a:gd name="T35" fmla="*/ 311 h 1833"/>
              <a:gd name="T36" fmla="*/ 531 w 3009"/>
              <a:gd name="T37" fmla="*/ 680 h 1833"/>
              <a:gd name="T38" fmla="*/ 474 w 3009"/>
              <a:gd name="T39" fmla="*/ 677 h 1833"/>
              <a:gd name="T40" fmla="*/ 85 w 3009"/>
              <a:gd name="T41" fmla="*/ 848 h 1833"/>
              <a:gd name="T42" fmla="*/ 69 w 3009"/>
              <a:gd name="T43" fmla="*/ 1244 h 1833"/>
              <a:gd name="T44" fmla="*/ 350 w 3009"/>
              <a:gd name="T45" fmla="*/ 1449 h 1833"/>
              <a:gd name="T46" fmla="*/ 603 w 3009"/>
              <a:gd name="T47" fmla="*/ 1585 h 1833"/>
              <a:gd name="T48" fmla="*/ 735 w 3009"/>
              <a:gd name="T49" fmla="*/ 1564 h 1833"/>
              <a:gd name="T50" fmla="*/ 1174 w 3009"/>
              <a:gd name="T51" fmla="*/ 1833 h 18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3009" h="1833">
                <a:moveTo>
                  <a:pt x="1174" y="1833"/>
                </a:moveTo>
                <a:cubicBezTo>
                  <a:pt x="1205" y="1833"/>
                  <a:pt x="1237" y="1831"/>
                  <a:pt x="1270" y="1826"/>
                </a:cubicBezTo>
                <a:cubicBezTo>
                  <a:pt x="1563" y="1783"/>
                  <a:pt x="1649" y="1663"/>
                  <a:pt x="1675" y="1594"/>
                </a:cubicBezTo>
                <a:cubicBezTo>
                  <a:pt x="1724" y="1650"/>
                  <a:pt x="1833" y="1748"/>
                  <a:pt x="1997" y="1748"/>
                </a:cubicBezTo>
                <a:cubicBezTo>
                  <a:pt x="2021" y="1748"/>
                  <a:pt x="2046" y="1746"/>
                  <a:pt x="2071" y="1741"/>
                </a:cubicBezTo>
                <a:cubicBezTo>
                  <a:pt x="2291" y="1703"/>
                  <a:pt x="2341" y="1539"/>
                  <a:pt x="2352" y="1474"/>
                </a:cubicBezTo>
                <a:cubicBezTo>
                  <a:pt x="2384" y="1481"/>
                  <a:pt x="2442" y="1492"/>
                  <a:pt x="2512" y="1492"/>
                </a:cubicBezTo>
                <a:cubicBezTo>
                  <a:pt x="2646" y="1492"/>
                  <a:pt x="2827" y="1452"/>
                  <a:pt x="2932" y="1262"/>
                </a:cubicBezTo>
                <a:cubicBezTo>
                  <a:pt x="3009" y="1123"/>
                  <a:pt x="3005" y="955"/>
                  <a:pt x="2921" y="814"/>
                </a:cubicBezTo>
                <a:cubicBezTo>
                  <a:pt x="2850" y="694"/>
                  <a:pt x="2734" y="620"/>
                  <a:pt x="2619" y="620"/>
                </a:cubicBezTo>
                <a:cubicBezTo>
                  <a:pt x="2607" y="620"/>
                  <a:pt x="2596" y="620"/>
                  <a:pt x="2584" y="622"/>
                </a:cubicBezTo>
                <a:cubicBezTo>
                  <a:pt x="2566" y="565"/>
                  <a:pt x="2499" y="409"/>
                  <a:pt x="2298" y="409"/>
                </a:cubicBezTo>
                <a:cubicBezTo>
                  <a:pt x="2270" y="409"/>
                  <a:pt x="2240" y="412"/>
                  <a:pt x="2209" y="418"/>
                </a:cubicBezTo>
                <a:cubicBezTo>
                  <a:pt x="2192" y="328"/>
                  <a:pt x="2104" y="13"/>
                  <a:pt x="1710" y="0"/>
                </a:cubicBezTo>
                <a:cubicBezTo>
                  <a:pt x="1700" y="0"/>
                  <a:pt x="1691" y="0"/>
                  <a:pt x="1682" y="0"/>
                </a:cubicBezTo>
                <a:cubicBezTo>
                  <a:pt x="1356" y="0"/>
                  <a:pt x="1231" y="189"/>
                  <a:pt x="1198" y="254"/>
                </a:cubicBezTo>
                <a:cubicBezTo>
                  <a:pt x="1160" y="238"/>
                  <a:pt x="1073" y="208"/>
                  <a:pt x="972" y="208"/>
                </a:cubicBezTo>
                <a:cubicBezTo>
                  <a:pt x="862" y="208"/>
                  <a:pt x="768" y="243"/>
                  <a:pt x="693" y="311"/>
                </a:cubicBezTo>
                <a:cubicBezTo>
                  <a:pt x="525" y="463"/>
                  <a:pt x="522" y="615"/>
                  <a:pt x="531" y="680"/>
                </a:cubicBezTo>
                <a:cubicBezTo>
                  <a:pt x="516" y="678"/>
                  <a:pt x="497" y="677"/>
                  <a:pt x="474" y="677"/>
                </a:cubicBezTo>
                <a:cubicBezTo>
                  <a:pt x="377" y="677"/>
                  <a:pt x="196" y="700"/>
                  <a:pt x="85" y="848"/>
                </a:cubicBezTo>
                <a:cubicBezTo>
                  <a:pt x="6" y="954"/>
                  <a:pt x="0" y="1106"/>
                  <a:pt x="69" y="1244"/>
                </a:cubicBezTo>
                <a:cubicBezTo>
                  <a:pt x="131" y="1368"/>
                  <a:pt x="238" y="1446"/>
                  <a:pt x="350" y="1449"/>
                </a:cubicBezTo>
                <a:cubicBezTo>
                  <a:pt x="371" y="1485"/>
                  <a:pt x="445" y="1585"/>
                  <a:pt x="603" y="1585"/>
                </a:cubicBezTo>
                <a:cubicBezTo>
                  <a:pt x="644" y="1585"/>
                  <a:pt x="689" y="1578"/>
                  <a:pt x="735" y="1564"/>
                </a:cubicBezTo>
                <a:cubicBezTo>
                  <a:pt x="767" y="1628"/>
                  <a:pt x="890" y="1833"/>
                  <a:pt x="1174" y="1833"/>
                </a:cubicBezTo>
                <a:close/>
              </a:path>
            </a:pathLst>
          </a:custGeom>
          <a:solidFill>
            <a:schemeClr val="accent1"/>
          </a:solidFill>
          <a:ln w="44450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2" grpId="0" animBg="1"/>
      <p:bldP spid="47" grpId="0" animBg="1"/>
      <p:bldP spid="58" grpId="0" animBg="1"/>
      <p:bldP spid="48" grpId="0" animBg="1"/>
      <p:bldP spid="67" grpId="0" animBg="1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1" grpId="0"/>
      <p:bldP spid="32" grpId="0"/>
      <p:bldP spid="33" grpId="0"/>
      <p:bldP spid="34" grpId="0"/>
      <p:bldP spid="35" grpId="0"/>
      <p:bldP spid="36" grpId="0" animBg="1"/>
      <p:bldP spid="37" grpId="0" animBg="1"/>
      <p:bldP spid="38" grpId="0"/>
      <p:bldP spid="39" grpId="0"/>
      <p:bldP spid="63" grpId="0"/>
      <p:bldP spid="68" grpId="0"/>
      <p:bldP spid="72" grpId="0"/>
      <p:bldP spid="73" grpId="0"/>
      <p:bldP spid="49" grpId="0" animBg="1"/>
      <p:bldP spid="5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Our Service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What we do </a:t>
            </a:r>
            <a:endParaRPr lang="id-ID" dirty="0"/>
          </a:p>
        </p:txBody>
      </p:sp>
      <p:sp>
        <p:nvSpPr>
          <p:cNvPr id="4" name="Oval 3"/>
          <p:cNvSpPr/>
          <p:nvPr/>
        </p:nvSpPr>
        <p:spPr>
          <a:xfrm>
            <a:off x="1018985" y="2230019"/>
            <a:ext cx="923827" cy="92382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05004" y="2148470"/>
            <a:ext cx="1090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Developer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05004" y="2403900"/>
            <a:ext cx="37564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If you are going to use a passage of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18985" y="3537656"/>
            <a:ext cx="923827" cy="9238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5004" y="3456107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E-Commerce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05004" y="3711537"/>
            <a:ext cx="37564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If you are going to use a passage of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18985" y="4843997"/>
            <a:ext cx="923827" cy="92382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05004" y="4730029"/>
            <a:ext cx="912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Writting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05004" y="5017878"/>
            <a:ext cx="37564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If you are going to use a passage of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547705" y="2230019"/>
            <a:ext cx="923827" cy="92382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53414" y="2148470"/>
            <a:ext cx="1338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Photography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53414" y="2403900"/>
            <a:ext cx="395671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If you are going to use a passage of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47705" y="3537656"/>
            <a:ext cx="923827" cy="92382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53414" y="3456107"/>
            <a:ext cx="1643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Event Organizer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53414" y="3711537"/>
            <a:ext cx="395671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If you are going to use a passage of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547705" y="4843997"/>
            <a:ext cx="923827" cy="92382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53414" y="4730029"/>
            <a:ext cx="1385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Video Editing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53414" y="5017878"/>
            <a:ext cx="395671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If you are going to use a passage of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270554" y="2480795"/>
            <a:ext cx="420688" cy="422275"/>
            <a:chOff x="1298575" y="588963"/>
            <a:chExt cx="420688" cy="422275"/>
          </a:xfrm>
          <a:solidFill>
            <a:schemeClr val="bg1"/>
          </a:solidFill>
        </p:grpSpPr>
        <p:sp>
          <p:nvSpPr>
            <p:cNvPr id="23" name="Freeform 9"/>
            <p:cNvSpPr>
              <a:spLocks noEditPoints="1"/>
            </p:cNvSpPr>
            <p:nvPr/>
          </p:nvSpPr>
          <p:spPr bwMode="auto">
            <a:xfrm>
              <a:off x="1298575" y="588963"/>
              <a:ext cx="420688" cy="422275"/>
            </a:xfrm>
            <a:custGeom>
              <a:avLst/>
              <a:gdLst>
                <a:gd name="T0" fmla="*/ 64 w 112"/>
                <a:gd name="T1" fmla="*/ 12 h 112"/>
                <a:gd name="T2" fmla="*/ 78 w 112"/>
                <a:gd name="T3" fmla="*/ 23 h 112"/>
                <a:gd name="T4" fmla="*/ 84 w 112"/>
                <a:gd name="T5" fmla="*/ 18 h 112"/>
                <a:gd name="T6" fmla="*/ 93 w 112"/>
                <a:gd name="T7" fmla="*/ 25 h 112"/>
                <a:gd name="T8" fmla="*/ 89 w 112"/>
                <a:gd name="T9" fmla="*/ 34 h 112"/>
                <a:gd name="T10" fmla="*/ 100 w 112"/>
                <a:gd name="T11" fmla="*/ 48 h 112"/>
                <a:gd name="T12" fmla="*/ 104 w 112"/>
                <a:gd name="T13" fmla="*/ 60 h 112"/>
                <a:gd name="T14" fmla="*/ 95 w 112"/>
                <a:gd name="T15" fmla="*/ 64 h 112"/>
                <a:gd name="T16" fmla="*/ 93 w 112"/>
                <a:gd name="T17" fmla="*/ 81 h 112"/>
                <a:gd name="T18" fmla="*/ 87 w 112"/>
                <a:gd name="T19" fmla="*/ 93 h 112"/>
                <a:gd name="T20" fmla="*/ 81 w 112"/>
                <a:gd name="T21" fmla="*/ 93 h 112"/>
                <a:gd name="T22" fmla="*/ 64 w 112"/>
                <a:gd name="T23" fmla="*/ 95 h 112"/>
                <a:gd name="T24" fmla="*/ 60 w 112"/>
                <a:gd name="T25" fmla="*/ 104 h 112"/>
                <a:gd name="T26" fmla="*/ 48 w 112"/>
                <a:gd name="T27" fmla="*/ 100 h 112"/>
                <a:gd name="T28" fmla="*/ 34 w 112"/>
                <a:gd name="T29" fmla="*/ 89 h 112"/>
                <a:gd name="T30" fmla="*/ 28 w 112"/>
                <a:gd name="T31" fmla="*/ 94 h 112"/>
                <a:gd name="T32" fmla="*/ 19 w 112"/>
                <a:gd name="T33" fmla="*/ 87 h 112"/>
                <a:gd name="T34" fmla="*/ 23 w 112"/>
                <a:gd name="T35" fmla="*/ 78 h 112"/>
                <a:gd name="T36" fmla="*/ 12 w 112"/>
                <a:gd name="T37" fmla="*/ 64 h 112"/>
                <a:gd name="T38" fmla="*/ 8 w 112"/>
                <a:gd name="T39" fmla="*/ 52 h 112"/>
                <a:gd name="T40" fmla="*/ 17 w 112"/>
                <a:gd name="T41" fmla="*/ 48 h 112"/>
                <a:gd name="T42" fmla="*/ 19 w 112"/>
                <a:gd name="T43" fmla="*/ 31 h 112"/>
                <a:gd name="T44" fmla="*/ 25 w 112"/>
                <a:gd name="T45" fmla="*/ 19 h 112"/>
                <a:gd name="T46" fmla="*/ 31 w 112"/>
                <a:gd name="T47" fmla="*/ 19 h 112"/>
                <a:gd name="T48" fmla="*/ 48 w 112"/>
                <a:gd name="T49" fmla="*/ 17 h 112"/>
                <a:gd name="T50" fmla="*/ 52 w 112"/>
                <a:gd name="T51" fmla="*/ 8 h 112"/>
                <a:gd name="T52" fmla="*/ 60 w 112"/>
                <a:gd name="T53" fmla="*/ 0 h 112"/>
                <a:gd name="T54" fmla="*/ 40 w 112"/>
                <a:gd name="T55" fmla="*/ 11 h 112"/>
                <a:gd name="T56" fmla="*/ 28 w 112"/>
                <a:gd name="T57" fmla="*/ 10 h 112"/>
                <a:gd name="T58" fmla="*/ 14 w 112"/>
                <a:gd name="T59" fmla="*/ 19 h 112"/>
                <a:gd name="T60" fmla="*/ 13 w 112"/>
                <a:gd name="T61" fmla="*/ 35 h 112"/>
                <a:gd name="T62" fmla="*/ 0 w 112"/>
                <a:gd name="T63" fmla="*/ 52 h 112"/>
                <a:gd name="T64" fmla="*/ 11 w 112"/>
                <a:gd name="T65" fmla="*/ 72 h 112"/>
                <a:gd name="T66" fmla="*/ 10 w 112"/>
                <a:gd name="T67" fmla="*/ 84 h 112"/>
                <a:gd name="T68" fmla="*/ 19 w 112"/>
                <a:gd name="T69" fmla="*/ 98 h 112"/>
                <a:gd name="T70" fmla="*/ 35 w 112"/>
                <a:gd name="T71" fmla="*/ 99 h 112"/>
                <a:gd name="T72" fmla="*/ 52 w 112"/>
                <a:gd name="T73" fmla="*/ 112 h 112"/>
                <a:gd name="T74" fmla="*/ 72 w 112"/>
                <a:gd name="T75" fmla="*/ 101 h 112"/>
                <a:gd name="T76" fmla="*/ 84 w 112"/>
                <a:gd name="T77" fmla="*/ 102 h 112"/>
                <a:gd name="T78" fmla="*/ 98 w 112"/>
                <a:gd name="T79" fmla="*/ 93 h 112"/>
                <a:gd name="T80" fmla="*/ 99 w 112"/>
                <a:gd name="T81" fmla="*/ 77 h 112"/>
                <a:gd name="T82" fmla="*/ 112 w 112"/>
                <a:gd name="T83" fmla="*/ 60 h 112"/>
                <a:gd name="T84" fmla="*/ 101 w 112"/>
                <a:gd name="T85" fmla="*/ 40 h 112"/>
                <a:gd name="T86" fmla="*/ 102 w 112"/>
                <a:gd name="T87" fmla="*/ 28 h 112"/>
                <a:gd name="T88" fmla="*/ 93 w 112"/>
                <a:gd name="T89" fmla="*/ 14 h 112"/>
                <a:gd name="T90" fmla="*/ 77 w 112"/>
                <a:gd name="T91" fmla="*/ 13 h 112"/>
                <a:gd name="T92" fmla="*/ 60 w 112"/>
                <a:gd name="T9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2" h="112">
                  <a:moveTo>
                    <a:pt x="60" y="8"/>
                  </a:moveTo>
                  <a:cubicBezTo>
                    <a:pt x="62" y="8"/>
                    <a:pt x="64" y="10"/>
                    <a:pt x="64" y="1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9" y="18"/>
                    <a:pt x="74" y="20"/>
                    <a:pt x="78" y="23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2" y="18"/>
                    <a:pt x="83" y="18"/>
                    <a:pt x="84" y="18"/>
                  </a:cubicBezTo>
                  <a:cubicBezTo>
                    <a:pt x="85" y="18"/>
                    <a:pt x="86" y="18"/>
                    <a:pt x="87" y="19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4" y="26"/>
                    <a:pt x="94" y="29"/>
                    <a:pt x="93" y="31"/>
                  </a:cubicBezTo>
                  <a:cubicBezTo>
                    <a:pt x="89" y="34"/>
                    <a:pt x="89" y="34"/>
                    <a:pt x="89" y="34"/>
                  </a:cubicBezTo>
                  <a:cubicBezTo>
                    <a:pt x="92" y="38"/>
                    <a:pt x="94" y="43"/>
                    <a:pt x="95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2" y="48"/>
                    <a:pt x="104" y="50"/>
                    <a:pt x="104" y="52"/>
                  </a:cubicBezTo>
                  <a:cubicBezTo>
                    <a:pt x="104" y="60"/>
                    <a:pt x="104" y="60"/>
                    <a:pt x="104" y="60"/>
                  </a:cubicBezTo>
                  <a:cubicBezTo>
                    <a:pt x="104" y="62"/>
                    <a:pt x="102" y="64"/>
                    <a:pt x="100" y="64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4" y="69"/>
                    <a:pt x="92" y="74"/>
                    <a:pt x="89" y="78"/>
                  </a:cubicBezTo>
                  <a:cubicBezTo>
                    <a:pt x="93" y="81"/>
                    <a:pt x="93" y="81"/>
                    <a:pt x="93" y="81"/>
                  </a:cubicBezTo>
                  <a:cubicBezTo>
                    <a:pt x="94" y="83"/>
                    <a:pt x="94" y="86"/>
                    <a:pt x="93" y="87"/>
                  </a:cubicBezTo>
                  <a:cubicBezTo>
                    <a:pt x="87" y="93"/>
                    <a:pt x="87" y="93"/>
                    <a:pt x="87" y="93"/>
                  </a:cubicBezTo>
                  <a:cubicBezTo>
                    <a:pt x="86" y="94"/>
                    <a:pt x="85" y="94"/>
                    <a:pt x="84" y="94"/>
                  </a:cubicBezTo>
                  <a:cubicBezTo>
                    <a:pt x="83" y="94"/>
                    <a:pt x="82" y="94"/>
                    <a:pt x="81" y="93"/>
                  </a:cubicBezTo>
                  <a:cubicBezTo>
                    <a:pt x="78" y="89"/>
                    <a:pt x="78" y="89"/>
                    <a:pt x="78" y="89"/>
                  </a:cubicBezTo>
                  <a:cubicBezTo>
                    <a:pt x="74" y="92"/>
                    <a:pt x="69" y="94"/>
                    <a:pt x="64" y="95"/>
                  </a:cubicBezTo>
                  <a:cubicBezTo>
                    <a:pt x="64" y="100"/>
                    <a:pt x="64" y="100"/>
                    <a:pt x="64" y="100"/>
                  </a:cubicBezTo>
                  <a:cubicBezTo>
                    <a:pt x="64" y="102"/>
                    <a:pt x="62" y="104"/>
                    <a:pt x="60" y="104"/>
                  </a:cubicBezTo>
                  <a:cubicBezTo>
                    <a:pt x="52" y="104"/>
                    <a:pt x="52" y="104"/>
                    <a:pt x="52" y="104"/>
                  </a:cubicBezTo>
                  <a:cubicBezTo>
                    <a:pt x="50" y="104"/>
                    <a:pt x="48" y="102"/>
                    <a:pt x="48" y="100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43" y="94"/>
                    <a:pt x="38" y="92"/>
                    <a:pt x="34" y="89"/>
                  </a:cubicBezTo>
                  <a:cubicBezTo>
                    <a:pt x="31" y="93"/>
                    <a:pt x="31" y="93"/>
                    <a:pt x="31" y="93"/>
                  </a:cubicBezTo>
                  <a:cubicBezTo>
                    <a:pt x="30" y="94"/>
                    <a:pt x="29" y="94"/>
                    <a:pt x="28" y="94"/>
                  </a:cubicBezTo>
                  <a:cubicBezTo>
                    <a:pt x="27" y="94"/>
                    <a:pt x="26" y="94"/>
                    <a:pt x="25" y="93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8" y="86"/>
                    <a:pt x="18" y="83"/>
                    <a:pt x="19" y="81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0" y="74"/>
                    <a:pt x="18" y="69"/>
                    <a:pt x="17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0" y="64"/>
                    <a:pt x="8" y="62"/>
                    <a:pt x="8" y="60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0"/>
                    <a:pt x="10" y="48"/>
                    <a:pt x="12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8" y="43"/>
                    <a:pt x="20" y="38"/>
                    <a:pt x="23" y="34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29"/>
                    <a:pt x="18" y="26"/>
                    <a:pt x="19" y="25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18"/>
                    <a:pt x="27" y="18"/>
                    <a:pt x="28" y="18"/>
                  </a:cubicBezTo>
                  <a:cubicBezTo>
                    <a:pt x="29" y="18"/>
                    <a:pt x="30" y="18"/>
                    <a:pt x="31" y="19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8" y="20"/>
                    <a:pt x="43" y="18"/>
                    <a:pt x="48" y="17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0"/>
                    <a:pt x="50" y="8"/>
                    <a:pt x="52" y="8"/>
                  </a:cubicBezTo>
                  <a:cubicBezTo>
                    <a:pt x="60" y="8"/>
                    <a:pt x="60" y="8"/>
                    <a:pt x="60" y="8"/>
                  </a:cubicBezTo>
                  <a:moveTo>
                    <a:pt x="60" y="0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46" y="0"/>
                    <a:pt x="41" y="5"/>
                    <a:pt x="40" y="11"/>
                  </a:cubicBezTo>
                  <a:cubicBezTo>
                    <a:pt x="38" y="11"/>
                    <a:pt x="37" y="12"/>
                    <a:pt x="35" y="13"/>
                  </a:cubicBezTo>
                  <a:cubicBezTo>
                    <a:pt x="33" y="11"/>
                    <a:pt x="31" y="10"/>
                    <a:pt x="28" y="10"/>
                  </a:cubicBezTo>
                  <a:cubicBezTo>
                    <a:pt x="25" y="10"/>
                    <a:pt x="21" y="11"/>
                    <a:pt x="19" y="14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1" y="22"/>
                    <a:pt x="10" y="25"/>
                    <a:pt x="10" y="28"/>
                  </a:cubicBezTo>
                  <a:cubicBezTo>
                    <a:pt x="10" y="31"/>
                    <a:pt x="11" y="33"/>
                    <a:pt x="13" y="35"/>
                  </a:cubicBezTo>
                  <a:cubicBezTo>
                    <a:pt x="12" y="37"/>
                    <a:pt x="11" y="38"/>
                    <a:pt x="11" y="40"/>
                  </a:cubicBezTo>
                  <a:cubicBezTo>
                    <a:pt x="5" y="41"/>
                    <a:pt x="0" y="46"/>
                    <a:pt x="0" y="52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6"/>
                    <a:pt x="5" y="71"/>
                    <a:pt x="11" y="72"/>
                  </a:cubicBezTo>
                  <a:cubicBezTo>
                    <a:pt x="11" y="74"/>
                    <a:pt x="12" y="75"/>
                    <a:pt x="13" y="77"/>
                  </a:cubicBezTo>
                  <a:cubicBezTo>
                    <a:pt x="11" y="79"/>
                    <a:pt x="10" y="81"/>
                    <a:pt x="10" y="84"/>
                  </a:cubicBezTo>
                  <a:cubicBezTo>
                    <a:pt x="10" y="87"/>
                    <a:pt x="11" y="91"/>
                    <a:pt x="14" y="93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21" y="101"/>
                    <a:pt x="25" y="102"/>
                    <a:pt x="28" y="102"/>
                  </a:cubicBezTo>
                  <a:cubicBezTo>
                    <a:pt x="31" y="102"/>
                    <a:pt x="33" y="101"/>
                    <a:pt x="35" y="99"/>
                  </a:cubicBezTo>
                  <a:cubicBezTo>
                    <a:pt x="37" y="100"/>
                    <a:pt x="38" y="101"/>
                    <a:pt x="40" y="101"/>
                  </a:cubicBezTo>
                  <a:cubicBezTo>
                    <a:pt x="41" y="107"/>
                    <a:pt x="46" y="112"/>
                    <a:pt x="52" y="112"/>
                  </a:cubicBezTo>
                  <a:cubicBezTo>
                    <a:pt x="60" y="112"/>
                    <a:pt x="60" y="112"/>
                    <a:pt x="60" y="112"/>
                  </a:cubicBezTo>
                  <a:cubicBezTo>
                    <a:pt x="66" y="112"/>
                    <a:pt x="71" y="107"/>
                    <a:pt x="72" y="101"/>
                  </a:cubicBezTo>
                  <a:cubicBezTo>
                    <a:pt x="74" y="101"/>
                    <a:pt x="75" y="100"/>
                    <a:pt x="77" y="99"/>
                  </a:cubicBezTo>
                  <a:cubicBezTo>
                    <a:pt x="79" y="101"/>
                    <a:pt x="81" y="102"/>
                    <a:pt x="84" y="102"/>
                  </a:cubicBezTo>
                  <a:cubicBezTo>
                    <a:pt x="87" y="102"/>
                    <a:pt x="91" y="101"/>
                    <a:pt x="93" y="98"/>
                  </a:cubicBezTo>
                  <a:cubicBezTo>
                    <a:pt x="98" y="93"/>
                    <a:pt x="98" y="93"/>
                    <a:pt x="98" y="93"/>
                  </a:cubicBezTo>
                  <a:cubicBezTo>
                    <a:pt x="101" y="91"/>
                    <a:pt x="102" y="87"/>
                    <a:pt x="102" y="84"/>
                  </a:cubicBezTo>
                  <a:cubicBezTo>
                    <a:pt x="102" y="81"/>
                    <a:pt x="101" y="79"/>
                    <a:pt x="99" y="77"/>
                  </a:cubicBezTo>
                  <a:cubicBezTo>
                    <a:pt x="100" y="75"/>
                    <a:pt x="101" y="74"/>
                    <a:pt x="101" y="72"/>
                  </a:cubicBezTo>
                  <a:cubicBezTo>
                    <a:pt x="107" y="71"/>
                    <a:pt x="112" y="66"/>
                    <a:pt x="112" y="60"/>
                  </a:cubicBezTo>
                  <a:cubicBezTo>
                    <a:pt x="112" y="52"/>
                    <a:pt x="112" y="52"/>
                    <a:pt x="112" y="52"/>
                  </a:cubicBezTo>
                  <a:cubicBezTo>
                    <a:pt x="112" y="46"/>
                    <a:pt x="107" y="41"/>
                    <a:pt x="101" y="40"/>
                  </a:cubicBezTo>
                  <a:cubicBezTo>
                    <a:pt x="101" y="38"/>
                    <a:pt x="100" y="37"/>
                    <a:pt x="99" y="35"/>
                  </a:cubicBezTo>
                  <a:cubicBezTo>
                    <a:pt x="101" y="33"/>
                    <a:pt x="102" y="31"/>
                    <a:pt x="102" y="28"/>
                  </a:cubicBezTo>
                  <a:cubicBezTo>
                    <a:pt x="102" y="25"/>
                    <a:pt x="101" y="22"/>
                    <a:pt x="98" y="19"/>
                  </a:cubicBezTo>
                  <a:cubicBezTo>
                    <a:pt x="93" y="14"/>
                    <a:pt x="93" y="14"/>
                    <a:pt x="93" y="14"/>
                  </a:cubicBezTo>
                  <a:cubicBezTo>
                    <a:pt x="91" y="11"/>
                    <a:pt x="87" y="10"/>
                    <a:pt x="84" y="10"/>
                  </a:cubicBezTo>
                  <a:cubicBezTo>
                    <a:pt x="81" y="10"/>
                    <a:pt x="79" y="11"/>
                    <a:pt x="77" y="13"/>
                  </a:cubicBezTo>
                  <a:cubicBezTo>
                    <a:pt x="75" y="12"/>
                    <a:pt x="74" y="11"/>
                    <a:pt x="72" y="11"/>
                  </a:cubicBezTo>
                  <a:cubicBezTo>
                    <a:pt x="71" y="5"/>
                    <a:pt x="66" y="0"/>
                    <a:pt x="6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4" name="Freeform 10"/>
            <p:cNvSpPr>
              <a:spLocks noEditPoints="1"/>
            </p:cNvSpPr>
            <p:nvPr/>
          </p:nvSpPr>
          <p:spPr bwMode="auto">
            <a:xfrm>
              <a:off x="1411288" y="701675"/>
              <a:ext cx="195263" cy="196850"/>
            </a:xfrm>
            <a:custGeom>
              <a:avLst/>
              <a:gdLst>
                <a:gd name="T0" fmla="*/ 26 w 52"/>
                <a:gd name="T1" fmla="*/ 52 h 52"/>
                <a:gd name="T2" fmla="*/ 0 w 52"/>
                <a:gd name="T3" fmla="*/ 26 h 52"/>
                <a:gd name="T4" fmla="*/ 26 w 52"/>
                <a:gd name="T5" fmla="*/ 0 h 52"/>
                <a:gd name="T6" fmla="*/ 52 w 52"/>
                <a:gd name="T7" fmla="*/ 26 h 52"/>
                <a:gd name="T8" fmla="*/ 26 w 52"/>
                <a:gd name="T9" fmla="*/ 52 h 52"/>
                <a:gd name="T10" fmla="*/ 26 w 52"/>
                <a:gd name="T11" fmla="*/ 4 h 52"/>
                <a:gd name="T12" fmla="*/ 4 w 52"/>
                <a:gd name="T13" fmla="*/ 26 h 52"/>
                <a:gd name="T14" fmla="*/ 26 w 52"/>
                <a:gd name="T15" fmla="*/ 48 h 52"/>
                <a:gd name="T16" fmla="*/ 48 w 52"/>
                <a:gd name="T17" fmla="*/ 26 h 52"/>
                <a:gd name="T18" fmla="*/ 26 w 52"/>
                <a:gd name="T19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0" y="0"/>
                    <a:pt x="52" y="12"/>
                    <a:pt x="52" y="26"/>
                  </a:cubicBezTo>
                  <a:cubicBezTo>
                    <a:pt x="52" y="40"/>
                    <a:pt x="40" y="52"/>
                    <a:pt x="26" y="52"/>
                  </a:cubicBezTo>
                  <a:close/>
                  <a:moveTo>
                    <a:pt x="26" y="4"/>
                  </a:moveTo>
                  <a:cubicBezTo>
                    <a:pt x="14" y="4"/>
                    <a:pt x="4" y="14"/>
                    <a:pt x="4" y="26"/>
                  </a:cubicBezTo>
                  <a:cubicBezTo>
                    <a:pt x="4" y="38"/>
                    <a:pt x="14" y="48"/>
                    <a:pt x="26" y="48"/>
                  </a:cubicBezTo>
                  <a:cubicBezTo>
                    <a:pt x="38" y="48"/>
                    <a:pt x="48" y="38"/>
                    <a:pt x="48" y="26"/>
                  </a:cubicBezTo>
                  <a:cubicBezTo>
                    <a:pt x="48" y="14"/>
                    <a:pt x="38" y="4"/>
                    <a:pt x="2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5" name="Freeform 11"/>
            <p:cNvSpPr>
              <a:spLocks noEditPoints="1"/>
            </p:cNvSpPr>
            <p:nvPr/>
          </p:nvSpPr>
          <p:spPr bwMode="auto">
            <a:xfrm>
              <a:off x="1455738" y="747713"/>
              <a:ext cx="106363" cy="106363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4 h 28"/>
                <a:gd name="T12" fmla="*/ 4 w 28"/>
                <a:gd name="T13" fmla="*/ 14 h 28"/>
                <a:gd name="T14" fmla="*/ 14 w 28"/>
                <a:gd name="T15" fmla="*/ 24 h 28"/>
                <a:gd name="T16" fmla="*/ 24 w 28"/>
                <a:gd name="T17" fmla="*/ 14 h 28"/>
                <a:gd name="T18" fmla="*/ 14 w 28"/>
                <a:gd name="T19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4"/>
                  </a:moveTo>
                  <a:cubicBezTo>
                    <a:pt x="8" y="4"/>
                    <a:pt x="4" y="8"/>
                    <a:pt x="4" y="14"/>
                  </a:cubicBezTo>
                  <a:cubicBezTo>
                    <a:pt x="4" y="20"/>
                    <a:pt x="8" y="24"/>
                    <a:pt x="14" y="24"/>
                  </a:cubicBezTo>
                  <a:cubicBezTo>
                    <a:pt x="20" y="24"/>
                    <a:pt x="24" y="20"/>
                    <a:pt x="24" y="14"/>
                  </a:cubicBezTo>
                  <a:cubicBezTo>
                    <a:pt x="24" y="8"/>
                    <a:pt x="20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239439" y="3871334"/>
            <a:ext cx="406719" cy="307271"/>
            <a:chOff x="4767263" y="5854700"/>
            <a:chExt cx="506412" cy="382588"/>
          </a:xfrm>
          <a:solidFill>
            <a:schemeClr val="bg1"/>
          </a:solidFill>
        </p:grpSpPr>
        <p:sp>
          <p:nvSpPr>
            <p:cNvPr id="29" name="Freeform 5"/>
            <p:cNvSpPr>
              <a:spLocks noEditPoints="1"/>
            </p:cNvSpPr>
            <p:nvPr/>
          </p:nvSpPr>
          <p:spPr bwMode="auto">
            <a:xfrm>
              <a:off x="4767263" y="5854700"/>
              <a:ext cx="506412" cy="304800"/>
            </a:xfrm>
            <a:custGeom>
              <a:avLst/>
              <a:gdLst>
                <a:gd name="T0" fmla="*/ 186 w 189"/>
                <a:gd name="T1" fmla="*/ 19 h 113"/>
                <a:gd name="T2" fmla="*/ 177 w 189"/>
                <a:gd name="T3" fmla="*/ 15 h 113"/>
                <a:gd name="T4" fmla="*/ 52 w 189"/>
                <a:gd name="T5" fmla="*/ 15 h 113"/>
                <a:gd name="T6" fmla="*/ 49 w 189"/>
                <a:gd name="T7" fmla="*/ 5 h 113"/>
                <a:gd name="T8" fmla="*/ 42 w 189"/>
                <a:gd name="T9" fmla="*/ 0 h 113"/>
                <a:gd name="T10" fmla="*/ 8 w 189"/>
                <a:gd name="T11" fmla="*/ 0 h 113"/>
                <a:gd name="T12" fmla="*/ 0 w 189"/>
                <a:gd name="T13" fmla="*/ 7 h 113"/>
                <a:gd name="T14" fmla="*/ 8 w 189"/>
                <a:gd name="T15" fmla="*/ 15 h 113"/>
                <a:gd name="T16" fmla="*/ 36 w 189"/>
                <a:gd name="T17" fmla="*/ 15 h 113"/>
                <a:gd name="T18" fmla="*/ 66 w 189"/>
                <a:gd name="T19" fmla="*/ 108 h 113"/>
                <a:gd name="T20" fmla="*/ 73 w 189"/>
                <a:gd name="T21" fmla="*/ 113 h 113"/>
                <a:gd name="T22" fmla="*/ 164 w 189"/>
                <a:gd name="T23" fmla="*/ 113 h 113"/>
                <a:gd name="T24" fmla="*/ 172 w 189"/>
                <a:gd name="T25" fmla="*/ 106 h 113"/>
                <a:gd name="T26" fmla="*/ 164 w 189"/>
                <a:gd name="T27" fmla="*/ 98 h 113"/>
                <a:gd name="T28" fmla="*/ 78 w 189"/>
                <a:gd name="T29" fmla="*/ 98 h 113"/>
                <a:gd name="T30" fmla="*/ 72 w 189"/>
                <a:gd name="T31" fmla="*/ 80 h 113"/>
                <a:gd name="T32" fmla="*/ 166 w 189"/>
                <a:gd name="T33" fmla="*/ 80 h 113"/>
                <a:gd name="T34" fmla="*/ 180 w 189"/>
                <a:gd name="T35" fmla="*/ 68 h 113"/>
                <a:gd name="T36" fmla="*/ 189 w 189"/>
                <a:gd name="T37" fmla="*/ 29 h 113"/>
                <a:gd name="T38" fmla="*/ 186 w 189"/>
                <a:gd name="T39" fmla="*/ 19 h 113"/>
                <a:gd name="T40" fmla="*/ 166 w 189"/>
                <a:gd name="T41" fmla="*/ 65 h 113"/>
                <a:gd name="T42" fmla="*/ 68 w 189"/>
                <a:gd name="T43" fmla="*/ 65 h 113"/>
                <a:gd name="T44" fmla="*/ 68 w 189"/>
                <a:gd name="T45" fmla="*/ 65 h 113"/>
                <a:gd name="T46" fmla="*/ 68 w 189"/>
                <a:gd name="T47" fmla="*/ 65 h 113"/>
                <a:gd name="T48" fmla="*/ 65 w 189"/>
                <a:gd name="T49" fmla="*/ 55 h 113"/>
                <a:gd name="T50" fmla="*/ 168 w 189"/>
                <a:gd name="T51" fmla="*/ 55 h 113"/>
                <a:gd name="T52" fmla="*/ 166 w 189"/>
                <a:gd name="T53" fmla="*/ 65 h 113"/>
                <a:gd name="T54" fmla="*/ 171 w 189"/>
                <a:gd name="T55" fmla="*/ 40 h 113"/>
                <a:gd name="T56" fmla="*/ 60 w 189"/>
                <a:gd name="T57" fmla="*/ 40 h 113"/>
                <a:gd name="T58" fmla="*/ 56 w 189"/>
                <a:gd name="T59" fmla="*/ 30 h 113"/>
                <a:gd name="T60" fmla="*/ 57 w 189"/>
                <a:gd name="T61" fmla="*/ 30 h 113"/>
                <a:gd name="T62" fmla="*/ 173 w 189"/>
                <a:gd name="T63" fmla="*/ 30 h 113"/>
                <a:gd name="T64" fmla="*/ 171 w 189"/>
                <a:gd name="T65" fmla="*/ 4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9" h="113">
                  <a:moveTo>
                    <a:pt x="186" y="19"/>
                  </a:moveTo>
                  <a:cubicBezTo>
                    <a:pt x="184" y="16"/>
                    <a:pt x="181" y="15"/>
                    <a:pt x="177" y="15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8" y="2"/>
                    <a:pt x="45" y="0"/>
                    <a:pt x="4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2"/>
                    <a:pt x="3" y="15"/>
                    <a:pt x="8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7" y="111"/>
                    <a:pt x="69" y="113"/>
                    <a:pt x="73" y="113"/>
                  </a:cubicBezTo>
                  <a:cubicBezTo>
                    <a:pt x="164" y="113"/>
                    <a:pt x="164" y="113"/>
                    <a:pt x="164" y="113"/>
                  </a:cubicBezTo>
                  <a:cubicBezTo>
                    <a:pt x="168" y="113"/>
                    <a:pt x="172" y="110"/>
                    <a:pt x="172" y="106"/>
                  </a:cubicBezTo>
                  <a:cubicBezTo>
                    <a:pt x="172" y="102"/>
                    <a:pt x="168" y="98"/>
                    <a:pt x="164" y="98"/>
                  </a:cubicBezTo>
                  <a:cubicBezTo>
                    <a:pt x="78" y="98"/>
                    <a:pt x="78" y="98"/>
                    <a:pt x="78" y="98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166" y="80"/>
                    <a:pt x="166" y="80"/>
                    <a:pt x="166" y="80"/>
                  </a:cubicBezTo>
                  <a:cubicBezTo>
                    <a:pt x="173" y="80"/>
                    <a:pt x="179" y="75"/>
                    <a:pt x="180" y="68"/>
                  </a:cubicBezTo>
                  <a:cubicBezTo>
                    <a:pt x="189" y="29"/>
                    <a:pt x="189" y="29"/>
                    <a:pt x="189" y="29"/>
                  </a:cubicBezTo>
                  <a:cubicBezTo>
                    <a:pt x="189" y="25"/>
                    <a:pt x="189" y="22"/>
                    <a:pt x="186" y="19"/>
                  </a:cubicBezTo>
                  <a:close/>
                  <a:moveTo>
                    <a:pt x="166" y="65"/>
                  </a:moveTo>
                  <a:cubicBezTo>
                    <a:pt x="68" y="65"/>
                    <a:pt x="68" y="65"/>
                    <a:pt x="68" y="65"/>
                  </a:cubicBezTo>
                  <a:cubicBezTo>
                    <a:pt x="68" y="65"/>
                    <a:pt x="68" y="65"/>
                    <a:pt x="68" y="65"/>
                  </a:cubicBezTo>
                  <a:cubicBezTo>
                    <a:pt x="68" y="65"/>
                    <a:pt x="68" y="65"/>
                    <a:pt x="68" y="6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168" y="55"/>
                    <a:pt x="168" y="55"/>
                    <a:pt x="168" y="55"/>
                  </a:cubicBezTo>
                  <a:lnTo>
                    <a:pt x="166" y="65"/>
                  </a:lnTo>
                  <a:close/>
                  <a:moveTo>
                    <a:pt x="171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7" y="30"/>
                    <a:pt x="57" y="30"/>
                    <a:pt x="57" y="30"/>
                  </a:cubicBezTo>
                  <a:cubicBezTo>
                    <a:pt x="173" y="30"/>
                    <a:pt x="173" y="30"/>
                    <a:pt x="173" y="30"/>
                  </a:cubicBezTo>
                  <a:lnTo>
                    <a:pt x="171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0" name="Oval 6"/>
            <p:cNvSpPr>
              <a:spLocks noChangeArrowheads="1"/>
            </p:cNvSpPr>
            <p:nvPr/>
          </p:nvSpPr>
          <p:spPr bwMode="auto">
            <a:xfrm>
              <a:off x="4959350" y="6176963"/>
              <a:ext cx="57150" cy="603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1" name="Oval 7"/>
            <p:cNvSpPr>
              <a:spLocks noChangeArrowheads="1"/>
            </p:cNvSpPr>
            <p:nvPr/>
          </p:nvSpPr>
          <p:spPr bwMode="auto">
            <a:xfrm>
              <a:off x="5137150" y="6176963"/>
              <a:ext cx="55562" cy="603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6" name="Freeform 11"/>
          <p:cNvSpPr>
            <a:spLocks noEditPoints="1"/>
          </p:cNvSpPr>
          <p:nvPr/>
        </p:nvSpPr>
        <p:spPr bwMode="auto">
          <a:xfrm>
            <a:off x="1282461" y="5108266"/>
            <a:ext cx="396875" cy="395288"/>
          </a:xfrm>
          <a:custGeom>
            <a:avLst/>
            <a:gdLst>
              <a:gd name="T0" fmla="*/ 97 w 103"/>
              <a:gd name="T1" fmla="*/ 5 h 102"/>
              <a:gd name="T2" fmla="*/ 84 w 103"/>
              <a:gd name="T3" fmla="*/ 0 h 102"/>
              <a:gd name="T4" fmla="*/ 71 w 103"/>
              <a:gd name="T5" fmla="*/ 5 h 102"/>
              <a:gd name="T6" fmla="*/ 14 w 103"/>
              <a:gd name="T7" fmla="*/ 62 h 102"/>
              <a:gd name="T8" fmla="*/ 13 w 103"/>
              <a:gd name="T9" fmla="*/ 63 h 102"/>
              <a:gd name="T10" fmla="*/ 0 w 103"/>
              <a:gd name="T11" fmla="*/ 98 h 102"/>
              <a:gd name="T12" fmla="*/ 1 w 103"/>
              <a:gd name="T13" fmla="*/ 101 h 102"/>
              <a:gd name="T14" fmla="*/ 3 w 103"/>
              <a:gd name="T15" fmla="*/ 102 h 102"/>
              <a:gd name="T16" fmla="*/ 4 w 103"/>
              <a:gd name="T17" fmla="*/ 102 h 102"/>
              <a:gd name="T18" fmla="*/ 36 w 103"/>
              <a:gd name="T19" fmla="*/ 92 h 102"/>
              <a:gd name="T20" fmla="*/ 38 w 103"/>
              <a:gd name="T21" fmla="*/ 92 h 102"/>
              <a:gd name="T22" fmla="*/ 97 w 103"/>
              <a:gd name="T23" fmla="*/ 32 h 102"/>
              <a:gd name="T24" fmla="*/ 103 w 103"/>
              <a:gd name="T25" fmla="*/ 19 h 102"/>
              <a:gd name="T26" fmla="*/ 97 w 103"/>
              <a:gd name="T27" fmla="*/ 5 h 102"/>
              <a:gd name="T28" fmla="*/ 33 w 103"/>
              <a:gd name="T29" fmla="*/ 87 h 102"/>
              <a:gd name="T30" fmla="*/ 21 w 103"/>
              <a:gd name="T31" fmla="*/ 90 h 102"/>
              <a:gd name="T32" fmla="*/ 17 w 103"/>
              <a:gd name="T33" fmla="*/ 85 h 102"/>
              <a:gd name="T34" fmla="*/ 13 w 103"/>
              <a:gd name="T35" fmla="*/ 82 h 102"/>
              <a:gd name="T36" fmla="*/ 18 w 103"/>
              <a:gd name="T37" fmla="*/ 67 h 102"/>
              <a:gd name="T38" fmla="*/ 26 w 103"/>
              <a:gd name="T39" fmla="*/ 67 h 102"/>
              <a:gd name="T40" fmla="*/ 26 w 103"/>
              <a:gd name="T41" fmla="*/ 73 h 102"/>
              <a:gd name="T42" fmla="*/ 29 w 103"/>
              <a:gd name="T43" fmla="*/ 77 h 102"/>
              <a:gd name="T44" fmla="*/ 35 w 103"/>
              <a:gd name="T45" fmla="*/ 77 h 102"/>
              <a:gd name="T46" fmla="*/ 33 w 103"/>
              <a:gd name="T47" fmla="*/ 87 h 102"/>
              <a:gd name="T48" fmla="*/ 80 w 103"/>
              <a:gd name="T49" fmla="*/ 40 h 102"/>
              <a:gd name="T50" fmla="*/ 41 w 103"/>
              <a:gd name="T51" fmla="*/ 79 h 102"/>
              <a:gd name="T52" fmla="*/ 42 w 103"/>
              <a:gd name="T53" fmla="*/ 74 h 102"/>
              <a:gd name="T54" fmla="*/ 41 w 103"/>
              <a:gd name="T55" fmla="*/ 71 h 102"/>
              <a:gd name="T56" fmla="*/ 39 w 103"/>
              <a:gd name="T57" fmla="*/ 70 h 102"/>
              <a:gd name="T58" fmla="*/ 32 w 103"/>
              <a:gd name="T59" fmla="*/ 70 h 102"/>
              <a:gd name="T60" fmla="*/ 32 w 103"/>
              <a:gd name="T61" fmla="*/ 64 h 102"/>
              <a:gd name="T62" fmla="*/ 29 w 103"/>
              <a:gd name="T63" fmla="*/ 61 h 102"/>
              <a:gd name="T64" fmla="*/ 24 w 103"/>
              <a:gd name="T65" fmla="*/ 61 h 102"/>
              <a:gd name="T66" fmla="*/ 62 w 103"/>
              <a:gd name="T67" fmla="*/ 23 h 102"/>
              <a:gd name="T68" fmla="*/ 62 w 103"/>
              <a:gd name="T69" fmla="*/ 23 h 102"/>
              <a:gd name="T70" fmla="*/ 71 w 103"/>
              <a:gd name="T71" fmla="*/ 19 h 102"/>
              <a:gd name="T72" fmla="*/ 80 w 103"/>
              <a:gd name="T73" fmla="*/ 23 h 102"/>
              <a:gd name="T74" fmla="*/ 83 w 103"/>
              <a:gd name="T75" fmla="*/ 32 h 102"/>
              <a:gd name="T76" fmla="*/ 80 w 103"/>
              <a:gd name="T77" fmla="*/ 40 h 102"/>
              <a:gd name="T78" fmla="*/ 93 w 103"/>
              <a:gd name="T79" fmla="*/ 27 h 102"/>
              <a:gd name="T80" fmla="*/ 90 w 103"/>
              <a:gd name="T81" fmla="*/ 30 h 102"/>
              <a:gd name="T82" fmla="*/ 84 w 103"/>
              <a:gd name="T83" fmla="*/ 18 h 102"/>
              <a:gd name="T84" fmla="*/ 72 w 103"/>
              <a:gd name="T85" fmla="*/ 13 h 102"/>
              <a:gd name="T86" fmla="*/ 75 w 103"/>
              <a:gd name="T87" fmla="*/ 10 h 102"/>
              <a:gd name="T88" fmla="*/ 75 w 103"/>
              <a:gd name="T89" fmla="*/ 10 h 102"/>
              <a:gd name="T90" fmla="*/ 84 w 103"/>
              <a:gd name="T91" fmla="*/ 6 h 102"/>
              <a:gd name="T92" fmla="*/ 93 w 103"/>
              <a:gd name="T93" fmla="*/ 10 h 102"/>
              <a:gd name="T94" fmla="*/ 96 w 103"/>
              <a:gd name="T95" fmla="*/ 19 h 102"/>
              <a:gd name="T96" fmla="*/ 93 w 103"/>
              <a:gd name="T97" fmla="*/ 27 h 102"/>
              <a:gd name="T98" fmla="*/ 72 w 103"/>
              <a:gd name="T99" fmla="*/ 26 h 102"/>
              <a:gd name="T100" fmla="*/ 40 w 103"/>
              <a:gd name="T101" fmla="*/ 58 h 102"/>
              <a:gd name="T102" fmla="*/ 40 w 103"/>
              <a:gd name="T103" fmla="*/ 63 h 102"/>
              <a:gd name="T104" fmla="*/ 42 w 103"/>
              <a:gd name="T105" fmla="*/ 64 h 102"/>
              <a:gd name="T106" fmla="*/ 44 w 103"/>
              <a:gd name="T107" fmla="*/ 63 h 102"/>
              <a:gd name="T108" fmla="*/ 76 w 103"/>
              <a:gd name="T109" fmla="*/ 31 h 102"/>
              <a:gd name="T110" fmla="*/ 76 w 103"/>
              <a:gd name="T111" fmla="*/ 26 h 102"/>
              <a:gd name="T112" fmla="*/ 72 w 103"/>
              <a:gd name="T113" fmla="*/ 26 h 102"/>
              <a:gd name="T114" fmla="*/ 72 w 103"/>
              <a:gd name="T115" fmla="*/ 26 h 102"/>
              <a:gd name="T116" fmla="*/ 72 w 103"/>
              <a:gd name="T117" fmla="*/ 26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03" h="102">
                <a:moveTo>
                  <a:pt x="97" y="5"/>
                </a:moveTo>
                <a:cubicBezTo>
                  <a:pt x="94" y="2"/>
                  <a:pt x="89" y="0"/>
                  <a:pt x="84" y="0"/>
                </a:cubicBezTo>
                <a:cubicBezTo>
                  <a:pt x="79" y="0"/>
                  <a:pt x="74" y="2"/>
                  <a:pt x="71" y="5"/>
                </a:cubicBezTo>
                <a:cubicBezTo>
                  <a:pt x="14" y="62"/>
                  <a:pt x="14" y="62"/>
                  <a:pt x="14" y="62"/>
                </a:cubicBezTo>
                <a:cubicBezTo>
                  <a:pt x="14" y="62"/>
                  <a:pt x="13" y="62"/>
                  <a:pt x="13" y="63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9"/>
                  <a:pt x="0" y="100"/>
                  <a:pt x="1" y="101"/>
                </a:cubicBezTo>
                <a:cubicBezTo>
                  <a:pt x="2" y="102"/>
                  <a:pt x="3" y="102"/>
                  <a:pt x="3" y="102"/>
                </a:cubicBezTo>
                <a:cubicBezTo>
                  <a:pt x="4" y="102"/>
                  <a:pt x="4" y="102"/>
                  <a:pt x="4" y="102"/>
                </a:cubicBezTo>
                <a:cubicBezTo>
                  <a:pt x="36" y="92"/>
                  <a:pt x="36" y="92"/>
                  <a:pt x="36" y="92"/>
                </a:cubicBezTo>
                <a:cubicBezTo>
                  <a:pt x="37" y="92"/>
                  <a:pt x="37" y="92"/>
                  <a:pt x="38" y="92"/>
                </a:cubicBezTo>
                <a:cubicBezTo>
                  <a:pt x="97" y="32"/>
                  <a:pt x="97" y="32"/>
                  <a:pt x="97" y="32"/>
                </a:cubicBezTo>
                <a:cubicBezTo>
                  <a:pt x="101" y="28"/>
                  <a:pt x="103" y="24"/>
                  <a:pt x="103" y="19"/>
                </a:cubicBezTo>
                <a:cubicBezTo>
                  <a:pt x="103" y="14"/>
                  <a:pt x="101" y="9"/>
                  <a:pt x="97" y="5"/>
                </a:cubicBezTo>
                <a:close/>
                <a:moveTo>
                  <a:pt x="33" y="87"/>
                </a:moveTo>
                <a:cubicBezTo>
                  <a:pt x="21" y="90"/>
                  <a:pt x="21" y="90"/>
                  <a:pt x="21" y="90"/>
                </a:cubicBezTo>
                <a:cubicBezTo>
                  <a:pt x="20" y="88"/>
                  <a:pt x="19" y="87"/>
                  <a:pt x="17" y="85"/>
                </a:cubicBezTo>
                <a:cubicBezTo>
                  <a:pt x="16" y="84"/>
                  <a:pt x="15" y="83"/>
                  <a:pt x="13" y="82"/>
                </a:cubicBezTo>
                <a:cubicBezTo>
                  <a:pt x="18" y="67"/>
                  <a:pt x="18" y="67"/>
                  <a:pt x="18" y="67"/>
                </a:cubicBezTo>
                <a:cubicBezTo>
                  <a:pt x="26" y="67"/>
                  <a:pt x="26" y="67"/>
                  <a:pt x="26" y="67"/>
                </a:cubicBezTo>
                <a:cubicBezTo>
                  <a:pt x="26" y="73"/>
                  <a:pt x="26" y="73"/>
                  <a:pt x="26" y="73"/>
                </a:cubicBezTo>
                <a:cubicBezTo>
                  <a:pt x="26" y="75"/>
                  <a:pt x="27" y="77"/>
                  <a:pt x="29" y="77"/>
                </a:cubicBezTo>
                <a:cubicBezTo>
                  <a:pt x="35" y="77"/>
                  <a:pt x="35" y="77"/>
                  <a:pt x="35" y="77"/>
                </a:cubicBezTo>
                <a:lnTo>
                  <a:pt x="33" y="87"/>
                </a:lnTo>
                <a:close/>
                <a:moveTo>
                  <a:pt x="80" y="40"/>
                </a:moveTo>
                <a:cubicBezTo>
                  <a:pt x="41" y="79"/>
                  <a:pt x="41" y="79"/>
                  <a:pt x="41" y="79"/>
                </a:cubicBezTo>
                <a:cubicBezTo>
                  <a:pt x="42" y="74"/>
                  <a:pt x="42" y="74"/>
                  <a:pt x="42" y="74"/>
                </a:cubicBezTo>
                <a:cubicBezTo>
                  <a:pt x="42" y="73"/>
                  <a:pt x="42" y="72"/>
                  <a:pt x="41" y="71"/>
                </a:cubicBezTo>
                <a:cubicBezTo>
                  <a:pt x="41" y="71"/>
                  <a:pt x="40" y="70"/>
                  <a:pt x="39" y="70"/>
                </a:cubicBezTo>
                <a:cubicBezTo>
                  <a:pt x="32" y="70"/>
                  <a:pt x="32" y="70"/>
                  <a:pt x="32" y="70"/>
                </a:cubicBezTo>
                <a:cubicBezTo>
                  <a:pt x="32" y="64"/>
                  <a:pt x="32" y="64"/>
                  <a:pt x="32" y="64"/>
                </a:cubicBezTo>
                <a:cubicBezTo>
                  <a:pt x="32" y="62"/>
                  <a:pt x="31" y="61"/>
                  <a:pt x="29" y="61"/>
                </a:cubicBezTo>
                <a:cubicBezTo>
                  <a:pt x="24" y="61"/>
                  <a:pt x="24" y="61"/>
                  <a:pt x="24" y="61"/>
                </a:cubicBezTo>
                <a:cubicBezTo>
                  <a:pt x="62" y="23"/>
                  <a:pt x="62" y="23"/>
                  <a:pt x="62" y="23"/>
                </a:cubicBezTo>
                <a:cubicBezTo>
                  <a:pt x="62" y="23"/>
                  <a:pt x="62" y="23"/>
                  <a:pt x="62" y="23"/>
                </a:cubicBezTo>
                <a:cubicBezTo>
                  <a:pt x="64" y="20"/>
                  <a:pt x="68" y="19"/>
                  <a:pt x="71" y="19"/>
                </a:cubicBezTo>
                <a:cubicBezTo>
                  <a:pt x="74" y="19"/>
                  <a:pt x="77" y="20"/>
                  <a:pt x="80" y="23"/>
                </a:cubicBezTo>
                <a:cubicBezTo>
                  <a:pt x="82" y="25"/>
                  <a:pt x="83" y="28"/>
                  <a:pt x="83" y="32"/>
                </a:cubicBezTo>
                <a:cubicBezTo>
                  <a:pt x="83" y="35"/>
                  <a:pt x="82" y="38"/>
                  <a:pt x="80" y="40"/>
                </a:cubicBezTo>
                <a:close/>
                <a:moveTo>
                  <a:pt x="93" y="27"/>
                </a:moveTo>
                <a:cubicBezTo>
                  <a:pt x="90" y="30"/>
                  <a:pt x="90" y="30"/>
                  <a:pt x="90" y="30"/>
                </a:cubicBezTo>
                <a:cubicBezTo>
                  <a:pt x="89" y="26"/>
                  <a:pt x="87" y="22"/>
                  <a:pt x="84" y="18"/>
                </a:cubicBezTo>
                <a:cubicBezTo>
                  <a:pt x="81" y="15"/>
                  <a:pt x="77" y="13"/>
                  <a:pt x="72" y="13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7" y="7"/>
                  <a:pt x="81" y="6"/>
                  <a:pt x="84" y="6"/>
                </a:cubicBezTo>
                <a:cubicBezTo>
                  <a:pt x="87" y="6"/>
                  <a:pt x="90" y="7"/>
                  <a:pt x="93" y="10"/>
                </a:cubicBezTo>
                <a:cubicBezTo>
                  <a:pt x="95" y="12"/>
                  <a:pt x="96" y="15"/>
                  <a:pt x="96" y="19"/>
                </a:cubicBezTo>
                <a:cubicBezTo>
                  <a:pt x="96" y="22"/>
                  <a:pt x="95" y="25"/>
                  <a:pt x="93" y="27"/>
                </a:cubicBezTo>
                <a:close/>
                <a:moveTo>
                  <a:pt x="72" y="26"/>
                </a:moveTo>
                <a:cubicBezTo>
                  <a:pt x="40" y="58"/>
                  <a:pt x="40" y="58"/>
                  <a:pt x="40" y="58"/>
                </a:cubicBezTo>
                <a:cubicBezTo>
                  <a:pt x="38" y="60"/>
                  <a:pt x="38" y="62"/>
                  <a:pt x="40" y="63"/>
                </a:cubicBezTo>
                <a:cubicBezTo>
                  <a:pt x="40" y="63"/>
                  <a:pt x="41" y="64"/>
                  <a:pt x="42" y="64"/>
                </a:cubicBezTo>
                <a:cubicBezTo>
                  <a:pt x="43" y="64"/>
                  <a:pt x="43" y="63"/>
                  <a:pt x="44" y="63"/>
                </a:cubicBezTo>
                <a:cubicBezTo>
                  <a:pt x="76" y="31"/>
                  <a:pt x="76" y="31"/>
                  <a:pt x="76" y="31"/>
                </a:cubicBezTo>
                <a:cubicBezTo>
                  <a:pt x="77" y="30"/>
                  <a:pt x="77" y="28"/>
                  <a:pt x="76" y="26"/>
                </a:cubicBezTo>
                <a:cubicBezTo>
                  <a:pt x="75" y="25"/>
                  <a:pt x="73" y="25"/>
                  <a:pt x="72" y="26"/>
                </a:cubicBezTo>
                <a:close/>
                <a:moveTo>
                  <a:pt x="72" y="26"/>
                </a:moveTo>
                <a:cubicBezTo>
                  <a:pt x="72" y="26"/>
                  <a:pt x="72" y="26"/>
                  <a:pt x="72" y="2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6808006" y="3779700"/>
            <a:ext cx="403225" cy="439738"/>
            <a:chOff x="9217025" y="1244600"/>
            <a:chExt cx="403225" cy="439738"/>
          </a:xfrm>
          <a:solidFill>
            <a:schemeClr val="bg1"/>
          </a:solidFill>
        </p:grpSpPr>
        <p:sp>
          <p:nvSpPr>
            <p:cNvPr id="38" name="Rectangle 5"/>
            <p:cNvSpPr>
              <a:spLocks noChangeArrowheads="1"/>
            </p:cNvSpPr>
            <p:nvPr/>
          </p:nvSpPr>
          <p:spPr bwMode="auto">
            <a:xfrm>
              <a:off x="9278938" y="1422400"/>
              <a:ext cx="46038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9" name="Rectangle 6"/>
            <p:cNvSpPr>
              <a:spLocks noChangeArrowheads="1"/>
            </p:cNvSpPr>
            <p:nvPr/>
          </p:nvSpPr>
          <p:spPr bwMode="auto">
            <a:xfrm>
              <a:off x="9278938" y="1498600"/>
              <a:ext cx="46038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0" name="Rectangle 7"/>
            <p:cNvSpPr>
              <a:spLocks noChangeArrowheads="1"/>
            </p:cNvSpPr>
            <p:nvPr/>
          </p:nvSpPr>
          <p:spPr bwMode="auto">
            <a:xfrm>
              <a:off x="9278938" y="1576388"/>
              <a:ext cx="46038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1" name="Rectangle 8"/>
            <p:cNvSpPr>
              <a:spLocks noChangeArrowheads="1"/>
            </p:cNvSpPr>
            <p:nvPr/>
          </p:nvSpPr>
          <p:spPr bwMode="auto">
            <a:xfrm>
              <a:off x="9356725" y="1452563"/>
              <a:ext cx="201613" cy="158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auto">
            <a:xfrm>
              <a:off x="9356725" y="1530350"/>
              <a:ext cx="201613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9356725" y="1606550"/>
              <a:ext cx="201613" cy="158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4" name="Freeform 11"/>
            <p:cNvSpPr>
              <a:spLocks noEditPoints="1"/>
            </p:cNvSpPr>
            <p:nvPr/>
          </p:nvSpPr>
          <p:spPr bwMode="auto">
            <a:xfrm>
              <a:off x="9217025" y="1290638"/>
              <a:ext cx="403225" cy="393700"/>
            </a:xfrm>
            <a:custGeom>
              <a:avLst/>
              <a:gdLst>
                <a:gd name="T0" fmla="*/ 92 w 104"/>
                <a:gd name="T1" fmla="*/ 0 h 102"/>
                <a:gd name="T2" fmla="*/ 84 w 104"/>
                <a:gd name="T3" fmla="*/ 0 h 102"/>
                <a:gd name="T4" fmla="*/ 84 w 104"/>
                <a:gd name="T5" fmla="*/ 16 h 102"/>
                <a:gd name="T6" fmla="*/ 80 w 104"/>
                <a:gd name="T7" fmla="*/ 20 h 102"/>
                <a:gd name="T8" fmla="*/ 72 w 104"/>
                <a:gd name="T9" fmla="*/ 20 h 102"/>
                <a:gd name="T10" fmla="*/ 68 w 104"/>
                <a:gd name="T11" fmla="*/ 16 h 102"/>
                <a:gd name="T12" fmla="*/ 68 w 104"/>
                <a:gd name="T13" fmla="*/ 0 h 102"/>
                <a:gd name="T14" fmla="*/ 36 w 104"/>
                <a:gd name="T15" fmla="*/ 0 h 102"/>
                <a:gd name="T16" fmla="*/ 36 w 104"/>
                <a:gd name="T17" fmla="*/ 16 h 102"/>
                <a:gd name="T18" fmla="*/ 32 w 104"/>
                <a:gd name="T19" fmla="*/ 20 h 102"/>
                <a:gd name="T20" fmla="*/ 24 w 104"/>
                <a:gd name="T21" fmla="*/ 20 h 102"/>
                <a:gd name="T22" fmla="*/ 20 w 104"/>
                <a:gd name="T23" fmla="*/ 16 h 102"/>
                <a:gd name="T24" fmla="*/ 20 w 104"/>
                <a:gd name="T25" fmla="*/ 0 h 102"/>
                <a:gd name="T26" fmla="*/ 12 w 104"/>
                <a:gd name="T27" fmla="*/ 0 h 102"/>
                <a:gd name="T28" fmla="*/ 0 w 104"/>
                <a:gd name="T29" fmla="*/ 12 h 102"/>
                <a:gd name="T30" fmla="*/ 0 w 104"/>
                <a:gd name="T31" fmla="*/ 20 h 102"/>
                <a:gd name="T32" fmla="*/ 0 w 104"/>
                <a:gd name="T33" fmla="*/ 24 h 102"/>
                <a:gd name="T34" fmla="*/ 0 w 104"/>
                <a:gd name="T35" fmla="*/ 28 h 102"/>
                <a:gd name="T36" fmla="*/ 0 w 104"/>
                <a:gd name="T37" fmla="*/ 91 h 102"/>
                <a:gd name="T38" fmla="*/ 12 w 104"/>
                <a:gd name="T39" fmla="*/ 102 h 102"/>
                <a:gd name="T40" fmla="*/ 92 w 104"/>
                <a:gd name="T41" fmla="*/ 102 h 102"/>
                <a:gd name="T42" fmla="*/ 104 w 104"/>
                <a:gd name="T43" fmla="*/ 91 h 102"/>
                <a:gd name="T44" fmla="*/ 104 w 104"/>
                <a:gd name="T45" fmla="*/ 28 h 102"/>
                <a:gd name="T46" fmla="*/ 104 w 104"/>
                <a:gd name="T47" fmla="*/ 24 h 102"/>
                <a:gd name="T48" fmla="*/ 104 w 104"/>
                <a:gd name="T49" fmla="*/ 20 h 102"/>
                <a:gd name="T50" fmla="*/ 104 w 104"/>
                <a:gd name="T51" fmla="*/ 12 h 102"/>
                <a:gd name="T52" fmla="*/ 92 w 104"/>
                <a:gd name="T53" fmla="*/ 0 h 102"/>
                <a:gd name="T54" fmla="*/ 96 w 104"/>
                <a:gd name="T55" fmla="*/ 91 h 102"/>
                <a:gd name="T56" fmla="*/ 92 w 104"/>
                <a:gd name="T57" fmla="*/ 94 h 102"/>
                <a:gd name="T58" fmla="*/ 12 w 104"/>
                <a:gd name="T59" fmla="*/ 94 h 102"/>
                <a:gd name="T60" fmla="*/ 8 w 104"/>
                <a:gd name="T61" fmla="*/ 91 h 102"/>
                <a:gd name="T62" fmla="*/ 8 w 104"/>
                <a:gd name="T63" fmla="*/ 28 h 102"/>
                <a:gd name="T64" fmla="*/ 96 w 104"/>
                <a:gd name="T65" fmla="*/ 28 h 102"/>
                <a:gd name="T66" fmla="*/ 96 w 104"/>
                <a:gd name="T67" fmla="*/ 9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4" h="102">
                  <a:moveTo>
                    <a:pt x="92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8"/>
                    <a:pt x="82" y="20"/>
                    <a:pt x="80" y="20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0" y="20"/>
                    <a:pt x="68" y="18"/>
                    <a:pt x="68" y="16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8"/>
                    <a:pt x="34" y="20"/>
                    <a:pt x="32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2" y="20"/>
                    <a:pt x="20" y="18"/>
                    <a:pt x="20" y="1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7"/>
                    <a:pt x="5" y="102"/>
                    <a:pt x="12" y="102"/>
                  </a:cubicBezTo>
                  <a:cubicBezTo>
                    <a:pt x="92" y="102"/>
                    <a:pt x="92" y="102"/>
                    <a:pt x="92" y="102"/>
                  </a:cubicBezTo>
                  <a:cubicBezTo>
                    <a:pt x="99" y="102"/>
                    <a:pt x="104" y="97"/>
                    <a:pt x="104" y="91"/>
                  </a:cubicBezTo>
                  <a:cubicBezTo>
                    <a:pt x="104" y="28"/>
                    <a:pt x="104" y="28"/>
                    <a:pt x="104" y="28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5"/>
                    <a:pt x="99" y="0"/>
                    <a:pt x="92" y="0"/>
                  </a:cubicBezTo>
                  <a:close/>
                  <a:moveTo>
                    <a:pt x="96" y="91"/>
                  </a:moveTo>
                  <a:cubicBezTo>
                    <a:pt x="96" y="92"/>
                    <a:pt x="94" y="94"/>
                    <a:pt x="92" y="94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0" y="94"/>
                    <a:pt x="8" y="92"/>
                    <a:pt x="8" y="91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96" y="28"/>
                    <a:pt x="96" y="28"/>
                    <a:pt x="96" y="28"/>
                  </a:cubicBezTo>
                  <a:lnTo>
                    <a:pt x="96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5" name="Freeform 12"/>
            <p:cNvSpPr/>
            <p:nvPr/>
          </p:nvSpPr>
          <p:spPr bwMode="auto">
            <a:xfrm>
              <a:off x="9310688" y="1244600"/>
              <a:ext cx="30163" cy="107950"/>
            </a:xfrm>
            <a:custGeom>
              <a:avLst/>
              <a:gdLst>
                <a:gd name="T0" fmla="*/ 4 w 8"/>
                <a:gd name="T1" fmla="*/ 28 h 28"/>
                <a:gd name="T2" fmla="*/ 8 w 8"/>
                <a:gd name="T3" fmla="*/ 24 h 28"/>
                <a:gd name="T4" fmla="*/ 8 w 8"/>
                <a:gd name="T5" fmla="*/ 4 h 28"/>
                <a:gd name="T6" fmla="*/ 4 w 8"/>
                <a:gd name="T7" fmla="*/ 0 h 28"/>
                <a:gd name="T8" fmla="*/ 0 w 8"/>
                <a:gd name="T9" fmla="*/ 4 h 28"/>
                <a:gd name="T10" fmla="*/ 0 w 8"/>
                <a:gd name="T11" fmla="*/ 24 h 28"/>
                <a:gd name="T12" fmla="*/ 4 w 8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8">
                  <a:moveTo>
                    <a:pt x="4" y="28"/>
                  </a:moveTo>
                  <a:cubicBezTo>
                    <a:pt x="6" y="28"/>
                    <a:pt x="8" y="26"/>
                    <a:pt x="8" y="2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6"/>
                    <a:pt x="2" y="28"/>
                    <a:pt x="4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6" name="Freeform 13"/>
            <p:cNvSpPr/>
            <p:nvPr/>
          </p:nvSpPr>
          <p:spPr bwMode="auto">
            <a:xfrm>
              <a:off x="9496425" y="1244600"/>
              <a:ext cx="30163" cy="107950"/>
            </a:xfrm>
            <a:custGeom>
              <a:avLst/>
              <a:gdLst>
                <a:gd name="T0" fmla="*/ 4 w 8"/>
                <a:gd name="T1" fmla="*/ 28 h 28"/>
                <a:gd name="T2" fmla="*/ 8 w 8"/>
                <a:gd name="T3" fmla="*/ 24 h 28"/>
                <a:gd name="T4" fmla="*/ 8 w 8"/>
                <a:gd name="T5" fmla="*/ 4 h 28"/>
                <a:gd name="T6" fmla="*/ 4 w 8"/>
                <a:gd name="T7" fmla="*/ 0 h 28"/>
                <a:gd name="T8" fmla="*/ 0 w 8"/>
                <a:gd name="T9" fmla="*/ 4 h 28"/>
                <a:gd name="T10" fmla="*/ 0 w 8"/>
                <a:gd name="T11" fmla="*/ 24 h 28"/>
                <a:gd name="T12" fmla="*/ 4 w 8"/>
                <a:gd name="T1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8">
                  <a:moveTo>
                    <a:pt x="4" y="28"/>
                  </a:moveTo>
                  <a:cubicBezTo>
                    <a:pt x="6" y="28"/>
                    <a:pt x="8" y="26"/>
                    <a:pt x="8" y="2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6"/>
                    <a:pt x="2" y="28"/>
                    <a:pt x="4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778447" y="2495741"/>
            <a:ext cx="462343" cy="392383"/>
            <a:chOff x="6342063" y="2728913"/>
            <a:chExt cx="482600" cy="409575"/>
          </a:xfrm>
          <a:solidFill>
            <a:schemeClr val="bg1"/>
          </a:solidFill>
        </p:grpSpPr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6462713" y="2835276"/>
              <a:ext cx="241300" cy="242888"/>
            </a:xfrm>
            <a:custGeom>
              <a:avLst/>
              <a:gdLst>
                <a:gd name="T0" fmla="*/ 32 w 64"/>
                <a:gd name="T1" fmla="*/ 0 h 64"/>
                <a:gd name="T2" fmla="*/ 0 w 64"/>
                <a:gd name="T3" fmla="*/ 32 h 64"/>
                <a:gd name="T4" fmla="*/ 32 w 64"/>
                <a:gd name="T5" fmla="*/ 64 h 64"/>
                <a:gd name="T6" fmla="*/ 64 w 64"/>
                <a:gd name="T7" fmla="*/ 32 h 64"/>
                <a:gd name="T8" fmla="*/ 32 w 64"/>
                <a:gd name="T9" fmla="*/ 0 h 64"/>
                <a:gd name="T10" fmla="*/ 50 w 64"/>
                <a:gd name="T11" fmla="*/ 48 h 64"/>
                <a:gd name="T12" fmla="*/ 16 w 64"/>
                <a:gd name="T13" fmla="*/ 50 h 64"/>
                <a:gd name="T14" fmla="*/ 14 w 64"/>
                <a:gd name="T15" fmla="*/ 16 h 64"/>
                <a:gd name="T16" fmla="*/ 48 w 64"/>
                <a:gd name="T17" fmla="*/ 14 h 64"/>
                <a:gd name="T18" fmla="*/ 50 w 64"/>
                <a:gd name="T19" fmla="*/ 4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cubicBezTo>
                    <a:pt x="14" y="0"/>
                    <a:pt x="0" y="14"/>
                    <a:pt x="0" y="32"/>
                  </a:cubicBezTo>
                  <a:cubicBezTo>
                    <a:pt x="0" y="50"/>
                    <a:pt x="14" y="64"/>
                    <a:pt x="32" y="64"/>
                  </a:cubicBezTo>
                  <a:cubicBezTo>
                    <a:pt x="50" y="64"/>
                    <a:pt x="64" y="50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0" y="48"/>
                  </a:moveTo>
                  <a:cubicBezTo>
                    <a:pt x="42" y="58"/>
                    <a:pt x="26" y="59"/>
                    <a:pt x="16" y="50"/>
                  </a:cubicBezTo>
                  <a:cubicBezTo>
                    <a:pt x="6" y="42"/>
                    <a:pt x="5" y="26"/>
                    <a:pt x="14" y="16"/>
                  </a:cubicBezTo>
                  <a:cubicBezTo>
                    <a:pt x="22" y="6"/>
                    <a:pt x="38" y="5"/>
                    <a:pt x="48" y="14"/>
                  </a:cubicBezTo>
                  <a:cubicBezTo>
                    <a:pt x="58" y="22"/>
                    <a:pt x="59" y="38"/>
                    <a:pt x="50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/>
            <p:nvPr/>
          </p:nvSpPr>
          <p:spPr bwMode="auto">
            <a:xfrm>
              <a:off x="6523038" y="2895601"/>
              <a:ext cx="68263" cy="68263"/>
            </a:xfrm>
            <a:custGeom>
              <a:avLst/>
              <a:gdLst>
                <a:gd name="T0" fmla="*/ 16 w 18"/>
                <a:gd name="T1" fmla="*/ 0 h 18"/>
                <a:gd name="T2" fmla="*/ 0 w 18"/>
                <a:gd name="T3" fmla="*/ 16 h 18"/>
                <a:gd name="T4" fmla="*/ 0 w 18"/>
                <a:gd name="T5" fmla="*/ 16 h 18"/>
                <a:gd name="T6" fmla="*/ 2 w 18"/>
                <a:gd name="T7" fmla="*/ 18 h 18"/>
                <a:gd name="T8" fmla="*/ 4 w 18"/>
                <a:gd name="T9" fmla="*/ 16 h 18"/>
                <a:gd name="T10" fmla="*/ 4 w 18"/>
                <a:gd name="T11" fmla="*/ 16 h 18"/>
                <a:gd name="T12" fmla="*/ 16 w 18"/>
                <a:gd name="T13" fmla="*/ 4 h 18"/>
                <a:gd name="T14" fmla="*/ 18 w 18"/>
                <a:gd name="T15" fmla="*/ 2 h 18"/>
                <a:gd name="T16" fmla="*/ 16 w 18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8">
                  <a:moveTo>
                    <a:pt x="16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3" y="18"/>
                    <a:pt x="4" y="17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17" y="4"/>
                    <a:pt x="18" y="3"/>
                    <a:pt x="18" y="2"/>
                  </a:cubicBezTo>
                  <a:cubicBezTo>
                    <a:pt x="18" y="1"/>
                    <a:pt x="1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 noEditPoints="1"/>
            </p:cNvSpPr>
            <p:nvPr/>
          </p:nvSpPr>
          <p:spPr bwMode="auto">
            <a:xfrm>
              <a:off x="6342063" y="2728913"/>
              <a:ext cx="482600" cy="409575"/>
            </a:xfrm>
            <a:custGeom>
              <a:avLst/>
              <a:gdLst>
                <a:gd name="T0" fmla="*/ 118 w 128"/>
                <a:gd name="T1" fmla="*/ 24 h 108"/>
                <a:gd name="T2" fmla="*/ 101 w 128"/>
                <a:gd name="T3" fmla="*/ 21 h 108"/>
                <a:gd name="T4" fmla="*/ 95 w 128"/>
                <a:gd name="T5" fmla="*/ 8 h 108"/>
                <a:gd name="T6" fmla="*/ 84 w 128"/>
                <a:gd name="T7" fmla="*/ 0 h 108"/>
                <a:gd name="T8" fmla="*/ 44 w 128"/>
                <a:gd name="T9" fmla="*/ 0 h 108"/>
                <a:gd name="T10" fmla="*/ 33 w 128"/>
                <a:gd name="T11" fmla="*/ 8 h 108"/>
                <a:gd name="T12" fmla="*/ 27 w 128"/>
                <a:gd name="T13" fmla="*/ 21 h 108"/>
                <a:gd name="T14" fmla="*/ 10 w 128"/>
                <a:gd name="T15" fmla="*/ 24 h 108"/>
                <a:gd name="T16" fmla="*/ 0 w 128"/>
                <a:gd name="T17" fmla="*/ 36 h 108"/>
                <a:gd name="T18" fmla="*/ 0 w 128"/>
                <a:gd name="T19" fmla="*/ 96 h 108"/>
                <a:gd name="T20" fmla="*/ 12 w 128"/>
                <a:gd name="T21" fmla="*/ 108 h 108"/>
                <a:gd name="T22" fmla="*/ 116 w 128"/>
                <a:gd name="T23" fmla="*/ 108 h 108"/>
                <a:gd name="T24" fmla="*/ 128 w 128"/>
                <a:gd name="T25" fmla="*/ 96 h 108"/>
                <a:gd name="T26" fmla="*/ 128 w 128"/>
                <a:gd name="T27" fmla="*/ 36 h 108"/>
                <a:gd name="T28" fmla="*/ 118 w 128"/>
                <a:gd name="T29" fmla="*/ 24 h 108"/>
                <a:gd name="T30" fmla="*/ 120 w 128"/>
                <a:gd name="T31" fmla="*/ 96 h 108"/>
                <a:gd name="T32" fmla="*/ 116 w 128"/>
                <a:gd name="T33" fmla="*/ 100 h 108"/>
                <a:gd name="T34" fmla="*/ 12 w 128"/>
                <a:gd name="T35" fmla="*/ 100 h 108"/>
                <a:gd name="T36" fmla="*/ 8 w 128"/>
                <a:gd name="T37" fmla="*/ 96 h 108"/>
                <a:gd name="T38" fmla="*/ 8 w 128"/>
                <a:gd name="T39" fmla="*/ 36 h 108"/>
                <a:gd name="T40" fmla="*/ 11 w 128"/>
                <a:gd name="T41" fmla="*/ 32 h 108"/>
                <a:gd name="T42" fmla="*/ 33 w 128"/>
                <a:gd name="T43" fmla="*/ 28 h 108"/>
                <a:gd name="T44" fmla="*/ 40 w 128"/>
                <a:gd name="T45" fmla="*/ 11 h 108"/>
                <a:gd name="T46" fmla="*/ 44 w 128"/>
                <a:gd name="T47" fmla="*/ 8 h 108"/>
                <a:gd name="T48" fmla="*/ 84 w 128"/>
                <a:gd name="T49" fmla="*/ 8 h 108"/>
                <a:gd name="T50" fmla="*/ 88 w 128"/>
                <a:gd name="T51" fmla="*/ 11 h 108"/>
                <a:gd name="T52" fmla="*/ 95 w 128"/>
                <a:gd name="T53" fmla="*/ 28 h 108"/>
                <a:gd name="T54" fmla="*/ 117 w 128"/>
                <a:gd name="T55" fmla="*/ 32 h 108"/>
                <a:gd name="T56" fmla="*/ 120 w 128"/>
                <a:gd name="T57" fmla="*/ 36 h 108"/>
                <a:gd name="T58" fmla="*/ 120 w 128"/>
                <a:gd name="T59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8" h="108">
                  <a:moveTo>
                    <a:pt x="118" y="24"/>
                  </a:moveTo>
                  <a:cubicBezTo>
                    <a:pt x="101" y="21"/>
                    <a:pt x="101" y="21"/>
                    <a:pt x="101" y="21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3" y="3"/>
                    <a:pt x="89" y="0"/>
                    <a:pt x="8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9" y="0"/>
                    <a:pt x="35" y="3"/>
                    <a:pt x="33" y="8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4" y="25"/>
                    <a:pt x="0" y="30"/>
                    <a:pt x="0" y="3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3"/>
                    <a:pt x="5" y="108"/>
                    <a:pt x="1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23" y="108"/>
                    <a:pt x="128" y="103"/>
                    <a:pt x="128" y="96"/>
                  </a:cubicBezTo>
                  <a:cubicBezTo>
                    <a:pt x="128" y="36"/>
                    <a:pt x="128" y="36"/>
                    <a:pt x="128" y="36"/>
                  </a:cubicBezTo>
                  <a:cubicBezTo>
                    <a:pt x="128" y="30"/>
                    <a:pt x="124" y="25"/>
                    <a:pt x="118" y="24"/>
                  </a:cubicBezTo>
                  <a:close/>
                  <a:moveTo>
                    <a:pt x="120" y="96"/>
                  </a:moveTo>
                  <a:cubicBezTo>
                    <a:pt x="120" y="98"/>
                    <a:pt x="118" y="100"/>
                    <a:pt x="116" y="100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0" y="100"/>
                    <a:pt x="8" y="98"/>
                    <a:pt x="8" y="9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4"/>
                    <a:pt x="9" y="32"/>
                    <a:pt x="11" y="32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9"/>
                    <a:pt x="42" y="8"/>
                    <a:pt x="4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6" y="8"/>
                    <a:pt x="87" y="9"/>
                    <a:pt x="88" y="11"/>
                  </a:cubicBezTo>
                  <a:cubicBezTo>
                    <a:pt x="95" y="28"/>
                    <a:pt x="95" y="28"/>
                    <a:pt x="95" y="28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9" y="32"/>
                    <a:pt x="120" y="34"/>
                    <a:pt x="120" y="36"/>
                  </a:cubicBezTo>
                  <a:lnTo>
                    <a:pt x="120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806807" y="5108266"/>
            <a:ext cx="405623" cy="395288"/>
            <a:chOff x="8535988" y="-15875"/>
            <a:chExt cx="249238" cy="242888"/>
          </a:xfrm>
          <a:solidFill>
            <a:schemeClr val="bg1"/>
          </a:solidFill>
        </p:grpSpPr>
        <p:sp>
          <p:nvSpPr>
            <p:cNvPr id="52" name="Freeform 52"/>
            <p:cNvSpPr/>
            <p:nvPr/>
          </p:nvSpPr>
          <p:spPr bwMode="auto">
            <a:xfrm>
              <a:off x="8613775" y="79375"/>
              <a:ext cx="101600" cy="98425"/>
            </a:xfrm>
            <a:custGeom>
              <a:avLst/>
              <a:gdLst>
                <a:gd name="T0" fmla="*/ 4 w 26"/>
                <a:gd name="T1" fmla="*/ 25 h 26"/>
                <a:gd name="T2" fmla="*/ 24 w 26"/>
                <a:gd name="T3" fmla="*/ 15 h 26"/>
                <a:gd name="T4" fmla="*/ 24 w 26"/>
                <a:gd name="T5" fmla="*/ 11 h 26"/>
                <a:gd name="T6" fmla="*/ 4 w 26"/>
                <a:gd name="T7" fmla="*/ 1 h 26"/>
                <a:gd name="T8" fmla="*/ 0 w 26"/>
                <a:gd name="T9" fmla="*/ 3 h 26"/>
                <a:gd name="T10" fmla="*/ 0 w 26"/>
                <a:gd name="T11" fmla="*/ 23 h 26"/>
                <a:gd name="T12" fmla="*/ 4 w 26"/>
                <a:gd name="T13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6">
                  <a:moveTo>
                    <a:pt x="4" y="25"/>
                  </a:moveTo>
                  <a:cubicBezTo>
                    <a:pt x="24" y="15"/>
                    <a:pt x="24" y="15"/>
                    <a:pt x="24" y="15"/>
                  </a:cubicBezTo>
                  <a:cubicBezTo>
                    <a:pt x="26" y="14"/>
                    <a:pt x="26" y="12"/>
                    <a:pt x="24" y="1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5"/>
                    <a:pt x="2" y="26"/>
                    <a:pt x="4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3" name="Freeform 53"/>
            <p:cNvSpPr>
              <a:spLocks noEditPoints="1"/>
            </p:cNvSpPr>
            <p:nvPr/>
          </p:nvSpPr>
          <p:spPr bwMode="auto">
            <a:xfrm>
              <a:off x="8535988" y="-15875"/>
              <a:ext cx="249238" cy="242888"/>
            </a:xfrm>
            <a:custGeom>
              <a:avLst/>
              <a:gdLst>
                <a:gd name="T0" fmla="*/ 58 w 64"/>
                <a:gd name="T1" fmla="*/ 0 h 64"/>
                <a:gd name="T2" fmla="*/ 6 w 64"/>
                <a:gd name="T3" fmla="*/ 0 h 64"/>
                <a:gd name="T4" fmla="*/ 0 w 64"/>
                <a:gd name="T5" fmla="*/ 6 h 64"/>
                <a:gd name="T6" fmla="*/ 0 w 64"/>
                <a:gd name="T7" fmla="*/ 58 h 64"/>
                <a:gd name="T8" fmla="*/ 6 w 64"/>
                <a:gd name="T9" fmla="*/ 64 h 64"/>
                <a:gd name="T10" fmla="*/ 58 w 64"/>
                <a:gd name="T11" fmla="*/ 64 h 64"/>
                <a:gd name="T12" fmla="*/ 64 w 64"/>
                <a:gd name="T13" fmla="*/ 58 h 64"/>
                <a:gd name="T14" fmla="*/ 64 w 64"/>
                <a:gd name="T15" fmla="*/ 6 h 64"/>
                <a:gd name="T16" fmla="*/ 58 w 64"/>
                <a:gd name="T17" fmla="*/ 0 h 64"/>
                <a:gd name="T18" fmla="*/ 40 w 64"/>
                <a:gd name="T19" fmla="*/ 4 h 64"/>
                <a:gd name="T20" fmla="*/ 44 w 64"/>
                <a:gd name="T21" fmla="*/ 12 h 64"/>
                <a:gd name="T22" fmla="*/ 36 w 64"/>
                <a:gd name="T23" fmla="*/ 12 h 64"/>
                <a:gd name="T24" fmla="*/ 32 w 64"/>
                <a:gd name="T25" fmla="*/ 4 h 64"/>
                <a:gd name="T26" fmla="*/ 40 w 64"/>
                <a:gd name="T27" fmla="*/ 4 h 64"/>
                <a:gd name="T28" fmla="*/ 24 w 64"/>
                <a:gd name="T29" fmla="*/ 4 h 64"/>
                <a:gd name="T30" fmla="*/ 28 w 64"/>
                <a:gd name="T31" fmla="*/ 12 h 64"/>
                <a:gd name="T32" fmla="*/ 20 w 64"/>
                <a:gd name="T33" fmla="*/ 12 h 64"/>
                <a:gd name="T34" fmla="*/ 16 w 64"/>
                <a:gd name="T35" fmla="*/ 4 h 64"/>
                <a:gd name="T36" fmla="*/ 24 w 64"/>
                <a:gd name="T37" fmla="*/ 4 h 64"/>
                <a:gd name="T38" fmla="*/ 4 w 64"/>
                <a:gd name="T39" fmla="*/ 6 h 64"/>
                <a:gd name="T40" fmla="*/ 6 w 64"/>
                <a:gd name="T41" fmla="*/ 4 h 64"/>
                <a:gd name="T42" fmla="*/ 8 w 64"/>
                <a:gd name="T43" fmla="*/ 4 h 64"/>
                <a:gd name="T44" fmla="*/ 12 w 64"/>
                <a:gd name="T45" fmla="*/ 12 h 64"/>
                <a:gd name="T46" fmla="*/ 4 w 64"/>
                <a:gd name="T47" fmla="*/ 12 h 64"/>
                <a:gd name="T48" fmla="*/ 4 w 64"/>
                <a:gd name="T49" fmla="*/ 6 h 64"/>
                <a:gd name="T50" fmla="*/ 60 w 64"/>
                <a:gd name="T51" fmla="*/ 58 h 64"/>
                <a:gd name="T52" fmla="*/ 58 w 64"/>
                <a:gd name="T53" fmla="*/ 60 h 64"/>
                <a:gd name="T54" fmla="*/ 6 w 64"/>
                <a:gd name="T55" fmla="*/ 60 h 64"/>
                <a:gd name="T56" fmla="*/ 4 w 64"/>
                <a:gd name="T57" fmla="*/ 58 h 64"/>
                <a:gd name="T58" fmla="*/ 4 w 64"/>
                <a:gd name="T59" fmla="*/ 16 h 64"/>
                <a:gd name="T60" fmla="*/ 60 w 64"/>
                <a:gd name="T61" fmla="*/ 16 h 64"/>
                <a:gd name="T62" fmla="*/ 60 w 64"/>
                <a:gd name="T63" fmla="*/ 58 h 64"/>
                <a:gd name="T64" fmla="*/ 52 w 64"/>
                <a:gd name="T65" fmla="*/ 12 h 64"/>
                <a:gd name="T66" fmla="*/ 48 w 64"/>
                <a:gd name="T67" fmla="*/ 4 h 64"/>
                <a:gd name="T68" fmla="*/ 56 w 64"/>
                <a:gd name="T69" fmla="*/ 4 h 64"/>
                <a:gd name="T70" fmla="*/ 60 w 64"/>
                <a:gd name="T71" fmla="*/ 12 h 64"/>
                <a:gd name="T72" fmla="*/ 52 w 64"/>
                <a:gd name="T73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4" h="64">
                  <a:moveTo>
                    <a:pt x="5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1"/>
                    <a:pt x="3" y="64"/>
                    <a:pt x="6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61" y="64"/>
                    <a:pt x="64" y="61"/>
                    <a:pt x="64" y="58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3"/>
                    <a:pt x="61" y="0"/>
                    <a:pt x="58" y="0"/>
                  </a:cubicBezTo>
                  <a:close/>
                  <a:moveTo>
                    <a:pt x="40" y="4"/>
                  </a:moveTo>
                  <a:cubicBezTo>
                    <a:pt x="44" y="12"/>
                    <a:pt x="44" y="12"/>
                    <a:pt x="44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2" y="4"/>
                    <a:pt x="32" y="4"/>
                    <a:pt x="32" y="4"/>
                  </a:cubicBezTo>
                  <a:lnTo>
                    <a:pt x="40" y="4"/>
                  </a:lnTo>
                  <a:close/>
                  <a:moveTo>
                    <a:pt x="24" y="4"/>
                  </a:moveTo>
                  <a:cubicBezTo>
                    <a:pt x="28" y="12"/>
                    <a:pt x="28" y="12"/>
                    <a:pt x="28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24" y="4"/>
                  </a:lnTo>
                  <a:close/>
                  <a:moveTo>
                    <a:pt x="4" y="6"/>
                  </a:moveTo>
                  <a:cubicBezTo>
                    <a:pt x="4" y="5"/>
                    <a:pt x="5" y="4"/>
                    <a:pt x="6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4" y="12"/>
                    <a:pt x="4" y="12"/>
                    <a:pt x="4" y="12"/>
                  </a:cubicBezTo>
                  <a:lnTo>
                    <a:pt x="4" y="6"/>
                  </a:lnTo>
                  <a:close/>
                  <a:moveTo>
                    <a:pt x="60" y="58"/>
                  </a:moveTo>
                  <a:cubicBezTo>
                    <a:pt x="60" y="59"/>
                    <a:pt x="59" y="60"/>
                    <a:pt x="58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5" y="60"/>
                    <a:pt x="4" y="59"/>
                    <a:pt x="4" y="5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60" y="16"/>
                    <a:pt x="60" y="16"/>
                    <a:pt x="60" y="16"/>
                  </a:cubicBezTo>
                  <a:lnTo>
                    <a:pt x="60" y="58"/>
                  </a:lnTo>
                  <a:close/>
                  <a:moveTo>
                    <a:pt x="52" y="12"/>
                  </a:moveTo>
                  <a:cubicBezTo>
                    <a:pt x="48" y="4"/>
                    <a:pt x="48" y="4"/>
                    <a:pt x="48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60" y="12"/>
                    <a:pt x="60" y="12"/>
                    <a:pt x="60" y="12"/>
                  </a:cubicBezTo>
                  <a:lnTo>
                    <a:pt x="5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Services List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What we do</a:t>
            </a:r>
            <a:endParaRPr lang="id-ID" dirty="0"/>
          </a:p>
        </p:txBody>
      </p:sp>
      <p:sp>
        <p:nvSpPr>
          <p:cNvPr id="51" name="Freeform 9"/>
          <p:cNvSpPr/>
          <p:nvPr/>
        </p:nvSpPr>
        <p:spPr bwMode="auto">
          <a:xfrm>
            <a:off x="396875" y="2260504"/>
            <a:ext cx="3132000" cy="498475"/>
          </a:xfrm>
          <a:custGeom>
            <a:avLst/>
            <a:gdLst>
              <a:gd name="T0" fmla="*/ 2042 w 2042"/>
              <a:gd name="T1" fmla="*/ 0 h 314"/>
              <a:gd name="T2" fmla="*/ 1893 w 2042"/>
              <a:gd name="T3" fmla="*/ 0 h 314"/>
              <a:gd name="T4" fmla="*/ 151 w 2042"/>
              <a:gd name="T5" fmla="*/ 0 h 314"/>
              <a:gd name="T6" fmla="*/ 0 w 2042"/>
              <a:gd name="T7" fmla="*/ 0 h 314"/>
              <a:gd name="T8" fmla="*/ 120 w 2042"/>
              <a:gd name="T9" fmla="*/ 159 h 314"/>
              <a:gd name="T10" fmla="*/ 9 w 2042"/>
              <a:gd name="T11" fmla="*/ 314 h 314"/>
              <a:gd name="T12" fmla="*/ 151 w 2042"/>
              <a:gd name="T13" fmla="*/ 314 h 314"/>
              <a:gd name="T14" fmla="*/ 1893 w 2042"/>
              <a:gd name="T15" fmla="*/ 314 h 314"/>
              <a:gd name="T16" fmla="*/ 2035 w 2042"/>
              <a:gd name="T17" fmla="*/ 314 h 314"/>
              <a:gd name="T18" fmla="*/ 1923 w 2042"/>
              <a:gd name="T19" fmla="*/ 159 h 314"/>
              <a:gd name="T20" fmla="*/ 2042 w 2042"/>
              <a:gd name="T21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42" h="314">
                <a:moveTo>
                  <a:pt x="2042" y="0"/>
                </a:moveTo>
                <a:lnTo>
                  <a:pt x="1893" y="0"/>
                </a:lnTo>
                <a:lnTo>
                  <a:pt x="151" y="0"/>
                </a:lnTo>
                <a:lnTo>
                  <a:pt x="0" y="0"/>
                </a:lnTo>
                <a:lnTo>
                  <a:pt x="120" y="159"/>
                </a:lnTo>
                <a:lnTo>
                  <a:pt x="9" y="314"/>
                </a:lnTo>
                <a:lnTo>
                  <a:pt x="151" y="314"/>
                </a:lnTo>
                <a:lnTo>
                  <a:pt x="1893" y="314"/>
                </a:lnTo>
                <a:lnTo>
                  <a:pt x="2035" y="314"/>
                </a:lnTo>
                <a:lnTo>
                  <a:pt x="1923" y="159"/>
                </a:lnTo>
                <a:lnTo>
                  <a:pt x="20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2" name="Freeform 9"/>
          <p:cNvSpPr/>
          <p:nvPr/>
        </p:nvSpPr>
        <p:spPr bwMode="auto">
          <a:xfrm>
            <a:off x="4533523" y="2260504"/>
            <a:ext cx="3132000" cy="498475"/>
          </a:xfrm>
          <a:custGeom>
            <a:avLst/>
            <a:gdLst>
              <a:gd name="T0" fmla="*/ 2042 w 2042"/>
              <a:gd name="T1" fmla="*/ 0 h 314"/>
              <a:gd name="T2" fmla="*/ 1893 w 2042"/>
              <a:gd name="T3" fmla="*/ 0 h 314"/>
              <a:gd name="T4" fmla="*/ 151 w 2042"/>
              <a:gd name="T5" fmla="*/ 0 h 314"/>
              <a:gd name="T6" fmla="*/ 0 w 2042"/>
              <a:gd name="T7" fmla="*/ 0 h 314"/>
              <a:gd name="T8" fmla="*/ 120 w 2042"/>
              <a:gd name="T9" fmla="*/ 159 h 314"/>
              <a:gd name="T10" fmla="*/ 9 w 2042"/>
              <a:gd name="T11" fmla="*/ 314 h 314"/>
              <a:gd name="T12" fmla="*/ 151 w 2042"/>
              <a:gd name="T13" fmla="*/ 314 h 314"/>
              <a:gd name="T14" fmla="*/ 1893 w 2042"/>
              <a:gd name="T15" fmla="*/ 314 h 314"/>
              <a:gd name="T16" fmla="*/ 2035 w 2042"/>
              <a:gd name="T17" fmla="*/ 314 h 314"/>
              <a:gd name="T18" fmla="*/ 1923 w 2042"/>
              <a:gd name="T19" fmla="*/ 159 h 314"/>
              <a:gd name="T20" fmla="*/ 2042 w 2042"/>
              <a:gd name="T21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42" h="314">
                <a:moveTo>
                  <a:pt x="2042" y="0"/>
                </a:moveTo>
                <a:lnTo>
                  <a:pt x="1893" y="0"/>
                </a:lnTo>
                <a:lnTo>
                  <a:pt x="151" y="0"/>
                </a:lnTo>
                <a:lnTo>
                  <a:pt x="0" y="0"/>
                </a:lnTo>
                <a:lnTo>
                  <a:pt x="120" y="159"/>
                </a:lnTo>
                <a:lnTo>
                  <a:pt x="9" y="314"/>
                </a:lnTo>
                <a:lnTo>
                  <a:pt x="151" y="314"/>
                </a:lnTo>
                <a:lnTo>
                  <a:pt x="1893" y="314"/>
                </a:lnTo>
                <a:lnTo>
                  <a:pt x="2035" y="314"/>
                </a:lnTo>
                <a:lnTo>
                  <a:pt x="1923" y="159"/>
                </a:lnTo>
                <a:lnTo>
                  <a:pt x="204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Freeform 9"/>
          <p:cNvSpPr/>
          <p:nvPr/>
        </p:nvSpPr>
        <p:spPr bwMode="auto">
          <a:xfrm>
            <a:off x="8733671" y="2260504"/>
            <a:ext cx="3132000" cy="498475"/>
          </a:xfrm>
          <a:custGeom>
            <a:avLst/>
            <a:gdLst>
              <a:gd name="T0" fmla="*/ 2042 w 2042"/>
              <a:gd name="T1" fmla="*/ 0 h 314"/>
              <a:gd name="T2" fmla="*/ 1893 w 2042"/>
              <a:gd name="T3" fmla="*/ 0 h 314"/>
              <a:gd name="T4" fmla="*/ 151 w 2042"/>
              <a:gd name="T5" fmla="*/ 0 h 314"/>
              <a:gd name="T6" fmla="*/ 0 w 2042"/>
              <a:gd name="T7" fmla="*/ 0 h 314"/>
              <a:gd name="T8" fmla="*/ 120 w 2042"/>
              <a:gd name="T9" fmla="*/ 159 h 314"/>
              <a:gd name="T10" fmla="*/ 9 w 2042"/>
              <a:gd name="T11" fmla="*/ 314 h 314"/>
              <a:gd name="T12" fmla="*/ 151 w 2042"/>
              <a:gd name="T13" fmla="*/ 314 h 314"/>
              <a:gd name="T14" fmla="*/ 1893 w 2042"/>
              <a:gd name="T15" fmla="*/ 314 h 314"/>
              <a:gd name="T16" fmla="*/ 2035 w 2042"/>
              <a:gd name="T17" fmla="*/ 314 h 314"/>
              <a:gd name="T18" fmla="*/ 1923 w 2042"/>
              <a:gd name="T19" fmla="*/ 159 h 314"/>
              <a:gd name="T20" fmla="*/ 2042 w 2042"/>
              <a:gd name="T21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42" h="314">
                <a:moveTo>
                  <a:pt x="2042" y="0"/>
                </a:moveTo>
                <a:lnTo>
                  <a:pt x="1893" y="0"/>
                </a:lnTo>
                <a:lnTo>
                  <a:pt x="151" y="0"/>
                </a:lnTo>
                <a:lnTo>
                  <a:pt x="0" y="0"/>
                </a:lnTo>
                <a:lnTo>
                  <a:pt x="120" y="159"/>
                </a:lnTo>
                <a:lnTo>
                  <a:pt x="9" y="314"/>
                </a:lnTo>
                <a:lnTo>
                  <a:pt x="151" y="314"/>
                </a:lnTo>
                <a:lnTo>
                  <a:pt x="1893" y="314"/>
                </a:lnTo>
                <a:lnTo>
                  <a:pt x="2035" y="314"/>
                </a:lnTo>
                <a:lnTo>
                  <a:pt x="1923" y="159"/>
                </a:lnTo>
                <a:lnTo>
                  <a:pt x="204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4" name="Freeform 9"/>
          <p:cNvSpPr/>
          <p:nvPr/>
        </p:nvSpPr>
        <p:spPr bwMode="auto">
          <a:xfrm>
            <a:off x="396875" y="4203604"/>
            <a:ext cx="3132000" cy="498475"/>
          </a:xfrm>
          <a:custGeom>
            <a:avLst/>
            <a:gdLst>
              <a:gd name="T0" fmla="*/ 2042 w 2042"/>
              <a:gd name="T1" fmla="*/ 0 h 314"/>
              <a:gd name="T2" fmla="*/ 1893 w 2042"/>
              <a:gd name="T3" fmla="*/ 0 h 314"/>
              <a:gd name="T4" fmla="*/ 151 w 2042"/>
              <a:gd name="T5" fmla="*/ 0 h 314"/>
              <a:gd name="T6" fmla="*/ 0 w 2042"/>
              <a:gd name="T7" fmla="*/ 0 h 314"/>
              <a:gd name="T8" fmla="*/ 120 w 2042"/>
              <a:gd name="T9" fmla="*/ 159 h 314"/>
              <a:gd name="T10" fmla="*/ 9 w 2042"/>
              <a:gd name="T11" fmla="*/ 314 h 314"/>
              <a:gd name="T12" fmla="*/ 151 w 2042"/>
              <a:gd name="T13" fmla="*/ 314 h 314"/>
              <a:gd name="T14" fmla="*/ 1893 w 2042"/>
              <a:gd name="T15" fmla="*/ 314 h 314"/>
              <a:gd name="T16" fmla="*/ 2035 w 2042"/>
              <a:gd name="T17" fmla="*/ 314 h 314"/>
              <a:gd name="T18" fmla="*/ 1923 w 2042"/>
              <a:gd name="T19" fmla="*/ 159 h 314"/>
              <a:gd name="T20" fmla="*/ 2042 w 2042"/>
              <a:gd name="T21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42" h="314">
                <a:moveTo>
                  <a:pt x="2042" y="0"/>
                </a:moveTo>
                <a:lnTo>
                  <a:pt x="1893" y="0"/>
                </a:lnTo>
                <a:lnTo>
                  <a:pt x="151" y="0"/>
                </a:lnTo>
                <a:lnTo>
                  <a:pt x="0" y="0"/>
                </a:lnTo>
                <a:lnTo>
                  <a:pt x="120" y="159"/>
                </a:lnTo>
                <a:lnTo>
                  <a:pt x="9" y="314"/>
                </a:lnTo>
                <a:lnTo>
                  <a:pt x="151" y="314"/>
                </a:lnTo>
                <a:lnTo>
                  <a:pt x="1893" y="314"/>
                </a:lnTo>
                <a:lnTo>
                  <a:pt x="2035" y="314"/>
                </a:lnTo>
                <a:lnTo>
                  <a:pt x="1923" y="159"/>
                </a:lnTo>
                <a:lnTo>
                  <a:pt x="204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5" name="Freeform 9"/>
          <p:cNvSpPr/>
          <p:nvPr/>
        </p:nvSpPr>
        <p:spPr bwMode="auto">
          <a:xfrm>
            <a:off x="4533523" y="4203604"/>
            <a:ext cx="3132000" cy="498475"/>
          </a:xfrm>
          <a:custGeom>
            <a:avLst/>
            <a:gdLst>
              <a:gd name="T0" fmla="*/ 2042 w 2042"/>
              <a:gd name="T1" fmla="*/ 0 h 314"/>
              <a:gd name="T2" fmla="*/ 1893 w 2042"/>
              <a:gd name="T3" fmla="*/ 0 h 314"/>
              <a:gd name="T4" fmla="*/ 151 w 2042"/>
              <a:gd name="T5" fmla="*/ 0 h 314"/>
              <a:gd name="T6" fmla="*/ 0 w 2042"/>
              <a:gd name="T7" fmla="*/ 0 h 314"/>
              <a:gd name="T8" fmla="*/ 120 w 2042"/>
              <a:gd name="T9" fmla="*/ 159 h 314"/>
              <a:gd name="T10" fmla="*/ 9 w 2042"/>
              <a:gd name="T11" fmla="*/ 314 h 314"/>
              <a:gd name="T12" fmla="*/ 151 w 2042"/>
              <a:gd name="T13" fmla="*/ 314 h 314"/>
              <a:gd name="T14" fmla="*/ 1893 w 2042"/>
              <a:gd name="T15" fmla="*/ 314 h 314"/>
              <a:gd name="T16" fmla="*/ 2035 w 2042"/>
              <a:gd name="T17" fmla="*/ 314 h 314"/>
              <a:gd name="T18" fmla="*/ 1923 w 2042"/>
              <a:gd name="T19" fmla="*/ 159 h 314"/>
              <a:gd name="T20" fmla="*/ 2042 w 2042"/>
              <a:gd name="T21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42" h="314">
                <a:moveTo>
                  <a:pt x="2042" y="0"/>
                </a:moveTo>
                <a:lnTo>
                  <a:pt x="1893" y="0"/>
                </a:lnTo>
                <a:lnTo>
                  <a:pt x="151" y="0"/>
                </a:lnTo>
                <a:lnTo>
                  <a:pt x="0" y="0"/>
                </a:lnTo>
                <a:lnTo>
                  <a:pt x="120" y="159"/>
                </a:lnTo>
                <a:lnTo>
                  <a:pt x="9" y="314"/>
                </a:lnTo>
                <a:lnTo>
                  <a:pt x="151" y="314"/>
                </a:lnTo>
                <a:lnTo>
                  <a:pt x="1893" y="314"/>
                </a:lnTo>
                <a:lnTo>
                  <a:pt x="2035" y="314"/>
                </a:lnTo>
                <a:lnTo>
                  <a:pt x="1923" y="159"/>
                </a:lnTo>
                <a:lnTo>
                  <a:pt x="204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6" name="Freeform 9"/>
          <p:cNvSpPr/>
          <p:nvPr/>
        </p:nvSpPr>
        <p:spPr bwMode="auto">
          <a:xfrm>
            <a:off x="8733671" y="4203604"/>
            <a:ext cx="3132000" cy="498475"/>
          </a:xfrm>
          <a:custGeom>
            <a:avLst/>
            <a:gdLst>
              <a:gd name="T0" fmla="*/ 2042 w 2042"/>
              <a:gd name="T1" fmla="*/ 0 h 314"/>
              <a:gd name="T2" fmla="*/ 1893 w 2042"/>
              <a:gd name="T3" fmla="*/ 0 h 314"/>
              <a:gd name="T4" fmla="*/ 151 w 2042"/>
              <a:gd name="T5" fmla="*/ 0 h 314"/>
              <a:gd name="T6" fmla="*/ 0 w 2042"/>
              <a:gd name="T7" fmla="*/ 0 h 314"/>
              <a:gd name="T8" fmla="*/ 120 w 2042"/>
              <a:gd name="T9" fmla="*/ 159 h 314"/>
              <a:gd name="T10" fmla="*/ 9 w 2042"/>
              <a:gd name="T11" fmla="*/ 314 h 314"/>
              <a:gd name="T12" fmla="*/ 151 w 2042"/>
              <a:gd name="T13" fmla="*/ 314 h 314"/>
              <a:gd name="T14" fmla="*/ 1893 w 2042"/>
              <a:gd name="T15" fmla="*/ 314 h 314"/>
              <a:gd name="T16" fmla="*/ 2035 w 2042"/>
              <a:gd name="T17" fmla="*/ 314 h 314"/>
              <a:gd name="T18" fmla="*/ 1923 w 2042"/>
              <a:gd name="T19" fmla="*/ 159 h 314"/>
              <a:gd name="T20" fmla="*/ 2042 w 2042"/>
              <a:gd name="T21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42" h="314">
                <a:moveTo>
                  <a:pt x="2042" y="0"/>
                </a:moveTo>
                <a:lnTo>
                  <a:pt x="1893" y="0"/>
                </a:lnTo>
                <a:lnTo>
                  <a:pt x="151" y="0"/>
                </a:lnTo>
                <a:lnTo>
                  <a:pt x="0" y="0"/>
                </a:lnTo>
                <a:lnTo>
                  <a:pt x="120" y="159"/>
                </a:lnTo>
                <a:lnTo>
                  <a:pt x="9" y="314"/>
                </a:lnTo>
                <a:lnTo>
                  <a:pt x="151" y="314"/>
                </a:lnTo>
                <a:lnTo>
                  <a:pt x="1893" y="314"/>
                </a:lnTo>
                <a:lnTo>
                  <a:pt x="2035" y="314"/>
                </a:lnTo>
                <a:lnTo>
                  <a:pt x="1923" y="159"/>
                </a:lnTo>
                <a:lnTo>
                  <a:pt x="204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52779" y="2917479"/>
            <a:ext cx="24201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Nunc sed mattis elit. Duis blandit elit. 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69977" y="2309686"/>
            <a:ext cx="258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Graphic Design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889427" y="2917479"/>
            <a:ext cx="24201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Sed auctor risus sem, et pharetra ex euismod at. 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9089575" y="2917479"/>
            <a:ext cx="24201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Donec ligula augue, commodo ut. 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089575" y="4868733"/>
            <a:ext cx="242019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Sed suscipit justo non tincidunt sodales. Sed sit amet nibh quis massa.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52779" y="4868733"/>
            <a:ext cx="24201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Sed auctor risus sem, et pharetra ex euismod at. 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889427" y="4868733"/>
            <a:ext cx="24201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 ipsum dolor sit amet, consectetur adipiscing elit. Donec ligula augue, commodo ut. 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9977" y="4252786"/>
            <a:ext cx="258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Web Design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806625" y="2309686"/>
            <a:ext cx="258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Video Editing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806625" y="4252786"/>
            <a:ext cx="258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SEO Analysis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006773" y="2309686"/>
            <a:ext cx="258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Marketing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006773" y="4252786"/>
            <a:ext cx="2585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Print Design</a:t>
            </a: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/>
      <p:bldP spid="58" grpId="0"/>
      <p:bldP spid="59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69" grpId="0"/>
      <p:bldP spid="7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About Us</a:t>
            </a:r>
            <a:endParaRPr lang="id-ID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Mission</a:t>
            </a:r>
            <a:endParaRPr lang="id-ID" dirty="0"/>
          </a:p>
        </p:txBody>
      </p:sp>
      <p:sp>
        <p:nvSpPr>
          <p:cNvPr id="39" name="Rectangle 38"/>
          <p:cNvSpPr/>
          <p:nvPr/>
        </p:nvSpPr>
        <p:spPr>
          <a:xfrm>
            <a:off x="627450" y="4169375"/>
            <a:ext cx="318010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</a:t>
            </a: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and personal presentation, eaque ipsa quae ab illo inventore veritatis et quasi architecto beatae vitae dicta sunt explicabo.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1446772" y="2235200"/>
            <a:ext cx="1548000" cy="1548000"/>
            <a:chOff x="1373188" y="2063750"/>
            <a:chExt cx="1541463" cy="1550988"/>
          </a:xfrm>
        </p:grpSpPr>
        <p:sp>
          <p:nvSpPr>
            <p:cNvPr id="43" name="Oval 5"/>
            <p:cNvSpPr>
              <a:spLocks noChangeArrowheads="1"/>
            </p:cNvSpPr>
            <p:nvPr/>
          </p:nvSpPr>
          <p:spPr bwMode="auto">
            <a:xfrm>
              <a:off x="1373188" y="2063750"/>
              <a:ext cx="1541463" cy="15509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4" name="Freeform 6"/>
            <p:cNvSpPr/>
            <p:nvPr/>
          </p:nvSpPr>
          <p:spPr bwMode="auto">
            <a:xfrm>
              <a:off x="1668463" y="2247900"/>
              <a:ext cx="1246188" cy="1357313"/>
            </a:xfrm>
            <a:custGeom>
              <a:avLst/>
              <a:gdLst>
                <a:gd name="T0" fmla="*/ 122 w 122"/>
                <a:gd name="T1" fmla="*/ 58 h 132"/>
                <a:gd name="T2" fmla="*/ 115 w 122"/>
                <a:gd name="T3" fmla="*/ 27 h 132"/>
                <a:gd name="T4" fmla="*/ 91 w 122"/>
                <a:gd name="T5" fmla="*/ 3 h 132"/>
                <a:gd name="T6" fmla="*/ 91 w 122"/>
                <a:gd name="T7" fmla="*/ 3 h 132"/>
                <a:gd name="T8" fmla="*/ 90 w 122"/>
                <a:gd name="T9" fmla="*/ 2 h 132"/>
                <a:gd name="T10" fmla="*/ 80 w 122"/>
                <a:gd name="T11" fmla="*/ 12 h 132"/>
                <a:gd name="T12" fmla="*/ 79 w 122"/>
                <a:gd name="T13" fmla="*/ 20 h 132"/>
                <a:gd name="T14" fmla="*/ 79 w 122"/>
                <a:gd name="T15" fmla="*/ 20 h 132"/>
                <a:gd name="T16" fmla="*/ 77 w 122"/>
                <a:gd name="T17" fmla="*/ 22 h 132"/>
                <a:gd name="T18" fmla="*/ 46 w 122"/>
                <a:gd name="T19" fmla="*/ 11 h 132"/>
                <a:gd name="T20" fmla="*/ 0 w 122"/>
                <a:gd name="T21" fmla="*/ 57 h 132"/>
                <a:gd name="T22" fmla="*/ 14 w 122"/>
                <a:gd name="T23" fmla="*/ 90 h 132"/>
                <a:gd name="T24" fmla="*/ 57 w 122"/>
                <a:gd name="T25" fmla="*/ 132 h 132"/>
                <a:gd name="T26" fmla="*/ 122 w 122"/>
                <a:gd name="T27" fmla="*/ 5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2" h="132">
                  <a:moveTo>
                    <a:pt x="122" y="58"/>
                  </a:moveTo>
                  <a:cubicBezTo>
                    <a:pt x="122" y="47"/>
                    <a:pt x="119" y="36"/>
                    <a:pt x="115" y="27"/>
                  </a:cubicBezTo>
                  <a:cubicBezTo>
                    <a:pt x="91" y="3"/>
                    <a:pt x="91" y="3"/>
                    <a:pt x="91" y="3"/>
                  </a:cubicBezTo>
                  <a:cubicBezTo>
                    <a:pt x="91" y="3"/>
                    <a:pt x="91" y="3"/>
                    <a:pt x="91" y="3"/>
                  </a:cubicBezTo>
                  <a:cubicBezTo>
                    <a:pt x="91" y="3"/>
                    <a:pt x="91" y="3"/>
                    <a:pt x="90" y="2"/>
                  </a:cubicBezTo>
                  <a:cubicBezTo>
                    <a:pt x="87" y="0"/>
                    <a:pt x="82" y="7"/>
                    <a:pt x="80" y="12"/>
                  </a:cubicBezTo>
                  <a:cubicBezTo>
                    <a:pt x="80" y="15"/>
                    <a:pt x="79" y="18"/>
                    <a:pt x="79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8" y="21"/>
                    <a:pt x="78" y="21"/>
                    <a:pt x="77" y="22"/>
                  </a:cubicBezTo>
                  <a:cubicBezTo>
                    <a:pt x="69" y="15"/>
                    <a:pt x="58" y="11"/>
                    <a:pt x="46" y="11"/>
                  </a:cubicBezTo>
                  <a:cubicBezTo>
                    <a:pt x="21" y="11"/>
                    <a:pt x="0" y="31"/>
                    <a:pt x="0" y="57"/>
                  </a:cubicBezTo>
                  <a:cubicBezTo>
                    <a:pt x="0" y="70"/>
                    <a:pt x="6" y="81"/>
                    <a:pt x="14" y="90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93" y="127"/>
                    <a:pt x="122" y="96"/>
                    <a:pt x="122" y="5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5" name="Freeform 7"/>
            <p:cNvSpPr>
              <a:spLocks noEditPoints="1"/>
            </p:cNvSpPr>
            <p:nvPr/>
          </p:nvSpPr>
          <p:spPr bwMode="auto">
            <a:xfrm>
              <a:off x="1760538" y="2443163"/>
              <a:ext cx="765175" cy="771525"/>
            </a:xfrm>
            <a:custGeom>
              <a:avLst/>
              <a:gdLst>
                <a:gd name="T0" fmla="*/ 37 w 75"/>
                <a:gd name="T1" fmla="*/ 0 h 75"/>
                <a:gd name="T2" fmla="*/ 0 w 75"/>
                <a:gd name="T3" fmla="*/ 38 h 75"/>
                <a:gd name="T4" fmla="*/ 37 w 75"/>
                <a:gd name="T5" fmla="*/ 75 h 75"/>
                <a:gd name="T6" fmla="*/ 68 w 75"/>
                <a:gd name="T7" fmla="*/ 59 h 75"/>
                <a:gd name="T8" fmla="*/ 74 w 75"/>
                <a:gd name="T9" fmla="*/ 48 h 75"/>
                <a:gd name="T10" fmla="*/ 75 w 75"/>
                <a:gd name="T11" fmla="*/ 38 h 75"/>
                <a:gd name="T12" fmla="*/ 37 w 75"/>
                <a:gd name="T13" fmla="*/ 0 h 75"/>
                <a:gd name="T14" fmla="*/ 61 w 75"/>
                <a:gd name="T15" fmla="*/ 55 h 75"/>
                <a:gd name="T16" fmla="*/ 37 w 75"/>
                <a:gd name="T17" fmla="*/ 67 h 75"/>
                <a:gd name="T18" fmla="*/ 8 w 75"/>
                <a:gd name="T19" fmla="*/ 38 h 75"/>
                <a:gd name="T20" fmla="*/ 37 w 75"/>
                <a:gd name="T21" fmla="*/ 9 h 75"/>
                <a:gd name="T22" fmla="*/ 66 w 75"/>
                <a:gd name="T23" fmla="*/ 38 h 75"/>
                <a:gd name="T24" fmla="*/ 66 w 75"/>
                <a:gd name="T25" fmla="*/ 44 h 75"/>
                <a:gd name="T26" fmla="*/ 61 w 75"/>
                <a:gd name="T2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75">
                  <a:moveTo>
                    <a:pt x="37" y="0"/>
                  </a:moveTo>
                  <a:cubicBezTo>
                    <a:pt x="17" y="0"/>
                    <a:pt x="0" y="17"/>
                    <a:pt x="0" y="38"/>
                  </a:cubicBezTo>
                  <a:cubicBezTo>
                    <a:pt x="0" y="58"/>
                    <a:pt x="17" y="75"/>
                    <a:pt x="37" y="75"/>
                  </a:cubicBezTo>
                  <a:cubicBezTo>
                    <a:pt x="50" y="75"/>
                    <a:pt x="61" y="69"/>
                    <a:pt x="68" y="59"/>
                  </a:cubicBezTo>
                  <a:cubicBezTo>
                    <a:pt x="70" y="56"/>
                    <a:pt x="72" y="52"/>
                    <a:pt x="74" y="48"/>
                  </a:cubicBezTo>
                  <a:cubicBezTo>
                    <a:pt x="74" y="45"/>
                    <a:pt x="75" y="41"/>
                    <a:pt x="75" y="38"/>
                  </a:cubicBezTo>
                  <a:cubicBezTo>
                    <a:pt x="75" y="17"/>
                    <a:pt x="58" y="0"/>
                    <a:pt x="37" y="0"/>
                  </a:cubicBezTo>
                  <a:close/>
                  <a:moveTo>
                    <a:pt x="61" y="55"/>
                  </a:moveTo>
                  <a:cubicBezTo>
                    <a:pt x="55" y="62"/>
                    <a:pt x="47" y="67"/>
                    <a:pt x="37" y="67"/>
                  </a:cubicBezTo>
                  <a:cubicBezTo>
                    <a:pt x="21" y="67"/>
                    <a:pt x="8" y="54"/>
                    <a:pt x="8" y="38"/>
                  </a:cubicBezTo>
                  <a:cubicBezTo>
                    <a:pt x="8" y="22"/>
                    <a:pt x="21" y="9"/>
                    <a:pt x="37" y="9"/>
                  </a:cubicBezTo>
                  <a:cubicBezTo>
                    <a:pt x="53" y="9"/>
                    <a:pt x="66" y="22"/>
                    <a:pt x="66" y="38"/>
                  </a:cubicBezTo>
                  <a:cubicBezTo>
                    <a:pt x="66" y="40"/>
                    <a:pt x="66" y="42"/>
                    <a:pt x="66" y="44"/>
                  </a:cubicBezTo>
                  <a:cubicBezTo>
                    <a:pt x="65" y="48"/>
                    <a:pt x="63" y="52"/>
                    <a:pt x="61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6" name="Freeform 8"/>
            <p:cNvSpPr/>
            <p:nvPr/>
          </p:nvSpPr>
          <p:spPr bwMode="auto">
            <a:xfrm>
              <a:off x="2108201" y="2794000"/>
              <a:ext cx="71438" cy="71438"/>
            </a:xfrm>
            <a:custGeom>
              <a:avLst/>
              <a:gdLst>
                <a:gd name="T0" fmla="*/ 7 w 7"/>
                <a:gd name="T1" fmla="*/ 4 h 7"/>
                <a:gd name="T2" fmla="*/ 3 w 7"/>
                <a:gd name="T3" fmla="*/ 0 h 7"/>
                <a:gd name="T4" fmla="*/ 0 w 7"/>
                <a:gd name="T5" fmla="*/ 4 h 7"/>
                <a:gd name="T6" fmla="*/ 3 w 7"/>
                <a:gd name="T7" fmla="*/ 7 h 7"/>
                <a:gd name="T8" fmla="*/ 6 w 7"/>
                <a:gd name="T9" fmla="*/ 6 h 7"/>
                <a:gd name="T10" fmla="*/ 3 w 7"/>
                <a:gd name="T11" fmla="*/ 4 h 7"/>
                <a:gd name="T12" fmla="*/ 7 w 7"/>
                <a:gd name="T13" fmla="*/ 4 h 7"/>
                <a:gd name="T14" fmla="*/ 7 w 7"/>
                <a:gd name="T15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7">
                  <a:moveTo>
                    <a:pt x="7" y="4"/>
                  </a:moveTo>
                  <a:cubicBezTo>
                    <a:pt x="7" y="2"/>
                    <a:pt x="5" y="0"/>
                    <a:pt x="3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7"/>
                    <a:pt x="3" y="7"/>
                  </a:cubicBezTo>
                  <a:cubicBezTo>
                    <a:pt x="4" y="7"/>
                    <a:pt x="5" y="7"/>
                    <a:pt x="6" y="6"/>
                  </a:cubicBezTo>
                  <a:cubicBezTo>
                    <a:pt x="4" y="5"/>
                    <a:pt x="3" y="4"/>
                    <a:pt x="3" y="4"/>
                  </a:cubicBezTo>
                  <a:cubicBezTo>
                    <a:pt x="3" y="4"/>
                    <a:pt x="5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7" name="Freeform 9"/>
            <p:cNvSpPr/>
            <p:nvPr/>
          </p:nvSpPr>
          <p:spPr bwMode="auto">
            <a:xfrm>
              <a:off x="2138363" y="2833688"/>
              <a:ext cx="41275" cy="20638"/>
            </a:xfrm>
            <a:custGeom>
              <a:avLst/>
              <a:gdLst>
                <a:gd name="T0" fmla="*/ 3 w 4"/>
                <a:gd name="T1" fmla="*/ 2 h 2"/>
                <a:gd name="T2" fmla="*/ 4 w 4"/>
                <a:gd name="T3" fmla="*/ 0 h 2"/>
                <a:gd name="T4" fmla="*/ 0 w 4"/>
                <a:gd name="T5" fmla="*/ 0 h 2"/>
                <a:gd name="T6" fmla="*/ 3 w 4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2">
                  <a:moveTo>
                    <a:pt x="3" y="2"/>
                  </a:moveTo>
                  <a:cubicBezTo>
                    <a:pt x="3" y="2"/>
                    <a:pt x="4" y="1"/>
                    <a:pt x="4" y="0"/>
                  </a:cubicBezTo>
                  <a:cubicBezTo>
                    <a:pt x="2" y="0"/>
                    <a:pt x="0" y="0"/>
                    <a:pt x="0" y="0"/>
                  </a:cubicBezTo>
                  <a:cubicBezTo>
                    <a:pt x="0" y="0"/>
                    <a:pt x="1" y="1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8" name="Freeform 10"/>
            <p:cNvSpPr>
              <a:spLocks noEditPoints="1"/>
            </p:cNvSpPr>
            <p:nvPr/>
          </p:nvSpPr>
          <p:spPr bwMode="auto">
            <a:xfrm>
              <a:off x="1933576" y="2617788"/>
              <a:ext cx="419100" cy="422275"/>
            </a:xfrm>
            <a:custGeom>
              <a:avLst/>
              <a:gdLst>
                <a:gd name="T0" fmla="*/ 20 w 41"/>
                <a:gd name="T1" fmla="*/ 0 h 41"/>
                <a:gd name="T2" fmla="*/ 0 w 41"/>
                <a:gd name="T3" fmla="*/ 21 h 41"/>
                <a:gd name="T4" fmla="*/ 20 w 41"/>
                <a:gd name="T5" fmla="*/ 41 h 41"/>
                <a:gd name="T6" fmla="*/ 36 w 41"/>
                <a:gd name="T7" fmla="*/ 34 h 41"/>
                <a:gd name="T8" fmla="*/ 41 w 41"/>
                <a:gd name="T9" fmla="*/ 24 h 41"/>
                <a:gd name="T10" fmla="*/ 41 w 41"/>
                <a:gd name="T11" fmla="*/ 21 h 41"/>
                <a:gd name="T12" fmla="*/ 20 w 41"/>
                <a:gd name="T13" fmla="*/ 0 h 41"/>
                <a:gd name="T14" fmla="*/ 29 w 41"/>
                <a:gd name="T15" fmla="*/ 29 h 41"/>
                <a:gd name="T16" fmla="*/ 20 w 41"/>
                <a:gd name="T17" fmla="*/ 33 h 41"/>
                <a:gd name="T18" fmla="*/ 8 w 41"/>
                <a:gd name="T19" fmla="*/ 21 h 41"/>
                <a:gd name="T20" fmla="*/ 20 w 41"/>
                <a:gd name="T21" fmla="*/ 9 h 41"/>
                <a:gd name="T22" fmla="*/ 32 w 41"/>
                <a:gd name="T23" fmla="*/ 21 h 41"/>
                <a:gd name="T24" fmla="*/ 32 w 41"/>
                <a:gd name="T25" fmla="*/ 21 h 41"/>
                <a:gd name="T26" fmla="*/ 29 w 41"/>
                <a:gd name="T27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1">
                  <a:moveTo>
                    <a:pt x="20" y="0"/>
                  </a:moveTo>
                  <a:cubicBezTo>
                    <a:pt x="9" y="0"/>
                    <a:pt x="0" y="9"/>
                    <a:pt x="0" y="21"/>
                  </a:cubicBezTo>
                  <a:cubicBezTo>
                    <a:pt x="0" y="32"/>
                    <a:pt x="9" y="41"/>
                    <a:pt x="20" y="41"/>
                  </a:cubicBezTo>
                  <a:cubicBezTo>
                    <a:pt x="27" y="41"/>
                    <a:pt x="33" y="38"/>
                    <a:pt x="36" y="34"/>
                  </a:cubicBezTo>
                  <a:cubicBezTo>
                    <a:pt x="39" y="31"/>
                    <a:pt x="40" y="28"/>
                    <a:pt x="41" y="24"/>
                  </a:cubicBezTo>
                  <a:cubicBezTo>
                    <a:pt x="41" y="23"/>
                    <a:pt x="41" y="22"/>
                    <a:pt x="41" y="21"/>
                  </a:cubicBezTo>
                  <a:cubicBezTo>
                    <a:pt x="41" y="9"/>
                    <a:pt x="32" y="0"/>
                    <a:pt x="20" y="0"/>
                  </a:cubicBezTo>
                  <a:close/>
                  <a:moveTo>
                    <a:pt x="29" y="29"/>
                  </a:moveTo>
                  <a:cubicBezTo>
                    <a:pt x="27" y="31"/>
                    <a:pt x="24" y="33"/>
                    <a:pt x="20" y="33"/>
                  </a:cubicBezTo>
                  <a:cubicBezTo>
                    <a:pt x="14" y="33"/>
                    <a:pt x="8" y="27"/>
                    <a:pt x="8" y="21"/>
                  </a:cubicBezTo>
                  <a:cubicBezTo>
                    <a:pt x="8" y="14"/>
                    <a:pt x="14" y="9"/>
                    <a:pt x="20" y="9"/>
                  </a:cubicBezTo>
                  <a:cubicBezTo>
                    <a:pt x="27" y="9"/>
                    <a:pt x="32" y="14"/>
                    <a:pt x="32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4"/>
                    <a:pt x="31" y="27"/>
                    <a:pt x="29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9" name="Freeform 11"/>
            <p:cNvSpPr>
              <a:spLocks noEditPoints="1"/>
            </p:cNvSpPr>
            <p:nvPr/>
          </p:nvSpPr>
          <p:spPr bwMode="auto">
            <a:xfrm>
              <a:off x="1668463" y="2362200"/>
              <a:ext cx="939800" cy="944563"/>
            </a:xfrm>
            <a:custGeom>
              <a:avLst/>
              <a:gdLst>
                <a:gd name="T0" fmla="*/ 46 w 92"/>
                <a:gd name="T1" fmla="*/ 0 h 92"/>
                <a:gd name="T2" fmla="*/ 0 w 92"/>
                <a:gd name="T3" fmla="*/ 46 h 92"/>
                <a:gd name="T4" fmla="*/ 46 w 92"/>
                <a:gd name="T5" fmla="*/ 92 h 92"/>
                <a:gd name="T6" fmla="*/ 84 w 92"/>
                <a:gd name="T7" fmla="*/ 72 h 92"/>
                <a:gd name="T8" fmla="*/ 90 w 92"/>
                <a:gd name="T9" fmla="*/ 59 h 92"/>
                <a:gd name="T10" fmla="*/ 92 w 92"/>
                <a:gd name="T11" fmla="*/ 46 h 92"/>
                <a:gd name="T12" fmla="*/ 46 w 92"/>
                <a:gd name="T13" fmla="*/ 0 h 92"/>
                <a:gd name="T14" fmla="*/ 77 w 92"/>
                <a:gd name="T15" fmla="*/ 67 h 92"/>
                <a:gd name="T16" fmla="*/ 46 w 92"/>
                <a:gd name="T17" fmla="*/ 83 h 92"/>
                <a:gd name="T18" fmla="*/ 9 w 92"/>
                <a:gd name="T19" fmla="*/ 46 h 92"/>
                <a:gd name="T20" fmla="*/ 46 w 92"/>
                <a:gd name="T21" fmla="*/ 8 h 92"/>
                <a:gd name="T22" fmla="*/ 84 w 92"/>
                <a:gd name="T23" fmla="*/ 46 h 92"/>
                <a:gd name="T24" fmla="*/ 83 w 92"/>
                <a:gd name="T25" fmla="*/ 56 h 92"/>
                <a:gd name="T26" fmla="*/ 77 w 92"/>
                <a:gd name="T27" fmla="*/ 6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2" h="92">
                  <a:moveTo>
                    <a:pt x="46" y="0"/>
                  </a:moveTo>
                  <a:cubicBezTo>
                    <a:pt x="21" y="0"/>
                    <a:pt x="0" y="20"/>
                    <a:pt x="0" y="46"/>
                  </a:cubicBezTo>
                  <a:cubicBezTo>
                    <a:pt x="0" y="71"/>
                    <a:pt x="21" y="92"/>
                    <a:pt x="46" y="92"/>
                  </a:cubicBezTo>
                  <a:cubicBezTo>
                    <a:pt x="62" y="92"/>
                    <a:pt x="76" y="84"/>
                    <a:pt x="84" y="72"/>
                  </a:cubicBezTo>
                  <a:cubicBezTo>
                    <a:pt x="87" y="68"/>
                    <a:pt x="89" y="64"/>
                    <a:pt x="90" y="59"/>
                  </a:cubicBezTo>
                  <a:cubicBezTo>
                    <a:pt x="92" y="55"/>
                    <a:pt x="92" y="50"/>
                    <a:pt x="92" y="46"/>
                  </a:cubicBezTo>
                  <a:cubicBezTo>
                    <a:pt x="92" y="20"/>
                    <a:pt x="72" y="0"/>
                    <a:pt x="46" y="0"/>
                  </a:cubicBezTo>
                  <a:close/>
                  <a:moveTo>
                    <a:pt x="77" y="67"/>
                  </a:moveTo>
                  <a:cubicBezTo>
                    <a:pt x="70" y="77"/>
                    <a:pt x="59" y="83"/>
                    <a:pt x="46" y="83"/>
                  </a:cubicBezTo>
                  <a:cubicBezTo>
                    <a:pt x="26" y="83"/>
                    <a:pt x="9" y="66"/>
                    <a:pt x="9" y="46"/>
                  </a:cubicBezTo>
                  <a:cubicBezTo>
                    <a:pt x="9" y="25"/>
                    <a:pt x="26" y="8"/>
                    <a:pt x="46" y="8"/>
                  </a:cubicBezTo>
                  <a:cubicBezTo>
                    <a:pt x="67" y="8"/>
                    <a:pt x="84" y="25"/>
                    <a:pt x="84" y="46"/>
                  </a:cubicBezTo>
                  <a:cubicBezTo>
                    <a:pt x="84" y="49"/>
                    <a:pt x="83" y="53"/>
                    <a:pt x="83" y="56"/>
                  </a:cubicBezTo>
                  <a:cubicBezTo>
                    <a:pt x="81" y="60"/>
                    <a:pt x="79" y="64"/>
                    <a:pt x="77" y="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0" name="Freeform 12"/>
            <p:cNvSpPr/>
            <p:nvPr/>
          </p:nvSpPr>
          <p:spPr bwMode="auto">
            <a:xfrm>
              <a:off x="2016126" y="2711450"/>
              <a:ext cx="244475" cy="246063"/>
            </a:xfrm>
            <a:custGeom>
              <a:avLst/>
              <a:gdLst>
                <a:gd name="T0" fmla="*/ 24 w 24"/>
                <a:gd name="T1" fmla="*/ 12 h 24"/>
                <a:gd name="T2" fmla="*/ 24 w 24"/>
                <a:gd name="T3" fmla="*/ 12 h 24"/>
                <a:gd name="T4" fmla="*/ 12 w 24"/>
                <a:gd name="T5" fmla="*/ 0 h 24"/>
                <a:gd name="T6" fmla="*/ 0 w 24"/>
                <a:gd name="T7" fmla="*/ 12 h 24"/>
                <a:gd name="T8" fmla="*/ 12 w 24"/>
                <a:gd name="T9" fmla="*/ 24 h 24"/>
                <a:gd name="T10" fmla="*/ 21 w 24"/>
                <a:gd name="T11" fmla="*/ 20 h 24"/>
                <a:gd name="T12" fmla="*/ 15 w 24"/>
                <a:gd name="T13" fmla="*/ 14 h 24"/>
                <a:gd name="T14" fmla="*/ 12 w 24"/>
                <a:gd name="T15" fmla="*/ 15 h 24"/>
                <a:gd name="T16" fmla="*/ 9 w 24"/>
                <a:gd name="T17" fmla="*/ 12 h 24"/>
                <a:gd name="T18" fmla="*/ 12 w 24"/>
                <a:gd name="T19" fmla="*/ 8 h 24"/>
                <a:gd name="T20" fmla="*/ 16 w 24"/>
                <a:gd name="T21" fmla="*/ 12 h 24"/>
                <a:gd name="T22" fmla="*/ 16 w 24"/>
                <a:gd name="T23" fmla="*/ 12 h 24"/>
                <a:gd name="T24" fmla="*/ 24 w 24"/>
                <a:gd name="T25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24">
                  <a:moveTo>
                    <a:pt x="24" y="12"/>
                  </a:moveTo>
                  <a:cubicBezTo>
                    <a:pt x="24" y="12"/>
                    <a:pt x="24" y="12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4"/>
                    <a:pt x="12" y="24"/>
                  </a:cubicBezTo>
                  <a:cubicBezTo>
                    <a:pt x="16" y="24"/>
                    <a:pt x="19" y="22"/>
                    <a:pt x="21" y="20"/>
                  </a:cubicBezTo>
                  <a:cubicBezTo>
                    <a:pt x="19" y="18"/>
                    <a:pt x="16" y="16"/>
                    <a:pt x="15" y="14"/>
                  </a:cubicBezTo>
                  <a:cubicBezTo>
                    <a:pt x="14" y="15"/>
                    <a:pt x="13" y="15"/>
                    <a:pt x="12" y="15"/>
                  </a:cubicBezTo>
                  <a:cubicBezTo>
                    <a:pt x="11" y="15"/>
                    <a:pt x="9" y="14"/>
                    <a:pt x="9" y="12"/>
                  </a:cubicBezTo>
                  <a:cubicBezTo>
                    <a:pt x="9" y="10"/>
                    <a:pt x="11" y="8"/>
                    <a:pt x="12" y="8"/>
                  </a:cubicBezTo>
                  <a:cubicBezTo>
                    <a:pt x="14" y="8"/>
                    <a:pt x="16" y="10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9" y="12"/>
                    <a:pt x="23" y="12"/>
                    <a:pt x="24" y="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Freeform 13"/>
            <p:cNvSpPr/>
            <p:nvPr/>
          </p:nvSpPr>
          <p:spPr bwMode="auto">
            <a:xfrm>
              <a:off x="2168526" y="2833688"/>
              <a:ext cx="92075" cy="82550"/>
            </a:xfrm>
            <a:custGeom>
              <a:avLst/>
              <a:gdLst>
                <a:gd name="T0" fmla="*/ 1 w 9"/>
                <a:gd name="T1" fmla="*/ 0 h 8"/>
                <a:gd name="T2" fmla="*/ 0 w 9"/>
                <a:gd name="T3" fmla="*/ 2 h 8"/>
                <a:gd name="T4" fmla="*/ 6 w 9"/>
                <a:gd name="T5" fmla="*/ 8 h 8"/>
                <a:gd name="T6" fmla="*/ 9 w 9"/>
                <a:gd name="T7" fmla="*/ 0 h 8"/>
                <a:gd name="T8" fmla="*/ 1 w 9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1" y="0"/>
                  </a:moveTo>
                  <a:cubicBezTo>
                    <a:pt x="1" y="1"/>
                    <a:pt x="0" y="2"/>
                    <a:pt x="0" y="2"/>
                  </a:cubicBezTo>
                  <a:cubicBezTo>
                    <a:pt x="1" y="4"/>
                    <a:pt x="4" y="6"/>
                    <a:pt x="6" y="8"/>
                  </a:cubicBezTo>
                  <a:cubicBezTo>
                    <a:pt x="8" y="6"/>
                    <a:pt x="9" y="3"/>
                    <a:pt x="9" y="0"/>
                  </a:cubicBezTo>
                  <a:cubicBezTo>
                    <a:pt x="8" y="0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2" name="Freeform 14"/>
            <p:cNvSpPr>
              <a:spLocks noEditPoints="1"/>
            </p:cNvSpPr>
            <p:nvPr/>
          </p:nvSpPr>
          <p:spPr bwMode="auto">
            <a:xfrm>
              <a:off x="1841501" y="2536825"/>
              <a:ext cx="593725" cy="595313"/>
            </a:xfrm>
            <a:custGeom>
              <a:avLst/>
              <a:gdLst>
                <a:gd name="T0" fmla="*/ 29 w 58"/>
                <a:gd name="T1" fmla="*/ 0 h 58"/>
                <a:gd name="T2" fmla="*/ 0 w 58"/>
                <a:gd name="T3" fmla="*/ 29 h 58"/>
                <a:gd name="T4" fmla="*/ 29 w 58"/>
                <a:gd name="T5" fmla="*/ 58 h 58"/>
                <a:gd name="T6" fmla="*/ 53 w 58"/>
                <a:gd name="T7" fmla="*/ 46 h 58"/>
                <a:gd name="T8" fmla="*/ 58 w 58"/>
                <a:gd name="T9" fmla="*/ 35 h 58"/>
                <a:gd name="T10" fmla="*/ 58 w 58"/>
                <a:gd name="T11" fmla="*/ 29 h 58"/>
                <a:gd name="T12" fmla="*/ 29 w 58"/>
                <a:gd name="T13" fmla="*/ 0 h 58"/>
                <a:gd name="T14" fmla="*/ 45 w 58"/>
                <a:gd name="T15" fmla="*/ 42 h 58"/>
                <a:gd name="T16" fmla="*/ 29 w 58"/>
                <a:gd name="T17" fmla="*/ 49 h 58"/>
                <a:gd name="T18" fmla="*/ 9 w 58"/>
                <a:gd name="T19" fmla="*/ 29 h 58"/>
                <a:gd name="T20" fmla="*/ 29 w 58"/>
                <a:gd name="T21" fmla="*/ 8 h 58"/>
                <a:gd name="T22" fmla="*/ 50 w 58"/>
                <a:gd name="T23" fmla="*/ 29 h 58"/>
                <a:gd name="T24" fmla="*/ 50 w 58"/>
                <a:gd name="T25" fmla="*/ 32 h 58"/>
                <a:gd name="T26" fmla="*/ 45 w 58"/>
                <a:gd name="T27" fmla="*/ 4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39" y="58"/>
                    <a:pt x="47" y="53"/>
                    <a:pt x="53" y="46"/>
                  </a:cubicBezTo>
                  <a:cubicBezTo>
                    <a:pt x="55" y="43"/>
                    <a:pt x="57" y="39"/>
                    <a:pt x="58" y="35"/>
                  </a:cubicBezTo>
                  <a:cubicBezTo>
                    <a:pt x="58" y="33"/>
                    <a:pt x="58" y="31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  <a:close/>
                  <a:moveTo>
                    <a:pt x="45" y="42"/>
                  </a:moveTo>
                  <a:cubicBezTo>
                    <a:pt x="42" y="46"/>
                    <a:pt x="36" y="49"/>
                    <a:pt x="29" y="49"/>
                  </a:cubicBezTo>
                  <a:cubicBezTo>
                    <a:pt x="18" y="49"/>
                    <a:pt x="9" y="40"/>
                    <a:pt x="9" y="29"/>
                  </a:cubicBezTo>
                  <a:cubicBezTo>
                    <a:pt x="9" y="17"/>
                    <a:pt x="18" y="8"/>
                    <a:pt x="29" y="8"/>
                  </a:cubicBezTo>
                  <a:cubicBezTo>
                    <a:pt x="41" y="8"/>
                    <a:pt x="50" y="17"/>
                    <a:pt x="50" y="29"/>
                  </a:cubicBezTo>
                  <a:cubicBezTo>
                    <a:pt x="50" y="30"/>
                    <a:pt x="50" y="31"/>
                    <a:pt x="50" y="32"/>
                  </a:cubicBezTo>
                  <a:cubicBezTo>
                    <a:pt x="49" y="36"/>
                    <a:pt x="48" y="39"/>
                    <a:pt x="4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3" name="Freeform 15"/>
            <p:cNvSpPr/>
            <p:nvPr/>
          </p:nvSpPr>
          <p:spPr bwMode="auto">
            <a:xfrm>
              <a:off x="2332038" y="2351088"/>
              <a:ext cx="306388" cy="339725"/>
            </a:xfrm>
            <a:custGeom>
              <a:avLst/>
              <a:gdLst>
                <a:gd name="T0" fmla="*/ 0 w 30"/>
                <a:gd name="T1" fmla="*/ 29 h 33"/>
                <a:gd name="T2" fmla="*/ 29 w 30"/>
                <a:gd name="T3" fmla="*/ 0 h 33"/>
                <a:gd name="T4" fmla="*/ 30 w 30"/>
                <a:gd name="T5" fmla="*/ 1 h 33"/>
                <a:gd name="T6" fmla="*/ 10 w 30"/>
                <a:gd name="T7" fmla="*/ 25 h 33"/>
                <a:gd name="T8" fmla="*/ 3 w 30"/>
                <a:gd name="T9" fmla="*/ 32 h 33"/>
                <a:gd name="T10" fmla="*/ 0 w 30"/>
                <a:gd name="T11" fmla="*/ 2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33">
                  <a:moveTo>
                    <a:pt x="0" y="29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19" y="14"/>
                    <a:pt x="10" y="25"/>
                  </a:cubicBezTo>
                  <a:cubicBezTo>
                    <a:pt x="8" y="28"/>
                    <a:pt x="5" y="30"/>
                    <a:pt x="3" y="32"/>
                  </a:cubicBezTo>
                  <a:cubicBezTo>
                    <a:pt x="3" y="32"/>
                    <a:pt x="3" y="33"/>
                    <a:pt x="0" y="2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4" name="Freeform 16"/>
            <p:cNvSpPr/>
            <p:nvPr/>
          </p:nvSpPr>
          <p:spPr bwMode="auto">
            <a:xfrm>
              <a:off x="2239963" y="2341563"/>
              <a:ext cx="388938" cy="328613"/>
            </a:xfrm>
            <a:custGeom>
              <a:avLst/>
              <a:gdLst>
                <a:gd name="T0" fmla="*/ 6 w 38"/>
                <a:gd name="T1" fmla="*/ 26 h 32"/>
                <a:gd name="T2" fmla="*/ 0 w 38"/>
                <a:gd name="T3" fmla="*/ 32 h 32"/>
                <a:gd name="T4" fmla="*/ 13 w 38"/>
                <a:gd name="T5" fmla="*/ 20 h 32"/>
                <a:gd name="T6" fmla="*/ 37 w 38"/>
                <a:gd name="T7" fmla="*/ 0 h 32"/>
                <a:gd name="T8" fmla="*/ 38 w 38"/>
                <a:gd name="T9" fmla="*/ 1 h 32"/>
                <a:gd name="T10" fmla="*/ 9 w 38"/>
                <a:gd name="T11" fmla="*/ 30 h 32"/>
                <a:gd name="T12" fmla="*/ 6 w 38"/>
                <a:gd name="T13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2">
                  <a:moveTo>
                    <a:pt x="6" y="26"/>
                  </a:moveTo>
                  <a:cubicBezTo>
                    <a:pt x="3" y="29"/>
                    <a:pt x="1" y="31"/>
                    <a:pt x="0" y="32"/>
                  </a:cubicBezTo>
                  <a:cubicBezTo>
                    <a:pt x="2" y="29"/>
                    <a:pt x="7" y="25"/>
                    <a:pt x="13" y="20"/>
                  </a:cubicBezTo>
                  <a:cubicBezTo>
                    <a:pt x="24" y="10"/>
                    <a:pt x="37" y="0"/>
                    <a:pt x="37" y="0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5" y="27"/>
                    <a:pt x="6" y="26"/>
                    <a:pt x="6" y="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5" name="Freeform 17"/>
            <p:cNvSpPr/>
            <p:nvPr/>
          </p:nvSpPr>
          <p:spPr bwMode="auto">
            <a:xfrm>
              <a:off x="2230438" y="2649538"/>
              <a:ext cx="133350" cy="133350"/>
            </a:xfrm>
            <a:custGeom>
              <a:avLst/>
              <a:gdLst>
                <a:gd name="T0" fmla="*/ 13 w 13"/>
                <a:gd name="T1" fmla="*/ 3 h 13"/>
                <a:gd name="T2" fmla="*/ 13 w 13"/>
                <a:gd name="T3" fmla="*/ 3 h 13"/>
                <a:gd name="T4" fmla="*/ 11 w 13"/>
                <a:gd name="T5" fmla="*/ 6 h 13"/>
                <a:gd name="T6" fmla="*/ 11 w 13"/>
                <a:gd name="T7" fmla="*/ 6 h 13"/>
                <a:gd name="T8" fmla="*/ 9 w 13"/>
                <a:gd name="T9" fmla="*/ 8 h 13"/>
                <a:gd name="T10" fmla="*/ 9 w 13"/>
                <a:gd name="T11" fmla="*/ 8 h 13"/>
                <a:gd name="T12" fmla="*/ 8 w 13"/>
                <a:gd name="T13" fmla="*/ 9 h 13"/>
                <a:gd name="T14" fmla="*/ 8 w 13"/>
                <a:gd name="T15" fmla="*/ 9 h 13"/>
                <a:gd name="T16" fmla="*/ 8 w 13"/>
                <a:gd name="T17" fmla="*/ 9 h 13"/>
                <a:gd name="T18" fmla="*/ 8 w 13"/>
                <a:gd name="T19" fmla="*/ 9 h 13"/>
                <a:gd name="T20" fmla="*/ 7 w 13"/>
                <a:gd name="T21" fmla="*/ 10 h 13"/>
                <a:gd name="T22" fmla="*/ 7 w 13"/>
                <a:gd name="T23" fmla="*/ 10 h 13"/>
                <a:gd name="T24" fmla="*/ 7 w 13"/>
                <a:gd name="T25" fmla="*/ 10 h 13"/>
                <a:gd name="T26" fmla="*/ 7 w 13"/>
                <a:gd name="T27" fmla="*/ 10 h 13"/>
                <a:gd name="T28" fmla="*/ 7 w 13"/>
                <a:gd name="T29" fmla="*/ 11 h 13"/>
                <a:gd name="T30" fmla="*/ 7 w 13"/>
                <a:gd name="T31" fmla="*/ 11 h 13"/>
                <a:gd name="T32" fmla="*/ 6 w 13"/>
                <a:gd name="T33" fmla="*/ 11 h 13"/>
                <a:gd name="T34" fmla="*/ 6 w 13"/>
                <a:gd name="T35" fmla="*/ 11 h 13"/>
                <a:gd name="T36" fmla="*/ 6 w 13"/>
                <a:gd name="T37" fmla="*/ 11 h 13"/>
                <a:gd name="T38" fmla="*/ 6 w 13"/>
                <a:gd name="T39" fmla="*/ 11 h 13"/>
                <a:gd name="T40" fmla="*/ 6 w 13"/>
                <a:gd name="T41" fmla="*/ 11 h 13"/>
                <a:gd name="T42" fmla="*/ 1 w 13"/>
                <a:gd name="T43" fmla="*/ 10 h 13"/>
                <a:gd name="T44" fmla="*/ 0 w 13"/>
                <a:gd name="T45" fmla="*/ 10 h 13"/>
                <a:gd name="T46" fmla="*/ 1 w 13"/>
                <a:gd name="T47" fmla="*/ 9 h 13"/>
                <a:gd name="T48" fmla="*/ 10 w 13"/>
                <a:gd name="T49" fmla="*/ 0 h 13"/>
                <a:gd name="T50" fmla="*/ 13 w 13"/>
                <a:gd name="T51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" h="13">
                  <a:moveTo>
                    <a:pt x="13" y="3"/>
                  </a:move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2" y="5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0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2"/>
                    <a:pt x="3" y="13"/>
                    <a:pt x="1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3" y="4"/>
                    <a:pt x="13" y="3"/>
                    <a:pt x="13" y="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6" name="Freeform 18"/>
            <p:cNvSpPr/>
            <p:nvPr/>
          </p:nvSpPr>
          <p:spPr bwMode="auto">
            <a:xfrm>
              <a:off x="2200276" y="2608263"/>
              <a:ext cx="131763" cy="144463"/>
            </a:xfrm>
            <a:custGeom>
              <a:avLst/>
              <a:gdLst>
                <a:gd name="T0" fmla="*/ 2 w 13"/>
                <a:gd name="T1" fmla="*/ 7 h 14"/>
                <a:gd name="T2" fmla="*/ 2 w 13"/>
                <a:gd name="T3" fmla="*/ 7 h 14"/>
                <a:gd name="T4" fmla="*/ 2 w 13"/>
                <a:gd name="T5" fmla="*/ 7 h 14"/>
                <a:gd name="T6" fmla="*/ 2 w 13"/>
                <a:gd name="T7" fmla="*/ 7 h 14"/>
                <a:gd name="T8" fmla="*/ 3 w 13"/>
                <a:gd name="T9" fmla="*/ 7 h 14"/>
                <a:gd name="T10" fmla="*/ 3 w 13"/>
                <a:gd name="T11" fmla="*/ 7 h 14"/>
                <a:gd name="T12" fmla="*/ 4 w 13"/>
                <a:gd name="T13" fmla="*/ 6 h 14"/>
                <a:gd name="T14" fmla="*/ 4 w 13"/>
                <a:gd name="T15" fmla="*/ 6 h 14"/>
                <a:gd name="T16" fmla="*/ 10 w 13"/>
                <a:gd name="T17" fmla="*/ 0 h 14"/>
                <a:gd name="T18" fmla="*/ 13 w 13"/>
                <a:gd name="T19" fmla="*/ 4 h 14"/>
                <a:gd name="T20" fmla="*/ 4 w 13"/>
                <a:gd name="T21" fmla="*/ 13 h 14"/>
                <a:gd name="T22" fmla="*/ 3 w 13"/>
                <a:gd name="T23" fmla="*/ 14 h 14"/>
                <a:gd name="T24" fmla="*/ 2 w 13"/>
                <a:gd name="T25" fmla="*/ 13 h 14"/>
                <a:gd name="T26" fmla="*/ 2 w 13"/>
                <a:gd name="T27" fmla="*/ 8 h 14"/>
                <a:gd name="T28" fmla="*/ 2 w 13"/>
                <a:gd name="T29" fmla="*/ 8 h 14"/>
                <a:gd name="T30" fmla="*/ 2 w 13"/>
                <a:gd name="T31" fmla="*/ 8 h 14"/>
                <a:gd name="T32" fmla="*/ 2 w 13"/>
                <a:gd name="T33" fmla="*/ 8 h 14"/>
                <a:gd name="T34" fmla="*/ 2 w 13"/>
                <a:gd name="T35" fmla="*/ 7 h 14"/>
                <a:gd name="T36" fmla="*/ 2 w 13"/>
                <a:gd name="T37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" h="14">
                  <a:moveTo>
                    <a:pt x="2" y="7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7" y="3"/>
                    <a:pt x="10" y="0"/>
                  </a:cubicBezTo>
                  <a:cubicBezTo>
                    <a:pt x="10" y="0"/>
                    <a:pt x="9" y="1"/>
                    <a:pt x="13" y="4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0" y="11"/>
                    <a:pt x="1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7" name="Freeform 19"/>
            <p:cNvSpPr/>
            <p:nvPr/>
          </p:nvSpPr>
          <p:spPr bwMode="auto">
            <a:xfrm>
              <a:off x="2516188" y="2362200"/>
              <a:ext cx="214313" cy="142875"/>
            </a:xfrm>
            <a:custGeom>
              <a:avLst/>
              <a:gdLst>
                <a:gd name="T0" fmla="*/ 11 w 21"/>
                <a:gd name="T1" fmla="*/ 0 h 14"/>
                <a:gd name="T2" fmla="*/ 11 w 21"/>
                <a:gd name="T3" fmla="*/ 0 h 14"/>
                <a:gd name="T4" fmla="*/ 18 w 21"/>
                <a:gd name="T5" fmla="*/ 3 h 14"/>
                <a:gd name="T6" fmla="*/ 8 w 21"/>
                <a:gd name="T7" fmla="*/ 13 h 14"/>
                <a:gd name="T8" fmla="*/ 0 w 21"/>
                <a:gd name="T9" fmla="*/ 14 h 14"/>
                <a:gd name="T10" fmla="*/ 11 w 21"/>
                <a:gd name="T1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4"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3" y="0"/>
                    <a:pt x="16" y="0"/>
                    <a:pt x="18" y="3"/>
                  </a:cubicBezTo>
                  <a:cubicBezTo>
                    <a:pt x="21" y="7"/>
                    <a:pt x="13" y="12"/>
                    <a:pt x="8" y="13"/>
                  </a:cubicBezTo>
                  <a:cubicBezTo>
                    <a:pt x="5" y="14"/>
                    <a:pt x="2" y="14"/>
                    <a:pt x="0" y="14"/>
                  </a:cubicBezTo>
                  <a:cubicBezTo>
                    <a:pt x="6" y="7"/>
                    <a:pt x="11" y="0"/>
                    <a:pt x="11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8" name="Freeform 20"/>
            <p:cNvSpPr/>
            <p:nvPr/>
          </p:nvSpPr>
          <p:spPr bwMode="auto">
            <a:xfrm>
              <a:off x="2474913" y="2247900"/>
              <a:ext cx="142875" cy="206375"/>
            </a:xfrm>
            <a:custGeom>
              <a:avLst/>
              <a:gdLst>
                <a:gd name="T0" fmla="*/ 11 w 14"/>
                <a:gd name="T1" fmla="*/ 2 h 20"/>
                <a:gd name="T2" fmla="*/ 14 w 14"/>
                <a:gd name="T3" fmla="*/ 9 h 20"/>
                <a:gd name="T4" fmla="*/ 14 w 14"/>
                <a:gd name="T5" fmla="*/ 9 h 20"/>
                <a:gd name="T6" fmla="*/ 0 w 14"/>
                <a:gd name="T7" fmla="*/ 20 h 20"/>
                <a:gd name="T8" fmla="*/ 1 w 14"/>
                <a:gd name="T9" fmla="*/ 12 h 20"/>
                <a:gd name="T10" fmla="*/ 11 w 14"/>
                <a:gd name="T11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20">
                  <a:moveTo>
                    <a:pt x="11" y="2"/>
                  </a:moveTo>
                  <a:cubicBezTo>
                    <a:pt x="14" y="4"/>
                    <a:pt x="14" y="7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8" y="14"/>
                    <a:pt x="0" y="20"/>
                  </a:cubicBezTo>
                  <a:cubicBezTo>
                    <a:pt x="0" y="18"/>
                    <a:pt x="1" y="15"/>
                    <a:pt x="1" y="12"/>
                  </a:cubicBezTo>
                  <a:cubicBezTo>
                    <a:pt x="3" y="7"/>
                    <a:pt x="8" y="0"/>
                    <a:pt x="11" y="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9" name="Freeform 21"/>
            <p:cNvSpPr/>
            <p:nvPr/>
          </p:nvSpPr>
          <p:spPr bwMode="auto">
            <a:xfrm>
              <a:off x="2474913" y="2341563"/>
              <a:ext cx="195263" cy="163513"/>
            </a:xfrm>
            <a:custGeom>
              <a:avLst/>
              <a:gdLst>
                <a:gd name="T0" fmla="*/ 15 w 19"/>
                <a:gd name="T1" fmla="*/ 1 h 16"/>
                <a:gd name="T2" fmla="*/ 19 w 19"/>
                <a:gd name="T3" fmla="*/ 1 h 16"/>
                <a:gd name="T4" fmla="*/ 7 w 19"/>
                <a:gd name="T5" fmla="*/ 12 h 16"/>
                <a:gd name="T6" fmla="*/ 0 w 19"/>
                <a:gd name="T7" fmla="*/ 16 h 16"/>
                <a:gd name="T8" fmla="*/ 15 w 19"/>
                <a:gd name="T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6">
                  <a:moveTo>
                    <a:pt x="15" y="1"/>
                  </a:moveTo>
                  <a:cubicBezTo>
                    <a:pt x="15" y="1"/>
                    <a:pt x="18" y="0"/>
                    <a:pt x="19" y="1"/>
                  </a:cubicBezTo>
                  <a:cubicBezTo>
                    <a:pt x="19" y="1"/>
                    <a:pt x="11" y="9"/>
                    <a:pt x="7" y="12"/>
                  </a:cubicBezTo>
                  <a:cubicBezTo>
                    <a:pt x="4" y="14"/>
                    <a:pt x="0" y="16"/>
                    <a:pt x="0" y="16"/>
                  </a:cubicBezTo>
                  <a:lnTo>
                    <a:pt x="15" y="1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0" name="Freeform 22"/>
            <p:cNvSpPr/>
            <p:nvPr/>
          </p:nvSpPr>
          <p:spPr bwMode="auto">
            <a:xfrm>
              <a:off x="2138363" y="2732088"/>
              <a:ext cx="112713" cy="101600"/>
            </a:xfrm>
            <a:custGeom>
              <a:avLst/>
              <a:gdLst>
                <a:gd name="T0" fmla="*/ 8 w 11"/>
                <a:gd name="T1" fmla="*/ 1 h 10"/>
                <a:gd name="T2" fmla="*/ 10 w 11"/>
                <a:gd name="T3" fmla="*/ 2 h 10"/>
                <a:gd name="T4" fmla="*/ 11 w 11"/>
                <a:gd name="T5" fmla="*/ 3 h 10"/>
                <a:gd name="T6" fmla="*/ 4 w 11"/>
                <a:gd name="T7" fmla="*/ 10 h 10"/>
                <a:gd name="T8" fmla="*/ 0 w 11"/>
                <a:gd name="T9" fmla="*/ 10 h 10"/>
                <a:gd name="T10" fmla="*/ 1 w 11"/>
                <a:gd name="T11" fmla="*/ 7 h 10"/>
                <a:gd name="T12" fmla="*/ 8 w 11"/>
                <a:gd name="T13" fmla="*/ 0 h 10"/>
                <a:gd name="T14" fmla="*/ 8 w 11"/>
                <a:gd name="T15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0">
                  <a:moveTo>
                    <a:pt x="8" y="1"/>
                  </a:moveTo>
                  <a:cubicBezTo>
                    <a:pt x="10" y="2"/>
                    <a:pt x="10" y="2"/>
                    <a:pt x="10" y="2"/>
                  </a:cubicBezTo>
                  <a:cubicBezTo>
                    <a:pt x="10" y="3"/>
                    <a:pt x="10" y="3"/>
                    <a:pt x="11" y="3"/>
                  </a:cubicBezTo>
                  <a:cubicBezTo>
                    <a:pt x="8" y="5"/>
                    <a:pt x="4" y="9"/>
                    <a:pt x="4" y="10"/>
                  </a:cubicBezTo>
                  <a:cubicBezTo>
                    <a:pt x="3" y="10"/>
                    <a:pt x="0" y="10"/>
                    <a:pt x="0" y="10"/>
                  </a:cubicBezTo>
                  <a:cubicBezTo>
                    <a:pt x="0" y="10"/>
                    <a:pt x="0" y="8"/>
                    <a:pt x="1" y="7"/>
                  </a:cubicBezTo>
                  <a:cubicBezTo>
                    <a:pt x="2" y="7"/>
                    <a:pt x="6" y="2"/>
                    <a:pt x="8" y="0"/>
                  </a:cubicBezTo>
                  <a:cubicBezTo>
                    <a:pt x="8" y="0"/>
                    <a:pt x="8" y="1"/>
                    <a:pt x="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1035616" y="3461450"/>
            <a:ext cx="2363777" cy="585788"/>
            <a:chOff x="825501" y="3244850"/>
            <a:chExt cx="2363777" cy="585788"/>
          </a:xfrm>
        </p:grpSpPr>
        <p:sp>
          <p:nvSpPr>
            <p:cNvPr id="61" name="Freeform 23"/>
            <p:cNvSpPr/>
            <p:nvPr/>
          </p:nvSpPr>
          <p:spPr bwMode="auto">
            <a:xfrm>
              <a:off x="2740015" y="3244850"/>
              <a:ext cx="449263" cy="350838"/>
            </a:xfrm>
            <a:custGeom>
              <a:avLst/>
              <a:gdLst>
                <a:gd name="T0" fmla="*/ 264 w 283"/>
                <a:gd name="T1" fmla="*/ 117 h 221"/>
                <a:gd name="T2" fmla="*/ 283 w 283"/>
                <a:gd name="T3" fmla="*/ 0 h 221"/>
                <a:gd name="T4" fmla="*/ 0 w 283"/>
                <a:gd name="T5" fmla="*/ 0 h 221"/>
                <a:gd name="T6" fmla="*/ 0 w 283"/>
                <a:gd name="T7" fmla="*/ 221 h 221"/>
                <a:gd name="T8" fmla="*/ 283 w 283"/>
                <a:gd name="T9" fmla="*/ 221 h 221"/>
                <a:gd name="T10" fmla="*/ 264 w 283"/>
                <a:gd name="T11" fmla="*/ 11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3" h="221">
                  <a:moveTo>
                    <a:pt x="264" y="117"/>
                  </a:moveTo>
                  <a:lnTo>
                    <a:pt x="283" y="0"/>
                  </a:lnTo>
                  <a:lnTo>
                    <a:pt x="0" y="0"/>
                  </a:lnTo>
                  <a:lnTo>
                    <a:pt x="0" y="221"/>
                  </a:lnTo>
                  <a:lnTo>
                    <a:pt x="283" y="221"/>
                  </a:lnTo>
                  <a:lnTo>
                    <a:pt x="264" y="11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2" name="Freeform 24"/>
            <p:cNvSpPr/>
            <p:nvPr/>
          </p:nvSpPr>
          <p:spPr bwMode="auto">
            <a:xfrm>
              <a:off x="2740015" y="3244850"/>
              <a:ext cx="276225" cy="369888"/>
            </a:xfrm>
            <a:custGeom>
              <a:avLst/>
              <a:gdLst>
                <a:gd name="T0" fmla="*/ 0 w 174"/>
                <a:gd name="T1" fmla="*/ 0 h 233"/>
                <a:gd name="T2" fmla="*/ 174 w 174"/>
                <a:gd name="T3" fmla="*/ 104 h 233"/>
                <a:gd name="T4" fmla="*/ 97 w 174"/>
                <a:gd name="T5" fmla="*/ 233 h 233"/>
                <a:gd name="T6" fmla="*/ 0 w 174"/>
                <a:gd name="T7" fmla="*/ 156 h 233"/>
                <a:gd name="T8" fmla="*/ 0 w 174"/>
                <a:gd name="T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233">
                  <a:moveTo>
                    <a:pt x="0" y="0"/>
                  </a:moveTo>
                  <a:lnTo>
                    <a:pt x="174" y="104"/>
                  </a:lnTo>
                  <a:lnTo>
                    <a:pt x="97" y="233"/>
                  </a:lnTo>
                  <a:lnTo>
                    <a:pt x="0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3" name="Freeform 25"/>
            <p:cNvSpPr/>
            <p:nvPr/>
          </p:nvSpPr>
          <p:spPr bwMode="auto">
            <a:xfrm>
              <a:off x="825501" y="3244850"/>
              <a:ext cx="439738" cy="350838"/>
            </a:xfrm>
            <a:custGeom>
              <a:avLst/>
              <a:gdLst>
                <a:gd name="T0" fmla="*/ 19 w 277"/>
                <a:gd name="T1" fmla="*/ 117 h 221"/>
                <a:gd name="T2" fmla="*/ 0 w 277"/>
                <a:gd name="T3" fmla="*/ 0 h 221"/>
                <a:gd name="T4" fmla="*/ 277 w 277"/>
                <a:gd name="T5" fmla="*/ 0 h 221"/>
                <a:gd name="T6" fmla="*/ 277 w 277"/>
                <a:gd name="T7" fmla="*/ 221 h 221"/>
                <a:gd name="T8" fmla="*/ 0 w 277"/>
                <a:gd name="T9" fmla="*/ 221 h 221"/>
                <a:gd name="T10" fmla="*/ 19 w 277"/>
                <a:gd name="T11" fmla="*/ 11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7" h="221">
                  <a:moveTo>
                    <a:pt x="19" y="117"/>
                  </a:moveTo>
                  <a:lnTo>
                    <a:pt x="0" y="0"/>
                  </a:lnTo>
                  <a:lnTo>
                    <a:pt x="277" y="0"/>
                  </a:lnTo>
                  <a:lnTo>
                    <a:pt x="277" y="221"/>
                  </a:lnTo>
                  <a:lnTo>
                    <a:pt x="0" y="221"/>
                  </a:lnTo>
                  <a:lnTo>
                    <a:pt x="19" y="11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4" name="Freeform 26"/>
            <p:cNvSpPr/>
            <p:nvPr/>
          </p:nvSpPr>
          <p:spPr bwMode="auto">
            <a:xfrm>
              <a:off x="989014" y="3244850"/>
              <a:ext cx="285750" cy="369888"/>
            </a:xfrm>
            <a:custGeom>
              <a:avLst/>
              <a:gdLst>
                <a:gd name="T0" fmla="*/ 180 w 180"/>
                <a:gd name="T1" fmla="*/ 0 h 233"/>
                <a:gd name="T2" fmla="*/ 0 w 180"/>
                <a:gd name="T3" fmla="*/ 104 h 233"/>
                <a:gd name="T4" fmla="*/ 77 w 180"/>
                <a:gd name="T5" fmla="*/ 233 h 233"/>
                <a:gd name="T6" fmla="*/ 180 w 180"/>
                <a:gd name="T7" fmla="*/ 156 h 233"/>
                <a:gd name="T8" fmla="*/ 180 w 180"/>
                <a:gd name="T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233">
                  <a:moveTo>
                    <a:pt x="180" y="0"/>
                  </a:moveTo>
                  <a:lnTo>
                    <a:pt x="0" y="104"/>
                  </a:lnTo>
                  <a:lnTo>
                    <a:pt x="77" y="233"/>
                  </a:lnTo>
                  <a:lnTo>
                    <a:pt x="180" y="156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5" name="Rectangle 27"/>
            <p:cNvSpPr>
              <a:spLocks noChangeArrowheads="1"/>
            </p:cNvSpPr>
            <p:nvPr/>
          </p:nvSpPr>
          <p:spPr bwMode="auto">
            <a:xfrm>
              <a:off x="995364" y="3409950"/>
              <a:ext cx="2020888" cy="42068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68" name="Rectangle 67"/>
          <p:cNvSpPr/>
          <p:nvPr/>
        </p:nvSpPr>
        <p:spPr>
          <a:xfrm>
            <a:off x="1205479" y="3686667"/>
            <a:ext cx="20208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aleway" panose="020B0003030101060003" pitchFamily="2" charset="0"/>
                <a:cs typeface="+mn-cs"/>
              </a:rPr>
              <a:t>Right on Target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aleway" panose="020B0003030101060003" pitchFamily="2" charset="0"/>
              <a:cs typeface="+mn-cs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5311435" y="2235200"/>
            <a:ext cx="1548000" cy="1548000"/>
            <a:chOff x="5677853" y="2328362"/>
            <a:chExt cx="1659544" cy="1661527"/>
          </a:xfrm>
        </p:grpSpPr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5677853" y="2328362"/>
              <a:ext cx="1659544" cy="1661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" name="Freeform 6"/>
            <p:cNvSpPr/>
            <p:nvPr/>
          </p:nvSpPr>
          <p:spPr bwMode="auto">
            <a:xfrm>
              <a:off x="6193363" y="2613875"/>
              <a:ext cx="1144034" cy="1376014"/>
            </a:xfrm>
            <a:custGeom>
              <a:avLst/>
              <a:gdLst>
                <a:gd name="T0" fmla="*/ 104 w 104"/>
                <a:gd name="T1" fmla="*/ 50 h 125"/>
                <a:gd name="T2" fmla="*/ 57 w 104"/>
                <a:gd name="T3" fmla="*/ 2 h 125"/>
                <a:gd name="T4" fmla="*/ 56 w 104"/>
                <a:gd name="T5" fmla="*/ 1 h 125"/>
                <a:gd name="T6" fmla="*/ 53 w 104"/>
                <a:gd name="T7" fmla="*/ 0 h 125"/>
                <a:gd name="T8" fmla="*/ 36 w 104"/>
                <a:gd name="T9" fmla="*/ 0 h 125"/>
                <a:gd name="T10" fmla="*/ 4 w 104"/>
                <a:gd name="T11" fmla="*/ 0 h 125"/>
                <a:gd name="T12" fmla="*/ 0 w 104"/>
                <a:gd name="T13" fmla="*/ 5 h 125"/>
                <a:gd name="T14" fmla="*/ 1 w 104"/>
                <a:gd name="T15" fmla="*/ 8 h 125"/>
                <a:gd name="T16" fmla="*/ 2 w 104"/>
                <a:gd name="T17" fmla="*/ 9 h 125"/>
                <a:gd name="T18" fmla="*/ 3 w 104"/>
                <a:gd name="T19" fmla="*/ 9 h 125"/>
                <a:gd name="T20" fmla="*/ 3 w 104"/>
                <a:gd name="T21" fmla="*/ 25 h 125"/>
                <a:gd name="T22" fmla="*/ 11 w 104"/>
                <a:gd name="T23" fmla="*/ 44 h 125"/>
                <a:gd name="T24" fmla="*/ 12 w 104"/>
                <a:gd name="T25" fmla="*/ 45 h 125"/>
                <a:gd name="T26" fmla="*/ 13 w 104"/>
                <a:gd name="T27" fmla="*/ 46 h 125"/>
                <a:gd name="T28" fmla="*/ 14 w 104"/>
                <a:gd name="T29" fmla="*/ 47 h 125"/>
                <a:gd name="T30" fmla="*/ 15 w 104"/>
                <a:gd name="T31" fmla="*/ 48 h 125"/>
                <a:gd name="T32" fmla="*/ 16 w 104"/>
                <a:gd name="T33" fmla="*/ 49 h 125"/>
                <a:gd name="T34" fmla="*/ 17 w 104"/>
                <a:gd name="T35" fmla="*/ 49 h 125"/>
                <a:gd name="T36" fmla="*/ 18 w 104"/>
                <a:gd name="T37" fmla="*/ 50 h 125"/>
                <a:gd name="T38" fmla="*/ 18 w 104"/>
                <a:gd name="T39" fmla="*/ 51 h 125"/>
                <a:gd name="T40" fmla="*/ 3 w 104"/>
                <a:gd name="T41" fmla="*/ 74 h 125"/>
                <a:gd name="T42" fmla="*/ 3 w 104"/>
                <a:gd name="T43" fmla="*/ 91 h 125"/>
                <a:gd name="T44" fmla="*/ 3 w 104"/>
                <a:gd name="T45" fmla="*/ 91 h 125"/>
                <a:gd name="T46" fmla="*/ 0 w 104"/>
                <a:gd name="T47" fmla="*/ 95 h 125"/>
                <a:gd name="T48" fmla="*/ 0 w 104"/>
                <a:gd name="T49" fmla="*/ 97 h 125"/>
                <a:gd name="T50" fmla="*/ 1 w 104"/>
                <a:gd name="T51" fmla="*/ 97 h 125"/>
                <a:gd name="T52" fmla="*/ 28 w 104"/>
                <a:gd name="T53" fmla="*/ 125 h 125"/>
                <a:gd name="T54" fmla="*/ 29 w 104"/>
                <a:gd name="T55" fmla="*/ 125 h 125"/>
                <a:gd name="T56" fmla="*/ 104 w 104"/>
                <a:gd name="T57" fmla="*/ 5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4" h="125">
                  <a:moveTo>
                    <a:pt x="104" y="50"/>
                  </a:moveTo>
                  <a:cubicBezTo>
                    <a:pt x="57" y="2"/>
                    <a:pt x="57" y="2"/>
                    <a:pt x="57" y="2"/>
                  </a:cubicBezTo>
                  <a:cubicBezTo>
                    <a:pt x="56" y="2"/>
                    <a:pt x="56" y="2"/>
                    <a:pt x="56" y="1"/>
                  </a:cubicBezTo>
                  <a:cubicBezTo>
                    <a:pt x="55" y="1"/>
                    <a:pt x="54" y="0"/>
                    <a:pt x="53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"/>
                    <a:pt x="0" y="7"/>
                    <a:pt x="1" y="8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32"/>
                    <a:pt x="6" y="39"/>
                    <a:pt x="11" y="44"/>
                  </a:cubicBezTo>
                  <a:cubicBezTo>
                    <a:pt x="11" y="44"/>
                    <a:pt x="12" y="44"/>
                    <a:pt x="12" y="45"/>
                  </a:cubicBezTo>
                  <a:cubicBezTo>
                    <a:pt x="12" y="45"/>
                    <a:pt x="13" y="45"/>
                    <a:pt x="13" y="46"/>
                  </a:cubicBezTo>
                  <a:cubicBezTo>
                    <a:pt x="13" y="46"/>
                    <a:pt x="14" y="46"/>
                    <a:pt x="14" y="47"/>
                  </a:cubicBezTo>
                  <a:cubicBezTo>
                    <a:pt x="14" y="47"/>
                    <a:pt x="15" y="47"/>
                    <a:pt x="15" y="48"/>
                  </a:cubicBezTo>
                  <a:cubicBezTo>
                    <a:pt x="15" y="48"/>
                    <a:pt x="16" y="48"/>
                    <a:pt x="16" y="49"/>
                  </a:cubicBezTo>
                  <a:cubicBezTo>
                    <a:pt x="16" y="49"/>
                    <a:pt x="17" y="49"/>
                    <a:pt x="17" y="49"/>
                  </a:cubicBezTo>
                  <a:cubicBezTo>
                    <a:pt x="17" y="50"/>
                    <a:pt x="17" y="50"/>
                    <a:pt x="18" y="5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9" y="55"/>
                    <a:pt x="3" y="64"/>
                    <a:pt x="3" y="74"/>
                  </a:cubicBezTo>
                  <a:cubicBezTo>
                    <a:pt x="3" y="91"/>
                    <a:pt x="3" y="91"/>
                    <a:pt x="3" y="91"/>
                  </a:cubicBezTo>
                  <a:cubicBezTo>
                    <a:pt x="3" y="91"/>
                    <a:pt x="3" y="91"/>
                    <a:pt x="3" y="91"/>
                  </a:cubicBezTo>
                  <a:cubicBezTo>
                    <a:pt x="1" y="91"/>
                    <a:pt x="0" y="93"/>
                    <a:pt x="0" y="95"/>
                  </a:cubicBezTo>
                  <a:cubicBezTo>
                    <a:pt x="0" y="96"/>
                    <a:pt x="0" y="96"/>
                    <a:pt x="0" y="97"/>
                  </a:cubicBezTo>
                  <a:cubicBezTo>
                    <a:pt x="1" y="97"/>
                    <a:pt x="1" y="97"/>
                    <a:pt x="1" y="97"/>
                  </a:cubicBezTo>
                  <a:cubicBezTo>
                    <a:pt x="28" y="125"/>
                    <a:pt x="28" y="125"/>
                    <a:pt x="28" y="125"/>
                  </a:cubicBezTo>
                  <a:cubicBezTo>
                    <a:pt x="29" y="125"/>
                    <a:pt x="29" y="125"/>
                    <a:pt x="29" y="125"/>
                  </a:cubicBezTo>
                  <a:cubicBezTo>
                    <a:pt x="70" y="125"/>
                    <a:pt x="104" y="91"/>
                    <a:pt x="104" y="5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6260775" y="3174988"/>
              <a:ext cx="229997" cy="374736"/>
            </a:xfrm>
            <a:custGeom>
              <a:avLst/>
              <a:gdLst>
                <a:gd name="T0" fmla="*/ 0 w 21"/>
                <a:gd name="T1" fmla="*/ 23 h 34"/>
                <a:gd name="T2" fmla="*/ 0 w 21"/>
                <a:gd name="T3" fmla="*/ 34 h 34"/>
                <a:gd name="T4" fmla="*/ 21 w 21"/>
                <a:gd name="T5" fmla="*/ 26 h 34"/>
                <a:gd name="T6" fmla="*/ 21 w 21"/>
                <a:gd name="T7" fmla="*/ 0 h 34"/>
                <a:gd name="T8" fmla="*/ 20 w 21"/>
                <a:gd name="T9" fmla="*/ 1 h 34"/>
                <a:gd name="T10" fmla="*/ 0 w 21"/>
                <a:gd name="T11" fmla="*/ 2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34">
                  <a:moveTo>
                    <a:pt x="0" y="23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0" y="1"/>
                  </a:cubicBezTo>
                  <a:cubicBezTo>
                    <a:pt x="9" y="2"/>
                    <a:pt x="0" y="12"/>
                    <a:pt x="0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6524478" y="3174988"/>
              <a:ext cx="229997" cy="384649"/>
            </a:xfrm>
            <a:custGeom>
              <a:avLst/>
              <a:gdLst>
                <a:gd name="T0" fmla="*/ 1 w 21"/>
                <a:gd name="T1" fmla="*/ 1 h 35"/>
                <a:gd name="T2" fmla="*/ 0 w 21"/>
                <a:gd name="T3" fmla="*/ 0 h 35"/>
                <a:gd name="T4" fmla="*/ 0 w 21"/>
                <a:gd name="T5" fmla="*/ 26 h 35"/>
                <a:gd name="T6" fmla="*/ 21 w 21"/>
                <a:gd name="T7" fmla="*/ 35 h 35"/>
                <a:gd name="T8" fmla="*/ 21 w 21"/>
                <a:gd name="T9" fmla="*/ 23 h 35"/>
                <a:gd name="T10" fmla="*/ 1 w 21"/>
                <a:gd name="T11" fmla="*/ 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35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12"/>
                    <a:pt x="13" y="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6260775" y="2724908"/>
              <a:ext cx="493699" cy="120947"/>
            </a:xfrm>
            <a:custGeom>
              <a:avLst/>
              <a:gdLst>
                <a:gd name="T0" fmla="*/ 199 w 249"/>
                <a:gd name="T1" fmla="*/ 0 h 61"/>
                <a:gd name="T2" fmla="*/ 0 w 249"/>
                <a:gd name="T3" fmla="*/ 0 h 61"/>
                <a:gd name="T4" fmla="*/ 0 w 249"/>
                <a:gd name="T5" fmla="*/ 61 h 61"/>
                <a:gd name="T6" fmla="*/ 199 w 249"/>
                <a:gd name="T7" fmla="*/ 61 h 61"/>
                <a:gd name="T8" fmla="*/ 199 w 249"/>
                <a:gd name="T9" fmla="*/ 61 h 61"/>
                <a:gd name="T10" fmla="*/ 249 w 249"/>
                <a:gd name="T11" fmla="*/ 61 h 61"/>
                <a:gd name="T12" fmla="*/ 249 w 249"/>
                <a:gd name="T13" fmla="*/ 0 h 61"/>
                <a:gd name="T14" fmla="*/ 199 w 249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9" h="61">
                  <a:moveTo>
                    <a:pt x="199" y="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199" y="61"/>
                  </a:lnTo>
                  <a:lnTo>
                    <a:pt x="199" y="61"/>
                  </a:lnTo>
                  <a:lnTo>
                    <a:pt x="249" y="61"/>
                  </a:lnTo>
                  <a:lnTo>
                    <a:pt x="249" y="0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6227068" y="2691202"/>
              <a:ext cx="561112" cy="935848"/>
            </a:xfrm>
            <a:custGeom>
              <a:avLst/>
              <a:gdLst>
                <a:gd name="T0" fmla="*/ 50 w 51"/>
                <a:gd name="T1" fmla="*/ 85 h 85"/>
                <a:gd name="T2" fmla="*/ 1 w 51"/>
                <a:gd name="T3" fmla="*/ 85 h 85"/>
                <a:gd name="T4" fmla="*/ 0 w 51"/>
                <a:gd name="T5" fmla="*/ 84 h 85"/>
                <a:gd name="T6" fmla="*/ 0 w 51"/>
                <a:gd name="T7" fmla="*/ 67 h 85"/>
                <a:gd name="T8" fmla="*/ 18 w 51"/>
                <a:gd name="T9" fmla="*/ 43 h 85"/>
                <a:gd name="T10" fmla="*/ 0 w 51"/>
                <a:gd name="T11" fmla="*/ 18 h 85"/>
                <a:gd name="T12" fmla="*/ 0 w 51"/>
                <a:gd name="T13" fmla="*/ 2 h 85"/>
                <a:gd name="T14" fmla="*/ 1 w 51"/>
                <a:gd name="T15" fmla="*/ 0 h 85"/>
                <a:gd name="T16" fmla="*/ 50 w 51"/>
                <a:gd name="T17" fmla="*/ 0 h 85"/>
                <a:gd name="T18" fmla="*/ 51 w 51"/>
                <a:gd name="T19" fmla="*/ 2 h 85"/>
                <a:gd name="T20" fmla="*/ 51 w 51"/>
                <a:gd name="T21" fmla="*/ 18 h 85"/>
                <a:gd name="T22" fmla="*/ 33 w 51"/>
                <a:gd name="T23" fmla="*/ 43 h 85"/>
                <a:gd name="T24" fmla="*/ 51 w 51"/>
                <a:gd name="T25" fmla="*/ 67 h 85"/>
                <a:gd name="T26" fmla="*/ 51 w 51"/>
                <a:gd name="T27" fmla="*/ 84 h 85"/>
                <a:gd name="T28" fmla="*/ 50 w 51"/>
                <a:gd name="T29" fmla="*/ 85 h 85"/>
                <a:gd name="T30" fmla="*/ 3 w 51"/>
                <a:gd name="T31" fmla="*/ 82 h 85"/>
                <a:gd name="T32" fmla="*/ 48 w 51"/>
                <a:gd name="T33" fmla="*/ 82 h 85"/>
                <a:gd name="T34" fmla="*/ 48 w 51"/>
                <a:gd name="T35" fmla="*/ 67 h 85"/>
                <a:gd name="T36" fmla="*/ 28 w 51"/>
                <a:gd name="T37" fmla="*/ 45 h 85"/>
                <a:gd name="T38" fmla="*/ 27 w 51"/>
                <a:gd name="T39" fmla="*/ 43 h 85"/>
                <a:gd name="T40" fmla="*/ 27 w 51"/>
                <a:gd name="T41" fmla="*/ 42 h 85"/>
                <a:gd name="T42" fmla="*/ 28 w 51"/>
                <a:gd name="T43" fmla="*/ 41 h 85"/>
                <a:gd name="T44" fmla="*/ 48 w 51"/>
                <a:gd name="T45" fmla="*/ 18 h 85"/>
                <a:gd name="T46" fmla="*/ 48 w 51"/>
                <a:gd name="T47" fmla="*/ 3 h 85"/>
                <a:gd name="T48" fmla="*/ 3 w 51"/>
                <a:gd name="T49" fmla="*/ 3 h 85"/>
                <a:gd name="T50" fmla="*/ 3 w 51"/>
                <a:gd name="T51" fmla="*/ 18 h 85"/>
                <a:gd name="T52" fmla="*/ 23 w 51"/>
                <a:gd name="T53" fmla="*/ 41 h 85"/>
                <a:gd name="T54" fmla="*/ 24 w 51"/>
                <a:gd name="T55" fmla="*/ 42 h 85"/>
                <a:gd name="T56" fmla="*/ 24 w 51"/>
                <a:gd name="T57" fmla="*/ 43 h 85"/>
                <a:gd name="T58" fmla="*/ 23 w 51"/>
                <a:gd name="T59" fmla="*/ 45 h 85"/>
                <a:gd name="T60" fmla="*/ 3 w 51"/>
                <a:gd name="T61" fmla="*/ 67 h 85"/>
                <a:gd name="T62" fmla="*/ 3 w 51"/>
                <a:gd name="T63" fmla="*/ 8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" h="85">
                  <a:moveTo>
                    <a:pt x="50" y="85"/>
                  </a:moveTo>
                  <a:cubicBezTo>
                    <a:pt x="1" y="85"/>
                    <a:pt x="1" y="85"/>
                    <a:pt x="1" y="85"/>
                  </a:cubicBezTo>
                  <a:cubicBezTo>
                    <a:pt x="1" y="85"/>
                    <a:pt x="0" y="84"/>
                    <a:pt x="0" y="84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56"/>
                    <a:pt x="8" y="46"/>
                    <a:pt x="18" y="43"/>
                  </a:cubicBezTo>
                  <a:cubicBezTo>
                    <a:pt x="8" y="39"/>
                    <a:pt x="0" y="30"/>
                    <a:pt x="0" y="18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1" y="0"/>
                    <a:pt x="51" y="1"/>
                    <a:pt x="51" y="2"/>
                  </a:cubicBezTo>
                  <a:cubicBezTo>
                    <a:pt x="51" y="18"/>
                    <a:pt x="51" y="18"/>
                    <a:pt x="51" y="18"/>
                  </a:cubicBezTo>
                  <a:cubicBezTo>
                    <a:pt x="51" y="30"/>
                    <a:pt x="44" y="39"/>
                    <a:pt x="33" y="43"/>
                  </a:cubicBezTo>
                  <a:cubicBezTo>
                    <a:pt x="44" y="46"/>
                    <a:pt x="51" y="56"/>
                    <a:pt x="51" y="67"/>
                  </a:cubicBezTo>
                  <a:cubicBezTo>
                    <a:pt x="51" y="84"/>
                    <a:pt x="51" y="84"/>
                    <a:pt x="51" y="84"/>
                  </a:cubicBezTo>
                  <a:cubicBezTo>
                    <a:pt x="51" y="84"/>
                    <a:pt x="51" y="85"/>
                    <a:pt x="50" y="85"/>
                  </a:cubicBezTo>
                  <a:close/>
                  <a:moveTo>
                    <a:pt x="3" y="82"/>
                  </a:moveTo>
                  <a:cubicBezTo>
                    <a:pt x="48" y="82"/>
                    <a:pt x="48" y="82"/>
                    <a:pt x="48" y="82"/>
                  </a:cubicBezTo>
                  <a:cubicBezTo>
                    <a:pt x="48" y="67"/>
                    <a:pt x="48" y="67"/>
                    <a:pt x="48" y="67"/>
                  </a:cubicBezTo>
                  <a:cubicBezTo>
                    <a:pt x="48" y="56"/>
                    <a:pt x="40" y="46"/>
                    <a:pt x="28" y="45"/>
                  </a:cubicBezTo>
                  <a:cubicBezTo>
                    <a:pt x="27" y="45"/>
                    <a:pt x="27" y="44"/>
                    <a:pt x="27" y="43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1"/>
                    <a:pt x="27" y="41"/>
                    <a:pt x="28" y="41"/>
                  </a:cubicBezTo>
                  <a:cubicBezTo>
                    <a:pt x="40" y="39"/>
                    <a:pt x="48" y="30"/>
                    <a:pt x="48" y="18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30"/>
                    <a:pt x="12" y="39"/>
                    <a:pt x="23" y="41"/>
                  </a:cubicBezTo>
                  <a:cubicBezTo>
                    <a:pt x="24" y="41"/>
                    <a:pt x="24" y="41"/>
                    <a:pt x="24" y="42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44"/>
                    <a:pt x="24" y="45"/>
                    <a:pt x="23" y="45"/>
                  </a:cubicBezTo>
                  <a:cubicBezTo>
                    <a:pt x="12" y="46"/>
                    <a:pt x="3" y="56"/>
                    <a:pt x="3" y="67"/>
                  </a:cubicBezTo>
                  <a:lnTo>
                    <a:pt x="3" y="82"/>
                  </a:ln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6260775" y="2845855"/>
              <a:ext cx="394563" cy="747490"/>
            </a:xfrm>
            <a:custGeom>
              <a:avLst/>
              <a:gdLst>
                <a:gd name="T0" fmla="*/ 22 w 36"/>
                <a:gd name="T1" fmla="*/ 28 h 68"/>
                <a:gd name="T2" fmla="*/ 23 w 36"/>
                <a:gd name="T3" fmla="*/ 27 h 68"/>
                <a:gd name="T4" fmla="*/ 36 w 36"/>
                <a:gd name="T5" fmla="*/ 4 h 68"/>
                <a:gd name="T6" fmla="*/ 36 w 36"/>
                <a:gd name="T7" fmla="*/ 0 h 68"/>
                <a:gd name="T8" fmla="*/ 0 w 36"/>
                <a:gd name="T9" fmla="*/ 0 h 68"/>
                <a:gd name="T10" fmla="*/ 0 w 36"/>
                <a:gd name="T11" fmla="*/ 4 h 68"/>
                <a:gd name="T12" fmla="*/ 20 w 36"/>
                <a:gd name="T13" fmla="*/ 27 h 68"/>
                <a:gd name="T14" fmla="*/ 21 w 36"/>
                <a:gd name="T15" fmla="*/ 28 h 68"/>
                <a:gd name="T16" fmla="*/ 21 w 36"/>
                <a:gd name="T17" fmla="*/ 29 h 68"/>
                <a:gd name="T18" fmla="*/ 21 w 36"/>
                <a:gd name="T19" fmla="*/ 30 h 68"/>
                <a:gd name="T20" fmla="*/ 21 w 36"/>
                <a:gd name="T21" fmla="*/ 56 h 68"/>
                <a:gd name="T22" fmla="*/ 0 w 36"/>
                <a:gd name="T23" fmla="*/ 64 h 68"/>
                <a:gd name="T24" fmla="*/ 0 w 36"/>
                <a:gd name="T25" fmla="*/ 68 h 68"/>
                <a:gd name="T26" fmla="*/ 36 w 36"/>
                <a:gd name="T27" fmla="*/ 68 h 68"/>
                <a:gd name="T28" fmla="*/ 22 w 36"/>
                <a:gd name="T29" fmla="*/ 56 h 68"/>
                <a:gd name="T30" fmla="*/ 22 w 36"/>
                <a:gd name="T31" fmla="*/ 2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6" h="68">
                  <a:moveTo>
                    <a:pt x="22" y="28"/>
                  </a:moveTo>
                  <a:cubicBezTo>
                    <a:pt x="22" y="27"/>
                    <a:pt x="23" y="27"/>
                    <a:pt x="23" y="27"/>
                  </a:cubicBezTo>
                  <a:cubicBezTo>
                    <a:pt x="31" y="25"/>
                    <a:pt x="36" y="16"/>
                    <a:pt x="36" y="4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6"/>
                    <a:pt x="9" y="25"/>
                    <a:pt x="20" y="27"/>
                  </a:cubicBezTo>
                  <a:cubicBezTo>
                    <a:pt x="21" y="27"/>
                    <a:pt x="21" y="27"/>
                    <a:pt x="21" y="28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1" y="29"/>
                    <a:pt x="21" y="30"/>
                    <a:pt x="21" y="30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22" y="56"/>
                    <a:pt x="22" y="56"/>
                    <a:pt x="22" y="56"/>
                  </a:cubicBezTo>
                  <a:lnTo>
                    <a:pt x="22" y="2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6502668" y="2845855"/>
              <a:ext cx="251806" cy="747490"/>
            </a:xfrm>
            <a:custGeom>
              <a:avLst/>
              <a:gdLst>
                <a:gd name="T0" fmla="*/ 23 w 23"/>
                <a:gd name="T1" fmla="*/ 65 h 68"/>
                <a:gd name="T2" fmla="*/ 2 w 23"/>
                <a:gd name="T3" fmla="*/ 56 h 68"/>
                <a:gd name="T4" fmla="*/ 2 w 23"/>
                <a:gd name="T5" fmla="*/ 30 h 68"/>
                <a:gd name="T6" fmla="*/ 2 w 23"/>
                <a:gd name="T7" fmla="*/ 29 h 68"/>
                <a:gd name="T8" fmla="*/ 2 w 23"/>
                <a:gd name="T9" fmla="*/ 28 h 68"/>
                <a:gd name="T10" fmla="*/ 3 w 23"/>
                <a:gd name="T11" fmla="*/ 27 h 68"/>
                <a:gd name="T12" fmla="*/ 23 w 23"/>
                <a:gd name="T13" fmla="*/ 4 h 68"/>
                <a:gd name="T14" fmla="*/ 23 w 23"/>
                <a:gd name="T15" fmla="*/ 0 h 68"/>
                <a:gd name="T16" fmla="*/ 14 w 23"/>
                <a:gd name="T17" fmla="*/ 0 h 68"/>
                <a:gd name="T18" fmla="*/ 14 w 23"/>
                <a:gd name="T19" fmla="*/ 4 h 68"/>
                <a:gd name="T20" fmla="*/ 1 w 23"/>
                <a:gd name="T21" fmla="*/ 27 h 68"/>
                <a:gd name="T22" fmla="*/ 0 w 23"/>
                <a:gd name="T23" fmla="*/ 28 h 68"/>
                <a:gd name="T24" fmla="*/ 0 w 23"/>
                <a:gd name="T25" fmla="*/ 56 h 68"/>
                <a:gd name="T26" fmla="*/ 14 w 23"/>
                <a:gd name="T27" fmla="*/ 68 h 68"/>
                <a:gd name="T28" fmla="*/ 23 w 23"/>
                <a:gd name="T29" fmla="*/ 68 h 68"/>
                <a:gd name="T30" fmla="*/ 23 w 23"/>
                <a:gd name="T31" fmla="*/ 65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" h="68">
                  <a:moveTo>
                    <a:pt x="23" y="65"/>
                  </a:moveTo>
                  <a:cubicBezTo>
                    <a:pt x="2" y="56"/>
                    <a:pt x="2" y="56"/>
                    <a:pt x="2" y="56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2" y="30"/>
                    <a:pt x="2" y="29"/>
                    <a:pt x="2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3" y="27"/>
                  </a:cubicBezTo>
                  <a:cubicBezTo>
                    <a:pt x="15" y="25"/>
                    <a:pt x="23" y="16"/>
                    <a:pt x="23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16"/>
                    <a:pt x="9" y="25"/>
                    <a:pt x="1" y="27"/>
                  </a:cubicBezTo>
                  <a:cubicBezTo>
                    <a:pt x="1" y="27"/>
                    <a:pt x="0" y="27"/>
                    <a:pt x="0" y="2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23" y="68"/>
                    <a:pt x="23" y="68"/>
                    <a:pt x="23" y="68"/>
                  </a:cubicBezTo>
                  <a:lnTo>
                    <a:pt x="23" y="6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6193363" y="2613875"/>
              <a:ext cx="628525" cy="99136"/>
            </a:xfrm>
            <a:custGeom>
              <a:avLst/>
              <a:gdLst>
                <a:gd name="T0" fmla="*/ 53 w 57"/>
                <a:gd name="T1" fmla="*/ 0 h 9"/>
                <a:gd name="T2" fmla="*/ 36 w 57"/>
                <a:gd name="T3" fmla="*/ 0 h 9"/>
                <a:gd name="T4" fmla="*/ 4 w 57"/>
                <a:gd name="T5" fmla="*/ 0 h 9"/>
                <a:gd name="T6" fmla="*/ 0 w 57"/>
                <a:gd name="T7" fmla="*/ 5 h 9"/>
                <a:gd name="T8" fmla="*/ 4 w 57"/>
                <a:gd name="T9" fmla="*/ 9 h 9"/>
                <a:gd name="T10" fmla="*/ 36 w 57"/>
                <a:gd name="T11" fmla="*/ 9 h 9"/>
                <a:gd name="T12" fmla="*/ 53 w 57"/>
                <a:gd name="T13" fmla="*/ 9 h 9"/>
                <a:gd name="T14" fmla="*/ 57 w 57"/>
                <a:gd name="T15" fmla="*/ 5 h 9"/>
                <a:gd name="T16" fmla="*/ 53 w 57"/>
                <a:gd name="T1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9">
                  <a:moveTo>
                    <a:pt x="53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6" y="9"/>
                    <a:pt x="57" y="7"/>
                    <a:pt x="57" y="5"/>
                  </a:cubicBezTo>
                  <a:cubicBezTo>
                    <a:pt x="57" y="2"/>
                    <a:pt x="56" y="0"/>
                    <a:pt x="53" y="0"/>
                  </a:cubicBez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6193363" y="3615154"/>
              <a:ext cx="628525" cy="87240"/>
            </a:xfrm>
            <a:custGeom>
              <a:avLst/>
              <a:gdLst>
                <a:gd name="T0" fmla="*/ 53 w 57"/>
                <a:gd name="T1" fmla="*/ 0 h 8"/>
                <a:gd name="T2" fmla="*/ 36 w 57"/>
                <a:gd name="T3" fmla="*/ 0 h 8"/>
                <a:gd name="T4" fmla="*/ 4 w 57"/>
                <a:gd name="T5" fmla="*/ 0 h 8"/>
                <a:gd name="T6" fmla="*/ 0 w 57"/>
                <a:gd name="T7" fmla="*/ 4 h 8"/>
                <a:gd name="T8" fmla="*/ 4 w 57"/>
                <a:gd name="T9" fmla="*/ 8 h 8"/>
                <a:gd name="T10" fmla="*/ 36 w 57"/>
                <a:gd name="T11" fmla="*/ 8 h 8"/>
                <a:gd name="T12" fmla="*/ 53 w 57"/>
                <a:gd name="T13" fmla="*/ 8 h 8"/>
                <a:gd name="T14" fmla="*/ 57 w 57"/>
                <a:gd name="T15" fmla="*/ 4 h 8"/>
                <a:gd name="T16" fmla="*/ 53 w 57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8">
                  <a:moveTo>
                    <a:pt x="53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6" y="8"/>
                    <a:pt x="57" y="6"/>
                    <a:pt x="57" y="4"/>
                  </a:cubicBezTo>
                  <a:cubicBezTo>
                    <a:pt x="57" y="1"/>
                    <a:pt x="56" y="0"/>
                    <a:pt x="53" y="0"/>
                  </a:cubicBez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4903547" y="3461450"/>
            <a:ext cx="2363777" cy="585788"/>
            <a:chOff x="825501" y="3244850"/>
            <a:chExt cx="2363777" cy="585788"/>
          </a:xfrm>
        </p:grpSpPr>
        <p:sp>
          <p:nvSpPr>
            <p:cNvPr id="77" name="Freeform 23"/>
            <p:cNvSpPr/>
            <p:nvPr/>
          </p:nvSpPr>
          <p:spPr bwMode="auto">
            <a:xfrm>
              <a:off x="2740015" y="3244850"/>
              <a:ext cx="449263" cy="350838"/>
            </a:xfrm>
            <a:custGeom>
              <a:avLst/>
              <a:gdLst>
                <a:gd name="T0" fmla="*/ 264 w 283"/>
                <a:gd name="T1" fmla="*/ 117 h 221"/>
                <a:gd name="T2" fmla="*/ 283 w 283"/>
                <a:gd name="T3" fmla="*/ 0 h 221"/>
                <a:gd name="T4" fmla="*/ 0 w 283"/>
                <a:gd name="T5" fmla="*/ 0 h 221"/>
                <a:gd name="T6" fmla="*/ 0 w 283"/>
                <a:gd name="T7" fmla="*/ 221 h 221"/>
                <a:gd name="T8" fmla="*/ 283 w 283"/>
                <a:gd name="T9" fmla="*/ 221 h 221"/>
                <a:gd name="T10" fmla="*/ 264 w 283"/>
                <a:gd name="T11" fmla="*/ 11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3" h="221">
                  <a:moveTo>
                    <a:pt x="264" y="117"/>
                  </a:moveTo>
                  <a:lnTo>
                    <a:pt x="283" y="0"/>
                  </a:lnTo>
                  <a:lnTo>
                    <a:pt x="0" y="0"/>
                  </a:lnTo>
                  <a:lnTo>
                    <a:pt x="0" y="221"/>
                  </a:lnTo>
                  <a:lnTo>
                    <a:pt x="283" y="221"/>
                  </a:lnTo>
                  <a:lnTo>
                    <a:pt x="264" y="11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2740015" y="3244850"/>
              <a:ext cx="276225" cy="369888"/>
            </a:xfrm>
            <a:custGeom>
              <a:avLst/>
              <a:gdLst>
                <a:gd name="T0" fmla="*/ 0 w 174"/>
                <a:gd name="T1" fmla="*/ 0 h 233"/>
                <a:gd name="T2" fmla="*/ 174 w 174"/>
                <a:gd name="T3" fmla="*/ 104 h 233"/>
                <a:gd name="T4" fmla="*/ 97 w 174"/>
                <a:gd name="T5" fmla="*/ 233 h 233"/>
                <a:gd name="T6" fmla="*/ 0 w 174"/>
                <a:gd name="T7" fmla="*/ 156 h 233"/>
                <a:gd name="T8" fmla="*/ 0 w 174"/>
                <a:gd name="T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233">
                  <a:moveTo>
                    <a:pt x="0" y="0"/>
                  </a:moveTo>
                  <a:lnTo>
                    <a:pt x="174" y="104"/>
                  </a:lnTo>
                  <a:lnTo>
                    <a:pt x="97" y="233"/>
                  </a:lnTo>
                  <a:lnTo>
                    <a:pt x="0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825501" y="3244850"/>
              <a:ext cx="439738" cy="350838"/>
            </a:xfrm>
            <a:custGeom>
              <a:avLst/>
              <a:gdLst>
                <a:gd name="T0" fmla="*/ 19 w 277"/>
                <a:gd name="T1" fmla="*/ 117 h 221"/>
                <a:gd name="T2" fmla="*/ 0 w 277"/>
                <a:gd name="T3" fmla="*/ 0 h 221"/>
                <a:gd name="T4" fmla="*/ 277 w 277"/>
                <a:gd name="T5" fmla="*/ 0 h 221"/>
                <a:gd name="T6" fmla="*/ 277 w 277"/>
                <a:gd name="T7" fmla="*/ 221 h 221"/>
                <a:gd name="T8" fmla="*/ 0 w 277"/>
                <a:gd name="T9" fmla="*/ 221 h 221"/>
                <a:gd name="T10" fmla="*/ 19 w 277"/>
                <a:gd name="T11" fmla="*/ 11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7" h="221">
                  <a:moveTo>
                    <a:pt x="19" y="117"/>
                  </a:moveTo>
                  <a:lnTo>
                    <a:pt x="0" y="0"/>
                  </a:lnTo>
                  <a:lnTo>
                    <a:pt x="277" y="0"/>
                  </a:lnTo>
                  <a:lnTo>
                    <a:pt x="277" y="221"/>
                  </a:lnTo>
                  <a:lnTo>
                    <a:pt x="0" y="221"/>
                  </a:lnTo>
                  <a:lnTo>
                    <a:pt x="19" y="11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989014" y="3244850"/>
              <a:ext cx="285750" cy="369888"/>
            </a:xfrm>
            <a:custGeom>
              <a:avLst/>
              <a:gdLst>
                <a:gd name="T0" fmla="*/ 180 w 180"/>
                <a:gd name="T1" fmla="*/ 0 h 233"/>
                <a:gd name="T2" fmla="*/ 0 w 180"/>
                <a:gd name="T3" fmla="*/ 104 h 233"/>
                <a:gd name="T4" fmla="*/ 77 w 180"/>
                <a:gd name="T5" fmla="*/ 233 h 233"/>
                <a:gd name="T6" fmla="*/ 180 w 180"/>
                <a:gd name="T7" fmla="*/ 156 h 233"/>
                <a:gd name="T8" fmla="*/ 180 w 180"/>
                <a:gd name="T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233">
                  <a:moveTo>
                    <a:pt x="180" y="0"/>
                  </a:moveTo>
                  <a:lnTo>
                    <a:pt x="0" y="104"/>
                  </a:lnTo>
                  <a:lnTo>
                    <a:pt x="77" y="233"/>
                  </a:lnTo>
                  <a:lnTo>
                    <a:pt x="180" y="156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1" name="Rectangle 27"/>
            <p:cNvSpPr>
              <a:spLocks noChangeArrowheads="1"/>
            </p:cNvSpPr>
            <p:nvPr/>
          </p:nvSpPr>
          <p:spPr bwMode="auto">
            <a:xfrm>
              <a:off x="995364" y="3409950"/>
              <a:ext cx="2020888" cy="42068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82" name="Rectangle 81"/>
          <p:cNvSpPr/>
          <p:nvPr/>
        </p:nvSpPr>
        <p:spPr>
          <a:xfrm>
            <a:off x="5074997" y="3686667"/>
            <a:ext cx="20208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aleway" panose="020B0003030101060003" pitchFamily="2" charset="0"/>
                <a:cs typeface="+mn-cs"/>
              </a:rPr>
              <a:t>Saving Time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aleway" panose="020B0003030101060003" pitchFamily="2" charset="0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9225933" y="2235200"/>
            <a:ext cx="1548000" cy="1548000"/>
            <a:chOff x="9225933" y="2235200"/>
            <a:chExt cx="1548000" cy="1548000"/>
          </a:xfrm>
        </p:grpSpPr>
        <p:sp>
          <p:nvSpPr>
            <p:cNvPr id="22" name="Oval 18"/>
            <p:cNvSpPr>
              <a:spLocks noChangeArrowheads="1"/>
            </p:cNvSpPr>
            <p:nvPr/>
          </p:nvSpPr>
          <p:spPr bwMode="auto">
            <a:xfrm>
              <a:off x="9225933" y="2235200"/>
              <a:ext cx="1548000" cy="1548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3" name="Freeform 19"/>
            <p:cNvSpPr/>
            <p:nvPr/>
          </p:nvSpPr>
          <p:spPr bwMode="auto">
            <a:xfrm>
              <a:off x="9523068" y="2532335"/>
              <a:ext cx="1240718" cy="1240720"/>
            </a:xfrm>
            <a:custGeom>
              <a:avLst/>
              <a:gdLst>
                <a:gd name="T0" fmla="*/ 121 w 121"/>
                <a:gd name="T1" fmla="*/ 56 h 121"/>
                <a:gd name="T2" fmla="*/ 74 w 121"/>
                <a:gd name="T3" fmla="*/ 8 h 121"/>
                <a:gd name="T4" fmla="*/ 66 w 121"/>
                <a:gd name="T5" fmla="*/ 4 h 121"/>
                <a:gd name="T6" fmla="*/ 64 w 121"/>
                <a:gd name="T7" fmla="*/ 4 h 121"/>
                <a:gd name="T8" fmla="*/ 61 w 121"/>
                <a:gd name="T9" fmla="*/ 9 h 121"/>
                <a:gd name="T10" fmla="*/ 61 w 121"/>
                <a:gd name="T11" fmla="*/ 9 h 121"/>
                <a:gd name="T12" fmla="*/ 52 w 121"/>
                <a:gd name="T13" fmla="*/ 0 h 121"/>
                <a:gd name="T14" fmla="*/ 51 w 121"/>
                <a:gd name="T15" fmla="*/ 0 h 121"/>
                <a:gd name="T16" fmla="*/ 47 w 121"/>
                <a:gd name="T17" fmla="*/ 0 h 121"/>
                <a:gd name="T18" fmla="*/ 42 w 121"/>
                <a:gd name="T19" fmla="*/ 0 h 121"/>
                <a:gd name="T20" fmla="*/ 41 w 121"/>
                <a:gd name="T21" fmla="*/ 1 h 121"/>
                <a:gd name="T22" fmla="*/ 40 w 121"/>
                <a:gd name="T23" fmla="*/ 11 h 121"/>
                <a:gd name="T24" fmla="*/ 37 w 121"/>
                <a:gd name="T25" fmla="*/ 12 h 121"/>
                <a:gd name="T26" fmla="*/ 37 w 121"/>
                <a:gd name="T27" fmla="*/ 12 h 121"/>
                <a:gd name="T28" fmla="*/ 29 w 121"/>
                <a:gd name="T29" fmla="*/ 4 h 121"/>
                <a:gd name="T30" fmla="*/ 27 w 121"/>
                <a:gd name="T31" fmla="*/ 4 h 121"/>
                <a:gd name="T32" fmla="*/ 19 w 121"/>
                <a:gd name="T33" fmla="*/ 8 h 121"/>
                <a:gd name="T34" fmla="*/ 19 w 121"/>
                <a:gd name="T35" fmla="*/ 10 h 121"/>
                <a:gd name="T36" fmla="*/ 23 w 121"/>
                <a:gd name="T37" fmla="*/ 19 h 121"/>
                <a:gd name="T38" fmla="*/ 19 w 121"/>
                <a:gd name="T39" fmla="*/ 23 h 121"/>
                <a:gd name="T40" fmla="*/ 10 w 121"/>
                <a:gd name="T41" fmla="*/ 19 h 121"/>
                <a:gd name="T42" fmla="*/ 8 w 121"/>
                <a:gd name="T43" fmla="*/ 19 h 121"/>
                <a:gd name="T44" fmla="*/ 4 w 121"/>
                <a:gd name="T45" fmla="*/ 27 h 121"/>
                <a:gd name="T46" fmla="*/ 4 w 121"/>
                <a:gd name="T47" fmla="*/ 29 h 121"/>
                <a:gd name="T48" fmla="*/ 11 w 121"/>
                <a:gd name="T49" fmla="*/ 36 h 121"/>
                <a:gd name="T50" fmla="*/ 11 w 121"/>
                <a:gd name="T51" fmla="*/ 36 h 121"/>
                <a:gd name="T52" fmla="*/ 10 w 121"/>
                <a:gd name="T53" fmla="*/ 40 h 121"/>
                <a:gd name="T54" fmla="*/ 1 w 121"/>
                <a:gd name="T55" fmla="*/ 40 h 121"/>
                <a:gd name="T56" fmla="*/ 0 w 121"/>
                <a:gd name="T57" fmla="*/ 42 h 121"/>
                <a:gd name="T58" fmla="*/ 0 w 121"/>
                <a:gd name="T59" fmla="*/ 51 h 121"/>
                <a:gd name="T60" fmla="*/ 0 w 121"/>
                <a:gd name="T61" fmla="*/ 52 h 121"/>
                <a:gd name="T62" fmla="*/ 9 w 121"/>
                <a:gd name="T63" fmla="*/ 61 h 121"/>
                <a:gd name="T64" fmla="*/ 9 w 121"/>
                <a:gd name="T65" fmla="*/ 61 h 121"/>
                <a:gd name="T66" fmla="*/ 4 w 121"/>
                <a:gd name="T67" fmla="*/ 64 h 121"/>
                <a:gd name="T68" fmla="*/ 4 w 121"/>
                <a:gd name="T69" fmla="*/ 66 h 121"/>
                <a:gd name="T70" fmla="*/ 8 w 121"/>
                <a:gd name="T71" fmla="*/ 74 h 121"/>
                <a:gd name="T72" fmla="*/ 56 w 121"/>
                <a:gd name="T73" fmla="*/ 121 h 121"/>
                <a:gd name="T74" fmla="*/ 121 w 121"/>
                <a:gd name="T75" fmla="*/ 5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1" h="121">
                  <a:moveTo>
                    <a:pt x="121" y="56"/>
                  </a:moveTo>
                  <a:cubicBezTo>
                    <a:pt x="74" y="8"/>
                    <a:pt x="74" y="8"/>
                    <a:pt x="74" y="8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5" y="3"/>
                    <a:pt x="65" y="4"/>
                    <a:pt x="64" y="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0"/>
                    <a:pt x="52" y="0"/>
                    <a:pt x="51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39" y="11"/>
                    <a:pt x="38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8" y="3"/>
                    <a:pt x="27" y="4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9"/>
                    <a:pt x="18" y="10"/>
                    <a:pt x="19" y="10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20"/>
                    <a:pt x="20" y="22"/>
                    <a:pt x="19" y="23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9" y="18"/>
                    <a:pt x="8" y="19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8"/>
                    <a:pt x="4" y="28"/>
                    <a:pt x="4" y="29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7"/>
                    <a:pt x="10" y="39"/>
                    <a:pt x="10" y="40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" y="40"/>
                    <a:pt x="0" y="41"/>
                    <a:pt x="0" y="42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2"/>
                    <a:pt x="0" y="52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3" y="65"/>
                    <a:pt x="4" y="66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90" y="117"/>
                    <a:pt x="117" y="90"/>
                    <a:pt x="121" y="56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4" name="Freeform 20"/>
            <p:cNvSpPr/>
            <p:nvPr/>
          </p:nvSpPr>
          <p:spPr bwMode="auto">
            <a:xfrm>
              <a:off x="10004281" y="2532335"/>
              <a:ext cx="472517" cy="953731"/>
            </a:xfrm>
            <a:custGeom>
              <a:avLst/>
              <a:gdLst>
                <a:gd name="T0" fmla="*/ 45 w 46"/>
                <a:gd name="T1" fmla="*/ 40 h 93"/>
                <a:gd name="T2" fmla="*/ 37 w 46"/>
                <a:gd name="T3" fmla="*/ 40 h 93"/>
                <a:gd name="T4" fmla="*/ 35 w 46"/>
                <a:gd name="T5" fmla="*/ 34 h 93"/>
                <a:gd name="T6" fmla="*/ 42 w 46"/>
                <a:gd name="T7" fmla="*/ 29 h 93"/>
                <a:gd name="T8" fmla="*/ 43 w 46"/>
                <a:gd name="T9" fmla="*/ 27 h 93"/>
                <a:gd name="T10" fmla="*/ 38 w 46"/>
                <a:gd name="T11" fmla="*/ 19 h 93"/>
                <a:gd name="T12" fmla="*/ 36 w 46"/>
                <a:gd name="T13" fmla="*/ 19 h 93"/>
                <a:gd name="T14" fmla="*/ 28 w 46"/>
                <a:gd name="T15" fmla="*/ 23 h 93"/>
                <a:gd name="T16" fmla="*/ 23 w 46"/>
                <a:gd name="T17" fmla="*/ 19 h 93"/>
                <a:gd name="T18" fmla="*/ 28 w 46"/>
                <a:gd name="T19" fmla="*/ 10 h 93"/>
                <a:gd name="T20" fmla="*/ 27 w 46"/>
                <a:gd name="T21" fmla="*/ 8 h 93"/>
                <a:gd name="T22" fmla="*/ 19 w 46"/>
                <a:gd name="T23" fmla="*/ 4 h 93"/>
                <a:gd name="T24" fmla="*/ 17 w 46"/>
                <a:gd name="T25" fmla="*/ 4 h 93"/>
                <a:gd name="T26" fmla="*/ 12 w 46"/>
                <a:gd name="T27" fmla="*/ 13 h 93"/>
                <a:gd name="T28" fmla="*/ 6 w 46"/>
                <a:gd name="T29" fmla="*/ 11 h 93"/>
                <a:gd name="T30" fmla="*/ 6 w 46"/>
                <a:gd name="T31" fmla="*/ 1 h 93"/>
                <a:gd name="T32" fmla="*/ 4 w 46"/>
                <a:gd name="T33" fmla="*/ 0 h 93"/>
                <a:gd name="T34" fmla="*/ 0 w 46"/>
                <a:gd name="T35" fmla="*/ 0 h 93"/>
                <a:gd name="T36" fmla="*/ 0 w 46"/>
                <a:gd name="T37" fmla="*/ 21 h 93"/>
                <a:gd name="T38" fmla="*/ 0 w 46"/>
                <a:gd name="T39" fmla="*/ 21 h 93"/>
                <a:gd name="T40" fmla="*/ 28 w 46"/>
                <a:gd name="T41" fmla="*/ 48 h 93"/>
                <a:gd name="T42" fmla="*/ 0 w 46"/>
                <a:gd name="T43" fmla="*/ 76 h 93"/>
                <a:gd name="T44" fmla="*/ 0 w 46"/>
                <a:gd name="T45" fmla="*/ 76 h 93"/>
                <a:gd name="T46" fmla="*/ 0 w 46"/>
                <a:gd name="T47" fmla="*/ 93 h 93"/>
                <a:gd name="T48" fmla="*/ 4 w 46"/>
                <a:gd name="T49" fmla="*/ 93 h 93"/>
                <a:gd name="T50" fmla="*/ 6 w 46"/>
                <a:gd name="T51" fmla="*/ 92 h 93"/>
                <a:gd name="T52" fmla="*/ 6 w 46"/>
                <a:gd name="T53" fmla="*/ 86 h 93"/>
                <a:gd name="T54" fmla="*/ 14 w 46"/>
                <a:gd name="T55" fmla="*/ 84 h 93"/>
                <a:gd name="T56" fmla="*/ 17 w 46"/>
                <a:gd name="T57" fmla="*/ 89 h 93"/>
                <a:gd name="T58" fmla="*/ 19 w 46"/>
                <a:gd name="T59" fmla="*/ 89 h 93"/>
                <a:gd name="T60" fmla="*/ 27 w 46"/>
                <a:gd name="T61" fmla="*/ 85 h 93"/>
                <a:gd name="T62" fmla="*/ 28 w 46"/>
                <a:gd name="T63" fmla="*/ 83 h 93"/>
                <a:gd name="T64" fmla="*/ 25 w 46"/>
                <a:gd name="T65" fmla="*/ 77 h 93"/>
                <a:gd name="T66" fmla="*/ 30 w 46"/>
                <a:gd name="T67" fmla="*/ 71 h 93"/>
                <a:gd name="T68" fmla="*/ 36 w 46"/>
                <a:gd name="T69" fmla="*/ 74 h 93"/>
                <a:gd name="T70" fmla="*/ 38 w 46"/>
                <a:gd name="T71" fmla="*/ 74 h 93"/>
                <a:gd name="T72" fmla="*/ 43 w 46"/>
                <a:gd name="T73" fmla="*/ 66 h 93"/>
                <a:gd name="T74" fmla="*/ 42 w 46"/>
                <a:gd name="T75" fmla="*/ 64 h 93"/>
                <a:gd name="T76" fmla="*/ 36 w 46"/>
                <a:gd name="T77" fmla="*/ 60 h 93"/>
                <a:gd name="T78" fmla="*/ 38 w 46"/>
                <a:gd name="T79" fmla="*/ 53 h 93"/>
                <a:gd name="T80" fmla="*/ 45 w 46"/>
                <a:gd name="T81" fmla="*/ 53 h 93"/>
                <a:gd name="T82" fmla="*/ 46 w 46"/>
                <a:gd name="T83" fmla="*/ 51 h 93"/>
                <a:gd name="T84" fmla="*/ 46 w 46"/>
                <a:gd name="T85" fmla="*/ 42 h 93"/>
                <a:gd name="T86" fmla="*/ 45 w 46"/>
                <a:gd name="T87" fmla="*/ 4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6" h="93">
                  <a:moveTo>
                    <a:pt x="45" y="40"/>
                  </a:move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6"/>
                    <a:pt x="35" y="34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8"/>
                    <a:pt x="43" y="27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18"/>
                    <a:pt x="37" y="18"/>
                    <a:pt x="36" y="19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6" y="21"/>
                    <a:pt x="25" y="20"/>
                    <a:pt x="23" y="19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9"/>
                    <a:pt x="27" y="8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8" y="3"/>
                    <a:pt x="18" y="4"/>
                    <a:pt x="17" y="4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0" y="12"/>
                    <a:pt x="8" y="11"/>
                    <a:pt x="6" y="1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0"/>
                    <a:pt x="5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5" y="21"/>
                    <a:pt x="28" y="33"/>
                    <a:pt x="28" y="48"/>
                  </a:cubicBezTo>
                  <a:cubicBezTo>
                    <a:pt x="28" y="64"/>
                    <a:pt x="15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5" y="93"/>
                    <a:pt x="6" y="93"/>
                    <a:pt x="6" y="92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9" y="85"/>
                    <a:pt x="11" y="85"/>
                    <a:pt x="14" y="84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8" y="90"/>
                    <a:pt x="18" y="90"/>
                    <a:pt x="19" y="89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4"/>
                    <a:pt x="28" y="83"/>
                    <a:pt x="28" y="83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7" y="75"/>
                    <a:pt x="28" y="73"/>
                    <a:pt x="30" y="71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7" y="75"/>
                    <a:pt x="38" y="75"/>
                    <a:pt x="38" y="74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4"/>
                    <a:pt x="42" y="64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7" y="58"/>
                    <a:pt x="37" y="55"/>
                    <a:pt x="38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6" y="53"/>
                    <a:pt x="46" y="52"/>
                    <a:pt x="46" y="5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1"/>
                    <a:pt x="46" y="40"/>
                    <a:pt x="45" y="4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5" name="Freeform 21"/>
            <p:cNvSpPr/>
            <p:nvPr/>
          </p:nvSpPr>
          <p:spPr bwMode="auto">
            <a:xfrm>
              <a:off x="9523068" y="2532335"/>
              <a:ext cx="481213" cy="953731"/>
            </a:xfrm>
            <a:custGeom>
              <a:avLst/>
              <a:gdLst>
                <a:gd name="T0" fmla="*/ 20 w 47"/>
                <a:gd name="T1" fmla="*/ 48 h 93"/>
                <a:gd name="T2" fmla="*/ 47 w 47"/>
                <a:gd name="T3" fmla="*/ 21 h 93"/>
                <a:gd name="T4" fmla="*/ 47 w 47"/>
                <a:gd name="T5" fmla="*/ 0 h 93"/>
                <a:gd name="T6" fmla="*/ 42 w 47"/>
                <a:gd name="T7" fmla="*/ 0 h 93"/>
                <a:gd name="T8" fmla="*/ 41 w 47"/>
                <a:gd name="T9" fmla="*/ 1 h 93"/>
                <a:gd name="T10" fmla="*/ 40 w 47"/>
                <a:gd name="T11" fmla="*/ 11 h 93"/>
                <a:gd name="T12" fmla="*/ 35 w 47"/>
                <a:gd name="T13" fmla="*/ 13 h 93"/>
                <a:gd name="T14" fmla="*/ 29 w 47"/>
                <a:gd name="T15" fmla="*/ 4 h 93"/>
                <a:gd name="T16" fmla="*/ 27 w 47"/>
                <a:gd name="T17" fmla="*/ 4 h 93"/>
                <a:gd name="T18" fmla="*/ 19 w 47"/>
                <a:gd name="T19" fmla="*/ 8 h 93"/>
                <a:gd name="T20" fmla="*/ 19 w 47"/>
                <a:gd name="T21" fmla="*/ 10 h 93"/>
                <a:gd name="T22" fmla="*/ 23 w 47"/>
                <a:gd name="T23" fmla="*/ 19 h 93"/>
                <a:gd name="T24" fmla="*/ 19 w 47"/>
                <a:gd name="T25" fmla="*/ 23 h 93"/>
                <a:gd name="T26" fmla="*/ 10 w 47"/>
                <a:gd name="T27" fmla="*/ 19 h 93"/>
                <a:gd name="T28" fmla="*/ 8 w 47"/>
                <a:gd name="T29" fmla="*/ 19 h 93"/>
                <a:gd name="T30" fmla="*/ 4 w 47"/>
                <a:gd name="T31" fmla="*/ 27 h 93"/>
                <a:gd name="T32" fmla="*/ 4 w 47"/>
                <a:gd name="T33" fmla="*/ 29 h 93"/>
                <a:gd name="T34" fmla="*/ 12 w 47"/>
                <a:gd name="T35" fmla="*/ 34 h 93"/>
                <a:gd name="T36" fmla="*/ 10 w 47"/>
                <a:gd name="T37" fmla="*/ 40 h 93"/>
                <a:gd name="T38" fmla="*/ 1 w 47"/>
                <a:gd name="T39" fmla="*/ 40 h 93"/>
                <a:gd name="T40" fmla="*/ 0 w 47"/>
                <a:gd name="T41" fmla="*/ 42 h 93"/>
                <a:gd name="T42" fmla="*/ 0 w 47"/>
                <a:gd name="T43" fmla="*/ 51 h 93"/>
                <a:gd name="T44" fmla="*/ 1 w 47"/>
                <a:gd name="T45" fmla="*/ 53 h 93"/>
                <a:gd name="T46" fmla="*/ 9 w 47"/>
                <a:gd name="T47" fmla="*/ 53 h 93"/>
                <a:gd name="T48" fmla="*/ 11 w 47"/>
                <a:gd name="T49" fmla="*/ 60 h 93"/>
                <a:gd name="T50" fmla="*/ 4 w 47"/>
                <a:gd name="T51" fmla="*/ 64 h 93"/>
                <a:gd name="T52" fmla="*/ 4 w 47"/>
                <a:gd name="T53" fmla="*/ 66 h 93"/>
                <a:gd name="T54" fmla="*/ 8 w 47"/>
                <a:gd name="T55" fmla="*/ 74 h 93"/>
                <a:gd name="T56" fmla="*/ 10 w 47"/>
                <a:gd name="T57" fmla="*/ 74 h 93"/>
                <a:gd name="T58" fmla="*/ 17 w 47"/>
                <a:gd name="T59" fmla="*/ 71 h 93"/>
                <a:gd name="T60" fmla="*/ 22 w 47"/>
                <a:gd name="T61" fmla="*/ 77 h 93"/>
                <a:gd name="T62" fmla="*/ 19 w 47"/>
                <a:gd name="T63" fmla="*/ 83 h 93"/>
                <a:gd name="T64" fmla="*/ 19 w 47"/>
                <a:gd name="T65" fmla="*/ 85 h 93"/>
                <a:gd name="T66" fmla="*/ 27 w 47"/>
                <a:gd name="T67" fmla="*/ 89 h 93"/>
                <a:gd name="T68" fmla="*/ 29 w 47"/>
                <a:gd name="T69" fmla="*/ 89 h 93"/>
                <a:gd name="T70" fmla="*/ 33 w 47"/>
                <a:gd name="T71" fmla="*/ 83 h 93"/>
                <a:gd name="T72" fmla="*/ 40 w 47"/>
                <a:gd name="T73" fmla="*/ 86 h 93"/>
                <a:gd name="T74" fmla="*/ 41 w 47"/>
                <a:gd name="T75" fmla="*/ 92 h 93"/>
                <a:gd name="T76" fmla="*/ 42 w 47"/>
                <a:gd name="T77" fmla="*/ 93 h 93"/>
                <a:gd name="T78" fmla="*/ 47 w 47"/>
                <a:gd name="T79" fmla="*/ 93 h 93"/>
                <a:gd name="T80" fmla="*/ 47 w 47"/>
                <a:gd name="T81" fmla="*/ 76 h 93"/>
                <a:gd name="T82" fmla="*/ 20 w 47"/>
                <a:gd name="T83" fmla="*/ 48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7" h="93">
                  <a:moveTo>
                    <a:pt x="20" y="48"/>
                  </a:moveTo>
                  <a:cubicBezTo>
                    <a:pt x="20" y="33"/>
                    <a:pt x="32" y="21"/>
                    <a:pt x="47" y="21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1" y="0"/>
                    <a:pt x="41" y="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38" y="12"/>
                    <a:pt x="36" y="12"/>
                    <a:pt x="35" y="13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8" y="3"/>
                    <a:pt x="27" y="4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9"/>
                    <a:pt x="18" y="10"/>
                    <a:pt x="19" y="10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20"/>
                    <a:pt x="20" y="22"/>
                    <a:pt x="19" y="23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9" y="18"/>
                    <a:pt x="8" y="19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3" y="28"/>
                    <a:pt x="4" y="29"/>
                    <a:pt x="4" y="29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6"/>
                    <a:pt x="11" y="38"/>
                    <a:pt x="10" y="40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" y="40"/>
                    <a:pt x="0" y="41"/>
                    <a:pt x="0" y="42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2"/>
                    <a:pt x="1" y="53"/>
                    <a:pt x="1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10" y="55"/>
                    <a:pt x="10" y="58"/>
                    <a:pt x="11" y="60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3" y="65"/>
                    <a:pt x="4" y="66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9" y="75"/>
                    <a:pt x="10" y="75"/>
                    <a:pt x="10" y="74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8" y="73"/>
                    <a:pt x="20" y="75"/>
                    <a:pt x="22" y="77"/>
                  </a:cubicBezTo>
                  <a:cubicBezTo>
                    <a:pt x="19" y="83"/>
                    <a:pt x="19" y="83"/>
                    <a:pt x="19" y="83"/>
                  </a:cubicBezTo>
                  <a:cubicBezTo>
                    <a:pt x="18" y="83"/>
                    <a:pt x="19" y="84"/>
                    <a:pt x="19" y="85"/>
                  </a:cubicBezTo>
                  <a:cubicBezTo>
                    <a:pt x="27" y="89"/>
                    <a:pt x="27" y="89"/>
                    <a:pt x="27" y="89"/>
                  </a:cubicBezTo>
                  <a:cubicBezTo>
                    <a:pt x="28" y="90"/>
                    <a:pt x="29" y="90"/>
                    <a:pt x="29" y="89"/>
                  </a:cubicBezTo>
                  <a:cubicBezTo>
                    <a:pt x="33" y="83"/>
                    <a:pt x="33" y="83"/>
                    <a:pt x="33" y="83"/>
                  </a:cubicBezTo>
                  <a:cubicBezTo>
                    <a:pt x="35" y="84"/>
                    <a:pt x="38" y="85"/>
                    <a:pt x="40" y="86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3"/>
                    <a:pt x="41" y="93"/>
                    <a:pt x="42" y="93"/>
                  </a:cubicBezTo>
                  <a:cubicBezTo>
                    <a:pt x="47" y="93"/>
                    <a:pt x="47" y="93"/>
                    <a:pt x="47" y="93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32" y="76"/>
                    <a:pt x="20" y="64"/>
                    <a:pt x="20" y="4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6" name="Oval 22"/>
            <p:cNvSpPr>
              <a:spLocks noChangeArrowheads="1"/>
            </p:cNvSpPr>
            <p:nvPr/>
          </p:nvSpPr>
          <p:spPr bwMode="auto">
            <a:xfrm>
              <a:off x="9840495" y="2859908"/>
              <a:ext cx="327573" cy="339169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" name="Oval 23"/>
            <p:cNvSpPr>
              <a:spLocks noChangeArrowheads="1"/>
            </p:cNvSpPr>
            <p:nvPr/>
          </p:nvSpPr>
          <p:spPr bwMode="auto">
            <a:xfrm>
              <a:off x="9933259" y="2962817"/>
              <a:ext cx="143495" cy="13334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83" name="Rectangle 82"/>
          <p:cNvSpPr/>
          <p:nvPr/>
        </p:nvSpPr>
        <p:spPr>
          <a:xfrm>
            <a:off x="4495381" y="4169375"/>
            <a:ext cx="318010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</a:t>
            </a: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and personal presentation, eaque ipsa quae ab illo inventore veritatis et quasi architecto beatae vitae dicta sunt explicabo.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8409879" y="4169375"/>
            <a:ext cx="318010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</a:t>
            </a: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and personal presentation, eaque ipsa quae ab illo inventore veritatis et quasi architecto beatae vitae dicta sunt explicabo.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8818045" y="3461450"/>
            <a:ext cx="2363777" cy="585788"/>
            <a:chOff x="825501" y="3244850"/>
            <a:chExt cx="2363777" cy="585788"/>
          </a:xfrm>
        </p:grpSpPr>
        <p:sp>
          <p:nvSpPr>
            <p:cNvPr id="87" name="Freeform 23"/>
            <p:cNvSpPr/>
            <p:nvPr/>
          </p:nvSpPr>
          <p:spPr bwMode="auto">
            <a:xfrm>
              <a:off x="2740015" y="3244850"/>
              <a:ext cx="449263" cy="350838"/>
            </a:xfrm>
            <a:custGeom>
              <a:avLst/>
              <a:gdLst>
                <a:gd name="T0" fmla="*/ 264 w 283"/>
                <a:gd name="T1" fmla="*/ 117 h 221"/>
                <a:gd name="T2" fmla="*/ 283 w 283"/>
                <a:gd name="T3" fmla="*/ 0 h 221"/>
                <a:gd name="T4" fmla="*/ 0 w 283"/>
                <a:gd name="T5" fmla="*/ 0 h 221"/>
                <a:gd name="T6" fmla="*/ 0 w 283"/>
                <a:gd name="T7" fmla="*/ 221 h 221"/>
                <a:gd name="T8" fmla="*/ 283 w 283"/>
                <a:gd name="T9" fmla="*/ 221 h 221"/>
                <a:gd name="T10" fmla="*/ 264 w 283"/>
                <a:gd name="T11" fmla="*/ 11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3" h="221">
                  <a:moveTo>
                    <a:pt x="264" y="117"/>
                  </a:moveTo>
                  <a:lnTo>
                    <a:pt x="283" y="0"/>
                  </a:lnTo>
                  <a:lnTo>
                    <a:pt x="0" y="0"/>
                  </a:lnTo>
                  <a:lnTo>
                    <a:pt x="0" y="221"/>
                  </a:lnTo>
                  <a:lnTo>
                    <a:pt x="283" y="221"/>
                  </a:lnTo>
                  <a:lnTo>
                    <a:pt x="264" y="11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8" name="Freeform 24"/>
            <p:cNvSpPr/>
            <p:nvPr/>
          </p:nvSpPr>
          <p:spPr bwMode="auto">
            <a:xfrm>
              <a:off x="2740015" y="3244850"/>
              <a:ext cx="276225" cy="369888"/>
            </a:xfrm>
            <a:custGeom>
              <a:avLst/>
              <a:gdLst>
                <a:gd name="T0" fmla="*/ 0 w 174"/>
                <a:gd name="T1" fmla="*/ 0 h 233"/>
                <a:gd name="T2" fmla="*/ 174 w 174"/>
                <a:gd name="T3" fmla="*/ 104 h 233"/>
                <a:gd name="T4" fmla="*/ 97 w 174"/>
                <a:gd name="T5" fmla="*/ 233 h 233"/>
                <a:gd name="T6" fmla="*/ 0 w 174"/>
                <a:gd name="T7" fmla="*/ 156 h 233"/>
                <a:gd name="T8" fmla="*/ 0 w 174"/>
                <a:gd name="T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" h="233">
                  <a:moveTo>
                    <a:pt x="0" y="0"/>
                  </a:moveTo>
                  <a:lnTo>
                    <a:pt x="174" y="104"/>
                  </a:lnTo>
                  <a:lnTo>
                    <a:pt x="97" y="233"/>
                  </a:lnTo>
                  <a:lnTo>
                    <a:pt x="0" y="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9" name="Freeform 25"/>
            <p:cNvSpPr/>
            <p:nvPr/>
          </p:nvSpPr>
          <p:spPr bwMode="auto">
            <a:xfrm>
              <a:off x="825501" y="3244850"/>
              <a:ext cx="439738" cy="350838"/>
            </a:xfrm>
            <a:custGeom>
              <a:avLst/>
              <a:gdLst>
                <a:gd name="T0" fmla="*/ 19 w 277"/>
                <a:gd name="T1" fmla="*/ 117 h 221"/>
                <a:gd name="T2" fmla="*/ 0 w 277"/>
                <a:gd name="T3" fmla="*/ 0 h 221"/>
                <a:gd name="T4" fmla="*/ 277 w 277"/>
                <a:gd name="T5" fmla="*/ 0 h 221"/>
                <a:gd name="T6" fmla="*/ 277 w 277"/>
                <a:gd name="T7" fmla="*/ 221 h 221"/>
                <a:gd name="T8" fmla="*/ 0 w 277"/>
                <a:gd name="T9" fmla="*/ 221 h 221"/>
                <a:gd name="T10" fmla="*/ 19 w 277"/>
                <a:gd name="T11" fmla="*/ 11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7" h="221">
                  <a:moveTo>
                    <a:pt x="19" y="117"/>
                  </a:moveTo>
                  <a:lnTo>
                    <a:pt x="0" y="0"/>
                  </a:lnTo>
                  <a:lnTo>
                    <a:pt x="277" y="0"/>
                  </a:lnTo>
                  <a:lnTo>
                    <a:pt x="277" y="221"/>
                  </a:lnTo>
                  <a:lnTo>
                    <a:pt x="0" y="221"/>
                  </a:lnTo>
                  <a:lnTo>
                    <a:pt x="19" y="11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0" name="Freeform 26"/>
            <p:cNvSpPr/>
            <p:nvPr/>
          </p:nvSpPr>
          <p:spPr bwMode="auto">
            <a:xfrm>
              <a:off x="989014" y="3244850"/>
              <a:ext cx="285750" cy="369888"/>
            </a:xfrm>
            <a:custGeom>
              <a:avLst/>
              <a:gdLst>
                <a:gd name="T0" fmla="*/ 180 w 180"/>
                <a:gd name="T1" fmla="*/ 0 h 233"/>
                <a:gd name="T2" fmla="*/ 0 w 180"/>
                <a:gd name="T3" fmla="*/ 104 h 233"/>
                <a:gd name="T4" fmla="*/ 77 w 180"/>
                <a:gd name="T5" fmla="*/ 233 h 233"/>
                <a:gd name="T6" fmla="*/ 180 w 180"/>
                <a:gd name="T7" fmla="*/ 156 h 233"/>
                <a:gd name="T8" fmla="*/ 180 w 180"/>
                <a:gd name="T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233">
                  <a:moveTo>
                    <a:pt x="180" y="0"/>
                  </a:moveTo>
                  <a:lnTo>
                    <a:pt x="0" y="104"/>
                  </a:lnTo>
                  <a:lnTo>
                    <a:pt x="77" y="233"/>
                  </a:lnTo>
                  <a:lnTo>
                    <a:pt x="180" y="156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1" name="Rectangle 27"/>
            <p:cNvSpPr>
              <a:spLocks noChangeArrowheads="1"/>
            </p:cNvSpPr>
            <p:nvPr/>
          </p:nvSpPr>
          <p:spPr bwMode="auto">
            <a:xfrm>
              <a:off x="995364" y="3409950"/>
              <a:ext cx="2020888" cy="42068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92" name="Rectangle 91"/>
          <p:cNvSpPr/>
          <p:nvPr/>
        </p:nvSpPr>
        <p:spPr>
          <a:xfrm>
            <a:off x="8989495" y="3686667"/>
            <a:ext cx="20208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aleway" panose="020B0003030101060003" pitchFamily="2" charset="0"/>
                <a:cs typeface="+mn-cs"/>
              </a:rPr>
              <a:t>Great Process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aleway" panose="020B0003030101060003" pitchFamily="2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68" grpId="0"/>
      <p:bldP spid="82" grpId="0"/>
      <p:bldP spid="83" grpId="0"/>
      <p:bldP spid="85" grpId="0"/>
      <p:bldP spid="9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Our Services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Icons list</a:t>
            </a:r>
            <a:endParaRPr lang="id-ID" dirty="0"/>
          </a:p>
        </p:txBody>
      </p:sp>
      <p:sp>
        <p:nvSpPr>
          <p:cNvPr id="4" name="Oval 3"/>
          <p:cNvSpPr/>
          <p:nvPr/>
        </p:nvSpPr>
        <p:spPr>
          <a:xfrm>
            <a:off x="1717249" y="2029784"/>
            <a:ext cx="923827" cy="92382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9375" y="2994465"/>
            <a:ext cx="1739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Audio Production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5473" y="3249895"/>
            <a:ext cx="21673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717249" y="4172997"/>
            <a:ext cx="923827" cy="92382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9748" y="5137678"/>
            <a:ext cx="13388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Photography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84585" y="5393108"/>
            <a:ext cx="21891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329193" y="2029784"/>
            <a:ext cx="923827" cy="9238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9401" y="2994465"/>
            <a:ext cx="12234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Networking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51197" y="3249895"/>
            <a:ext cx="20798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329193" y="4172997"/>
            <a:ext cx="923827" cy="92382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19479" y="5137678"/>
            <a:ext cx="1143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Consultant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08906" y="5393108"/>
            <a:ext cx="19644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328936" y="2029784"/>
            <a:ext cx="923827" cy="92382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16627" y="2994465"/>
            <a:ext cx="1348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E-Commerce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774586" y="3249895"/>
            <a:ext cx="20325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9328936" y="4172997"/>
            <a:ext cx="923827" cy="9238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11018" y="5137678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SEO Analysis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658284" y="5393108"/>
            <a:ext cx="22651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831805" y="2029784"/>
            <a:ext cx="923827" cy="92382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52357" y="2994465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Print Design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43642" y="3249895"/>
            <a:ext cx="21227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831805" y="4172997"/>
            <a:ext cx="923827" cy="92382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15490" y="5137678"/>
            <a:ext cx="1356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Link Building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69579" y="5393108"/>
            <a:ext cx="20325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TextBox 56"/>
          <p:cNvSpPr txBox="1">
            <a:spLocks noChangeAspect="1"/>
          </p:cNvSpPr>
          <p:nvPr/>
        </p:nvSpPr>
        <p:spPr>
          <a:xfrm>
            <a:off x="4556424" y="2257015"/>
            <a:ext cx="469364" cy="46936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7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TextBox 57"/>
          <p:cNvSpPr txBox="1">
            <a:spLocks noChangeAspect="1"/>
          </p:cNvSpPr>
          <p:nvPr/>
        </p:nvSpPr>
        <p:spPr>
          <a:xfrm>
            <a:off x="4557106" y="4400910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[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9" name="TextBox 58"/>
          <p:cNvSpPr txBox="1">
            <a:spLocks noChangeAspect="1"/>
          </p:cNvSpPr>
          <p:nvPr/>
        </p:nvSpPr>
        <p:spPr>
          <a:xfrm>
            <a:off x="9556849" y="4400910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`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0" name="TextBox 59"/>
          <p:cNvSpPr txBox="1">
            <a:spLocks noChangeAspect="1"/>
          </p:cNvSpPr>
          <p:nvPr/>
        </p:nvSpPr>
        <p:spPr>
          <a:xfrm>
            <a:off x="1945162" y="2218489"/>
            <a:ext cx="468000" cy="47204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1" name="TextBox 60"/>
          <p:cNvSpPr txBox="1">
            <a:spLocks noChangeAspect="1"/>
          </p:cNvSpPr>
          <p:nvPr/>
        </p:nvSpPr>
        <p:spPr>
          <a:xfrm>
            <a:off x="7059718" y="2257697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2" name="TextBox 61"/>
          <p:cNvSpPr txBox="1">
            <a:spLocks noChangeAspect="1"/>
          </p:cNvSpPr>
          <p:nvPr/>
        </p:nvSpPr>
        <p:spPr>
          <a:xfrm>
            <a:off x="9556849" y="2257697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3" name="TextBox 62"/>
          <p:cNvSpPr txBox="1">
            <a:spLocks noChangeAspect="1"/>
          </p:cNvSpPr>
          <p:nvPr/>
        </p:nvSpPr>
        <p:spPr>
          <a:xfrm>
            <a:off x="1945162" y="4400910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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4" name="TextBox 63"/>
          <p:cNvSpPr txBox="1">
            <a:spLocks noChangeAspect="1"/>
          </p:cNvSpPr>
          <p:nvPr/>
        </p:nvSpPr>
        <p:spPr>
          <a:xfrm>
            <a:off x="7059718" y="4400910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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0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8" grpId="0" animBg="1"/>
      <p:bldP spid="29" grpId="0"/>
      <p:bldP spid="30" grpId="0"/>
      <p:bldP spid="31" grpId="0" animBg="1"/>
      <p:bldP spid="32" grpId="0"/>
      <p:bldP spid="33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161171" y="2073171"/>
            <a:ext cx="2898867" cy="689341"/>
            <a:chOff x="938213" y="3425825"/>
            <a:chExt cx="2276475" cy="541338"/>
          </a:xfrm>
        </p:grpSpPr>
        <p:sp>
          <p:nvSpPr>
            <p:cNvPr id="13" name="Freeform 5"/>
            <p:cNvSpPr/>
            <p:nvPr/>
          </p:nvSpPr>
          <p:spPr bwMode="auto">
            <a:xfrm>
              <a:off x="938213" y="3602038"/>
              <a:ext cx="385763" cy="365125"/>
            </a:xfrm>
            <a:custGeom>
              <a:avLst/>
              <a:gdLst>
                <a:gd name="T0" fmla="*/ 16 w 243"/>
                <a:gd name="T1" fmla="*/ 111 h 230"/>
                <a:gd name="T2" fmla="*/ 0 w 243"/>
                <a:gd name="T3" fmla="*/ 230 h 230"/>
                <a:gd name="T4" fmla="*/ 243 w 243"/>
                <a:gd name="T5" fmla="*/ 230 h 230"/>
                <a:gd name="T6" fmla="*/ 243 w 243"/>
                <a:gd name="T7" fmla="*/ 0 h 230"/>
                <a:gd name="T8" fmla="*/ 0 w 243"/>
                <a:gd name="T9" fmla="*/ 0 h 230"/>
                <a:gd name="T10" fmla="*/ 16 w 243"/>
                <a:gd name="T11" fmla="*/ 11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230">
                  <a:moveTo>
                    <a:pt x="16" y="111"/>
                  </a:moveTo>
                  <a:lnTo>
                    <a:pt x="0" y="230"/>
                  </a:lnTo>
                  <a:lnTo>
                    <a:pt x="243" y="230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16" y="11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4" name="Freeform 6"/>
            <p:cNvSpPr/>
            <p:nvPr/>
          </p:nvSpPr>
          <p:spPr bwMode="auto">
            <a:xfrm>
              <a:off x="1084263" y="3573463"/>
              <a:ext cx="241300" cy="393700"/>
            </a:xfrm>
            <a:custGeom>
              <a:avLst/>
              <a:gdLst>
                <a:gd name="T0" fmla="*/ 152 w 152"/>
                <a:gd name="T1" fmla="*/ 248 h 248"/>
                <a:gd name="T2" fmla="*/ 0 w 152"/>
                <a:gd name="T3" fmla="*/ 139 h 248"/>
                <a:gd name="T4" fmla="*/ 66 w 152"/>
                <a:gd name="T5" fmla="*/ 0 h 248"/>
                <a:gd name="T6" fmla="*/ 152 w 152"/>
                <a:gd name="T7" fmla="*/ 85 h 248"/>
                <a:gd name="T8" fmla="*/ 152 w 152"/>
                <a:gd name="T9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248">
                  <a:moveTo>
                    <a:pt x="152" y="248"/>
                  </a:moveTo>
                  <a:lnTo>
                    <a:pt x="0" y="139"/>
                  </a:lnTo>
                  <a:lnTo>
                    <a:pt x="66" y="0"/>
                  </a:lnTo>
                  <a:lnTo>
                    <a:pt x="152" y="85"/>
                  </a:lnTo>
                  <a:lnTo>
                    <a:pt x="152" y="24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830513" y="3602038"/>
              <a:ext cx="384175" cy="365125"/>
            </a:xfrm>
            <a:custGeom>
              <a:avLst/>
              <a:gdLst>
                <a:gd name="T0" fmla="*/ 226 w 242"/>
                <a:gd name="T1" fmla="*/ 111 h 230"/>
                <a:gd name="T2" fmla="*/ 242 w 242"/>
                <a:gd name="T3" fmla="*/ 230 h 230"/>
                <a:gd name="T4" fmla="*/ 0 w 242"/>
                <a:gd name="T5" fmla="*/ 230 h 230"/>
                <a:gd name="T6" fmla="*/ 0 w 242"/>
                <a:gd name="T7" fmla="*/ 0 h 230"/>
                <a:gd name="T8" fmla="*/ 242 w 242"/>
                <a:gd name="T9" fmla="*/ 0 h 230"/>
                <a:gd name="T10" fmla="*/ 226 w 242"/>
                <a:gd name="T11" fmla="*/ 11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" h="230">
                  <a:moveTo>
                    <a:pt x="226" y="111"/>
                  </a:moveTo>
                  <a:lnTo>
                    <a:pt x="242" y="230"/>
                  </a:lnTo>
                  <a:lnTo>
                    <a:pt x="0" y="230"/>
                  </a:lnTo>
                  <a:lnTo>
                    <a:pt x="0" y="0"/>
                  </a:lnTo>
                  <a:lnTo>
                    <a:pt x="242" y="0"/>
                  </a:lnTo>
                  <a:lnTo>
                    <a:pt x="226" y="11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828926" y="3573463"/>
              <a:ext cx="241300" cy="393700"/>
            </a:xfrm>
            <a:custGeom>
              <a:avLst/>
              <a:gdLst>
                <a:gd name="T0" fmla="*/ 0 w 152"/>
                <a:gd name="T1" fmla="*/ 248 h 248"/>
                <a:gd name="T2" fmla="*/ 152 w 152"/>
                <a:gd name="T3" fmla="*/ 139 h 248"/>
                <a:gd name="T4" fmla="*/ 86 w 152"/>
                <a:gd name="T5" fmla="*/ 0 h 248"/>
                <a:gd name="T6" fmla="*/ 0 w 152"/>
                <a:gd name="T7" fmla="*/ 85 h 248"/>
                <a:gd name="T8" fmla="*/ 0 w 152"/>
                <a:gd name="T9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248">
                  <a:moveTo>
                    <a:pt x="0" y="248"/>
                  </a:moveTo>
                  <a:lnTo>
                    <a:pt x="152" y="139"/>
                  </a:lnTo>
                  <a:lnTo>
                    <a:pt x="86" y="0"/>
                  </a:lnTo>
                  <a:lnTo>
                    <a:pt x="0" y="85"/>
                  </a:lnTo>
                  <a:lnTo>
                    <a:pt x="0" y="24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1084263" y="3425825"/>
              <a:ext cx="1982788" cy="368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734255" y="2073171"/>
            <a:ext cx="2898867" cy="689341"/>
            <a:chOff x="938213" y="3425825"/>
            <a:chExt cx="2276475" cy="541338"/>
          </a:xfrm>
        </p:grpSpPr>
        <p:sp>
          <p:nvSpPr>
            <p:cNvPr id="19" name="Freeform 5"/>
            <p:cNvSpPr/>
            <p:nvPr/>
          </p:nvSpPr>
          <p:spPr bwMode="auto">
            <a:xfrm>
              <a:off x="938213" y="3602038"/>
              <a:ext cx="385763" cy="365125"/>
            </a:xfrm>
            <a:custGeom>
              <a:avLst/>
              <a:gdLst>
                <a:gd name="T0" fmla="*/ 16 w 243"/>
                <a:gd name="T1" fmla="*/ 111 h 230"/>
                <a:gd name="T2" fmla="*/ 0 w 243"/>
                <a:gd name="T3" fmla="*/ 230 h 230"/>
                <a:gd name="T4" fmla="*/ 243 w 243"/>
                <a:gd name="T5" fmla="*/ 230 h 230"/>
                <a:gd name="T6" fmla="*/ 243 w 243"/>
                <a:gd name="T7" fmla="*/ 0 h 230"/>
                <a:gd name="T8" fmla="*/ 0 w 243"/>
                <a:gd name="T9" fmla="*/ 0 h 230"/>
                <a:gd name="T10" fmla="*/ 16 w 243"/>
                <a:gd name="T11" fmla="*/ 11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230">
                  <a:moveTo>
                    <a:pt x="16" y="111"/>
                  </a:moveTo>
                  <a:lnTo>
                    <a:pt x="0" y="230"/>
                  </a:lnTo>
                  <a:lnTo>
                    <a:pt x="243" y="230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16" y="1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1084263" y="3573463"/>
              <a:ext cx="241300" cy="393700"/>
            </a:xfrm>
            <a:custGeom>
              <a:avLst/>
              <a:gdLst>
                <a:gd name="T0" fmla="*/ 152 w 152"/>
                <a:gd name="T1" fmla="*/ 248 h 248"/>
                <a:gd name="T2" fmla="*/ 0 w 152"/>
                <a:gd name="T3" fmla="*/ 139 h 248"/>
                <a:gd name="T4" fmla="*/ 66 w 152"/>
                <a:gd name="T5" fmla="*/ 0 h 248"/>
                <a:gd name="T6" fmla="*/ 152 w 152"/>
                <a:gd name="T7" fmla="*/ 85 h 248"/>
                <a:gd name="T8" fmla="*/ 152 w 152"/>
                <a:gd name="T9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248">
                  <a:moveTo>
                    <a:pt x="152" y="248"/>
                  </a:moveTo>
                  <a:lnTo>
                    <a:pt x="0" y="139"/>
                  </a:lnTo>
                  <a:lnTo>
                    <a:pt x="66" y="0"/>
                  </a:lnTo>
                  <a:lnTo>
                    <a:pt x="152" y="85"/>
                  </a:lnTo>
                  <a:lnTo>
                    <a:pt x="152" y="24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2830513" y="3602038"/>
              <a:ext cx="384175" cy="365125"/>
            </a:xfrm>
            <a:custGeom>
              <a:avLst/>
              <a:gdLst>
                <a:gd name="T0" fmla="*/ 226 w 242"/>
                <a:gd name="T1" fmla="*/ 111 h 230"/>
                <a:gd name="T2" fmla="*/ 242 w 242"/>
                <a:gd name="T3" fmla="*/ 230 h 230"/>
                <a:gd name="T4" fmla="*/ 0 w 242"/>
                <a:gd name="T5" fmla="*/ 230 h 230"/>
                <a:gd name="T6" fmla="*/ 0 w 242"/>
                <a:gd name="T7" fmla="*/ 0 h 230"/>
                <a:gd name="T8" fmla="*/ 242 w 242"/>
                <a:gd name="T9" fmla="*/ 0 h 230"/>
                <a:gd name="T10" fmla="*/ 226 w 242"/>
                <a:gd name="T11" fmla="*/ 11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" h="230">
                  <a:moveTo>
                    <a:pt x="226" y="111"/>
                  </a:moveTo>
                  <a:lnTo>
                    <a:pt x="242" y="230"/>
                  </a:lnTo>
                  <a:lnTo>
                    <a:pt x="0" y="230"/>
                  </a:lnTo>
                  <a:lnTo>
                    <a:pt x="0" y="0"/>
                  </a:lnTo>
                  <a:lnTo>
                    <a:pt x="242" y="0"/>
                  </a:lnTo>
                  <a:lnTo>
                    <a:pt x="226" y="1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2828926" y="3573463"/>
              <a:ext cx="241300" cy="393700"/>
            </a:xfrm>
            <a:custGeom>
              <a:avLst/>
              <a:gdLst>
                <a:gd name="T0" fmla="*/ 0 w 152"/>
                <a:gd name="T1" fmla="*/ 248 h 248"/>
                <a:gd name="T2" fmla="*/ 152 w 152"/>
                <a:gd name="T3" fmla="*/ 139 h 248"/>
                <a:gd name="T4" fmla="*/ 86 w 152"/>
                <a:gd name="T5" fmla="*/ 0 h 248"/>
                <a:gd name="T6" fmla="*/ 0 w 152"/>
                <a:gd name="T7" fmla="*/ 85 h 248"/>
                <a:gd name="T8" fmla="*/ 0 w 152"/>
                <a:gd name="T9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248">
                  <a:moveTo>
                    <a:pt x="0" y="248"/>
                  </a:moveTo>
                  <a:lnTo>
                    <a:pt x="152" y="139"/>
                  </a:lnTo>
                  <a:lnTo>
                    <a:pt x="86" y="0"/>
                  </a:lnTo>
                  <a:lnTo>
                    <a:pt x="0" y="85"/>
                  </a:lnTo>
                  <a:lnTo>
                    <a:pt x="0" y="24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1084263" y="3425825"/>
              <a:ext cx="1982788" cy="36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171571" y="2073171"/>
            <a:ext cx="2898867" cy="689341"/>
            <a:chOff x="938213" y="3425825"/>
            <a:chExt cx="2276475" cy="541338"/>
          </a:xfrm>
        </p:grpSpPr>
        <p:sp>
          <p:nvSpPr>
            <p:cNvPr id="25" name="Freeform 5"/>
            <p:cNvSpPr/>
            <p:nvPr/>
          </p:nvSpPr>
          <p:spPr bwMode="auto">
            <a:xfrm>
              <a:off x="938213" y="3602038"/>
              <a:ext cx="385763" cy="365125"/>
            </a:xfrm>
            <a:custGeom>
              <a:avLst/>
              <a:gdLst>
                <a:gd name="T0" fmla="*/ 16 w 243"/>
                <a:gd name="T1" fmla="*/ 111 h 230"/>
                <a:gd name="T2" fmla="*/ 0 w 243"/>
                <a:gd name="T3" fmla="*/ 230 h 230"/>
                <a:gd name="T4" fmla="*/ 243 w 243"/>
                <a:gd name="T5" fmla="*/ 230 h 230"/>
                <a:gd name="T6" fmla="*/ 243 w 243"/>
                <a:gd name="T7" fmla="*/ 0 h 230"/>
                <a:gd name="T8" fmla="*/ 0 w 243"/>
                <a:gd name="T9" fmla="*/ 0 h 230"/>
                <a:gd name="T10" fmla="*/ 16 w 243"/>
                <a:gd name="T11" fmla="*/ 11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3" h="230">
                  <a:moveTo>
                    <a:pt x="16" y="111"/>
                  </a:moveTo>
                  <a:lnTo>
                    <a:pt x="0" y="230"/>
                  </a:lnTo>
                  <a:lnTo>
                    <a:pt x="243" y="230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16" y="11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6" name="Freeform 6"/>
            <p:cNvSpPr/>
            <p:nvPr/>
          </p:nvSpPr>
          <p:spPr bwMode="auto">
            <a:xfrm>
              <a:off x="1084263" y="3573463"/>
              <a:ext cx="241300" cy="393700"/>
            </a:xfrm>
            <a:custGeom>
              <a:avLst/>
              <a:gdLst>
                <a:gd name="T0" fmla="*/ 152 w 152"/>
                <a:gd name="T1" fmla="*/ 248 h 248"/>
                <a:gd name="T2" fmla="*/ 0 w 152"/>
                <a:gd name="T3" fmla="*/ 139 h 248"/>
                <a:gd name="T4" fmla="*/ 66 w 152"/>
                <a:gd name="T5" fmla="*/ 0 h 248"/>
                <a:gd name="T6" fmla="*/ 152 w 152"/>
                <a:gd name="T7" fmla="*/ 85 h 248"/>
                <a:gd name="T8" fmla="*/ 152 w 152"/>
                <a:gd name="T9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248">
                  <a:moveTo>
                    <a:pt x="152" y="248"/>
                  </a:moveTo>
                  <a:lnTo>
                    <a:pt x="0" y="139"/>
                  </a:lnTo>
                  <a:lnTo>
                    <a:pt x="66" y="0"/>
                  </a:lnTo>
                  <a:lnTo>
                    <a:pt x="152" y="85"/>
                  </a:lnTo>
                  <a:lnTo>
                    <a:pt x="152" y="248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" name="Freeform 7"/>
            <p:cNvSpPr/>
            <p:nvPr/>
          </p:nvSpPr>
          <p:spPr bwMode="auto">
            <a:xfrm>
              <a:off x="2830513" y="3602038"/>
              <a:ext cx="384175" cy="365125"/>
            </a:xfrm>
            <a:custGeom>
              <a:avLst/>
              <a:gdLst>
                <a:gd name="T0" fmla="*/ 226 w 242"/>
                <a:gd name="T1" fmla="*/ 111 h 230"/>
                <a:gd name="T2" fmla="*/ 242 w 242"/>
                <a:gd name="T3" fmla="*/ 230 h 230"/>
                <a:gd name="T4" fmla="*/ 0 w 242"/>
                <a:gd name="T5" fmla="*/ 230 h 230"/>
                <a:gd name="T6" fmla="*/ 0 w 242"/>
                <a:gd name="T7" fmla="*/ 0 h 230"/>
                <a:gd name="T8" fmla="*/ 242 w 242"/>
                <a:gd name="T9" fmla="*/ 0 h 230"/>
                <a:gd name="T10" fmla="*/ 226 w 242"/>
                <a:gd name="T11" fmla="*/ 111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" h="230">
                  <a:moveTo>
                    <a:pt x="226" y="111"/>
                  </a:moveTo>
                  <a:lnTo>
                    <a:pt x="242" y="230"/>
                  </a:lnTo>
                  <a:lnTo>
                    <a:pt x="0" y="230"/>
                  </a:lnTo>
                  <a:lnTo>
                    <a:pt x="0" y="0"/>
                  </a:lnTo>
                  <a:lnTo>
                    <a:pt x="242" y="0"/>
                  </a:lnTo>
                  <a:lnTo>
                    <a:pt x="226" y="11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8" name="Freeform 8"/>
            <p:cNvSpPr/>
            <p:nvPr/>
          </p:nvSpPr>
          <p:spPr bwMode="auto">
            <a:xfrm>
              <a:off x="2828926" y="3573463"/>
              <a:ext cx="241300" cy="393700"/>
            </a:xfrm>
            <a:custGeom>
              <a:avLst/>
              <a:gdLst>
                <a:gd name="T0" fmla="*/ 0 w 152"/>
                <a:gd name="T1" fmla="*/ 248 h 248"/>
                <a:gd name="T2" fmla="*/ 152 w 152"/>
                <a:gd name="T3" fmla="*/ 139 h 248"/>
                <a:gd name="T4" fmla="*/ 86 w 152"/>
                <a:gd name="T5" fmla="*/ 0 h 248"/>
                <a:gd name="T6" fmla="*/ 0 w 152"/>
                <a:gd name="T7" fmla="*/ 85 h 248"/>
                <a:gd name="T8" fmla="*/ 0 w 152"/>
                <a:gd name="T9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248">
                  <a:moveTo>
                    <a:pt x="0" y="248"/>
                  </a:moveTo>
                  <a:lnTo>
                    <a:pt x="152" y="139"/>
                  </a:lnTo>
                  <a:lnTo>
                    <a:pt x="86" y="0"/>
                  </a:lnTo>
                  <a:lnTo>
                    <a:pt x="0" y="85"/>
                  </a:lnTo>
                  <a:lnTo>
                    <a:pt x="0" y="248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1084263" y="3425825"/>
              <a:ext cx="1982788" cy="36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Services List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Bullet list</a:t>
            </a:r>
            <a:endParaRPr lang="id-ID" dirty="0"/>
          </a:p>
        </p:txBody>
      </p:sp>
      <p:sp>
        <p:nvSpPr>
          <p:cNvPr id="4" name="TextBox 3"/>
          <p:cNvSpPr txBox="1"/>
          <p:nvPr/>
        </p:nvSpPr>
        <p:spPr>
          <a:xfrm>
            <a:off x="1343106" y="2095035"/>
            <a:ext cx="2528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Graphic Design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24279" y="2095035"/>
            <a:ext cx="2520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Online Marketing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57551" y="2095035"/>
            <a:ext cx="2524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Print Design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4341271" y="2112619"/>
            <a:ext cx="0" cy="3877731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859171" y="2112619"/>
            <a:ext cx="0" cy="3877731"/>
          </a:xfrm>
          <a:prstGeom prst="line">
            <a:avLst/>
          </a:prstGeom>
          <a:ln w="127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/>
          <p:cNvSpPr txBox="1"/>
          <p:nvPr/>
        </p:nvSpPr>
        <p:spPr>
          <a:xfrm>
            <a:off x="1251704" y="2916661"/>
            <a:ext cx="2717800" cy="27305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8100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Branding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8100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Redesign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8100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Logo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8100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Illustration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8100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Mock-up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</p:txBody>
      </p:sp>
      <p:sp>
        <p:nvSpPr>
          <p:cNvPr id="10" name="Text Placeholder 3"/>
          <p:cNvSpPr txBox="1"/>
          <p:nvPr/>
        </p:nvSpPr>
        <p:spPr>
          <a:xfrm>
            <a:off x="4824788" y="2994231"/>
            <a:ext cx="2717800" cy="27305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A74C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SEO Analysis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A74C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Social Media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A74C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Facebook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A74C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Banners Ads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A74C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Company Website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A74C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Google Ads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74C"/>
              </a:buClr>
              <a:buSzPct val="120000"/>
              <a:buFont typeface="Arial" panose="020B0604020202020204" pitchFamily="34" charset="0"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74C"/>
              </a:buClr>
              <a:buSzPct val="120000"/>
              <a:buFont typeface="Courier New" panose="02070309020205020404" pitchFamily="49" charset="0"/>
              <a:buChar char="o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11" name="Text Placeholder 3"/>
          <p:cNvSpPr txBox="1"/>
          <p:nvPr/>
        </p:nvSpPr>
        <p:spPr>
          <a:xfrm>
            <a:off x="8262104" y="2994231"/>
            <a:ext cx="2717800" cy="27305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5C00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Stationary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5C00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Cover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5C00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Annual Report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5C00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Newspaper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5C00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Tahoma" panose="020B0604030504040204" pitchFamily="34" charset="0"/>
                <a:cs typeface="Aa楷体" panose="02000500000000000000" pitchFamily="2" charset="-122"/>
              </a:rPr>
              <a:t>Magazine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Tahoma" panose="020B0604030504040204" pitchFamily="34" charset="0"/>
              <a:cs typeface="Aa楷体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 uiExpand="1" build="p"/>
      <p:bldP spid="10" grpId="0" uiExpand="1" build="p"/>
      <p:bldP spid="1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About Us</a:t>
            </a:r>
            <a:endParaRPr lang="id-ID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Vision</a:t>
            </a:r>
            <a:endParaRPr lang="id-ID" dirty="0"/>
          </a:p>
        </p:txBody>
      </p:sp>
      <p:grpSp>
        <p:nvGrpSpPr>
          <p:cNvPr id="29" name="Group 28"/>
          <p:cNvGrpSpPr/>
          <p:nvPr/>
        </p:nvGrpSpPr>
        <p:grpSpPr>
          <a:xfrm>
            <a:off x="908049" y="2105025"/>
            <a:ext cx="1260000" cy="1260000"/>
            <a:chOff x="846138" y="2087563"/>
            <a:chExt cx="1368424" cy="1368425"/>
          </a:xfrm>
        </p:grpSpPr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846138" y="2087563"/>
              <a:ext cx="1368424" cy="136842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/>
            <p:nvPr/>
          </p:nvSpPr>
          <p:spPr bwMode="auto">
            <a:xfrm>
              <a:off x="1073150" y="2386013"/>
              <a:ext cx="1141412" cy="1069975"/>
            </a:xfrm>
            <a:custGeom>
              <a:avLst/>
              <a:gdLst>
                <a:gd name="T0" fmla="*/ 126 w 126"/>
                <a:gd name="T1" fmla="*/ 42 h 118"/>
                <a:gd name="T2" fmla="*/ 123 w 126"/>
                <a:gd name="T3" fmla="*/ 24 h 118"/>
                <a:gd name="T4" fmla="*/ 101 w 126"/>
                <a:gd name="T5" fmla="*/ 2 h 118"/>
                <a:gd name="T6" fmla="*/ 98 w 126"/>
                <a:gd name="T7" fmla="*/ 0 h 118"/>
                <a:gd name="T8" fmla="*/ 4 w 126"/>
                <a:gd name="T9" fmla="*/ 0 h 118"/>
                <a:gd name="T10" fmla="*/ 0 w 126"/>
                <a:gd name="T11" fmla="*/ 4 h 118"/>
                <a:gd name="T12" fmla="*/ 0 w 126"/>
                <a:gd name="T13" fmla="*/ 83 h 118"/>
                <a:gd name="T14" fmla="*/ 2 w 126"/>
                <a:gd name="T15" fmla="*/ 86 h 118"/>
                <a:gd name="T16" fmla="*/ 31 w 126"/>
                <a:gd name="T17" fmla="*/ 115 h 118"/>
                <a:gd name="T18" fmla="*/ 50 w 126"/>
                <a:gd name="T19" fmla="*/ 118 h 118"/>
                <a:gd name="T20" fmla="*/ 126 w 126"/>
                <a:gd name="T21" fmla="*/ 42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6" h="118">
                  <a:moveTo>
                    <a:pt x="126" y="42"/>
                  </a:moveTo>
                  <a:cubicBezTo>
                    <a:pt x="126" y="36"/>
                    <a:pt x="125" y="30"/>
                    <a:pt x="123" y="24"/>
                  </a:cubicBezTo>
                  <a:cubicBezTo>
                    <a:pt x="110" y="11"/>
                    <a:pt x="101" y="2"/>
                    <a:pt x="101" y="2"/>
                  </a:cubicBezTo>
                  <a:cubicBezTo>
                    <a:pt x="100" y="1"/>
                    <a:pt x="99" y="0"/>
                    <a:pt x="98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4"/>
                    <a:pt x="1" y="85"/>
                    <a:pt x="2" y="86"/>
                  </a:cubicBezTo>
                  <a:cubicBezTo>
                    <a:pt x="2" y="86"/>
                    <a:pt x="15" y="99"/>
                    <a:pt x="31" y="115"/>
                  </a:cubicBezTo>
                  <a:cubicBezTo>
                    <a:pt x="37" y="117"/>
                    <a:pt x="44" y="118"/>
                    <a:pt x="50" y="118"/>
                  </a:cubicBezTo>
                  <a:cubicBezTo>
                    <a:pt x="92" y="118"/>
                    <a:pt x="126" y="84"/>
                    <a:pt x="126" y="4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/>
            <p:nvPr/>
          </p:nvSpPr>
          <p:spPr bwMode="auto">
            <a:xfrm>
              <a:off x="1073150" y="2386013"/>
              <a:ext cx="923925" cy="788988"/>
            </a:xfrm>
            <a:custGeom>
              <a:avLst/>
              <a:gdLst>
                <a:gd name="T0" fmla="*/ 98 w 102"/>
                <a:gd name="T1" fmla="*/ 0 h 87"/>
                <a:gd name="T2" fmla="*/ 4 w 102"/>
                <a:gd name="T3" fmla="*/ 0 h 87"/>
                <a:gd name="T4" fmla="*/ 0 w 102"/>
                <a:gd name="T5" fmla="*/ 4 h 87"/>
                <a:gd name="T6" fmla="*/ 0 w 102"/>
                <a:gd name="T7" fmla="*/ 83 h 87"/>
                <a:gd name="T8" fmla="*/ 4 w 102"/>
                <a:gd name="T9" fmla="*/ 87 h 87"/>
                <a:gd name="T10" fmla="*/ 98 w 102"/>
                <a:gd name="T11" fmla="*/ 87 h 87"/>
                <a:gd name="T12" fmla="*/ 102 w 102"/>
                <a:gd name="T13" fmla="*/ 83 h 87"/>
                <a:gd name="T14" fmla="*/ 102 w 102"/>
                <a:gd name="T15" fmla="*/ 4 h 87"/>
                <a:gd name="T16" fmla="*/ 98 w 102"/>
                <a:gd name="T17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87">
                  <a:moveTo>
                    <a:pt x="9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5"/>
                    <a:pt x="2" y="87"/>
                    <a:pt x="4" y="87"/>
                  </a:cubicBezTo>
                  <a:cubicBezTo>
                    <a:pt x="98" y="87"/>
                    <a:pt x="98" y="87"/>
                    <a:pt x="98" y="87"/>
                  </a:cubicBezTo>
                  <a:cubicBezTo>
                    <a:pt x="100" y="87"/>
                    <a:pt x="102" y="85"/>
                    <a:pt x="102" y="83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2" y="2"/>
                    <a:pt x="100" y="0"/>
                    <a:pt x="98" y="0"/>
                  </a:cubicBezTo>
                  <a:close/>
                </a:path>
              </a:pathLst>
            </a:custGeom>
            <a:solidFill>
              <a:srgbClr val="3531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" name="Freeform 8"/>
            <p:cNvSpPr/>
            <p:nvPr/>
          </p:nvSpPr>
          <p:spPr bwMode="auto">
            <a:xfrm>
              <a:off x="1127125" y="2613026"/>
              <a:ext cx="534987" cy="508000"/>
            </a:xfrm>
            <a:custGeom>
              <a:avLst/>
              <a:gdLst>
                <a:gd name="T0" fmla="*/ 0 w 337"/>
                <a:gd name="T1" fmla="*/ 0 h 320"/>
                <a:gd name="T2" fmla="*/ 0 w 337"/>
                <a:gd name="T3" fmla="*/ 320 h 320"/>
                <a:gd name="T4" fmla="*/ 109 w 337"/>
                <a:gd name="T5" fmla="*/ 320 h 320"/>
                <a:gd name="T6" fmla="*/ 337 w 337"/>
                <a:gd name="T7" fmla="*/ 0 h 320"/>
                <a:gd name="T8" fmla="*/ 0 w 337"/>
                <a:gd name="T9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320">
                  <a:moveTo>
                    <a:pt x="0" y="0"/>
                  </a:moveTo>
                  <a:lnTo>
                    <a:pt x="0" y="320"/>
                  </a:lnTo>
                  <a:lnTo>
                    <a:pt x="109" y="320"/>
                  </a:lnTo>
                  <a:lnTo>
                    <a:pt x="3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4" name="Freeform 9"/>
            <p:cNvSpPr/>
            <p:nvPr/>
          </p:nvSpPr>
          <p:spPr bwMode="auto">
            <a:xfrm>
              <a:off x="1300163" y="2613026"/>
              <a:ext cx="642937" cy="508000"/>
            </a:xfrm>
            <a:custGeom>
              <a:avLst/>
              <a:gdLst>
                <a:gd name="T0" fmla="*/ 405 w 405"/>
                <a:gd name="T1" fmla="*/ 0 h 320"/>
                <a:gd name="T2" fmla="*/ 228 w 405"/>
                <a:gd name="T3" fmla="*/ 0 h 320"/>
                <a:gd name="T4" fmla="*/ 0 w 405"/>
                <a:gd name="T5" fmla="*/ 320 h 320"/>
                <a:gd name="T6" fmla="*/ 405 w 405"/>
                <a:gd name="T7" fmla="*/ 320 h 320"/>
                <a:gd name="T8" fmla="*/ 405 w 405"/>
                <a:gd name="T9" fmla="*/ 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5" h="320">
                  <a:moveTo>
                    <a:pt x="405" y="0"/>
                  </a:moveTo>
                  <a:lnTo>
                    <a:pt x="228" y="0"/>
                  </a:lnTo>
                  <a:lnTo>
                    <a:pt x="0" y="320"/>
                  </a:lnTo>
                  <a:lnTo>
                    <a:pt x="405" y="320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" name="Freeform 10"/>
            <p:cNvSpPr/>
            <p:nvPr/>
          </p:nvSpPr>
          <p:spPr bwMode="auto">
            <a:xfrm>
              <a:off x="1127125" y="2441576"/>
              <a:ext cx="652462" cy="171450"/>
            </a:xfrm>
            <a:custGeom>
              <a:avLst/>
              <a:gdLst>
                <a:gd name="T0" fmla="*/ 411 w 411"/>
                <a:gd name="T1" fmla="*/ 0 h 108"/>
                <a:gd name="T2" fmla="*/ 0 w 411"/>
                <a:gd name="T3" fmla="*/ 0 h 108"/>
                <a:gd name="T4" fmla="*/ 0 w 411"/>
                <a:gd name="T5" fmla="*/ 108 h 108"/>
                <a:gd name="T6" fmla="*/ 337 w 411"/>
                <a:gd name="T7" fmla="*/ 108 h 108"/>
                <a:gd name="T8" fmla="*/ 411 w 411"/>
                <a:gd name="T9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1" h="108">
                  <a:moveTo>
                    <a:pt x="411" y="0"/>
                  </a:moveTo>
                  <a:lnTo>
                    <a:pt x="0" y="0"/>
                  </a:lnTo>
                  <a:lnTo>
                    <a:pt x="0" y="108"/>
                  </a:lnTo>
                  <a:lnTo>
                    <a:pt x="337" y="108"/>
                  </a:lnTo>
                  <a:lnTo>
                    <a:pt x="4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6" name="Freeform 11"/>
            <p:cNvSpPr/>
            <p:nvPr/>
          </p:nvSpPr>
          <p:spPr bwMode="auto">
            <a:xfrm>
              <a:off x="1662113" y="2441576"/>
              <a:ext cx="280987" cy="171450"/>
            </a:xfrm>
            <a:custGeom>
              <a:avLst/>
              <a:gdLst>
                <a:gd name="T0" fmla="*/ 177 w 177"/>
                <a:gd name="T1" fmla="*/ 108 h 108"/>
                <a:gd name="T2" fmla="*/ 177 w 177"/>
                <a:gd name="T3" fmla="*/ 0 h 108"/>
                <a:gd name="T4" fmla="*/ 74 w 177"/>
                <a:gd name="T5" fmla="*/ 0 h 108"/>
                <a:gd name="T6" fmla="*/ 0 w 177"/>
                <a:gd name="T7" fmla="*/ 108 h 108"/>
                <a:gd name="T8" fmla="*/ 177 w 177"/>
                <a:gd name="T9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08">
                  <a:moveTo>
                    <a:pt x="177" y="108"/>
                  </a:moveTo>
                  <a:lnTo>
                    <a:pt x="177" y="0"/>
                  </a:lnTo>
                  <a:lnTo>
                    <a:pt x="74" y="0"/>
                  </a:lnTo>
                  <a:lnTo>
                    <a:pt x="0" y="108"/>
                  </a:lnTo>
                  <a:lnTo>
                    <a:pt x="177" y="10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1708150" y="2667001"/>
              <a:ext cx="107950" cy="390525"/>
            </a:xfrm>
            <a:custGeom>
              <a:avLst/>
              <a:gdLst>
                <a:gd name="T0" fmla="*/ 12 w 12"/>
                <a:gd name="T1" fmla="*/ 4 h 43"/>
                <a:gd name="T2" fmla="*/ 12 w 12"/>
                <a:gd name="T3" fmla="*/ 4 h 43"/>
                <a:gd name="T4" fmla="*/ 8 w 12"/>
                <a:gd name="T5" fmla="*/ 9 h 43"/>
                <a:gd name="T6" fmla="*/ 4 w 12"/>
                <a:gd name="T7" fmla="*/ 9 h 43"/>
                <a:gd name="T8" fmla="*/ 0 w 12"/>
                <a:gd name="T9" fmla="*/ 4 h 43"/>
                <a:gd name="T10" fmla="*/ 0 w 12"/>
                <a:gd name="T11" fmla="*/ 4 h 43"/>
                <a:gd name="T12" fmla="*/ 4 w 12"/>
                <a:gd name="T13" fmla="*/ 0 h 43"/>
                <a:gd name="T14" fmla="*/ 8 w 12"/>
                <a:gd name="T15" fmla="*/ 0 h 43"/>
                <a:gd name="T16" fmla="*/ 12 w 12"/>
                <a:gd name="T17" fmla="*/ 4 h 43"/>
                <a:gd name="T18" fmla="*/ 8 w 12"/>
                <a:gd name="T19" fmla="*/ 16 h 43"/>
                <a:gd name="T20" fmla="*/ 4 w 12"/>
                <a:gd name="T21" fmla="*/ 16 h 43"/>
                <a:gd name="T22" fmla="*/ 0 w 12"/>
                <a:gd name="T23" fmla="*/ 21 h 43"/>
                <a:gd name="T24" fmla="*/ 0 w 12"/>
                <a:gd name="T25" fmla="*/ 21 h 43"/>
                <a:gd name="T26" fmla="*/ 4 w 12"/>
                <a:gd name="T27" fmla="*/ 26 h 43"/>
                <a:gd name="T28" fmla="*/ 8 w 12"/>
                <a:gd name="T29" fmla="*/ 26 h 43"/>
                <a:gd name="T30" fmla="*/ 12 w 12"/>
                <a:gd name="T31" fmla="*/ 21 h 43"/>
                <a:gd name="T32" fmla="*/ 12 w 12"/>
                <a:gd name="T33" fmla="*/ 21 h 43"/>
                <a:gd name="T34" fmla="*/ 8 w 12"/>
                <a:gd name="T35" fmla="*/ 16 h 43"/>
                <a:gd name="T36" fmla="*/ 8 w 12"/>
                <a:gd name="T37" fmla="*/ 33 h 43"/>
                <a:gd name="T38" fmla="*/ 4 w 12"/>
                <a:gd name="T39" fmla="*/ 33 h 43"/>
                <a:gd name="T40" fmla="*/ 0 w 12"/>
                <a:gd name="T41" fmla="*/ 38 h 43"/>
                <a:gd name="T42" fmla="*/ 0 w 12"/>
                <a:gd name="T43" fmla="*/ 38 h 43"/>
                <a:gd name="T44" fmla="*/ 4 w 12"/>
                <a:gd name="T45" fmla="*/ 43 h 43"/>
                <a:gd name="T46" fmla="*/ 8 w 12"/>
                <a:gd name="T47" fmla="*/ 43 h 43"/>
                <a:gd name="T48" fmla="*/ 12 w 12"/>
                <a:gd name="T49" fmla="*/ 38 h 43"/>
                <a:gd name="T50" fmla="*/ 12 w 12"/>
                <a:gd name="T51" fmla="*/ 38 h 43"/>
                <a:gd name="T52" fmla="*/ 8 w 12"/>
                <a:gd name="T53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43">
                  <a:moveTo>
                    <a:pt x="12" y="4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12" y="7"/>
                    <a:pt x="10" y="9"/>
                    <a:pt x="8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2" y="2"/>
                    <a:pt x="12" y="4"/>
                  </a:cubicBezTo>
                  <a:close/>
                  <a:moveTo>
                    <a:pt x="8" y="16"/>
                  </a:moveTo>
                  <a:cubicBezTo>
                    <a:pt x="4" y="16"/>
                    <a:pt x="4" y="16"/>
                    <a:pt x="4" y="16"/>
                  </a:cubicBezTo>
                  <a:cubicBezTo>
                    <a:pt x="2" y="16"/>
                    <a:pt x="0" y="19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10" y="26"/>
                    <a:pt x="12" y="24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19"/>
                    <a:pt x="10" y="16"/>
                    <a:pt x="8" y="16"/>
                  </a:cubicBezTo>
                  <a:close/>
                  <a:moveTo>
                    <a:pt x="8" y="33"/>
                  </a:moveTo>
                  <a:cubicBezTo>
                    <a:pt x="4" y="33"/>
                    <a:pt x="4" y="33"/>
                    <a:pt x="4" y="33"/>
                  </a:cubicBezTo>
                  <a:cubicBezTo>
                    <a:pt x="2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3"/>
                    <a:pt x="4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10" y="43"/>
                    <a:pt x="12" y="41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5"/>
                    <a:pt x="10" y="33"/>
                    <a:pt x="8" y="33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8" name="Freeform 13"/>
            <p:cNvSpPr>
              <a:spLocks noEditPoints="1"/>
            </p:cNvSpPr>
            <p:nvPr/>
          </p:nvSpPr>
          <p:spPr bwMode="auto">
            <a:xfrm>
              <a:off x="1254125" y="2667001"/>
              <a:ext cx="334962" cy="390525"/>
            </a:xfrm>
            <a:custGeom>
              <a:avLst/>
              <a:gdLst>
                <a:gd name="T0" fmla="*/ 12 w 37"/>
                <a:gd name="T1" fmla="*/ 4 h 43"/>
                <a:gd name="T2" fmla="*/ 12 w 37"/>
                <a:gd name="T3" fmla="*/ 4 h 43"/>
                <a:gd name="T4" fmla="*/ 8 w 37"/>
                <a:gd name="T5" fmla="*/ 9 h 43"/>
                <a:gd name="T6" fmla="*/ 4 w 37"/>
                <a:gd name="T7" fmla="*/ 9 h 43"/>
                <a:gd name="T8" fmla="*/ 0 w 37"/>
                <a:gd name="T9" fmla="*/ 4 h 43"/>
                <a:gd name="T10" fmla="*/ 0 w 37"/>
                <a:gd name="T11" fmla="*/ 4 h 43"/>
                <a:gd name="T12" fmla="*/ 4 w 37"/>
                <a:gd name="T13" fmla="*/ 0 h 43"/>
                <a:gd name="T14" fmla="*/ 8 w 37"/>
                <a:gd name="T15" fmla="*/ 0 h 43"/>
                <a:gd name="T16" fmla="*/ 12 w 37"/>
                <a:gd name="T17" fmla="*/ 4 h 43"/>
                <a:gd name="T18" fmla="*/ 33 w 37"/>
                <a:gd name="T19" fmla="*/ 0 h 43"/>
                <a:gd name="T20" fmla="*/ 29 w 37"/>
                <a:gd name="T21" fmla="*/ 0 h 43"/>
                <a:gd name="T22" fmla="*/ 25 w 37"/>
                <a:gd name="T23" fmla="*/ 4 h 43"/>
                <a:gd name="T24" fmla="*/ 25 w 37"/>
                <a:gd name="T25" fmla="*/ 4 h 43"/>
                <a:gd name="T26" fmla="*/ 29 w 37"/>
                <a:gd name="T27" fmla="*/ 9 h 43"/>
                <a:gd name="T28" fmla="*/ 33 w 37"/>
                <a:gd name="T29" fmla="*/ 9 h 43"/>
                <a:gd name="T30" fmla="*/ 37 w 37"/>
                <a:gd name="T31" fmla="*/ 4 h 43"/>
                <a:gd name="T32" fmla="*/ 37 w 37"/>
                <a:gd name="T33" fmla="*/ 4 h 43"/>
                <a:gd name="T34" fmla="*/ 33 w 37"/>
                <a:gd name="T35" fmla="*/ 0 h 43"/>
                <a:gd name="T36" fmla="*/ 8 w 37"/>
                <a:gd name="T37" fmla="*/ 16 h 43"/>
                <a:gd name="T38" fmla="*/ 4 w 37"/>
                <a:gd name="T39" fmla="*/ 16 h 43"/>
                <a:gd name="T40" fmla="*/ 0 w 37"/>
                <a:gd name="T41" fmla="*/ 21 h 43"/>
                <a:gd name="T42" fmla="*/ 0 w 37"/>
                <a:gd name="T43" fmla="*/ 21 h 43"/>
                <a:gd name="T44" fmla="*/ 4 w 37"/>
                <a:gd name="T45" fmla="*/ 26 h 43"/>
                <a:gd name="T46" fmla="*/ 8 w 37"/>
                <a:gd name="T47" fmla="*/ 26 h 43"/>
                <a:gd name="T48" fmla="*/ 12 w 37"/>
                <a:gd name="T49" fmla="*/ 21 h 43"/>
                <a:gd name="T50" fmla="*/ 12 w 37"/>
                <a:gd name="T51" fmla="*/ 21 h 43"/>
                <a:gd name="T52" fmla="*/ 8 w 37"/>
                <a:gd name="T53" fmla="*/ 16 h 43"/>
                <a:gd name="T54" fmla="*/ 33 w 37"/>
                <a:gd name="T55" fmla="*/ 16 h 43"/>
                <a:gd name="T56" fmla="*/ 29 w 37"/>
                <a:gd name="T57" fmla="*/ 16 h 43"/>
                <a:gd name="T58" fmla="*/ 25 w 37"/>
                <a:gd name="T59" fmla="*/ 21 h 43"/>
                <a:gd name="T60" fmla="*/ 25 w 37"/>
                <a:gd name="T61" fmla="*/ 21 h 43"/>
                <a:gd name="T62" fmla="*/ 29 w 37"/>
                <a:gd name="T63" fmla="*/ 26 h 43"/>
                <a:gd name="T64" fmla="*/ 33 w 37"/>
                <a:gd name="T65" fmla="*/ 26 h 43"/>
                <a:gd name="T66" fmla="*/ 37 w 37"/>
                <a:gd name="T67" fmla="*/ 21 h 43"/>
                <a:gd name="T68" fmla="*/ 37 w 37"/>
                <a:gd name="T69" fmla="*/ 21 h 43"/>
                <a:gd name="T70" fmla="*/ 33 w 37"/>
                <a:gd name="T71" fmla="*/ 16 h 43"/>
                <a:gd name="T72" fmla="*/ 8 w 37"/>
                <a:gd name="T73" fmla="*/ 33 h 43"/>
                <a:gd name="T74" fmla="*/ 4 w 37"/>
                <a:gd name="T75" fmla="*/ 33 h 43"/>
                <a:gd name="T76" fmla="*/ 0 w 37"/>
                <a:gd name="T77" fmla="*/ 38 h 43"/>
                <a:gd name="T78" fmla="*/ 0 w 37"/>
                <a:gd name="T79" fmla="*/ 38 h 43"/>
                <a:gd name="T80" fmla="*/ 4 w 37"/>
                <a:gd name="T81" fmla="*/ 43 h 43"/>
                <a:gd name="T82" fmla="*/ 8 w 37"/>
                <a:gd name="T83" fmla="*/ 43 h 43"/>
                <a:gd name="T84" fmla="*/ 12 w 37"/>
                <a:gd name="T85" fmla="*/ 38 h 43"/>
                <a:gd name="T86" fmla="*/ 12 w 37"/>
                <a:gd name="T87" fmla="*/ 38 h 43"/>
                <a:gd name="T88" fmla="*/ 8 w 37"/>
                <a:gd name="T89" fmla="*/ 33 h 43"/>
                <a:gd name="T90" fmla="*/ 33 w 37"/>
                <a:gd name="T91" fmla="*/ 33 h 43"/>
                <a:gd name="T92" fmla="*/ 29 w 37"/>
                <a:gd name="T93" fmla="*/ 33 h 43"/>
                <a:gd name="T94" fmla="*/ 25 w 37"/>
                <a:gd name="T95" fmla="*/ 38 h 43"/>
                <a:gd name="T96" fmla="*/ 25 w 37"/>
                <a:gd name="T97" fmla="*/ 38 h 43"/>
                <a:gd name="T98" fmla="*/ 29 w 37"/>
                <a:gd name="T99" fmla="*/ 43 h 43"/>
                <a:gd name="T100" fmla="*/ 33 w 37"/>
                <a:gd name="T101" fmla="*/ 43 h 43"/>
                <a:gd name="T102" fmla="*/ 37 w 37"/>
                <a:gd name="T103" fmla="*/ 38 h 43"/>
                <a:gd name="T104" fmla="*/ 37 w 37"/>
                <a:gd name="T105" fmla="*/ 38 h 43"/>
                <a:gd name="T106" fmla="*/ 33 w 37"/>
                <a:gd name="T10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43">
                  <a:moveTo>
                    <a:pt x="12" y="4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12" y="7"/>
                    <a:pt x="10" y="9"/>
                    <a:pt x="8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2" y="2"/>
                    <a:pt x="12" y="4"/>
                  </a:cubicBezTo>
                  <a:close/>
                  <a:moveTo>
                    <a:pt x="33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7" y="0"/>
                    <a:pt x="25" y="2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7"/>
                    <a:pt x="27" y="9"/>
                    <a:pt x="29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5" y="9"/>
                    <a:pt x="37" y="7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2"/>
                    <a:pt x="35" y="0"/>
                    <a:pt x="33" y="0"/>
                  </a:cubicBezTo>
                  <a:close/>
                  <a:moveTo>
                    <a:pt x="8" y="16"/>
                  </a:moveTo>
                  <a:cubicBezTo>
                    <a:pt x="4" y="16"/>
                    <a:pt x="4" y="16"/>
                    <a:pt x="4" y="16"/>
                  </a:cubicBezTo>
                  <a:cubicBezTo>
                    <a:pt x="2" y="16"/>
                    <a:pt x="0" y="19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10" y="26"/>
                    <a:pt x="12" y="24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19"/>
                    <a:pt x="10" y="16"/>
                    <a:pt x="8" y="16"/>
                  </a:cubicBezTo>
                  <a:close/>
                  <a:moveTo>
                    <a:pt x="33" y="16"/>
                  </a:moveTo>
                  <a:cubicBezTo>
                    <a:pt x="29" y="16"/>
                    <a:pt x="29" y="16"/>
                    <a:pt x="29" y="16"/>
                  </a:cubicBezTo>
                  <a:cubicBezTo>
                    <a:pt x="27" y="16"/>
                    <a:pt x="25" y="19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4"/>
                    <a:pt x="27" y="26"/>
                    <a:pt x="29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5" y="26"/>
                    <a:pt x="37" y="24"/>
                    <a:pt x="37" y="21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19"/>
                    <a:pt x="35" y="16"/>
                    <a:pt x="33" y="16"/>
                  </a:cubicBezTo>
                  <a:close/>
                  <a:moveTo>
                    <a:pt x="8" y="33"/>
                  </a:moveTo>
                  <a:cubicBezTo>
                    <a:pt x="4" y="33"/>
                    <a:pt x="4" y="33"/>
                    <a:pt x="4" y="33"/>
                  </a:cubicBezTo>
                  <a:cubicBezTo>
                    <a:pt x="2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3"/>
                    <a:pt x="4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10" y="43"/>
                    <a:pt x="12" y="41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5"/>
                    <a:pt x="10" y="33"/>
                    <a:pt x="8" y="33"/>
                  </a:cubicBezTo>
                  <a:close/>
                  <a:moveTo>
                    <a:pt x="33" y="33"/>
                  </a:moveTo>
                  <a:cubicBezTo>
                    <a:pt x="29" y="33"/>
                    <a:pt x="29" y="33"/>
                    <a:pt x="29" y="33"/>
                  </a:cubicBezTo>
                  <a:cubicBezTo>
                    <a:pt x="27" y="33"/>
                    <a:pt x="25" y="35"/>
                    <a:pt x="25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41"/>
                    <a:pt x="27" y="43"/>
                    <a:pt x="29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5" y="43"/>
                    <a:pt x="37" y="41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35"/>
                    <a:pt x="35" y="33"/>
                    <a:pt x="33" y="33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9" name="Freeform 14"/>
            <p:cNvSpPr>
              <a:spLocks noEditPoints="1"/>
            </p:cNvSpPr>
            <p:nvPr/>
          </p:nvSpPr>
          <p:spPr bwMode="auto">
            <a:xfrm>
              <a:off x="1200150" y="2476501"/>
              <a:ext cx="80962" cy="82550"/>
            </a:xfrm>
            <a:custGeom>
              <a:avLst/>
              <a:gdLst>
                <a:gd name="T0" fmla="*/ 8 w 9"/>
                <a:gd name="T1" fmla="*/ 2 h 9"/>
                <a:gd name="T2" fmla="*/ 5 w 9"/>
                <a:gd name="T3" fmla="*/ 0 h 9"/>
                <a:gd name="T4" fmla="*/ 1 w 9"/>
                <a:gd name="T5" fmla="*/ 2 h 9"/>
                <a:gd name="T6" fmla="*/ 0 w 9"/>
                <a:gd name="T7" fmla="*/ 5 h 9"/>
                <a:gd name="T8" fmla="*/ 5 w 9"/>
                <a:gd name="T9" fmla="*/ 9 h 9"/>
                <a:gd name="T10" fmla="*/ 9 w 9"/>
                <a:gd name="T11" fmla="*/ 5 h 9"/>
                <a:gd name="T12" fmla="*/ 8 w 9"/>
                <a:gd name="T13" fmla="*/ 2 h 9"/>
                <a:gd name="T14" fmla="*/ 5 w 9"/>
                <a:gd name="T15" fmla="*/ 8 h 9"/>
                <a:gd name="T16" fmla="*/ 1 w 9"/>
                <a:gd name="T17" fmla="*/ 5 h 9"/>
                <a:gd name="T18" fmla="*/ 1 w 9"/>
                <a:gd name="T19" fmla="*/ 4 h 9"/>
                <a:gd name="T20" fmla="*/ 5 w 9"/>
                <a:gd name="T21" fmla="*/ 1 h 9"/>
                <a:gd name="T22" fmla="*/ 8 w 9"/>
                <a:gd name="T23" fmla="*/ 4 h 9"/>
                <a:gd name="T24" fmla="*/ 8 w 9"/>
                <a:gd name="T25" fmla="*/ 5 h 9"/>
                <a:gd name="T26" fmla="*/ 5 w 9"/>
                <a:gd name="T27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9">
                  <a:moveTo>
                    <a:pt x="8" y="2"/>
                  </a:moveTo>
                  <a:cubicBezTo>
                    <a:pt x="7" y="1"/>
                    <a:pt x="6" y="0"/>
                    <a:pt x="5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7"/>
                    <a:pt x="2" y="9"/>
                    <a:pt x="5" y="9"/>
                  </a:cubicBezTo>
                  <a:cubicBezTo>
                    <a:pt x="7" y="9"/>
                    <a:pt x="9" y="7"/>
                    <a:pt x="9" y="5"/>
                  </a:cubicBezTo>
                  <a:cubicBezTo>
                    <a:pt x="9" y="3"/>
                    <a:pt x="9" y="2"/>
                    <a:pt x="8" y="2"/>
                  </a:cubicBezTo>
                  <a:close/>
                  <a:moveTo>
                    <a:pt x="5" y="8"/>
                  </a:moveTo>
                  <a:cubicBezTo>
                    <a:pt x="3" y="8"/>
                    <a:pt x="1" y="6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2"/>
                    <a:pt x="3" y="1"/>
                    <a:pt x="5" y="1"/>
                  </a:cubicBezTo>
                  <a:cubicBezTo>
                    <a:pt x="6" y="1"/>
                    <a:pt x="8" y="2"/>
                    <a:pt x="8" y="4"/>
                  </a:cubicBezTo>
                  <a:cubicBezTo>
                    <a:pt x="8" y="4"/>
                    <a:pt x="8" y="4"/>
                    <a:pt x="8" y="5"/>
                  </a:cubicBezTo>
                  <a:cubicBezTo>
                    <a:pt x="8" y="6"/>
                    <a:pt x="7" y="8"/>
                    <a:pt x="5" y="8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0" name="Freeform 15"/>
            <p:cNvSpPr/>
            <p:nvPr/>
          </p:nvSpPr>
          <p:spPr bwMode="auto">
            <a:xfrm>
              <a:off x="1217613" y="2413001"/>
              <a:ext cx="46037" cy="127000"/>
            </a:xfrm>
            <a:custGeom>
              <a:avLst/>
              <a:gdLst>
                <a:gd name="T0" fmla="*/ 3 w 5"/>
                <a:gd name="T1" fmla="*/ 0 h 14"/>
                <a:gd name="T2" fmla="*/ 3 w 5"/>
                <a:gd name="T3" fmla="*/ 0 h 14"/>
                <a:gd name="T4" fmla="*/ 0 w 5"/>
                <a:gd name="T5" fmla="*/ 3 h 14"/>
                <a:gd name="T6" fmla="*/ 0 w 5"/>
                <a:gd name="T7" fmla="*/ 11 h 14"/>
                <a:gd name="T8" fmla="*/ 3 w 5"/>
                <a:gd name="T9" fmla="*/ 14 h 14"/>
                <a:gd name="T10" fmla="*/ 3 w 5"/>
                <a:gd name="T11" fmla="*/ 14 h 14"/>
                <a:gd name="T12" fmla="*/ 5 w 5"/>
                <a:gd name="T13" fmla="*/ 11 h 14"/>
                <a:gd name="T14" fmla="*/ 5 w 5"/>
                <a:gd name="T15" fmla="*/ 3 h 14"/>
                <a:gd name="T16" fmla="*/ 3 w 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4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1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4"/>
                    <a:pt x="5" y="13"/>
                    <a:pt x="5" y="1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1" name="Freeform 16"/>
            <p:cNvSpPr>
              <a:spLocks noEditPoints="1"/>
            </p:cNvSpPr>
            <p:nvPr/>
          </p:nvSpPr>
          <p:spPr bwMode="auto">
            <a:xfrm>
              <a:off x="1354138" y="2476501"/>
              <a:ext cx="80962" cy="82550"/>
            </a:xfrm>
            <a:custGeom>
              <a:avLst/>
              <a:gdLst>
                <a:gd name="T0" fmla="*/ 8 w 9"/>
                <a:gd name="T1" fmla="*/ 2 h 9"/>
                <a:gd name="T2" fmla="*/ 4 w 9"/>
                <a:gd name="T3" fmla="*/ 0 h 9"/>
                <a:gd name="T4" fmla="*/ 1 w 9"/>
                <a:gd name="T5" fmla="*/ 2 h 9"/>
                <a:gd name="T6" fmla="*/ 0 w 9"/>
                <a:gd name="T7" fmla="*/ 5 h 9"/>
                <a:gd name="T8" fmla="*/ 4 w 9"/>
                <a:gd name="T9" fmla="*/ 9 h 9"/>
                <a:gd name="T10" fmla="*/ 9 w 9"/>
                <a:gd name="T11" fmla="*/ 5 h 9"/>
                <a:gd name="T12" fmla="*/ 8 w 9"/>
                <a:gd name="T13" fmla="*/ 2 h 9"/>
                <a:gd name="T14" fmla="*/ 4 w 9"/>
                <a:gd name="T15" fmla="*/ 8 h 9"/>
                <a:gd name="T16" fmla="*/ 1 w 9"/>
                <a:gd name="T17" fmla="*/ 5 h 9"/>
                <a:gd name="T18" fmla="*/ 1 w 9"/>
                <a:gd name="T19" fmla="*/ 4 h 9"/>
                <a:gd name="T20" fmla="*/ 4 w 9"/>
                <a:gd name="T21" fmla="*/ 1 h 9"/>
                <a:gd name="T22" fmla="*/ 8 w 9"/>
                <a:gd name="T23" fmla="*/ 4 h 9"/>
                <a:gd name="T24" fmla="*/ 8 w 9"/>
                <a:gd name="T25" fmla="*/ 5 h 9"/>
                <a:gd name="T26" fmla="*/ 4 w 9"/>
                <a:gd name="T27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9">
                  <a:moveTo>
                    <a:pt x="8" y="2"/>
                  </a:moveTo>
                  <a:cubicBezTo>
                    <a:pt x="7" y="1"/>
                    <a:pt x="6" y="0"/>
                    <a:pt x="4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7" y="9"/>
                    <a:pt x="9" y="7"/>
                    <a:pt x="9" y="5"/>
                  </a:cubicBezTo>
                  <a:cubicBezTo>
                    <a:pt x="9" y="3"/>
                    <a:pt x="8" y="2"/>
                    <a:pt x="8" y="2"/>
                  </a:cubicBezTo>
                  <a:close/>
                  <a:moveTo>
                    <a:pt x="4" y="8"/>
                  </a:moveTo>
                  <a:cubicBezTo>
                    <a:pt x="2" y="8"/>
                    <a:pt x="1" y="6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2"/>
                    <a:pt x="2" y="1"/>
                    <a:pt x="4" y="1"/>
                  </a:cubicBezTo>
                  <a:cubicBezTo>
                    <a:pt x="6" y="1"/>
                    <a:pt x="7" y="2"/>
                    <a:pt x="8" y="4"/>
                  </a:cubicBezTo>
                  <a:cubicBezTo>
                    <a:pt x="8" y="4"/>
                    <a:pt x="8" y="4"/>
                    <a:pt x="8" y="5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2" name="Freeform 17"/>
            <p:cNvSpPr/>
            <p:nvPr/>
          </p:nvSpPr>
          <p:spPr bwMode="auto">
            <a:xfrm>
              <a:off x="1371600" y="2413001"/>
              <a:ext cx="46037" cy="127000"/>
            </a:xfrm>
            <a:custGeom>
              <a:avLst/>
              <a:gdLst>
                <a:gd name="T0" fmla="*/ 2 w 5"/>
                <a:gd name="T1" fmla="*/ 0 h 14"/>
                <a:gd name="T2" fmla="*/ 2 w 5"/>
                <a:gd name="T3" fmla="*/ 0 h 14"/>
                <a:gd name="T4" fmla="*/ 0 w 5"/>
                <a:gd name="T5" fmla="*/ 3 h 14"/>
                <a:gd name="T6" fmla="*/ 0 w 5"/>
                <a:gd name="T7" fmla="*/ 11 h 14"/>
                <a:gd name="T8" fmla="*/ 2 w 5"/>
                <a:gd name="T9" fmla="*/ 14 h 14"/>
                <a:gd name="T10" fmla="*/ 2 w 5"/>
                <a:gd name="T11" fmla="*/ 14 h 14"/>
                <a:gd name="T12" fmla="*/ 5 w 5"/>
                <a:gd name="T13" fmla="*/ 11 h 14"/>
                <a:gd name="T14" fmla="*/ 5 w 5"/>
                <a:gd name="T15" fmla="*/ 3 h 14"/>
                <a:gd name="T16" fmla="*/ 2 w 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4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1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4" y="14"/>
                    <a:pt x="5" y="13"/>
                    <a:pt x="5" y="1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3" name="Freeform 18"/>
            <p:cNvSpPr>
              <a:spLocks noEditPoints="1"/>
            </p:cNvSpPr>
            <p:nvPr/>
          </p:nvSpPr>
          <p:spPr bwMode="auto">
            <a:xfrm>
              <a:off x="1498600" y="2476501"/>
              <a:ext cx="82550" cy="82550"/>
            </a:xfrm>
            <a:custGeom>
              <a:avLst/>
              <a:gdLst>
                <a:gd name="T0" fmla="*/ 8 w 9"/>
                <a:gd name="T1" fmla="*/ 2 h 9"/>
                <a:gd name="T2" fmla="*/ 5 w 9"/>
                <a:gd name="T3" fmla="*/ 0 h 9"/>
                <a:gd name="T4" fmla="*/ 1 w 9"/>
                <a:gd name="T5" fmla="*/ 2 h 9"/>
                <a:gd name="T6" fmla="*/ 0 w 9"/>
                <a:gd name="T7" fmla="*/ 5 h 9"/>
                <a:gd name="T8" fmla="*/ 5 w 9"/>
                <a:gd name="T9" fmla="*/ 9 h 9"/>
                <a:gd name="T10" fmla="*/ 9 w 9"/>
                <a:gd name="T11" fmla="*/ 5 h 9"/>
                <a:gd name="T12" fmla="*/ 8 w 9"/>
                <a:gd name="T13" fmla="*/ 2 h 9"/>
                <a:gd name="T14" fmla="*/ 5 w 9"/>
                <a:gd name="T15" fmla="*/ 8 h 9"/>
                <a:gd name="T16" fmla="*/ 1 w 9"/>
                <a:gd name="T17" fmla="*/ 5 h 9"/>
                <a:gd name="T18" fmla="*/ 1 w 9"/>
                <a:gd name="T19" fmla="*/ 4 h 9"/>
                <a:gd name="T20" fmla="*/ 5 w 9"/>
                <a:gd name="T21" fmla="*/ 1 h 9"/>
                <a:gd name="T22" fmla="*/ 8 w 9"/>
                <a:gd name="T23" fmla="*/ 4 h 9"/>
                <a:gd name="T24" fmla="*/ 8 w 9"/>
                <a:gd name="T25" fmla="*/ 5 h 9"/>
                <a:gd name="T26" fmla="*/ 5 w 9"/>
                <a:gd name="T27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9">
                  <a:moveTo>
                    <a:pt x="8" y="2"/>
                  </a:moveTo>
                  <a:cubicBezTo>
                    <a:pt x="7" y="1"/>
                    <a:pt x="6" y="0"/>
                    <a:pt x="5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7"/>
                    <a:pt x="2" y="9"/>
                    <a:pt x="5" y="9"/>
                  </a:cubicBezTo>
                  <a:cubicBezTo>
                    <a:pt x="7" y="9"/>
                    <a:pt x="9" y="7"/>
                    <a:pt x="9" y="5"/>
                  </a:cubicBezTo>
                  <a:cubicBezTo>
                    <a:pt x="9" y="3"/>
                    <a:pt x="9" y="2"/>
                    <a:pt x="8" y="2"/>
                  </a:cubicBezTo>
                  <a:close/>
                  <a:moveTo>
                    <a:pt x="5" y="8"/>
                  </a:moveTo>
                  <a:cubicBezTo>
                    <a:pt x="3" y="8"/>
                    <a:pt x="1" y="6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2"/>
                    <a:pt x="3" y="1"/>
                    <a:pt x="5" y="1"/>
                  </a:cubicBezTo>
                  <a:cubicBezTo>
                    <a:pt x="6" y="1"/>
                    <a:pt x="8" y="2"/>
                    <a:pt x="8" y="4"/>
                  </a:cubicBezTo>
                  <a:cubicBezTo>
                    <a:pt x="8" y="4"/>
                    <a:pt x="8" y="4"/>
                    <a:pt x="8" y="5"/>
                  </a:cubicBezTo>
                  <a:cubicBezTo>
                    <a:pt x="8" y="6"/>
                    <a:pt x="7" y="8"/>
                    <a:pt x="5" y="8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4" name="Freeform 19"/>
            <p:cNvSpPr/>
            <p:nvPr/>
          </p:nvSpPr>
          <p:spPr bwMode="auto">
            <a:xfrm>
              <a:off x="1517650" y="2413001"/>
              <a:ext cx="44450" cy="127000"/>
            </a:xfrm>
            <a:custGeom>
              <a:avLst/>
              <a:gdLst>
                <a:gd name="T0" fmla="*/ 3 w 5"/>
                <a:gd name="T1" fmla="*/ 0 h 14"/>
                <a:gd name="T2" fmla="*/ 3 w 5"/>
                <a:gd name="T3" fmla="*/ 0 h 14"/>
                <a:gd name="T4" fmla="*/ 0 w 5"/>
                <a:gd name="T5" fmla="*/ 3 h 14"/>
                <a:gd name="T6" fmla="*/ 0 w 5"/>
                <a:gd name="T7" fmla="*/ 11 h 14"/>
                <a:gd name="T8" fmla="*/ 3 w 5"/>
                <a:gd name="T9" fmla="*/ 14 h 14"/>
                <a:gd name="T10" fmla="*/ 3 w 5"/>
                <a:gd name="T11" fmla="*/ 14 h 14"/>
                <a:gd name="T12" fmla="*/ 5 w 5"/>
                <a:gd name="T13" fmla="*/ 11 h 14"/>
                <a:gd name="T14" fmla="*/ 5 w 5"/>
                <a:gd name="T15" fmla="*/ 3 h 14"/>
                <a:gd name="T16" fmla="*/ 3 w 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4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1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4"/>
                    <a:pt x="5" y="13"/>
                    <a:pt x="5" y="1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5" name="Freeform 20"/>
            <p:cNvSpPr>
              <a:spLocks noEditPoints="1"/>
            </p:cNvSpPr>
            <p:nvPr/>
          </p:nvSpPr>
          <p:spPr bwMode="auto">
            <a:xfrm>
              <a:off x="1652588" y="2476501"/>
              <a:ext cx="82550" cy="82550"/>
            </a:xfrm>
            <a:custGeom>
              <a:avLst/>
              <a:gdLst>
                <a:gd name="T0" fmla="*/ 7 w 9"/>
                <a:gd name="T1" fmla="*/ 2 h 9"/>
                <a:gd name="T2" fmla="*/ 4 w 9"/>
                <a:gd name="T3" fmla="*/ 0 h 9"/>
                <a:gd name="T4" fmla="*/ 1 w 9"/>
                <a:gd name="T5" fmla="*/ 2 h 9"/>
                <a:gd name="T6" fmla="*/ 0 w 9"/>
                <a:gd name="T7" fmla="*/ 5 h 9"/>
                <a:gd name="T8" fmla="*/ 4 w 9"/>
                <a:gd name="T9" fmla="*/ 9 h 9"/>
                <a:gd name="T10" fmla="*/ 9 w 9"/>
                <a:gd name="T11" fmla="*/ 5 h 9"/>
                <a:gd name="T12" fmla="*/ 7 w 9"/>
                <a:gd name="T13" fmla="*/ 2 h 9"/>
                <a:gd name="T14" fmla="*/ 4 w 9"/>
                <a:gd name="T15" fmla="*/ 8 h 9"/>
                <a:gd name="T16" fmla="*/ 1 w 9"/>
                <a:gd name="T17" fmla="*/ 5 h 9"/>
                <a:gd name="T18" fmla="*/ 1 w 9"/>
                <a:gd name="T19" fmla="*/ 4 h 9"/>
                <a:gd name="T20" fmla="*/ 4 w 9"/>
                <a:gd name="T21" fmla="*/ 1 h 9"/>
                <a:gd name="T22" fmla="*/ 7 w 9"/>
                <a:gd name="T23" fmla="*/ 4 h 9"/>
                <a:gd name="T24" fmla="*/ 8 w 9"/>
                <a:gd name="T25" fmla="*/ 5 h 9"/>
                <a:gd name="T26" fmla="*/ 4 w 9"/>
                <a:gd name="T27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9">
                  <a:moveTo>
                    <a:pt x="7" y="2"/>
                  </a:moveTo>
                  <a:cubicBezTo>
                    <a:pt x="7" y="1"/>
                    <a:pt x="5" y="0"/>
                    <a:pt x="4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0" y="2"/>
                    <a:pt x="0" y="3"/>
                    <a:pt x="0" y="5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7" y="9"/>
                    <a:pt x="9" y="7"/>
                    <a:pt x="9" y="5"/>
                  </a:cubicBezTo>
                  <a:cubicBezTo>
                    <a:pt x="9" y="3"/>
                    <a:pt x="8" y="2"/>
                    <a:pt x="7" y="2"/>
                  </a:cubicBezTo>
                  <a:close/>
                  <a:moveTo>
                    <a:pt x="4" y="8"/>
                  </a:moveTo>
                  <a:cubicBezTo>
                    <a:pt x="2" y="8"/>
                    <a:pt x="1" y="6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2"/>
                    <a:pt x="2" y="1"/>
                    <a:pt x="4" y="1"/>
                  </a:cubicBezTo>
                  <a:cubicBezTo>
                    <a:pt x="6" y="1"/>
                    <a:pt x="7" y="2"/>
                    <a:pt x="7" y="4"/>
                  </a:cubicBezTo>
                  <a:cubicBezTo>
                    <a:pt x="8" y="4"/>
                    <a:pt x="8" y="4"/>
                    <a:pt x="8" y="5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6" name="Freeform 21"/>
            <p:cNvSpPr/>
            <p:nvPr/>
          </p:nvSpPr>
          <p:spPr bwMode="auto">
            <a:xfrm>
              <a:off x="1671638" y="2413001"/>
              <a:ext cx="44450" cy="127000"/>
            </a:xfrm>
            <a:custGeom>
              <a:avLst/>
              <a:gdLst>
                <a:gd name="T0" fmla="*/ 2 w 5"/>
                <a:gd name="T1" fmla="*/ 0 h 14"/>
                <a:gd name="T2" fmla="*/ 2 w 5"/>
                <a:gd name="T3" fmla="*/ 0 h 14"/>
                <a:gd name="T4" fmla="*/ 0 w 5"/>
                <a:gd name="T5" fmla="*/ 3 h 14"/>
                <a:gd name="T6" fmla="*/ 0 w 5"/>
                <a:gd name="T7" fmla="*/ 11 h 14"/>
                <a:gd name="T8" fmla="*/ 2 w 5"/>
                <a:gd name="T9" fmla="*/ 14 h 14"/>
                <a:gd name="T10" fmla="*/ 2 w 5"/>
                <a:gd name="T11" fmla="*/ 14 h 14"/>
                <a:gd name="T12" fmla="*/ 5 w 5"/>
                <a:gd name="T13" fmla="*/ 11 h 14"/>
                <a:gd name="T14" fmla="*/ 5 w 5"/>
                <a:gd name="T15" fmla="*/ 3 h 14"/>
                <a:gd name="T16" fmla="*/ 2 w 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4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1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4" y="14"/>
                    <a:pt x="5" y="13"/>
                    <a:pt x="5" y="1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" name="Freeform 22"/>
            <p:cNvSpPr>
              <a:spLocks noEditPoints="1"/>
            </p:cNvSpPr>
            <p:nvPr/>
          </p:nvSpPr>
          <p:spPr bwMode="auto">
            <a:xfrm>
              <a:off x="1798638" y="2476501"/>
              <a:ext cx="80962" cy="82550"/>
            </a:xfrm>
            <a:custGeom>
              <a:avLst/>
              <a:gdLst>
                <a:gd name="T0" fmla="*/ 8 w 9"/>
                <a:gd name="T1" fmla="*/ 2 h 9"/>
                <a:gd name="T2" fmla="*/ 5 w 9"/>
                <a:gd name="T3" fmla="*/ 0 h 9"/>
                <a:gd name="T4" fmla="*/ 1 w 9"/>
                <a:gd name="T5" fmla="*/ 2 h 9"/>
                <a:gd name="T6" fmla="*/ 0 w 9"/>
                <a:gd name="T7" fmla="*/ 5 h 9"/>
                <a:gd name="T8" fmla="*/ 5 w 9"/>
                <a:gd name="T9" fmla="*/ 9 h 9"/>
                <a:gd name="T10" fmla="*/ 9 w 9"/>
                <a:gd name="T11" fmla="*/ 5 h 9"/>
                <a:gd name="T12" fmla="*/ 8 w 9"/>
                <a:gd name="T13" fmla="*/ 2 h 9"/>
                <a:gd name="T14" fmla="*/ 5 w 9"/>
                <a:gd name="T15" fmla="*/ 8 h 9"/>
                <a:gd name="T16" fmla="*/ 1 w 9"/>
                <a:gd name="T17" fmla="*/ 5 h 9"/>
                <a:gd name="T18" fmla="*/ 1 w 9"/>
                <a:gd name="T19" fmla="*/ 4 h 9"/>
                <a:gd name="T20" fmla="*/ 5 w 9"/>
                <a:gd name="T21" fmla="*/ 1 h 9"/>
                <a:gd name="T22" fmla="*/ 8 w 9"/>
                <a:gd name="T23" fmla="*/ 4 h 9"/>
                <a:gd name="T24" fmla="*/ 8 w 9"/>
                <a:gd name="T25" fmla="*/ 5 h 9"/>
                <a:gd name="T26" fmla="*/ 5 w 9"/>
                <a:gd name="T27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9">
                  <a:moveTo>
                    <a:pt x="8" y="2"/>
                  </a:moveTo>
                  <a:cubicBezTo>
                    <a:pt x="7" y="1"/>
                    <a:pt x="6" y="0"/>
                    <a:pt x="5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7"/>
                    <a:pt x="2" y="9"/>
                    <a:pt x="5" y="9"/>
                  </a:cubicBezTo>
                  <a:cubicBezTo>
                    <a:pt x="7" y="9"/>
                    <a:pt x="9" y="7"/>
                    <a:pt x="9" y="5"/>
                  </a:cubicBezTo>
                  <a:cubicBezTo>
                    <a:pt x="9" y="3"/>
                    <a:pt x="9" y="2"/>
                    <a:pt x="8" y="2"/>
                  </a:cubicBezTo>
                  <a:close/>
                  <a:moveTo>
                    <a:pt x="5" y="8"/>
                  </a:moveTo>
                  <a:cubicBezTo>
                    <a:pt x="3" y="8"/>
                    <a:pt x="1" y="6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2"/>
                    <a:pt x="3" y="1"/>
                    <a:pt x="5" y="1"/>
                  </a:cubicBezTo>
                  <a:cubicBezTo>
                    <a:pt x="6" y="1"/>
                    <a:pt x="8" y="2"/>
                    <a:pt x="8" y="4"/>
                  </a:cubicBezTo>
                  <a:cubicBezTo>
                    <a:pt x="8" y="4"/>
                    <a:pt x="8" y="4"/>
                    <a:pt x="8" y="5"/>
                  </a:cubicBezTo>
                  <a:cubicBezTo>
                    <a:pt x="8" y="6"/>
                    <a:pt x="7" y="8"/>
                    <a:pt x="5" y="8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8" name="Freeform 23"/>
            <p:cNvSpPr/>
            <p:nvPr/>
          </p:nvSpPr>
          <p:spPr bwMode="auto">
            <a:xfrm>
              <a:off x="1816100" y="2413001"/>
              <a:ext cx="46037" cy="127000"/>
            </a:xfrm>
            <a:custGeom>
              <a:avLst/>
              <a:gdLst>
                <a:gd name="T0" fmla="*/ 3 w 5"/>
                <a:gd name="T1" fmla="*/ 0 h 14"/>
                <a:gd name="T2" fmla="*/ 3 w 5"/>
                <a:gd name="T3" fmla="*/ 0 h 14"/>
                <a:gd name="T4" fmla="*/ 0 w 5"/>
                <a:gd name="T5" fmla="*/ 3 h 14"/>
                <a:gd name="T6" fmla="*/ 0 w 5"/>
                <a:gd name="T7" fmla="*/ 11 h 14"/>
                <a:gd name="T8" fmla="*/ 3 w 5"/>
                <a:gd name="T9" fmla="*/ 14 h 14"/>
                <a:gd name="T10" fmla="*/ 3 w 5"/>
                <a:gd name="T11" fmla="*/ 14 h 14"/>
                <a:gd name="T12" fmla="*/ 5 w 5"/>
                <a:gd name="T13" fmla="*/ 11 h 14"/>
                <a:gd name="T14" fmla="*/ 5 w 5"/>
                <a:gd name="T15" fmla="*/ 3 h 14"/>
                <a:gd name="T16" fmla="*/ 3 w 5"/>
                <a:gd name="T1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4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1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4"/>
                    <a:pt x="5" y="13"/>
                    <a:pt x="5" y="1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6704012" y="2105025"/>
            <a:ext cx="1260000" cy="1260000"/>
            <a:chOff x="7000875" y="2087563"/>
            <a:chExt cx="1411288" cy="1403350"/>
          </a:xfrm>
        </p:grpSpPr>
        <p:sp>
          <p:nvSpPr>
            <p:cNvPr id="62" name="Oval 40"/>
            <p:cNvSpPr>
              <a:spLocks noChangeArrowheads="1"/>
            </p:cNvSpPr>
            <p:nvPr/>
          </p:nvSpPr>
          <p:spPr bwMode="auto">
            <a:xfrm>
              <a:off x="7000875" y="2087563"/>
              <a:ext cx="1411288" cy="140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3" name="Freeform 41"/>
            <p:cNvSpPr/>
            <p:nvPr/>
          </p:nvSpPr>
          <p:spPr bwMode="auto">
            <a:xfrm>
              <a:off x="7392988" y="2309813"/>
              <a:ext cx="1009650" cy="1162050"/>
            </a:xfrm>
            <a:custGeom>
              <a:avLst/>
              <a:gdLst>
                <a:gd name="T0" fmla="*/ 55 w 108"/>
                <a:gd name="T1" fmla="*/ 9 h 125"/>
                <a:gd name="T2" fmla="*/ 32 w 108"/>
                <a:gd name="T3" fmla="*/ 0 h 125"/>
                <a:gd name="T4" fmla="*/ 32 w 108"/>
                <a:gd name="T5" fmla="*/ 0 h 125"/>
                <a:gd name="T6" fmla="*/ 0 w 108"/>
                <a:gd name="T7" fmla="*/ 30 h 125"/>
                <a:gd name="T8" fmla="*/ 12 w 108"/>
                <a:gd name="T9" fmla="*/ 57 h 125"/>
                <a:gd name="T10" fmla="*/ 15 w 108"/>
                <a:gd name="T11" fmla="*/ 67 h 125"/>
                <a:gd name="T12" fmla="*/ 16 w 108"/>
                <a:gd name="T13" fmla="*/ 70 h 125"/>
                <a:gd name="T14" fmla="*/ 21 w 108"/>
                <a:gd name="T15" fmla="*/ 70 h 125"/>
                <a:gd name="T16" fmla="*/ 21 w 108"/>
                <a:gd name="T17" fmla="*/ 95 h 125"/>
                <a:gd name="T18" fmla="*/ 21 w 108"/>
                <a:gd name="T19" fmla="*/ 95 h 125"/>
                <a:gd name="T20" fmla="*/ 21 w 108"/>
                <a:gd name="T21" fmla="*/ 95 h 125"/>
                <a:gd name="T22" fmla="*/ 21 w 108"/>
                <a:gd name="T23" fmla="*/ 95 h 125"/>
                <a:gd name="T24" fmla="*/ 21 w 108"/>
                <a:gd name="T25" fmla="*/ 95 h 125"/>
                <a:gd name="T26" fmla="*/ 22 w 108"/>
                <a:gd name="T27" fmla="*/ 96 h 125"/>
                <a:gd name="T28" fmla="*/ 22 w 108"/>
                <a:gd name="T29" fmla="*/ 96 h 125"/>
                <a:gd name="T30" fmla="*/ 51 w 108"/>
                <a:gd name="T31" fmla="*/ 125 h 125"/>
                <a:gd name="T32" fmla="*/ 108 w 108"/>
                <a:gd name="T33" fmla="*/ 62 h 125"/>
                <a:gd name="T34" fmla="*/ 55 w 108"/>
                <a:gd name="T35" fmla="*/ 9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8" h="125">
                  <a:moveTo>
                    <a:pt x="55" y="9"/>
                  </a:moveTo>
                  <a:cubicBezTo>
                    <a:pt x="50" y="4"/>
                    <a:pt x="41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5" y="0"/>
                    <a:pt x="0" y="13"/>
                    <a:pt x="0" y="30"/>
                  </a:cubicBezTo>
                  <a:cubicBezTo>
                    <a:pt x="0" y="40"/>
                    <a:pt x="9" y="52"/>
                    <a:pt x="12" y="57"/>
                  </a:cubicBezTo>
                  <a:cubicBezTo>
                    <a:pt x="14" y="59"/>
                    <a:pt x="14" y="63"/>
                    <a:pt x="15" y="67"/>
                  </a:cubicBezTo>
                  <a:cubicBezTo>
                    <a:pt x="16" y="68"/>
                    <a:pt x="16" y="69"/>
                    <a:pt x="16" y="70"/>
                  </a:cubicBezTo>
                  <a:cubicBezTo>
                    <a:pt x="21" y="70"/>
                    <a:pt x="21" y="70"/>
                    <a:pt x="21" y="70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21" y="95"/>
                    <a:pt x="21" y="95"/>
                    <a:pt x="22" y="96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81" y="118"/>
                    <a:pt x="104" y="93"/>
                    <a:pt x="108" y="62"/>
                  </a:cubicBezTo>
                  <a:lnTo>
                    <a:pt x="55" y="9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4" name="Freeform 42"/>
            <p:cNvSpPr/>
            <p:nvPr/>
          </p:nvSpPr>
          <p:spPr bwMode="auto">
            <a:xfrm>
              <a:off x="7561263" y="2997201"/>
              <a:ext cx="271463" cy="223838"/>
            </a:xfrm>
            <a:custGeom>
              <a:avLst/>
              <a:gdLst>
                <a:gd name="T0" fmla="*/ 28 w 29"/>
                <a:gd name="T1" fmla="*/ 0 h 24"/>
                <a:gd name="T2" fmla="*/ 28 w 29"/>
                <a:gd name="T3" fmla="*/ 0 h 24"/>
                <a:gd name="T4" fmla="*/ 14 w 29"/>
                <a:gd name="T5" fmla="*/ 0 h 24"/>
                <a:gd name="T6" fmla="*/ 1 w 29"/>
                <a:gd name="T7" fmla="*/ 0 h 24"/>
                <a:gd name="T8" fmla="*/ 0 w 29"/>
                <a:gd name="T9" fmla="*/ 1 h 24"/>
                <a:gd name="T10" fmla="*/ 1 w 29"/>
                <a:gd name="T11" fmla="*/ 1 h 24"/>
                <a:gd name="T12" fmla="*/ 1 w 29"/>
                <a:gd name="T13" fmla="*/ 5 h 24"/>
                <a:gd name="T14" fmla="*/ 2 w 29"/>
                <a:gd name="T15" fmla="*/ 6 h 24"/>
                <a:gd name="T16" fmla="*/ 2 w 29"/>
                <a:gd name="T17" fmla="*/ 18 h 24"/>
                <a:gd name="T18" fmla="*/ 5 w 29"/>
                <a:gd name="T19" fmla="*/ 23 h 24"/>
                <a:gd name="T20" fmla="*/ 14 w 29"/>
                <a:gd name="T21" fmla="*/ 24 h 24"/>
                <a:gd name="T22" fmla="*/ 15 w 29"/>
                <a:gd name="T23" fmla="*/ 24 h 24"/>
                <a:gd name="T24" fmla="*/ 15 w 29"/>
                <a:gd name="T25" fmla="*/ 24 h 24"/>
                <a:gd name="T26" fmla="*/ 24 w 29"/>
                <a:gd name="T27" fmla="*/ 23 h 24"/>
                <a:gd name="T28" fmla="*/ 27 w 29"/>
                <a:gd name="T29" fmla="*/ 20 h 24"/>
                <a:gd name="T30" fmla="*/ 27 w 29"/>
                <a:gd name="T31" fmla="*/ 6 h 24"/>
                <a:gd name="T32" fmla="*/ 28 w 29"/>
                <a:gd name="T33" fmla="*/ 5 h 24"/>
                <a:gd name="T34" fmla="*/ 28 w 29"/>
                <a:gd name="T35" fmla="*/ 1 h 24"/>
                <a:gd name="T36" fmla="*/ 29 w 29"/>
                <a:gd name="T37" fmla="*/ 1 h 24"/>
                <a:gd name="T38" fmla="*/ 28 w 29"/>
                <a:gd name="T3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9" h="24"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4"/>
                    <a:pt x="1" y="5"/>
                  </a:cubicBezTo>
                  <a:cubicBezTo>
                    <a:pt x="1" y="5"/>
                    <a:pt x="2" y="6"/>
                    <a:pt x="2" y="6"/>
                  </a:cubicBezTo>
                  <a:cubicBezTo>
                    <a:pt x="2" y="8"/>
                    <a:pt x="2" y="17"/>
                    <a:pt x="2" y="18"/>
                  </a:cubicBezTo>
                  <a:cubicBezTo>
                    <a:pt x="2" y="20"/>
                    <a:pt x="4" y="22"/>
                    <a:pt x="5" y="23"/>
                  </a:cubicBezTo>
                  <a:cubicBezTo>
                    <a:pt x="7" y="24"/>
                    <a:pt x="10" y="24"/>
                    <a:pt x="14" y="24"/>
                  </a:cubicBezTo>
                  <a:cubicBezTo>
                    <a:pt x="14" y="24"/>
                    <a:pt x="15" y="24"/>
                    <a:pt x="15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9" y="24"/>
                    <a:pt x="22" y="24"/>
                    <a:pt x="24" y="23"/>
                  </a:cubicBezTo>
                  <a:cubicBezTo>
                    <a:pt x="26" y="22"/>
                    <a:pt x="27" y="22"/>
                    <a:pt x="27" y="20"/>
                  </a:cubicBezTo>
                  <a:cubicBezTo>
                    <a:pt x="27" y="19"/>
                    <a:pt x="27" y="8"/>
                    <a:pt x="27" y="6"/>
                  </a:cubicBezTo>
                  <a:cubicBezTo>
                    <a:pt x="28" y="6"/>
                    <a:pt x="28" y="5"/>
                    <a:pt x="28" y="5"/>
                  </a:cubicBezTo>
                  <a:cubicBezTo>
                    <a:pt x="28" y="4"/>
                    <a:pt x="28" y="1"/>
                    <a:pt x="28" y="1"/>
                  </a:cubicBezTo>
                  <a:cubicBezTo>
                    <a:pt x="28" y="1"/>
                    <a:pt x="29" y="1"/>
                    <a:pt x="29" y="1"/>
                  </a:cubicBezTo>
                  <a:cubicBezTo>
                    <a:pt x="29" y="0"/>
                    <a:pt x="29" y="0"/>
                    <a:pt x="28" y="0"/>
                  </a:cubicBez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7627938" y="3184526"/>
              <a:ext cx="1588" cy="1588"/>
            </a:xfrm>
            <a:prstGeom prst="rect">
              <a:avLst/>
            </a:prstGeom>
            <a:solidFill>
              <a:srgbClr val="413F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6" name="Freeform 44"/>
            <p:cNvSpPr/>
            <p:nvPr/>
          </p:nvSpPr>
          <p:spPr bwMode="auto">
            <a:xfrm>
              <a:off x="7635875" y="3211513"/>
              <a:ext cx="141288" cy="55563"/>
            </a:xfrm>
            <a:custGeom>
              <a:avLst/>
              <a:gdLst>
                <a:gd name="T0" fmla="*/ 7 w 15"/>
                <a:gd name="T1" fmla="*/ 1 h 6"/>
                <a:gd name="T2" fmla="*/ 7 w 15"/>
                <a:gd name="T3" fmla="*/ 1 h 6"/>
                <a:gd name="T4" fmla="*/ 6 w 15"/>
                <a:gd name="T5" fmla="*/ 1 h 6"/>
                <a:gd name="T6" fmla="*/ 6 w 15"/>
                <a:gd name="T7" fmla="*/ 1 h 6"/>
                <a:gd name="T8" fmla="*/ 5 w 15"/>
                <a:gd name="T9" fmla="*/ 1 h 6"/>
                <a:gd name="T10" fmla="*/ 0 w 15"/>
                <a:gd name="T11" fmla="*/ 0 h 6"/>
                <a:gd name="T12" fmla="*/ 0 w 15"/>
                <a:gd name="T13" fmla="*/ 1 h 6"/>
                <a:gd name="T14" fmla="*/ 2 w 15"/>
                <a:gd name="T15" fmla="*/ 5 h 6"/>
                <a:gd name="T16" fmla="*/ 2 w 15"/>
                <a:gd name="T17" fmla="*/ 5 h 6"/>
                <a:gd name="T18" fmla="*/ 2 w 15"/>
                <a:gd name="T19" fmla="*/ 5 h 6"/>
                <a:gd name="T20" fmla="*/ 2 w 15"/>
                <a:gd name="T21" fmla="*/ 5 h 6"/>
                <a:gd name="T22" fmla="*/ 2 w 15"/>
                <a:gd name="T23" fmla="*/ 5 h 6"/>
                <a:gd name="T24" fmla="*/ 2 w 15"/>
                <a:gd name="T25" fmla="*/ 5 h 6"/>
                <a:gd name="T26" fmla="*/ 2 w 15"/>
                <a:gd name="T27" fmla="*/ 5 h 6"/>
                <a:gd name="T28" fmla="*/ 2 w 15"/>
                <a:gd name="T29" fmla="*/ 5 h 6"/>
                <a:gd name="T30" fmla="*/ 2 w 15"/>
                <a:gd name="T31" fmla="*/ 5 h 6"/>
                <a:gd name="T32" fmla="*/ 2 w 15"/>
                <a:gd name="T33" fmla="*/ 5 h 6"/>
                <a:gd name="T34" fmla="*/ 2 w 15"/>
                <a:gd name="T35" fmla="*/ 5 h 6"/>
                <a:gd name="T36" fmla="*/ 2 w 15"/>
                <a:gd name="T37" fmla="*/ 5 h 6"/>
                <a:gd name="T38" fmla="*/ 3 w 15"/>
                <a:gd name="T39" fmla="*/ 5 h 6"/>
                <a:gd name="T40" fmla="*/ 3 w 15"/>
                <a:gd name="T41" fmla="*/ 5 h 6"/>
                <a:gd name="T42" fmla="*/ 3 w 15"/>
                <a:gd name="T43" fmla="*/ 6 h 6"/>
                <a:gd name="T44" fmla="*/ 7 w 15"/>
                <a:gd name="T45" fmla="*/ 6 h 6"/>
                <a:gd name="T46" fmla="*/ 7 w 15"/>
                <a:gd name="T47" fmla="*/ 6 h 6"/>
                <a:gd name="T48" fmla="*/ 8 w 15"/>
                <a:gd name="T49" fmla="*/ 6 h 6"/>
                <a:gd name="T50" fmla="*/ 12 w 15"/>
                <a:gd name="T51" fmla="*/ 5 h 6"/>
                <a:gd name="T52" fmla="*/ 12 w 15"/>
                <a:gd name="T53" fmla="*/ 5 h 6"/>
                <a:gd name="T54" fmla="*/ 12 w 15"/>
                <a:gd name="T55" fmla="*/ 5 h 6"/>
                <a:gd name="T56" fmla="*/ 12 w 15"/>
                <a:gd name="T57" fmla="*/ 5 h 6"/>
                <a:gd name="T58" fmla="*/ 12 w 15"/>
                <a:gd name="T59" fmla="*/ 5 h 6"/>
                <a:gd name="T60" fmla="*/ 12 w 15"/>
                <a:gd name="T61" fmla="*/ 5 h 6"/>
                <a:gd name="T62" fmla="*/ 12 w 15"/>
                <a:gd name="T63" fmla="*/ 5 h 6"/>
                <a:gd name="T64" fmla="*/ 12 w 15"/>
                <a:gd name="T65" fmla="*/ 5 h 6"/>
                <a:gd name="T66" fmla="*/ 12 w 15"/>
                <a:gd name="T67" fmla="*/ 5 h 6"/>
                <a:gd name="T68" fmla="*/ 12 w 15"/>
                <a:gd name="T69" fmla="*/ 5 h 6"/>
                <a:gd name="T70" fmla="*/ 12 w 15"/>
                <a:gd name="T71" fmla="*/ 5 h 6"/>
                <a:gd name="T72" fmla="*/ 12 w 15"/>
                <a:gd name="T73" fmla="*/ 5 h 6"/>
                <a:gd name="T74" fmla="*/ 12 w 15"/>
                <a:gd name="T75" fmla="*/ 5 h 6"/>
                <a:gd name="T76" fmla="*/ 12 w 15"/>
                <a:gd name="T77" fmla="*/ 5 h 6"/>
                <a:gd name="T78" fmla="*/ 13 w 15"/>
                <a:gd name="T79" fmla="*/ 4 h 6"/>
                <a:gd name="T80" fmla="*/ 14 w 15"/>
                <a:gd name="T81" fmla="*/ 2 h 6"/>
                <a:gd name="T82" fmla="*/ 15 w 15"/>
                <a:gd name="T83" fmla="*/ 1 h 6"/>
                <a:gd name="T84" fmla="*/ 15 w 15"/>
                <a:gd name="T85" fmla="*/ 1 h 6"/>
                <a:gd name="T86" fmla="*/ 15 w 15"/>
                <a:gd name="T87" fmla="*/ 0 h 6"/>
                <a:gd name="T88" fmla="*/ 15 w 15"/>
                <a:gd name="T89" fmla="*/ 0 h 6"/>
                <a:gd name="T90" fmla="*/ 7 w 15"/>
                <a:gd name="T9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" h="6">
                  <a:moveTo>
                    <a:pt x="7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3" y="1"/>
                    <a:pt x="1" y="1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6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8" y="6"/>
                  </a:cubicBezTo>
                  <a:cubicBezTo>
                    <a:pt x="9" y="6"/>
                    <a:pt x="12" y="6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3" y="3"/>
                    <a:pt x="14" y="3"/>
                    <a:pt x="14" y="2"/>
                  </a:cubicBezTo>
                  <a:cubicBezTo>
                    <a:pt x="14" y="2"/>
                    <a:pt x="15" y="2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3" y="1"/>
                    <a:pt x="10" y="1"/>
                    <a:pt x="7" y="1"/>
                  </a:cubicBez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7" name="Freeform 45"/>
            <p:cNvSpPr/>
            <p:nvPr/>
          </p:nvSpPr>
          <p:spPr bwMode="auto">
            <a:xfrm>
              <a:off x="7693025" y="2309813"/>
              <a:ext cx="298450" cy="687388"/>
            </a:xfrm>
            <a:custGeom>
              <a:avLst/>
              <a:gdLst>
                <a:gd name="T0" fmla="*/ 0 w 32"/>
                <a:gd name="T1" fmla="*/ 0 h 74"/>
                <a:gd name="T2" fmla="*/ 0 w 32"/>
                <a:gd name="T3" fmla="*/ 0 h 74"/>
                <a:gd name="T4" fmla="*/ 18 w 32"/>
                <a:gd name="T5" fmla="*/ 29 h 74"/>
                <a:gd name="T6" fmla="*/ 0 w 32"/>
                <a:gd name="T7" fmla="*/ 65 h 74"/>
                <a:gd name="T8" fmla="*/ 0 w 32"/>
                <a:gd name="T9" fmla="*/ 74 h 74"/>
                <a:gd name="T10" fmla="*/ 14 w 32"/>
                <a:gd name="T11" fmla="*/ 74 h 74"/>
                <a:gd name="T12" fmla="*/ 17 w 32"/>
                <a:gd name="T13" fmla="*/ 67 h 74"/>
                <a:gd name="T14" fmla="*/ 20 w 32"/>
                <a:gd name="T15" fmla="*/ 57 h 74"/>
                <a:gd name="T16" fmla="*/ 32 w 32"/>
                <a:gd name="T17" fmla="*/ 30 h 74"/>
                <a:gd name="T18" fmla="*/ 0 w 32"/>
                <a:gd name="T19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74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8" y="4"/>
                    <a:pt x="18" y="29"/>
                  </a:cubicBezTo>
                  <a:cubicBezTo>
                    <a:pt x="18" y="49"/>
                    <a:pt x="0" y="60"/>
                    <a:pt x="0" y="65"/>
                  </a:cubicBezTo>
                  <a:cubicBezTo>
                    <a:pt x="0" y="68"/>
                    <a:pt x="0" y="72"/>
                    <a:pt x="0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6" y="71"/>
                    <a:pt x="17" y="67"/>
                  </a:cubicBezTo>
                  <a:cubicBezTo>
                    <a:pt x="18" y="63"/>
                    <a:pt x="19" y="59"/>
                    <a:pt x="20" y="57"/>
                  </a:cubicBezTo>
                  <a:cubicBezTo>
                    <a:pt x="24" y="52"/>
                    <a:pt x="32" y="40"/>
                    <a:pt x="32" y="30"/>
                  </a:cubicBezTo>
                  <a:cubicBezTo>
                    <a:pt x="32" y="13"/>
                    <a:pt x="18" y="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8" name="Freeform 46"/>
            <p:cNvSpPr/>
            <p:nvPr/>
          </p:nvSpPr>
          <p:spPr bwMode="auto">
            <a:xfrm>
              <a:off x="7392988" y="2309813"/>
              <a:ext cx="468313" cy="687388"/>
            </a:xfrm>
            <a:custGeom>
              <a:avLst/>
              <a:gdLst>
                <a:gd name="T0" fmla="*/ 50 w 50"/>
                <a:gd name="T1" fmla="*/ 29 h 74"/>
                <a:gd name="T2" fmla="*/ 32 w 50"/>
                <a:gd name="T3" fmla="*/ 0 h 74"/>
                <a:gd name="T4" fmla="*/ 0 w 50"/>
                <a:gd name="T5" fmla="*/ 30 h 74"/>
                <a:gd name="T6" fmla="*/ 12 w 50"/>
                <a:gd name="T7" fmla="*/ 57 h 74"/>
                <a:gd name="T8" fmla="*/ 15 w 50"/>
                <a:gd name="T9" fmla="*/ 67 h 74"/>
                <a:gd name="T10" fmla="*/ 18 w 50"/>
                <a:gd name="T11" fmla="*/ 74 h 74"/>
                <a:gd name="T12" fmla="*/ 32 w 50"/>
                <a:gd name="T13" fmla="*/ 74 h 74"/>
                <a:gd name="T14" fmla="*/ 32 w 50"/>
                <a:gd name="T15" fmla="*/ 65 h 74"/>
                <a:gd name="T16" fmla="*/ 50 w 50"/>
                <a:gd name="T17" fmla="*/ 29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74">
                  <a:moveTo>
                    <a:pt x="50" y="29"/>
                  </a:moveTo>
                  <a:cubicBezTo>
                    <a:pt x="50" y="4"/>
                    <a:pt x="32" y="0"/>
                    <a:pt x="32" y="0"/>
                  </a:cubicBezTo>
                  <a:cubicBezTo>
                    <a:pt x="15" y="0"/>
                    <a:pt x="0" y="13"/>
                    <a:pt x="0" y="30"/>
                  </a:cubicBezTo>
                  <a:cubicBezTo>
                    <a:pt x="0" y="40"/>
                    <a:pt x="9" y="52"/>
                    <a:pt x="12" y="57"/>
                  </a:cubicBezTo>
                  <a:cubicBezTo>
                    <a:pt x="14" y="59"/>
                    <a:pt x="14" y="63"/>
                    <a:pt x="15" y="67"/>
                  </a:cubicBezTo>
                  <a:cubicBezTo>
                    <a:pt x="16" y="71"/>
                    <a:pt x="18" y="74"/>
                    <a:pt x="18" y="74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2" y="70"/>
                    <a:pt x="32" y="68"/>
                    <a:pt x="32" y="65"/>
                  </a:cubicBezTo>
                  <a:cubicBezTo>
                    <a:pt x="32" y="60"/>
                    <a:pt x="50" y="49"/>
                    <a:pt x="50" y="2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9" name="Freeform 47"/>
            <p:cNvSpPr/>
            <p:nvPr/>
          </p:nvSpPr>
          <p:spPr bwMode="auto">
            <a:xfrm>
              <a:off x="7412038" y="2365376"/>
              <a:ext cx="233363" cy="373063"/>
            </a:xfrm>
            <a:custGeom>
              <a:avLst/>
              <a:gdLst>
                <a:gd name="T0" fmla="*/ 10 w 25"/>
                <a:gd name="T1" fmla="*/ 40 h 40"/>
                <a:gd name="T2" fmla="*/ 7 w 25"/>
                <a:gd name="T3" fmla="*/ 39 h 40"/>
                <a:gd name="T4" fmla="*/ 5 w 25"/>
                <a:gd name="T5" fmla="*/ 15 h 40"/>
                <a:gd name="T6" fmla="*/ 21 w 25"/>
                <a:gd name="T7" fmla="*/ 0 h 40"/>
                <a:gd name="T8" fmla="*/ 24 w 25"/>
                <a:gd name="T9" fmla="*/ 2 h 40"/>
                <a:gd name="T10" fmla="*/ 22 w 25"/>
                <a:gd name="T11" fmla="*/ 5 h 40"/>
                <a:gd name="T12" fmla="*/ 10 w 25"/>
                <a:gd name="T13" fmla="*/ 17 h 40"/>
                <a:gd name="T14" fmla="*/ 12 w 25"/>
                <a:gd name="T15" fmla="*/ 36 h 40"/>
                <a:gd name="T16" fmla="*/ 11 w 25"/>
                <a:gd name="T17" fmla="*/ 39 h 40"/>
                <a:gd name="T18" fmla="*/ 10 w 25"/>
                <a:gd name="T1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40">
                  <a:moveTo>
                    <a:pt x="10" y="40"/>
                  </a:moveTo>
                  <a:cubicBezTo>
                    <a:pt x="9" y="40"/>
                    <a:pt x="8" y="39"/>
                    <a:pt x="7" y="39"/>
                  </a:cubicBezTo>
                  <a:cubicBezTo>
                    <a:pt x="7" y="38"/>
                    <a:pt x="0" y="27"/>
                    <a:pt x="5" y="15"/>
                  </a:cubicBezTo>
                  <a:cubicBezTo>
                    <a:pt x="10" y="3"/>
                    <a:pt x="21" y="0"/>
                    <a:pt x="21" y="0"/>
                  </a:cubicBezTo>
                  <a:cubicBezTo>
                    <a:pt x="22" y="0"/>
                    <a:pt x="24" y="1"/>
                    <a:pt x="24" y="2"/>
                  </a:cubicBezTo>
                  <a:cubicBezTo>
                    <a:pt x="25" y="3"/>
                    <a:pt x="24" y="5"/>
                    <a:pt x="22" y="5"/>
                  </a:cubicBezTo>
                  <a:cubicBezTo>
                    <a:pt x="22" y="5"/>
                    <a:pt x="13" y="8"/>
                    <a:pt x="10" y="17"/>
                  </a:cubicBezTo>
                  <a:cubicBezTo>
                    <a:pt x="6" y="27"/>
                    <a:pt x="12" y="36"/>
                    <a:pt x="12" y="36"/>
                  </a:cubicBezTo>
                  <a:cubicBezTo>
                    <a:pt x="13" y="37"/>
                    <a:pt x="12" y="39"/>
                    <a:pt x="11" y="39"/>
                  </a:cubicBezTo>
                  <a:cubicBezTo>
                    <a:pt x="11" y="40"/>
                    <a:pt x="10" y="40"/>
                    <a:pt x="10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44" name="Rectangle 43"/>
          <p:cNvSpPr/>
          <p:nvPr/>
        </p:nvSpPr>
        <p:spPr>
          <a:xfrm>
            <a:off x="2453275" y="2462637"/>
            <a:ext cx="30289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</a:t>
            </a: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and personal presentation, eaque ipsa quae ab illo inventore veritatis et quasi architecto beatae.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2478674" y="2176416"/>
            <a:ext cx="28511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aleway" panose="020B0003030101060003" pitchFamily="2" charset="0"/>
                <a:cs typeface="+mn-cs"/>
              </a:rPr>
              <a:t>Up to Date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aleway" panose="020B0003030101060003" pitchFamily="2" charset="0"/>
              <a:cs typeface="+mn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8255318" y="2462637"/>
            <a:ext cx="30289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</a:t>
            </a: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and personal presentation, eaque ipsa quae ab illo inventore veritatis et quasi architecto beatae.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280717" y="2176416"/>
            <a:ext cx="28511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aleway" panose="020B0003030101060003" pitchFamily="2" charset="0"/>
                <a:cs typeface="+mn-cs"/>
              </a:rPr>
              <a:t>Innovation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aleway" panose="020B0003030101060003" pitchFamily="2" charset="0"/>
              <a:cs typeface="+mn-cs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903287" y="4129561"/>
            <a:ext cx="1260000" cy="1260000"/>
            <a:chOff x="3686175" y="2084388"/>
            <a:chExt cx="1387475" cy="1376363"/>
          </a:xfrm>
        </p:grpSpPr>
        <p:sp>
          <p:nvSpPr>
            <p:cNvPr id="33" name="Oval 27"/>
            <p:cNvSpPr>
              <a:spLocks noChangeArrowheads="1"/>
            </p:cNvSpPr>
            <p:nvPr/>
          </p:nvSpPr>
          <p:spPr bwMode="auto">
            <a:xfrm>
              <a:off x="3686175" y="2084388"/>
              <a:ext cx="1387475" cy="137636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4" name="Freeform 28"/>
            <p:cNvSpPr/>
            <p:nvPr/>
          </p:nvSpPr>
          <p:spPr bwMode="auto">
            <a:xfrm>
              <a:off x="3943350" y="2305051"/>
              <a:ext cx="1130300" cy="1155700"/>
            </a:xfrm>
            <a:custGeom>
              <a:avLst/>
              <a:gdLst>
                <a:gd name="T0" fmla="*/ 86 w 123"/>
                <a:gd name="T1" fmla="*/ 13 h 126"/>
                <a:gd name="T2" fmla="*/ 86 w 123"/>
                <a:gd name="T3" fmla="*/ 13 h 126"/>
                <a:gd name="T4" fmla="*/ 85 w 123"/>
                <a:gd name="T5" fmla="*/ 12 h 126"/>
                <a:gd name="T6" fmla="*/ 40 w 123"/>
                <a:gd name="T7" fmla="*/ 12 h 126"/>
                <a:gd name="T8" fmla="*/ 36 w 123"/>
                <a:gd name="T9" fmla="*/ 55 h 126"/>
                <a:gd name="T10" fmla="*/ 30 w 123"/>
                <a:gd name="T11" fmla="*/ 61 h 126"/>
                <a:gd name="T12" fmla="*/ 30 w 123"/>
                <a:gd name="T13" fmla="*/ 60 h 126"/>
                <a:gd name="T14" fmla="*/ 26 w 123"/>
                <a:gd name="T15" fmla="*/ 60 h 126"/>
                <a:gd name="T16" fmla="*/ 1 w 123"/>
                <a:gd name="T17" fmla="*/ 85 h 126"/>
                <a:gd name="T18" fmla="*/ 1 w 123"/>
                <a:gd name="T19" fmla="*/ 89 h 126"/>
                <a:gd name="T20" fmla="*/ 38 w 123"/>
                <a:gd name="T21" fmla="*/ 126 h 126"/>
                <a:gd name="T22" fmla="*/ 48 w 123"/>
                <a:gd name="T23" fmla="*/ 126 h 126"/>
                <a:gd name="T24" fmla="*/ 123 w 123"/>
                <a:gd name="T25" fmla="*/ 51 h 126"/>
                <a:gd name="T26" fmla="*/ 123 w 123"/>
                <a:gd name="T27" fmla="*/ 50 h 126"/>
                <a:gd name="T28" fmla="*/ 86 w 123"/>
                <a:gd name="T29" fmla="*/ 13 h 126"/>
                <a:gd name="T30" fmla="*/ 86 w 123"/>
                <a:gd name="T31" fmla="*/ 1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3" h="126">
                  <a:moveTo>
                    <a:pt x="86" y="13"/>
                  </a:moveTo>
                  <a:cubicBezTo>
                    <a:pt x="86" y="13"/>
                    <a:pt x="86" y="13"/>
                    <a:pt x="86" y="13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73" y="0"/>
                    <a:pt x="52" y="0"/>
                    <a:pt x="40" y="12"/>
                  </a:cubicBezTo>
                  <a:cubicBezTo>
                    <a:pt x="28" y="24"/>
                    <a:pt x="27" y="42"/>
                    <a:pt x="36" y="55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28" y="59"/>
                    <a:pt x="27" y="59"/>
                    <a:pt x="26" y="60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0" y="86"/>
                    <a:pt x="0" y="88"/>
                    <a:pt x="1" y="89"/>
                  </a:cubicBezTo>
                  <a:cubicBezTo>
                    <a:pt x="38" y="126"/>
                    <a:pt x="38" y="126"/>
                    <a:pt x="38" y="126"/>
                  </a:cubicBezTo>
                  <a:cubicBezTo>
                    <a:pt x="41" y="126"/>
                    <a:pt x="44" y="126"/>
                    <a:pt x="48" y="126"/>
                  </a:cubicBezTo>
                  <a:cubicBezTo>
                    <a:pt x="89" y="126"/>
                    <a:pt x="123" y="93"/>
                    <a:pt x="123" y="51"/>
                  </a:cubicBezTo>
                  <a:cubicBezTo>
                    <a:pt x="123" y="51"/>
                    <a:pt x="123" y="50"/>
                    <a:pt x="123" y="50"/>
                  </a:cubicBezTo>
                  <a:cubicBezTo>
                    <a:pt x="104" y="31"/>
                    <a:pt x="86" y="13"/>
                    <a:pt x="86" y="13"/>
                  </a:cubicBezTo>
                  <a:cubicBezTo>
                    <a:pt x="86" y="13"/>
                    <a:pt x="86" y="13"/>
                    <a:pt x="86" y="13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5" name="Freeform 29"/>
            <p:cNvSpPr/>
            <p:nvPr/>
          </p:nvSpPr>
          <p:spPr bwMode="auto">
            <a:xfrm>
              <a:off x="4217988" y="2809876"/>
              <a:ext cx="92075" cy="82550"/>
            </a:xfrm>
            <a:custGeom>
              <a:avLst/>
              <a:gdLst>
                <a:gd name="T0" fmla="*/ 10 w 10"/>
                <a:gd name="T1" fmla="*/ 3 h 9"/>
                <a:gd name="T2" fmla="*/ 10 w 10"/>
                <a:gd name="T3" fmla="*/ 3 h 9"/>
                <a:gd name="T4" fmla="*/ 4 w 10"/>
                <a:gd name="T5" fmla="*/ 9 h 9"/>
                <a:gd name="T6" fmla="*/ 0 w 10"/>
                <a:gd name="T7" fmla="*/ 6 h 9"/>
                <a:gd name="T8" fmla="*/ 6 w 10"/>
                <a:gd name="T9" fmla="*/ 0 h 9"/>
                <a:gd name="T10" fmla="*/ 10 w 10"/>
                <a:gd name="T11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9">
                  <a:moveTo>
                    <a:pt x="10" y="3"/>
                  </a:moveTo>
                  <a:cubicBezTo>
                    <a:pt x="10" y="3"/>
                    <a:pt x="10" y="3"/>
                    <a:pt x="10" y="3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1"/>
                    <a:pt x="8" y="2"/>
                    <a:pt x="10" y="3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6" name="Freeform 30"/>
            <p:cNvSpPr/>
            <p:nvPr/>
          </p:nvSpPr>
          <p:spPr bwMode="auto">
            <a:xfrm>
              <a:off x="3943350" y="2846388"/>
              <a:ext cx="312738" cy="312738"/>
            </a:xfrm>
            <a:custGeom>
              <a:avLst/>
              <a:gdLst>
                <a:gd name="T0" fmla="*/ 30 w 34"/>
                <a:gd name="T1" fmla="*/ 1 h 34"/>
                <a:gd name="T2" fmla="*/ 30 w 34"/>
                <a:gd name="T3" fmla="*/ 2 h 34"/>
                <a:gd name="T4" fmla="*/ 34 w 34"/>
                <a:gd name="T5" fmla="*/ 5 h 34"/>
                <a:gd name="T6" fmla="*/ 5 w 34"/>
                <a:gd name="T7" fmla="*/ 34 h 34"/>
                <a:gd name="T8" fmla="*/ 1 w 34"/>
                <a:gd name="T9" fmla="*/ 30 h 34"/>
                <a:gd name="T10" fmla="*/ 1 w 34"/>
                <a:gd name="T11" fmla="*/ 26 h 34"/>
                <a:gd name="T12" fmla="*/ 26 w 34"/>
                <a:gd name="T13" fmla="*/ 1 h 34"/>
                <a:gd name="T14" fmla="*/ 30 w 34"/>
                <a:gd name="T1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4">
                  <a:moveTo>
                    <a:pt x="30" y="1"/>
                  </a:moveTo>
                  <a:cubicBezTo>
                    <a:pt x="30" y="2"/>
                    <a:pt x="30" y="2"/>
                    <a:pt x="30" y="2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29"/>
                    <a:pt x="0" y="27"/>
                    <a:pt x="1" y="26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28" y="0"/>
                    <a:pt x="30" y="1"/>
                  </a:cubicBezTo>
                  <a:close/>
                </a:path>
              </a:pathLst>
            </a:custGeom>
            <a:solidFill>
              <a:srgbClr val="5E57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31"/>
            <p:cNvSpPr/>
            <p:nvPr/>
          </p:nvSpPr>
          <p:spPr bwMode="auto">
            <a:xfrm>
              <a:off x="4256088" y="2836863"/>
              <a:ext cx="82550" cy="92075"/>
            </a:xfrm>
            <a:custGeom>
              <a:avLst/>
              <a:gdLst>
                <a:gd name="T0" fmla="*/ 6 w 9"/>
                <a:gd name="T1" fmla="*/ 1 h 10"/>
                <a:gd name="T2" fmla="*/ 6 w 9"/>
                <a:gd name="T3" fmla="*/ 1 h 10"/>
                <a:gd name="T4" fmla="*/ 9 w 9"/>
                <a:gd name="T5" fmla="*/ 3 h 10"/>
                <a:gd name="T6" fmla="*/ 3 w 9"/>
                <a:gd name="T7" fmla="*/ 10 h 10"/>
                <a:gd name="T8" fmla="*/ 0 w 9"/>
                <a:gd name="T9" fmla="*/ 6 h 10"/>
                <a:gd name="T10" fmla="*/ 6 w 9"/>
                <a:gd name="T11" fmla="*/ 0 h 10"/>
                <a:gd name="T12" fmla="*/ 6 w 9"/>
                <a:gd name="T13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0">
                  <a:moveTo>
                    <a:pt x="6" y="1"/>
                  </a:moveTo>
                  <a:cubicBezTo>
                    <a:pt x="6" y="1"/>
                    <a:pt x="6" y="1"/>
                    <a:pt x="6" y="1"/>
                  </a:cubicBezTo>
                  <a:cubicBezTo>
                    <a:pt x="7" y="2"/>
                    <a:pt x="8" y="3"/>
                    <a:pt x="9" y="3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8" name="Freeform 32"/>
            <p:cNvSpPr/>
            <p:nvPr/>
          </p:nvSpPr>
          <p:spPr bwMode="auto">
            <a:xfrm>
              <a:off x="3989388" y="2892426"/>
              <a:ext cx="312738" cy="312738"/>
            </a:xfrm>
            <a:custGeom>
              <a:avLst/>
              <a:gdLst>
                <a:gd name="T0" fmla="*/ 32 w 34"/>
                <a:gd name="T1" fmla="*/ 4 h 34"/>
                <a:gd name="T2" fmla="*/ 33 w 34"/>
                <a:gd name="T3" fmla="*/ 4 h 34"/>
                <a:gd name="T4" fmla="*/ 33 w 34"/>
                <a:gd name="T5" fmla="*/ 8 h 34"/>
                <a:gd name="T6" fmla="*/ 8 w 34"/>
                <a:gd name="T7" fmla="*/ 33 h 34"/>
                <a:gd name="T8" fmla="*/ 4 w 34"/>
                <a:gd name="T9" fmla="*/ 33 h 34"/>
                <a:gd name="T10" fmla="*/ 0 w 34"/>
                <a:gd name="T11" fmla="*/ 29 h 34"/>
                <a:gd name="T12" fmla="*/ 29 w 34"/>
                <a:gd name="T13" fmla="*/ 0 h 34"/>
                <a:gd name="T14" fmla="*/ 32 w 34"/>
                <a:gd name="T15" fmla="*/ 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4">
                  <a:moveTo>
                    <a:pt x="32" y="4"/>
                  </a:moveTo>
                  <a:cubicBezTo>
                    <a:pt x="33" y="4"/>
                    <a:pt x="33" y="4"/>
                    <a:pt x="33" y="4"/>
                  </a:cubicBezTo>
                  <a:cubicBezTo>
                    <a:pt x="34" y="5"/>
                    <a:pt x="34" y="7"/>
                    <a:pt x="33" y="8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7" y="34"/>
                    <a:pt x="5" y="34"/>
                    <a:pt x="4" y="3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32" y="4"/>
                  </a:lnTo>
                  <a:close/>
                </a:path>
              </a:pathLst>
            </a:custGeom>
            <a:solidFill>
              <a:srgbClr val="3531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9" name="Freeform 33"/>
            <p:cNvSpPr/>
            <p:nvPr/>
          </p:nvSpPr>
          <p:spPr bwMode="auto">
            <a:xfrm>
              <a:off x="4310063" y="2424113"/>
              <a:ext cx="533400" cy="531813"/>
            </a:xfrm>
            <a:custGeom>
              <a:avLst/>
              <a:gdLst>
                <a:gd name="T0" fmla="*/ 6 w 58"/>
                <a:gd name="T1" fmla="*/ 40 h 58"/>
                <a:gd name="T2" fmla="*/ 39 w 58"/>
                <a:gd name="T3" fmla="*/ 39 h 58"/>
                <a:gd name="T4" fmla="*/ 40 w 58"/>
                <a:gd name="T5" fmla="*/ 6 h 58"/>
                <a:gd name="T6" fmla="*/ 46 w 58"/>
                <a:gd name="T7" fmla="*/ 0 h 58"/>
                <a:gd name="T8" fmla="*/ 45 w 58"/>
                <a:gd name="T9" fmla="*/ 45 h 58"/>
                <a:gd name="T10" fmla="*/ 0 w 58"/>
                <a:gd name="T11" fmla="*/ 46 h 58"/>
                <a:gd name="T12" fmla="*/ 6 w 58"/>
                <a:gd name="T13" fmla="*/ 4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58">
                  <a:moveTo>
                    <a:pt x="6" y="40"/>
                  </a:moveTo>
                  <a:cubicBezTo>
                    <a:pt x="15" y="49"/>
                    <a:pt x="30" y="48"/>
                    <a:pt x="39" y="39"/>
                  </a:cubicBezTo>
                  <a:cubicBezTo>
                    <a:pt x="49" y="30"/>
                    <a:pt x="49" y="15"/>
                    <a:pt x="40" y="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8" y="13"/>
                    <a:pt x="58" y="33"/>
                    <a:pt x="45" y="45"/>
                  </a:cubicBezTo>
                  <a:cubicBezTo>
                    <a:pt x="33" y="58"/>
                    <a:pt x="13" y="58"/>
                    <a:pt x="0" y="46"/>
                  </a:cubicBezTo>
                  <a:lnTo>
                    <a:pt x="6" y="4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0" name="Freeform 34"/>
            <p:cNvSpPr/>
            <p:nvPr/>
          </p:nvSpPr>
          <p:spPr bwMode="auto">
            <a:xfrm>
              <a:off x="4191000" y="2305051"/>
              <a:ext cx="542925" cy="541338"/>
            </a:xfrm>
            <a:custGeom>
              <a:avLst/>
              <a:gdLst>
                <a:gd name="T0" fmla="*/ 58 w 59"/>
                <a:gd name="T1" fmla="*/ 12 h 59"/>
                <a:gd name="T2" fmla="*/ 59 w 59"/>
                <a:gd name="T3" fmla="*/ 13 h 59"/>
                <a:gd name="T4" fmla="*/ 53 w 59"/>
                <a:gd name="T5" fmla="*/ 19 h 59"/>
                <a:gd name="T6" fmla="*/ 52 w 59"/>
                <a:gd name="T7" fmla="*/ 18 h 59"/>
                <a:gd name="T8" fmla="*/ 19 w 59"/>
                <a:gd name="T9" fmla="*/ 18 h 59"/>
                <a:gd name="T10" fmla="*/ 19 w 59"/>
                <a:gd name="T11" fmla="*/ 52 h 59"/>
                <a:gd name="T12" fmla="*/ 19 w 59"/>
                <a:gd name="T13" fmla="*/ 52 h 59"/>
                <a:gd name="T14" fmla="*/ 19 w 59"/>
                <a:gd name="T15" fmla="*/ 53 h 59"/>
                <a:gd name="T16" fmla="*/ 13 w 59"/>
                <a:gd name="T17" fmla="*/ 59 h 59"/>
                <a:gd name="T18" fmla="*/ 13 w 59"/>
                <a:gd name="T19" fmla="*/ 58 h 59"/>
                <a:gd name="T20" fmla="*/ 13 w 59"/>
                <a:gd name="T21" fmla="*/ 12 h 59"/>
                <a:gd name="T22" fmla="*/ 58 w 59"/>
                <a:gd name="T23" fmla="*/ 1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" h="59">
                  <a:moveTo>
                    <a:pt x="58" y="12"/>
                  </a:moveTo>
                  <a:cubicBezTo>
                    <a:pt x="59" y="13"/>
                    <a:pt x="59" y="13"/>
                    <a:pt x="59" y="13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43" y="9"/>
                    <a:pt x="28" y="9"/>
                    <a:pt x="19" y="18"/>
                  </a:cubicBezTo>
                  <a:cubicBezTo>
                    <a:pt x="9" y="28"/>
                    <a:pt x="9" y="43"/>
                    <a:pt x="19" y="52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0" y="46"/>
                    <a:pt x="0" y="25"/>
                    <a:pt x="13" y="12"/>
                  </a:cubicBezTo>
                  <a:cubicBezTo>
                    <a:pt x="25" y="0"/>
                    <a:pt x="46" y="0"/>
                    <a:pt x="58" y="1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1" name="Freeform 35"/>
            <p:cNvSpPr/>
            <p:nvPr/>
          </p:nvSpPr>
          <p:spPr bwMode="auto">
            <a:xfrm>
              <a:off x="4292600" y="2405063"/>
              <a:ext cx="376238" cy="376238"/>
            </a:xfrm>
            <a:custGeom>
              <a:avLst/>
              <a:gdLst>
                <a:gd name="T0" fmla="*/ 24 w 41"/>
                <a:gd name="T1" fmla="*/ 0 h 41"/>
                <a:gd name="T2" fmla="*/ 0 w 41"/>
                <a:gd name="T3" fmla="*/ 24 h 41"/>
                <a:gd name="T4" fmla="*/ 0 w 41"/>
                <a:gd name="T5" fmla="*/ 25 h 41"/>
                <a:gd name="T6" fmla="*/ 1 w 41"/>
                <a:gd name="T7" fmla="*/ 25 h 41"/>
                <a:gd name="T8" fmla="*/ 1 w 41"/>
                <a:gd name="T9" fmla="*/ 25 h 41"/>
                <a:gd name="T10" fmla="*/ 8 w 41"/>
                <a:gd name="T11" fmla="*/ 41 h 41"/>
                <a:gd name="T12" fmla="*/ 41 w 41"/>
                <a:gd name="T13" fmla="*/ 7 h 41"/>
                <a:gd name="T14" fmla="*/ 24 w 41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41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24"/>
                    <a:pt x="0" y="25"/>
                    <a:pt x="0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31"/>
                    <a:pt x="3" y="37"/>
                    <a:pt x="8" y="41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37" y="3"/>
                    <a:pt x="31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2" name="Freeform 36"/>
            <p:cNvSpPr/>
            <p:nvPr/>
          </p:nvSpPr>
          <p:spPr bwMode="auto">
            <a:xfrm>
              <a:off x="4365625" y="2470151"/>
              <a:ext cx="368300" cy="376238"/>
            </a:xfrm>
            <a:custGeom>
              <a:avLst/>
              <a:gdLst>
                <a:gd name="T0" fmla="*/ 16 w 40"/>
                <a:gd name="T1" fmla="*/ 41 h 41"/>
                <a:gd name="T2" fmla="*/ 40 w 40"/>
                <a:gd name="T3" fmla="*/ 18 h 41"/>
                <a:gd name="T4" fmla="*/ 40 w 40"/>
                <a:gd name="T5" fmla="*/ 18 h 41"/>
                <a:gd name="T6" fmla="*/ 40 w 40"/>
                <a:gd name="T7" fmla="*/ 17 h 41"/>
                <a:gd name="T8" fmla="*/ 33 w 40"/>
                <a:gd name="T9" fmla="*/ 0 h 41"/>
                <a:gd name="T10" fmla="*/ 0 w 40"/>
                <a:gd name="T11" fmla="*/ 34 h 41"/>
                <a:gd name="T12" fmla="*/ 16 w 40"/>
                <a:gd name="T13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41">
                  <a:moveTo>
                    <a:pt x="16" y="41"/>
                  </a:moveTo>
                  <a:cubicBezTo>
                    <a:pt x="29" y="41"/>
                    <a:pt x="40" y="31"/>
                    <a:pt x="40" y="18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11"/>
                    <a:pt x="38" y="5"/>
                    <a:pt x="33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4" y="39"/>
                    <a:pt x="10" y="41"/>
                    <a:pt x="16" y="41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6713538" y="4129561"/>
            <a:ext cx="1260000" cy="1260000"/>
            <a:chOff x="7524750" y="3824288"/>
            <a:chExt cx="1401763" cy="1403351"/>
          </a:xfrm>
        </p:grpSpPr>
        <p:sp>
          <p:nvSpPr>
            <p:cNvPr id="70" name="Oval 48"/>
            <p:cNvSpPr>
              <a:spLocks noChangeArrowheads="1"/>
            </p:cNvSpPr>
            <p:nvPr/>
          </p:nvSpPr>
          <p:spPr bwMode="auto">
            <a:xfrm>
              <a:off x="7524750" y="3824288"/>
              <a:ext cx="1401763" cy="14033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1" name="Freeform 49"/>
            <p:cNvSpPr/>
            <p:nvPr/>
          </p:nvSpPr>
          <p:spPr bwMode="auto">
            <a:xfrm>
              <a:off x="7627938" y="4168776"/>
              <a:ext cx="1298575" cy="1058863"/>
            </a:xfrm>
            <a:custGeom>
              <a:avLst/>
              <a:gdLst>
                <a:gd name="T0" fmla="*/ 98 w 139"/>
                <a:gd name="T1" fmla="*/ 0 h 114"/>
                <a:gd name="T2" fmla="*/ 67 w 139"/>
                <a:gd name="T3" fmla="*/ 0 h 114"/>
                <a:gd name="T4" fmla="*/ 40 w 139"/>
                <a:gd name="T5" fmla="*/ 17 h 114"/>
                <a:gd name="T6" fmla="*/ 30 w 139"/>
                <a:gd name="T7" fmla="*/ 17 h 114"/>
                <a:gd name="T8" fmla="*/ 0 w 139"/>
                <a:gd name="T9" fmla="*/ 47 h 114"/>
                <a:gd name="T10" fmla="*/ 9 w 139"/>
                <a:gd name="T11" fmla="*/ 70 h 114"/>
                <a:gd name="T12" fmla="*/ 10 w 139"/>
                <a:gd name="T13" fmla="*/ 71 h 114"/>
                <a:gd name="T14" fmla="*/ 11 w 139"/>
                <a:gd name="T15" fmla="*/ 71 h 114"/>
                <a:gd name="T16" fmla="*/ 12 w 139"/>
                <a:gd name="T17" fmla="*/ 72 h 114"/>
                <a:gd name="T18" fmla="*/ 13 w 139"/>
                <a:gd name="T19" fmla="*/ 73 h 114"/>
                <a:gd name="T20" fmla="*/ 14 w 139"/>
                <a:gd name="T21" fmla="*/ 74 h 114"/>
                <a:gd name="T22" fmla="*/ 15 w 139"/>
                <a:gd name="T23" fmla="*/ 75 h 114"/>
                <a:gd name="T24" fmla="*/ 16 w 139"/>
                <a:gd name="T25" fmla="*/ 76 h 114"/>
                <a:gd name="T26" fmla="*/ 16 w 139"/>
                <a:gd name="T27" fmla="*/ 77 h 114"/>
                <a:gd name="T28" fmla="*/ 17 w 139"/>
                <a:gd name="T29" fmla="*/ 78 h 114"/>
                <a:gd name="T30" fmla="*/ 18 w 139"/>
                <a:gd name="T31" fmla="*/ 78 h 114"/>
                <a:gd name="T32" fmla="*/ 19 w 139"/>
                <a:gd name="T33" fmla="*/ 79 h 114"/>
                <a:gd name="T34" fmla="*/ 20 w 139"/>
                <a:gd name="T35" fmla="*/ 80 h 114"/>
                <a:gd name="T36" fmla="*/ 21 w 139"/>
                <a:gd name="T37" fmla="*/ 81 h 114"/>
                <a:gd name="T38" fmla="*/ 22 w 139"/>
                <a:gd name="T39" fmla="*/ 82 h 114"/>
                <a:gd name="T40" fmla="*/ 23 w 139"/>
                <a:gd name="T41" fmla="*/ 83 h 114"/>
                <a:gd name="T42" fmla="*/ 23 w 139"/>
                <a:gd name="T43" fmla="*/ 84 h 114"/>
                <a:gd name="T44" fmla="*/ 24 w 139"/>
                <a:gd name="T45" fmla="*/ 85 h 114"/>
                <a:gd name="T46" fmla="*/ 25 w 139"/>
                <a:gd name="T47" fmla="*/ 85 h 114"/>
                <a:gd name="T48" fmla="*/ 24 w 139"/>
                <a:gd name="T49" fmla="*/ 90 h 114"/>
                <a:gd name="T50" fmla="*/ 46 w 139"/>
                <a:gd name="T51" fmla="*/ 111 h 114"/>
                <a:gd name="T52" fmla="*/ 64 w 139"/>
                <a:gd name="T53" fmla="*/ 114 h 114"/>
                <a:gd name="T54" fmla="*/ 139 w 139"/>
                <a:gd name="T55" fmla="*/ 38 h 114"/>
                <a:gd name="T56" fmla="*/ 139 w 139"/>
                <a:gd name="T57" fmla="*/ 29 h 114"/>
                <a:gd name="T58" fmla="*/ 120 w 139"/>
                <a:gd name="T59" fmla="*/ 10 h 114"/>
                <a:gd name="T60" fmla="*/ 98 w 139"/>
                <a:gd name="T61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39" h="114">
                  <a:moveTo>
                    <a:pt x="98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56" y="0"/>
                    <a:pt x="45" y="7"/>
                    <a:pt x="40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13" y="17"/>
                    <a:pt x="0" y="31"/>
                    <a:pt x="0" y="47"/>
                  </a:cubicBezTo>
                  <a:cubicBezTo>
                    <a:pt x="0" y="56"/>
                    <a:pt x="3" y="64"/>
                    <a:pt x="9" y="70"/>
                  </a:cubicBezTo>
                  <a:cubicBezTo>
                    <a:pt x="10" y="70"/>
                    <a:pt x="10" y="70"/>
                    <a:pt x="10" y="71"/>
                  </a:cubicBezTo>
                  <a:cubicBezTo>
                    <a:pt x="11" y="71"/>
                    <a:pt x="11" y="71"/>
                    <a:pt x="11" y="71"/>
                  </a:cubicBezTo>
                  <a:cubicBezTo>
                    <a:pt x="11" y="72"/>
                    <a:pt x="12" y="72"/>
                    <a:pt x="12" y="72"/>
                  </a:cubicBezTo>
                  <a:cubicBezTo>
                    <a:pt x="12" y="73"/>
                    <a:pt x="13" y="73"/>
                    <a:pt x="13" y="73"/>
                  </a:cubicBezTo>
                  <a:cubicBezTo>
                    <a:pt x="13" y="73"/>
                    <a:pt x="13" y="74"/>
                    <a:pt x="14" y="74"/>
                  </a:cubicBezTo>
                  <a:cubicBezTo>
                    <a:pt x="14" y="74"/>
                    <a:pt x="14" y="75"/>
                    <a:pt x="15" y="75"/>
                  </a:cubicBezTo>
                  <a:cubicBezTo>
                    <a:pt x="15" y="75"/>
                    <a:pt x="15" y="76"/>
                    <a:pt x="16" y="76"/>
                  </a:cubicBezTo>
                  <a:cubicBezTo>
                    <a:pt x="16" y="76"/>
                    <a:pt x="16" y="76"/>
                    <a:pt x="16" y="77"/>
                  </a:cubicBezTo>
                  <a:cubicBezTo>
                    <a:pt x="17" y="77"/>
                    <a:pt x="17" y="77"/>
                    <a:pt x="17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9"/>
                    <a:pt x="19" y="79"/>
                    <a:pt x="19" y="79"/>
                  </a:cubicBezTo>
                  <a:cubicBezTo>
                    <a:pt x="19" y="80"/>
                    <a:pt x="20" y="80"/>
                    <a:pt x="20" y="80"/>
                  </a:cubicBezTo>
                  <a:cubicBezTo>
                    <a:pt x="20" y="81"/>
                    <a:pt x="21" y="81"/>
                    <a:pt x="21" y="81"/>
                  </a:cubicBezTo>
                  <a:cubicBezTo>
                    <a:pt x="21" y="81"/>
                    <a:pt x="21" y="82"/>
                    <a:pt x="22" y="82"/>
                  </a:cubicBezTo>
                  <a:cubicBezTo>
                    <a:pt x="22" y="82"/>
                    <a:pt x="22" y="83"/>
                    <a:pt x="23" y="83"/>
                  </a:cubicBezTo>
                  <a:cubicBezTo>
                    <a:pt x="23" y="83"/>
                    <a:pt x="23" y="83"/>
                    <a:pt x="23" y="84"/>
                  </a:cubicBezTo>
                  <a:cubicBezTo>
                    <a:pt x="24" y="84"/>
                    <a:pt x="24" y="84"/>
                    <a:pt x="24" y="85"/>
                  </a:cubicBezTo>
                  <a:cubicBezTo>
                    <a:pt x="25" y="85"/>
                    <a:pt x="25" y="85"/>
                    <a:pt x="25" y="85"/>
                  </a:cubicBezTo>
                  <a:cubicBezTo>
                    <a:pt x="24" y="90"/>
                    <a:pt x="24" y="90"/>
                    <a:pt x="24" y="90"/>
                  </a:cubicBezTo>
                  <a:cubicBezTo>
                    <a:pt x="46" y="111"/>
                    <a:pt x="46" y="111"/>
                    <a:pt x="46" y="111"/>
                  </a:cubicBezTo>
                  <a:cubicBezTo>
                    <a:pt x="52" y="113"/>
                    <a:pt x="58" y="114"/>
                    <a:pt x="64" y="114"/>
                  </a:cubicBezTo>
                  <a:cubicBezTo>
                    <a:pt x="106" y="114"/>
                    <a:pt x="139" y="80"/>
                    <a:pt x="139" y="38"/>
                  </a:cubicBezTo>
                  <a:cubicBezTo>
                    <a:pt x="139" y="35"/>
                    <a:pt x="139" y="32"/>
                    <a:pt x="139" y="29"/>
                  </a:cubicBezTo>
                  <a:cubicBezTo>
                    <a:pt x="120" y="10"/>
                    <a:pt x="120" y="10"/>
                    <a:pt x="120" y="10"/>
                  </a:cubicBezTo>
                  <a:cubicBezTo>
                    <a:pt x="114" y="4"/>
                    <a:pt x="106" y="0"/>
                    <a:pt x="98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2" name="Freeform 50"/>
            <p:cNvSpPr/>
            <p:nvPr/>
          </p:nvSpPr>
          <p:spPr bwMode="auto">
            <a:xfrm>
              <a:off x="7972425" y="4168776"/>
              <a:ext cx="850900" cy="677863"/>
            </a:xfrm>
            <a:custGeom>
              <a:avLst/>
              <a:gdLst>
                <a:gd name="T0" fmla="*/ 30 w 91"/>
                <a:gd name="T1" fmla="*/ 0 h 73"/>
                <a:gd name="T2" fmla="*/ 61 w 91"/>
                <a:gd name="T3" fmla="*/ 0 h 73"/>
                <a:gd name="T4" fmla="*/ 91 w 91"/>
                <a:gd name="T5" fmla="*/ 31 h 73"/>
                <a:gd name="T6" fmla="*/ 64 w 91"/>
                <a:gd name="T7" fmla="*/ 61 h 73"/>
                <a:gd name="T8" fmla="*/ 67 w 91"/>
                <a:gd name="T9" fmla="*/ 73 h 73"/>
                <a:gd name="T10" fmla="*/ 52 w 91"/>
                <a:gd name="T11" fmla="*/ 61 h 73"/>
                <a:gd name="T12" fmla="*/ 30 w 91"/>
                <a:gd name="T13" fmla="*/ 61 h 73"/>
                <a:gd name="T14" fmla="*/ 0 w 91"/>
                <a:gd name="T15" fmla="*/ 31 h 73"/>
                <a:gd name="T16" fmla="*/ 30 w 91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73">
                  <a:moveTo>
                    <a:pt x="30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78" y="0"/>
                    <a:pt x="91" y="14"/>
                    <a:pt x="91" y="31"/>
                  </a:cubicBezTo>
                  <a:cubicBezTo>
                    <a:pt x="91" y="46"/>
                    <a:pt x="79" y="59"/>
                    <a:pt x="64" y="61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14" y="61"/>
                    <a:pt x="0" y="47"/>
                    <a:pt x="0" y="31"/>
                  </a:cubicBezTo>
                  <a:cubicBezTo>
                    <a:pt x="0" y="14"/>
                    <a:pt x="14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3" name="Freeform 51"/>
            <p:cNvSpPr/>
            <p:nvPr/>
          </p:nvSpPr>
          <p:spPr bwMode="auto">
            <a:xfrm>
              <a:off x="7627938" y="4325938"/>
              <a:ext cx="849313" cy="679450"/>
            </a:xfrm>
            <a:custGeom>
              <a:avLst/>
              <a:gdLst>
                <a:gd name="T0" fmla="*/ 60 w 91"/>
                <a:gd name="T1" fmla="*/ 0 h 73"/>
                <a:gd name="T2" fmla="*/ 30 w 91"/>
                <a:gd name="T3" fmla="*/ 0 h 73"/>
                <a:gd name="T4" fmla="*/ 0 w 91"/>
                <a:gd name="T5" fmla="*/ 30 h 73"/>
                <a:gd name="T6" fmla="*/ 27 w 91"/>
                <a:gd name="T7" fmla="*/ 61 h 73"/>
                <a:gd name="T8" fmla="*/ 24 w 91"/>
                <a:gd name="T9" fmla="*/ 73 h 73"/>
                <a:gd name="T10" fmla="*/ 38 w 91"/>
                <a:gd name="T11" fmla="*/ 61 h 73"/>
                <a:gd name="T12" fmla="*/ 60 w 91"/>
                <a:gd name="T13" fmla="*/ 61 h 73"/>
                <a:gd name="T14" fmla="*/ 91 w 91"/>
                <a:gd name="T15" fmla="*/ 30 h 73"/>
                <a:gd name="T16" fmla="*/ 60 w 91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73">
                  <a:moveTo>
                    <a:pt x="60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4"/>
                    <a:pt x="0" y="30"/>
                  </a:cubicBezTo>
                  <a:cubicBezTo>
                    <a:pt x="0" y="46"/>
                    <a:pt x="11" y="59"/>
                    <a:pt x="27" y="61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60" y="61"/>
                    <a:pt x="60" y="61"/>
                    <a:pt x="60" y="61"/>
                  </a:cubicBezTo>
                  <a:cubicBezTo>
                    <a:pt x="77" y="61"/>
                    <a:pt x="91" y="47"/>
                    <a:pt x="91" y="30"/>
                  </a:cubicBezTo>
                  <a:cubicBezTo>
                    <a:pt x="91" y="14"/>
                    <a:pt x="77" y="0"/>
                    <a:pt x="60" y="0"/>
                  </a:cubicBezTo>
                  <a:close/>
                </a:path>
              </a:pathLst>
            </a:custGeom>
            <a:solidFill>
              <a:srgbClr val="F1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4" name="Freeform 52"/>
            <p:cNvSpPr>
              <a:spLocks noEditPoints="1"/>
            </p:cNvSpPr>
            <p:nvPr/>
          </p:nvSpPr>
          <p:spPr bwMode="auto">
            <a:xfrm>
              <a:off x="7748588" y="4549776"/>
              <a:ext cx="608013" cy="84138"/>
            </a:xfrm>
            <a:custGeom>
              <a:avLst/>
              <a:gdLst>
                <a:gd name="T0" fmla="*/ 9 w 65"/>
                <a:gd name="T1" fmla="*/ 4 h 9"/>
                <a:gd name="T2" fmla="*/ 4 w 65"/>
                <a:gd name="T3" fmla="*/ 9 h 9"/>
                <a:gd name="T4" fmla="*/ 0 w 65"/>
                <a:gd name="T5" fmla="*/ 4 h 9"/>
                <a:gd name="T6" fmla="*/ 4 w 65"/>
                <a:gd name="T7" fmla="*/ 0 h 9"/>
                <a:gd name="T8" fmla="*/ 9 w 65"/>
                <a:gd name="T9" fmla="*/ 4 h 9"/>
                <a:gd name="T10" fmla="*/ 23 w 65"/>
                <a:gd name="T11" fmla="*/ 0 h 9"/>
                <a:gd name="T12" fmla="*/ 18 w 65"/>
                <a:gd name="T13" fmla="*/ 4 h 9"/>
                <a:gd name="T14" fmla="*/ 23 w 65"/>
                <a:gd name="T15" fmla="*/ 9 h 9"/>
                <a:gd name="T16" fmla="*/ 27 w 65"/>
                <a:gd name="T17" fmla="*/ 4 h 9"/>
                <a:gd name="T18" fmla="*/ 23 w 65"/>
                <a:gd name="T19" fmla="*/ 0 h 9"/>
                <a:gd name="T20" fmla="*/ 41 w 65"/>
                <a:gd name="T21" fmla="*/ 0 h 9"/>
                <a:gd name="T22" fmla="*/ 37 w 65"/>
                <a:gd name="T23" fmla="*/ 4 h 9"/>
                <a:gd name="T24" fmla="*/ 41 w 65"/>
                <a:gd name="T25" fmla="*/ 9 h 9"/>
                <a:gd name="T26" fmla="*/ 46 w 65"/>
                <a:gd name="T27" fmla="*/ 4 h 9"/>
                <a:gd name="T28" fmla="*/ 41 w 65"/>
                <a:gd name="T29" fmla="*/ 0 h 9"/>
                <a:gd name="T30" fmla="*/ 60 w 65"/>
                <a:gd name="T31" fmla="*/ 0 h 9"/>
                <a:gd name="T32" fmla="*/ 55 w 65"/>
                <a:gd name="T33" fmla="*/ 4 h 9"/>
                <a:gd name="T34" fmla="*/ 60 w 65"/>
                <a:gd name="T35" fmla="*/ 9 h 9"/>
                <a:gd name="T36" fmla="*/ 65 w 65"/>
                <a:gd name="T37" fmla="*/ 4 h 9"/>
                <a:gd name="T38" fmla="*/ 60 w 65"/>
                <a:gd name="T3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9">
                  <a:moveTo>
                    <a:pt x="9" y="4"/>
                  </a:moveTo>
                  <a:cubicBezTo>
                    <a:pt x="9" y="7"/>
                    <a:pt x="7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7" y="0"/>
                    <a:pt x="9" y="2"/>
                    <a:pt x="9" y="4"/>
                  </a:cubicBezTo>
                  <a:close/>
                  <a:moveTo>
                    <a:pt x="23" y="0"/>
                  </a:moveTo>
                  <a:cubicBezTo>
                    <a:pt x="20" y="0"/>
                    <a:pt x="18" y="2"/>
                    <a:pt x="18" y="4"/>
                  </a:cubicBezTo>
                  <a:cubicBezTo>
                    <a:pt x="18" y="7"/>
                    <a:pt x="20" y="9"/>
                    <a:pt x="23" y="9"/>
                  </a:cubicBezTo>
                  <a:cubicBezTo>
                    <a:pt x="25" y="9"/>
                    <a:pt x="27" y="7"/>
                    <a:pt x="27" y="4"/>
                  </a:cubicBezTo>
                  <a:cubicBezTo>
                    <a:pt x="27" y="2"/>
                    <a:pt x="25" y="0"/>
                    <a:pt x="23" y="0"/>
                  </a:cubicBezTo>
                  <a:close/>
                  <a:moveTo>
                    <a:pt x="41" y="0"/>
                  </a:moveTo>
                  <a:cubicBezTo>
                    <a:pt x="39" y="0"/>
                    <a:pt x="37" y="2"/>
                    <a:pt x="37" y="4"/>
                  </a:cubicBezTo>
                  <a:cubicBezTo>
                    <a:pt x="37" y="7"/>
                    <a:pt x="39" y="9"/>
                    <a:pt x="41" y="9"/>
                  </a:cubicBezTo>
                  <a:cubicBezTo>
                    <a:pt x="44" y="9"/>
                    <a:pt x="46" y="7"/>
                    <a:pt x="46" y="4"/>
                  </a:cubicBezTo>
                  <a:cubicBezTo>
                    <a:pt x="46" y="2"/>
                    <a:pt x="44" y="0"/>
                    <a:pt x="41" y="0"/>
                  </a:cubicBezTo>
                  <a:close/>
                  <a:moveTo>
                    <a:pt x="60" y="0"/>
                  </a:moveTo>
                  <a:cubicBezTo>
                    <a:pt x="58" y="0"/>
                    <a:pt x="55" y="2"/>
                    <a:pt x="55" y="4"/>
                  </a:cubicBezTo>
                  <a:cubicBezTo>
                    <a:pt x="55" y="7"/>
                    <a:pt x="58" y="9"/>
                    <a:pt x="60" y="9"/>
                  </a:cubicBezTo>
                  <a:cubicBezTo>
                    <a:pt x="63" y="9"/>
                    <a:pt x="65" y="7"/>
                    <a:pt x="65" y="4"/>
                  </a:cubicBezTo>
                  <a:cubicBezTo>
                    <a:pt x="65" y="2"/>
                    <a:pt x="63" y="0"/>
                    <a:pt x="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86" name="Rectangle 85"/>
          <p:cNvSpPr/>
          <p:nvPr/>
        </p:nvSpPr>
        <p:spPr>
          <a:xfrm>
            <a:off x="2458038" y="4487173"/>
            <a:ext cx="30289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</a:t>
            </a: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business and personal presentation,</a:t>
            </a: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eaque ipsa quae ab illo inventore veritatis et quasi architecto beatae.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2483437" y="4200952"/>
            <a:ext cx="28511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aleway" panose="020B0003030101060003" pitchFamily="2" charset="0"/>
                <a:cs typeface="+mn-cs"/>
              </a:rPr>
              <a:t>Everywhere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aleway" panose="020B0003030101060003" pitchFamily="2" charset="0"/>
              <a:cs typeface="+mn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260081" y="4487173"/>
            <a:ext cx="30289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presentation, eaque ipsa quae ab illo inventore veritatis et </a:t>
            </a: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quasi architecto beatae.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8285480" y="4200952"/>
            <a:ext cx="28511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aleway" panose="020B0003030101060003" pitchFamily="2" charset="0"/>
                <a:cs typeface="+mn-cs"/>
              </a:rPr>
              <a:t>Caring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aleway" panose="020B0003030101060003" pitchFamily="2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80" grpId="0"/>
      <p:bldP spid="83" grpId="0"/>
      <p:bldP spid="84" grpId="0"/>
      <p:bldP spid="86" grpId="0"/>
      <p:bldP spid="87" grpId="0"/>
      <p:bldP spid="89" grpId="0"/>
      <p:bldP spid="9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Arrows Diagram</a:t>
            </a:r>
            <a:endParaRPr lang="id-ID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4 Step Process</a:t>
            </a:r>
            <a:endParaRPr lang="id-ID" dirty="0"/>
          </a:p>
        </p:txBody>
      </p:sp>
      <p:sp>
        <p:nvSpPr>
          <p:cNvPr id="7" name="Freeform 6"/>
          <p:cNvSpPr/>
          <p:nvPr/>
        </p:nvSpPr>
        <p:spPr>
          <a:xfrm rot="10800000" flipH="1">
            <a:off x="8040168" y="3021465"/>
            <a:ext cx="3098850" cy="1298620"/>
          </a:xfrm>
          <a:custGeom>
            <a:avLst/>
            <a:gdLst>
              <a:gd name="connsiteX0" fmla="*/ 2415768 w 2898572"/>
              <a:gd name="connsiteY0" fmla="*/ 0 h 999986"/>
              <a:gd name="connsiteX1" fmla="*/ 2898572 w 2898572"/>
              <a:gd name="connsiteY1" fmla="*/ 499994 h 999986"/>
              <a:gd name="connsiteX2" fmla="*/ 2415768 w 2898572"/>
              <a:gd name="connsiteY2" fmla="*/ 999986 h 999986"/>
              <a:gd name="connsiteX3" fmla="*/ 2415768 w 2898572"/>
              <a:gd name="connsiteY3" fmla="*/ 734943 h 999986"/>
              <a:gd name="connsiteX4" fmla="*/ 0 w 2898572"/>
              <a:gd name="connsiteY4" fmla="*/ 734943 h 999986"/>
              <a:gd name="connsiteX5" fmla="*/ 0 w 2898572"/>
              <a:gd name="connsiteY5" fmla="*/ 265043 h 999986"/>
              <a:gd name="connsiteX6" fmla="*/ 2415768 w 2898572"/>
              <a:gd name="connsiteY6" fmla="*/ 265043 h 99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98572" h="999986">
                <a:moveTo>
                  <a:pt x="2415768" y="0"/>
                </a:moveTo>
                <a:lnTo>
                  <a:pt x="2898572" y="499994"/>
                </a:lnTo>
                <a:lnTo>
                  <a:pt x="2415768" y="999986"/>
                </a:lnTo>
                <a:lnTo>
                  <a:pt x="2415768" y="734943"/>
                </a:lnTo>
                <a:lnTo>
                  <a:pt x="0" y="734943"/>
                </a:lnTo>
                <a:lnTo>
                  <a:pt x="0" y="265043"/>
                </a:lnTo>
                <a:lnTo>
                  <a:pt x="2415768" y="26504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Content Placeholder 2"/>
          <p:cNvSpPr txBox="1"/>
          <p:nvPr/>
        </p:nvSpPr>
        <p:spPr>
          <a:xfrm>
            <a:off x="1095133" y="4573909"/>
            <a:ext cx="2405995" cy="73866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Etiam non ex accumsan, molestie ipsum a, imperdiet dolor. Nullam. 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Content Placeholder 2"/>
          <p:cNvSpPr txBox="1"/>
          <p:nvPr/>
        </p:nvSpPr>
        <p:spPr>
          <a:xfrm>
            <a:off x="3501129" y="3681217"/>
            <a:ext cx="2258287" cy="95410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Nulla consequat faucibus nibh, id interdum justo. Sed congue sit amet lacus et egestas. Sed. 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Content Placeholder 2"/>
          <p:cNvSpPr txBox="1"/>
          <p:nvPr/>
        </p:nvSpPr>
        <p:spPr>
          <a:xfrm>
            <a:off x="5794786" y="3423279"/>
            <a:ext cx="2183802" cy="73866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Duis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tellus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mi,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congue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sed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tincidunt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quis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dapibus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nec. 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Content Placeholder 2"/>
          <p:cNvSpPr txBox="1"/>
          <p:nvPr/>
        </p:nvSpPr>
        <p:spPr>
          <a:xfrm>
            <a:off x="8049382" y="2531373"/>
            <a:ext cx="2555117" cy="73866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Nam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congue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pellentesque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nibh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.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Pellentesque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nulla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odio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pharetra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quis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erat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sit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amet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. 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Freeform 5"/>
          <p:cNvSpPr/>
          <p:nvPr/>
        </p:nvSpPr>
        <p:spPr>
          <a:xfrm rot="10800000" flipH="1">
            <a:off x="5781879" y="3701171"/>
            <a:ext cx="5357139" cy="1298620"/>
          </a:xfrm>
          <a:custGeom>
            <a:avLst/>
            <a:gdLst>
              <a:gd name="connsiteX0" fmla="*/ 4528104 w 5010908"/>
              <a:gd name="connsiteY0" fmla="*/ 0 h 999986"/>
              <a:gd name="connsiteX1" fmla="*/ 5010908 w 5010908"/>
              <a:gd name="connsiteY1" fmla="*/ 499994 h 999986"/>
              <a:gd name="connsiteX2" fmla="*/ 4528104 w 5010908"/>
              <a:gd name="connsiteY2" fmla="*/ 999986 h 999986"/>
              <a:gd name="connsiteX3" fmla="*/ 4528104 w 5010908"/>
              <a:gd name="connsiteY3" fmla="*/ 734943 h 999986"/>
              <a:gd name="connsiteX4" fmla="*/ 0 w 5010908"/>
              <a:gd name="connsiteY4" fmla="*/ 734943 h 999986"/>
              <a:gd name="connsiteX5" fmla="*/ 0 w 5010908"/>
              <a:gd name="connsiteY5" fmla="*/ 265043 h 999986"/>
              <a:gd name="connsiteX6" fmla="*/ 4528104 w 5010908"/>
              <a:gd name="connsiteY6" fmla="*/ 265043 h 99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10908" h="999986">
                <a:moveTo>
                  <a:pt x="4528104" y="0"/>
                </a:moveTo>
                <a:lnTo>
                  <a:pt x="5010908" y="499994"/>
                </a:lnTo>
                <a:lnTo>
                  <a:pt x="4528104" y="999986"/>
                </a:lnTo>
                <a:lnTo>
                  <a:pt x="4528104" y="734943"/>
                </a:lnTo>
                <a:lnTo>
                  <a:pt x="0" y="734943"/>
                </a:lnTo>
                <a:lnTo>
                  <a:pt x="0" y="265043"/>
                </a:lnTo>
                <a:lnTo>
                  <a:pt x="4528104" y="2650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Freeform 4"/>
          <p:cNvSpPr/>
          <p:nvPr/>
        </p:nvSpPr>
        <p:spPr>
          <a:xfrm rot="5400000" flipH="1">
            <a:off x="6663840" y="1218126"/>
            <a:ext cx="1298619" cy="7651739"/>
          </a:xfrm>
          <a:custGeom>
            <a:avLst/>
            <a:gdLst>
              <a:gd name="connsiteX0" fmla="*/ 0 w 999985"/>
              <a:gd name="connsiteY0" fmla="*/ 482805 h 7157209"/>
              <a:gd name="connsiteX1" fmla="*/ 499993 w 999985"/>
              <a:gd name="connsiteY1" fmla="*/ 0 h 7157209"/>
              <a:gd name="connsiteX2" fmla="*/ 999985 w 999985"/>
              <a:gd name="connsiteY2" fmla="*/ 482805 h 7157209"/>
              <a:gd name="connsiteX3" fmla="*/ 734943 w 999985"/>
              <a:gd name="connsiteY3" fmla="*/ 482805 h 7157209"/>
              <a:gd name="connsiteX4" fmla="*/ 734943 w 999985"/>
              <a:gd name="connsiteY4" fmla="*/ 7157209 h 7157209"/>
              <a:gd name="connsiteX5" fmla="*/ 265043 w 999985"/>
              <a:gd name="connsiteY5" fmla="*/ 7157209 h 7157209"/>
              <a:gd name="connsiteX6" fmla="*/ 265043 w 999985"/>
              <a:gd name="connsiteY6" fmla="*/ 482805 h 715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985" h="7157209">
                <a:moveTo>
                  <a:pt x="0" y="482805"/>
                </a:moveTo>
                <a:lnTo>
                  <a:pt x="499993" y="0"/>
                </a:lnTo>
                <a:lnTo>
                  <a:pt x="999985" y="482805"/>
                </a:lnTo>
                <a:lnTo>
                  <a:pt x="734943" y="482805"/>
                </a:lnTo>
                <a:lnTo>
                  <a:pt x="734943" y="7157209"/>
                </a:lnTo>
                <a:lnTo>
                  <a:pt x="265043" y="7157209"/>
                </a:lnTo>
                <a:lnTo>
                  <a:pt x="265043" y="48280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" name="Freeform 3"/>
          <p:cNvSpPr/>
          <p:nvPr/>
        </p:nvSpPr>
        <p:spPr>
          <a:xfrm rot="10800000" flipH="1">
            <a:off x="1056905" y="5069908"/>
            <a:ext cx="10082113" cy="1298620"/>
          </a:xfrm>
          <a:custGeom>
            <a:avLst/>
            <a:gdLst>
              <a:gd name="connsiteX0" fmla="*/ 8947704 w 9430508"/>
              <a:gd name="connsiteY0" fmla="*/ 0 h 999986"/>
              <a:gd name="connsiteX1" fmla="*/ 9430508 w 9430508"/>
              <a:gd name="connsiteY1" fmla="*/ 499994 h 999986"/>
              <a:gd name="connsiteX2" fmla="*/ 8947704 w 9430508"/>
              <a:gd name="connsiteY2" fmla="*/ 999986 h 999986"/>
              <a:gd name="connsiteX3" fmla="*/ 8947704 w 9430508"/>
              <a:gd name="connsiteY3" fmla="*/ 734943 h 999986"/>
              <a:gd name="connsiteX4" fmla="*/ 0 w 9430508"/>
              <a:gd name="connsiteY4" fmla="*/ 734943 h 999986"/>
              <a:gd name="connsiteX5" fmla="*/ 0 w 9430508"/>
              <a:gd name="connsiteY5" fmla="*/ 265043 h 999986"/>
              <a:gd name="connsiteX6" fmla="*/ 8947704 w 9430508"/>
              <a:gd name="connsiteY6" fmla="*/ 265043 h 999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0508" h="999986">
                <a:moveTo>
                  <a:pt x="8947704" y="0"/>
                </a:moveTo>
                <a:lnTo>
                  <a:pt x="9430508" y="499994"/>
                </a:lnTo>
                <a:lnTo>
                  <a:pt x="8947704" y="999986"/>
                </a:lnTo>
                <a:lnTo>
                  <a:pt x="8947704" y="734943"/>
                </a:lnTo>
                <a:lnTo>
                  <a:pt x="0" y="734943"/>
                </a:lnTo>
                <a:lnTo>
                  <a:pt x="0" y="265043"/>
                </a:lnTo>
                <a:lnTo>
                  <a:pt x="8947704" y="2650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5134" y="4288099"/>
            <a:ext cx="22369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01130" y="3392653"/>
            <a:ext cx="22369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94786" y="3147100"/>
            <a:ext cx="22369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49383" y="2258325"/>
            <a:ext cx="22369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14" grpId="0"/>
      <p:bldP spid="15" grpId="0"/>
      <p:bldP spid="16" grpId="0"/>
      <p:bldP spid="6" grpId="0" animBg="1"/>
      <p:bldP spid="5" grpId="0" animBg="1"/>
      <p:bldP spid="4" grpId="0" animBg="1"/>
      <p:bldP spid="17" grpId="0"/>
      <p:bldP spid="18" grpId="0"/>
      <p:bldP spid="19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Service List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Icon List</a:t>
            </a:r>
            <a:endParaRPr lang="id-ID" dirty="0"/>
          </a:p>
        </p:txBody>
      </p:sp>
      <p:sp>
        <p:nvSpPr>
          <p:cNvPr id="4" name="TextBox 3"/>
          <p:cNvSpPr txBox="1"/>
          <p:nvPr/>
        </p:nvSpPr>
        <p:spPr>
          <a:xfrm>
            <a:off x="1509488" y="2485687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Video Editing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09488" y="2824241"/>
            <a:ext cx="277041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presentation, eaque ipsa quae ab illo inventore veritatis et quasi architecto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39341" y="2485687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Developer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39341" y="2824241"/>
            <a:ext cx="277041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presentation, eaque ipsa quae ab illo inventore veritatis et quasi architecto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59669" y="2485687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Copywriting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59669" y="2824241"/>
            <a:ext cx="277041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presentation, eaque ipsa quae ab illo inventore veritatis et quasi architecto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9488" y="4443171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Photography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09488" y="4781725"/>
            <a:ext cx="277041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presentation, eaque ipsa quae ab illo inventore veritatis et quasi architecto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39341" y="4475444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E-Commerce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39341" y="4813998"/>
            <a:ext cx="277041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presentation, eaque ipsa quae ab illo inventore veritatis et quasi architecto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59669" y="4475444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Optimizer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559669" y="4813998"/>
            <a:ext cx="277041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presentation, eaque ipsa quae ab illo inventore veritatis et quasi architecto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668327" y="2506405"/>
            <a:ext cx="354153" cy="354153"/>
            <a:chOff x="6350" y="3175"/>
            <a:chExt cx="492125" cy="492125"/>
          </a:xfrm>
          <a:solidFill>
            <a:schemeClr val="accent2"/>
          </a:solidFill>
        </p:grpSpPr>
        <p:sp>
          <p:nvSpPr>
            <p:cNvPr id="17" name="Freeform 10"/>
            <p:cNvSpPr>
              <a:spLocks noEditPoints="1"/>
            </p:cNvSpPr>
            <p:nvPr/>
          </p:nvSpPr>
          <p:spPr bwMode="auto">
            <a:xfrm>
              <a:off x="6350" y="3175"/>
              <a:ext cx="492125" cy="492125"/>
            </a:xfrm>
            <a:custGeom>
              <a:avLst/>
              <a:gdLst>
                <a:gd name="T0" fmla="*/ 109 w 128"/>
                <a:gd name="T1" fmla="*/ 48 h 128"/>
                <a:gd name="T2" fmla="*/ 114 w 128"/>
                <a:gd name="T3" fmla="*/ 33 h 128"/>
                <a:gd name="T4" fmla="*/ 105 w 128"/>
                <a:gd name="T5" fmla="*/ 15 h 128"/>
                <a:gd name="T6" fmla="*/ 95 w 128"/>
                <a:gd name="T7" fmla="*/ 14 h 128"/>
                <a:gd name="T8" fmla="*/ 80 w 128"/>
                <a:gd name="T9" fmla="*/ 19 h 128"/>
                <a:gd name="T10" fmla="*/ 69 w 128"/>
                <a:gd name="T11" fmla="*/ 0 h 128"/>
                <a:gd name="T12" fmla="*/ 51 w 128"/>
                <a:gd name="T13" fmla="*/ 6 h 128"/>
                <a:gd name="T14" fmla="*/ 43 w 128"/>
                <a:gd name="T15" fmla="*/ 21 h 128"/>
                <a:gd name="T16" fmla="*/ 28 w 128"/>
                <a:gd name="T17" fmla="*/ 13 h 128"/>
                <a:gd name="T18" fmla="*/ 15 w 128"/>
                <a:gd name="T19" fmla="*/ 23 h 128"/>
                <a:gd name="T20" fmla="*/ 21 w 128"/>
                <a:gd name="T21" fmla="*/ 43 h 128"/>
                <a:gd name="T22" fmla="*/ 6 w 128"/>
                <a:gd name="T23" fmla="*/ 51 h 128"/>
                <a:gd name="T24" fmla="*/ 0 w 128"/>
                <a:gd name="T25" fmla="*/ 69 h 128"/>
                <a:gd name="T26" fmla="*/ 19 w 128"/>
                <a:gd name="T27" fmla="*/ 80 h 128"/>
                <a:gd name="T28" fmla="*/ 14 w 128"/>
                <a:gd name="T29" fmla="*/ 95 h 128"/>
                <a:gd name="T30" fmla="*/ 23 w 128"/>
                <a:gd name="T31" fmla="*/ 113 h 128"/>
                <a:gd name="T32" fmla="*/ 33 w 128"/>
                <a:gd name="T33" fmla="*/ 114 h 128"/>
                <a:gd name="T34" fmla="*/ 48 w 128"/>
                <a:gd name="T35" fmla="*/ 109 h 128"/>
                <a:gd name="T36" fmla="*/ 59 w 128"/>
                <a:gd name="T37" fmla="*/ 128 h 128"/>
                <a:gd name="T38" fmla="*/ 77 w 128"/>
                <a:gd name="T39" fmla="*/ 122 h 128"/>
                <a:gd name="T40" fmla="*/ 85 w 128"/>
                <a:gd name="T41" fmla="*/ 107 h 128"/>
                <a:gd name="T42" fmla="*/ 100 w 128"/>
                <a:gd name="T43" fmla="*/ 115 h 128"/>
                <a:gd name="T44" fmla="*/ 113 w 128"/>
                <a:gd name="T45" fmla="*/ 105 h 128"/>
                <a:gd name="T46" fmla="*/ 107 w 128"/>
                <a:gd name="T47" fmla="*/ 85 h 128"/>
                <a:gd name="T48" fmla="*/ 122 w 128"/>
                <a:gd name="T49" fmla="*/ 77 h 128"/>
                <a:gd name="T50" fmla="*/ 128 w 128"/>
                <a:gd name="T51" fmla="*/ 59 h 128"/>
                <a:gd name="T52" fmla="*/ 108 w 128"/>
                <a:gd name="T53" fmla="*/ 72 h 128"/>
                <a:gd name="T54" fmla="*/ 100 w 128"/>
                <a:gd name="T55" fmla="*/ 81 h 128"/>
                <a:gd name="T56" fmla="*/ 107 w 128"/>
                <a:gd name="T57" fmla="*/ 100 h 128"/>
                <a:gd name="T58" fmla="*/ 89 w 128"/>
                <a:gd name="T59" fmla="*/ 101 h 128"/>
                <a:gd name="T60" fmla="*/ 81 w 128"/>
                <a:gd name="T61" fmla="*/ 100 h 128"/>
                <a:gd name="T62" fmla="*/ 72 w 128"/>
                <a:gd name="T63" fmla="*/ 108 h 128"/>
                <a:gd name="T64" fmla="*/ 59 w 128"/>
                <a:gd name="T65" fmla="*/ 120 h 128"/>
                <a:gd name="T66" fmla="*/ 51 w 128"/>
                <a:gd name="T67" fmla="*/ 102 h 128"/>
                <a:gd name="T68" fmla="*/ 43 w 128"/>
                <a:gd name="T69" fmla="*/ 99 h 128"/>
                <a:gd name="T70" fmla="*/ 28 w 128"/>
                <a:gd name="T71" fmla="*/ 107 h 128"/>
                <a:gd name="T72" fmla="*/ 27 w 128"/>
                <a:gd name="T73" fmla="*/ 89 h 128"/>
                <a:gd name="T74" fmla="*/ 26 w 128"/>
                <a:gd name="T75" fmla="*/ 77 h 128"/>
                <a:gd name="T76" fmla="*/ 8 w 128"/>
                <a:gd name="T77" fmla="*/ 69 h 128"/>
                <a:gd name="T78" fmla="*/ 20 w 128"/>
                <a:gd name="T79" fmla="*/ 56 h 128"/>
                <a:gd name="T80" fmla="*/ 28 w 128"/>
                <a:gd name="T81" fmla="*/ 47 h 128"/>
                <a:gd name="T82" fmla="*/ 21 w 128"/>
                <a:gd name="T83" fmla="*/ 28 h 128"/>
                <a:gd name="T84" fmla="*/ 39 w 128"/>
                <a:gd name="T85" fmla="*/ 27 h 128"/>
                <a:gd name="T86" fmla="*/ 47 w 128"/>
                <a:gd name="T87" fmla="*/ 28 h 128"/>
                <a:gd name="T88" fmla="*/ 56 w 128"/>
                <a:gd name="T89" fmla="*/ 20 h 128"/>
                <a:gd name="T90" fmla="*/ 69 w 128"/>
                <a:gd name="T91" fmla="*/ 8 h 128"/>
                <a:gd name="T92" fmla="*/ 77 w 128"/>
                <a:gd name="T93" fmla="*/ 26 h 128"/>
                <a:gd name="T94" fmla="*/ 85 w 128"/>
                <a:gd name="T95" fmla="*/ 29 h 128"/>
                <a:gd name="T96" fmla="*/ 100 w 128"/>
                <a:gd name="T97" fmla="*/ 21 h 128"/>
                <a:gd name="T98" fmla="*/ 101 w 128"/>
                <a:gd name="T99" fmla="*/ 39 h 128"/>
                <a:gd name="T100" fmla="*/ 102 w 128"/>
                <a:gd name="T101" fmla="*/ 51 h 128"/>
                <a:gd name="T102" fmla="*/ 120 w 128"/>
                <a:gd name="T103" fmla="*/ 59 h 128"/>
                <a:gd name="T104" fmla="*/ 108 w 128"/>
                <a:gd name="T105" fmla="*/ 7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8" h="128">
                  <a:moveTo>
                    <a:pt x="122" y="51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9" y="46"/>
                    <a:pt x="108" y="45"/>
                    <a:pt x="107" y="43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6" y="30"/>
                    <a:pt x="116" y="25"/>
                    <a:pt x="113" y="23"/>
                  </a:cubicBezTo>
                  <a:cubicBezTo>
                    <a:pt x="105" y="15"/>
                    <a:pt x="105" y="15"/>
                    <a:pt x="105" y="15"/>
                  </a:cubicBezTo>
                  <a:cubicBezTo>
                    <a:pt x="104" y="13"/>
                    <a:pt x="102" y="13"/>
                    <a:pt x="100" y="13"/>
                  </a:cubicBezTo>
                  <a:cubicBezTo>
                    <a:pt x="98" y="13"/>
                    <a:pt x="97" y="13"/>
                    <a:pt x="95" y="14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3" y="20"/>
                    <a:pt x="82" y="19"/>
                    <a:pt x="80" y="19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3"/>
                    <a:pt x="73" y="0"/>
                    <a:pt x="6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5" y="0"/>
                    <a:pt x="51" y="3"/>
                    <a:pt x="51" y="6"/>
                  </a:cubicBezTo>
                  <a:cubicBezTo>
                    <a:pt x="48" y="19"/>
                    <a:pt x="48" y="19"/>
                    <a:pt x="48" y="19"/>
                  </a:cubicBezTo>
                  <a:cubicBezTo>
                    <a:pt x="46" y="19"/>
                    <a:pt x="45" y="20"/>
                    <a:pt x="43" y="21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1" y="13"/>
                    <a:pt x="30" y="13"/>
                    <a:pt x="28" y="13"/>
                  </a:cubicBezTo>
                  <a:cubicBezTo>
                    <a:pt x="26" y="13"/>
                    <a:pt x="24" y="13"/>
                    <a:pt x="23" y="15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2" y="25"/>
                    <a:pt x="12" y="30"/>
                    <a:pt x="14" y="3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19" y="46"/>
                    <a:pt x="19" y="48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55"/>
                    <a:pt x="0" y="5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7"/>
                    <a:pt x="6" y="77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9" y="82"/>
                    <a:pt x="20" y="83"/>
                    <a:pt x="21" y="8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2" y="98"/>
                    <a:pt x="12" y="103"/>
                    <a:pt x="15" y="105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4" y="115"/>
                    <a:pt x="26" y="115"/>
                    <a:pt x="28" y="115"/>
                  </a:cubicBezTo>
                  <a:cubicBezTo>
                    <a:pt x="30" y="115"/>
                    <a:pt x="31" y="115"/>
                    <a:pt x="33" y="114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45" y="108"/>
                    <a:pt x="46" y="109"/>
                    <a:pt x="48" y="109"/>
                  </a:cubicBezTo>
                  <a:cubicBezTo>
                    <a:pt x="51" y="122"/>
                    <a:pt x="51" y="122"/>
                    <a:pt x="51" y="122"/>
                  </a:cubicBezTo>
                  <a:cubicBezTo>
                    <a:pt x="51" y="125"/>
                    <a:pt x="55" y="128"/>
                    <a:pt x="59" y="128"/>
                  </a:cubicBezTo>
                  <a:cubicBezTo>
                    <a:pt x="69" y="128"/>
                    <a:pt x="69" y="128"/>
                    <a:pt x="69" y="128"/>
                  </a:cubicBezTo>
                  <a:cubicBezTo>
                    <a:pt x="73" y="128"/>
                    <a:pt x="77" y="125"/>
                    <a:pt x="77" y="122"/>
                  </a:cubicBezTo>
                  <a:cubicBezTo>
                    <a:pt x="80" y="109"/>
                    <a:pt x="80" y="109"/>
                    <a:pt x="80" y="109"/>
                  </a:cubicBezTo>
                  <a:cubicBezTo>
                    <a:pt x="82" y="109"/>
                    <a:pt x="83" y="108"/>
                    <a:pt x="85" y="107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97" y="115"/>
                    <a:pt x="98" y="115"/>
                    <a:pt x="100" y="115"/>
                  </a:cubicBezTo>
                  <a:cubicBezTo>
                    <a:pt x="102" y="115"/>
                    <a:pt x="104" y="115"/>
                    <a:pt x="105" y="113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6" y="103"/>
                    <a:pt x="116" y="98"/>
                    <a:pt x="114" y="9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8" y="83"/>
                    <a:pt x="109" y="82"/>
                    <a:pt x="109" y="80"/>
                  </a:cubicBezTo>
                  <a:cubicBezTo>
                    <a:pt x="122" y="77"/>
                    <a:pt x="122" y="77"/>
                    <a:pt x="122" y="77"/>
                  </a:cubicBezTo>
                  <a:cubicBezTo>
                    <a:pt x="125" y="77"/>
                    <a:pt x="128" y="73"/>
                    <a:pt x="128" y="69"/>
                  </a:cubicBezTo>
                  <a:cubicBezTo>
                    <a:pt x="128" y="59"/>
                    <a:pt x="128" y="59"/>
                    <a:pt x="128" y="59"/>
                  </a:cubicBezTo>
                  <a:cubicBezTo>
                    <a:pt x="128" y="55"/>
                    <a:pt x="125" y="51"/>
                    <a:pt x="122" y="51"/>
                  </a:cubicBezTo>
                  <a:close/>
                  <a:moveTo>
                    <a:pt x="108" y="72"/>
                  </a:moveTo>
                  <a:cubicBezTo>
                    <a:pt x="105" y="72"/>
                    <a:pt x="103" y="74"/>
                    <a:pt x="102" y="77"/>
                  </a:cubicBezTo>
                  <a:cubicBezTo>
                    <a:pt x="101" y="79"/>
                    <a:pt x="101" y="80"/>
                    <a:pt x="100" y="81"/>
                  </a:cubicBezTo>
                  <a:cubicBezTo>
                    <a:pt x="99" y="84"/>
                    <a:pt x="99" y="87"/>
                    <a:pt x="101" y="89"/>
                  </a:cubicBezTo>
                  <a:cubicBezTo>
                    <a:pt x="107" y="100"/>
                    <a:pt x="107" y="100"/>
                    <a:pt x="107" y="100"/>
                  </a:cubicBezTo>
                  <a:cubicBezTo>
                    <a:pt x="100" y="107"/>
                    <a:pt x="100" y="107"/>
                    <a:pt x="100" y="107"/>
                  </a:cubicBezTo>
                  <a:cubicBezTo>
                    <a:pt x="89" y="101"/>
                    <a:pt x="89" y="101"/>
                    <a:pt x="89" y="101"/>
                  </a:cubicBezTo>
                  <a:cubicBezTo>
                    <a:pt x="88" y="100"/>
                    <a:pt x="86" y="99"/>
                    <a:pt x="85" y="99"/>
                  </a:cubicBezTo>
                  <a:cubicBezTo>
                    <a:pt x="84" y="99"/>
                    <a:pt x="83" y="99"/>
                    <a:pt x="81" y="100"/>
                  </a:cubicBezTo>
                  <a:cubicBezTo>
                    <a:pt x="80" y="101"/>
                    <a:pt x="79" y="101"/>
                    <a:pt x="77" y="102"/>
                  </a:cubicBezTo>
                  <a:cubicBezTo>
                    <a:pt x="74" y="103"/>
                    <a:pt x="72" y="105"/>
                    <a:pt x="72" y="108"/>
                  </a:cubicBezTo>
                  <a:cubicBezTo>
                    <a:pt x="69" y="120"/>
                    <a:pt x="69" y="120"/>
                    <a:pt x="6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05"/>
                    <a:pt x="54" y="103"/>
                    <a:pt x="51" y="102"/>
                  </a:cubicBezTo>
                  <a:cubicBezTo>
                    <a:pt x="49" y="101"/>
                    <a:pt x="48" y="101"/>
                    <a:pt x="47" y="100"/>
                  </a:cubicBezTo>
                  <a:cubicBezTo>
                    <a:pt x="45" y="99"/>
                    <a:pt x="44" y="99"/>
                    <a:pt x="43" y="99"/>
                  </a:cubicBezTo>
                  <a:cubicBezTo>
                    <a:pt x="42" y="99"/>
                    <a:pt x="40" y="100"/>
                    <a:pt x="39" y="101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1" y="100"/>
                    <a:pt x="21" y="100"/>
                    <a:pt x="21" y="100"/>
                  </a:cubicBezTo>
                  <a:cubicBezTo>
                    <a:pt x="27" y="89"/>
                    <a:pt x="27" y="89"/>
                    <a:pt x="27" y="89"/>
                  </a:cubicBezTo>
                  <a:cubicBezTo>
                    <a:pt x="29" y="87"/>
                    <a:pt x="29" y="84"/>
                    <a:pt x="28" y="81"/>
                  </a:cubicBezTo>
                  <a:cubicBezTo>
                    <a:pt x="27" y="80"/>
                    <a:pt x="27" y="79"/>
                    <a:pt x="26" y="77"/>
                  </a:cubicBezTo>
                  <a:cubicBezTo>
                    <a:pt x="25" y="74"/>
                    <a:pt x="23" y="72"/>
                    <a:pt x="20" y="72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3" y="56"/>
                    <a:pt x="25" y="54"/>
                    <a:pt x="26" y="51"/>
                  </a:cubicBezTo>
                  <a:cubicBezTo>
                    <a:pt x="27" y="49"/>
                    <a:pt x="27" y="48"/>
                    <a:pt x="28" y="47"/>
                  </a:cubicBezTo>
                  <a:cubicBezTo>
                    <a:pt x="29" y="44"/>
                    <a:pt x="29" y="41"/>
                    <a:pt x="27" y="39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8"/>
                    <a:pt x="42" y="29"/>
                    <a:pt x="43" y="29"/>
                  </a:cubicBezTo>
                  <a:cubicBezTo>
                    <a:pt x="44" y="29"/>
                    <a:pt x="45" y="29"/>
                    <a:pt x="47" y="28"/>
                  </a:cubicBezTo>
                  <a:cubicBezTo>
                    <a:pt x="48" y="27"/>
                    <a:pt x="49" y="27"/>
                    <a:pt x="51" y="26"/>
                  </a:cubicBezTo>
                  <a:cubicBezTo>
                    <a:pt x="54" y="25"/>
                    <a:pt x="56" y="23"/>
                    <a:pt x="56" y="20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23"/>
                    <a:pt x="74" y="25"/>
                    <a:pt x="77" y="26"/>
                  </a:cubicBezTo>
                  <a:cubicBezTo>
                    <a:pt x="79" y="27"/>
                    <a:pt x="80" y="27"/>
                    <a:pt x="81" y="28"/>
                  </a:cubicBezTo>
                  <a:cubicBezTo>
                    <a:pt x="83" y="29"/>
                    <a:pt x="84" y="29"/>
                    <a:pt x="85" y="29"/>
                  </a:cubicBezTo>
                  <a:cubicBezTo>
                    <a:pt x="86" y="29"/>
                    <a:pt x="88" y="28"/>
                    <a:pt x="89" y="27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99" y="41"/>
                    <a:pt x="99" y="44"/>
                    <a:pt x="100" y="47"/>
                  </a:cubicBezTo>
                  <a:cubicBezTo>
                    <a:pt x="101" y="48"/>
                    <a:pt x="101" y="49"/>
                    <a:pt x="102" y="51"/>
                  </a:cubicBezTo>
                  <a:cubicBezTo>
                    <a:pt x="103" y="54"/>
                    <a:pt x="105" y="56"/>
                    <a:pt x="108" y="56"/>
                  </a:cubicBezTo>
                  <a:cubicBezTo>
                    <a:pt x="120" y="59"/>
                    <a:pt x="120" y="59"/>
                    <a:pt x="120" y="59"/>
                  </a:cubicBezTo>
                  <a:cubicBezTo>
                    <a:pt x="120" y="69"/>
                    <a:pt x="120" y="69"/>
                    <a:pt x="120" y="69"/>
                  </a:cubicBezTo>
                  <a:lnTo>
                    <a:pt x="108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8100">
                    <a:lumMod val="60000"/>
                    <a:lumOff val="40000"/>
                  </a:srgb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8" name="Freeform 11"/>
            <p:cNvSpPr>
              <a:spLocks noEditPoints="1"/>
            </p:cNvSpPr>
            <p:nvPr/>
          </p:nvSpPr>
          <p:spPr bwMode="auto">
            <a:xfrm>
              <a:off x="146050" y="142875"/>
              <a:ext cx="214313" cy="214313"/>
            </a:xfrm>
            <a:custGeom>
              <a:avLst/>
              <a:gdLst>
                <a:gd name="T0" fmla="*/ 28 w 56"/>
                <a:gd name="T1" fmla="*/ 0 h 56"/>
                <a:gd name="T2" fmla="*/ 0 w 56"/>
                <a:gd name="T3" fmla="*/ 28 h 56"/>
                <a:gd name="T4" fmla="*/ 28 w 56"/>
                <a:gd name="T5" fmla="*/ 56 h 56"/>
                <a:gd name="T6" fmla="*/ 56 w 56"/>
                <a:gd name="T7" fmla="*/ 28 h 56"/>
                <a:gd name="T8" fmla="*/ 28 w 56"/>
                <a:gd name="T9" fmla="*/ 0 h 56"/>
                <a:gd name="T10" fmla="*/ 28 w 56"/>
                <a:gd name="T11" fmla="*/ 53 h 56"/>
                <a:gd name="T12" fmla="*/ 4 w 56"/>
                <a:gd name="T13" fmla="*/ 28 h 56"/>
                <a:gd name="T14" fmla="*/ 28 w 56"/>
                <a:gd name="T15" fmla="*/ 4 h 56"/>
                <a:gd name="T16" fmla="*/ 53 w 56"/>
                <a:gd name="T17" fmla="*/ 28 h 56"/>
                <a:gd name="T18" fmla="*/ 28 w 56"/>
                <a:gd name="T19" fmla="*/ 5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  <a:moveTo>
                    <a:pt x="28" y="53"/>
                  </a:moveTo>
                  <a:cubicBezTo>
                    <a:pt x="14" y="53"/>
                    <a:pt x="4" y="42"/>
                    <a:pt x="4" y="28"/>
                  </a:cubicBezTo>
                  <a:cubicBezTo>
                    <a:pt x="4" y="14"/>
                    <a:pt x="14" y="4"/>
                    <a:pt x="28" y="4"/>
                  </a:cubicBezTo>
                  <a:cubicBezTo>
                    <a:pt x="42" y="4"/>
                    <a:pt x="53" y="14"/>
                    <a:pt x="53" y="28"/>
                  </a:cubicBezTo>
                  <a:cubicBezTo>
                    <a:pt x="53" y="42"/>
                    <a:pt x="42" y="53"/>
                    <a:pt x="28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8100">
                    <a:lumMod val="60000"/>
                    <a:lumOff val="40000"/>
                  </a:srgb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92088" y="188913"/>
              <a:ext cx="122238" cy="122238"/>
            </a:xfrm>
            <a:custGeom>
              <a:avLst/>
              <a:gdLst>
                <a:gd name="T0" fmla="*/ 16 w 32"/>
                <a:gd name="T1" fmla="*/ 0 h 32"/>
                <a:gd name="T2" fmla="*/ 0 w 32"/>
                <a:gd name="T3" fmla="*/ 16 h 32"/>
                <a:gd name="T4" fmla="*/ 16 w 32"/>
                <a:gd name="T5" fmla="*/ 32 h 32"/>
                <a:gd name="T6" fmla="*/ 32 w 32"/>
                <a:gd name="T7" fmla="*/ 16 h 32"/>
                <a:gd name="T8" fmla="*/ 16 w 32"/>
                <a:gd name="T9" fmla="*/ 0 h 32"/>
                <a:gd name="T10" fmla="*/ 16 w 32"/>
                <a:gd name="T11" fmla="*/ 28 h 32"/>
                <a:gd name="T12" fmla="*/ 4 w 32"/>
                <a:gd name="T13" fmla="*/ 16 h 32"/>
                <a:gd name="T14" fmla="*/ 16 w 32"/>
                <a:gd name="T15" fmla="*/ 4 h 32"/>
                <a:gd name="T16" fmla="*/ 28 w 32"/>
                <a:gd name="T17" fmla="*/ 16 h 32"/>
                <a:gd name="T18" fmla="*/ 16 w 32"/>
                <a:gd name="T19" fmla="*/ 2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ubicBezTo>
                    <a:pt x="25" y="32"/>
                    <a:pt x="32" y="25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lose/>
                  <a:moveTo>
                    <a:pt x="16" y="28"/>
                  </a:moveTo>
                  <a:cubicBezTo>
                    <a:pt x="9" y="28"/>
                    <a:pt x="4" y="23"/>
                    <a:pt x="4" y="16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23" y="4"/>
                    <a:pt x="28" y="9"/>
                    <a:pt x="28" y="16"/>
                  </a:cubicBezTo>
                  <a:cubicBezTo>
                    <a:pt x="28" y="23"/>
                    <a:pt x="23" y="28"/>
                    <a:pt x="1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8100">
                    <a:lumMod val="60000"/>
                    <a:lumOff val="40000"/>
                  </a:srgb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113888" y="4514427"/>
            <a:ext cx="353010" cy="299316"/>
            <a:chOff x="470042" y="61739"/>
            <a:chExt cx="490538" cy="415925"/>
          </a:xfrm>
          <a:solidFill>
            <a:schemeClr val="accent4"/>
          </a:solidFill>
        </p:grpSpPr>
        <p:sp>
          <p:nvSpPr>
            <p:cNvPr id="21" name="Freeform 21"/>
            <p:cNvSpPr>
              <a:spLocks noEditPoints="1"/>
            </p:cNvSpPr>
            <p:nvPr/>
          </p:nvSpPr>
          <p:spPr bwMode="auto">
            <a:xfrm>
              <a:off x="592280" y="169689"/>
              <a:ext cx="246063" cy="247650"/>
            </a:xfrm>
            <a:custGeom>
              <a:avLst/>
              <a:gdLst>
                <a:gd name="T0" fmla="*/ 32 w 64"/>
                <a:gd name="T1" fmla="*/ 0 h 64"/>
                <a:gd name="T2" fmla="*/ 0 w 64"/>
                <a:gd name="T3" fmla="*/ 32 h 64"/>
                <a:gd name="T4" fmla="*/ 32 w 64"/>
                <a:gd name="T5" fmla="*/ 64 h 64"/>
                <a:gd name="T6" fmla="*/ 64 w 64"/>
                <a:gd name="T7" fmla="*/ 32 h 64"/>
                <a:gd name="T8" fmla="*/ 32 w 64"/>
                <a:gd name="T9" fmla="*/ 0 h 64"/>
                <a:gd name="T10" fmla="*/ 50 w 64"/>
                <a:gd name="T11" fmla="*/ 48 h 64"/>
                <a:gd name="T12" fmla="*/ 16 w 64"/>
                <a:gd name="T13" fmla="*/ 50 h 64"/>
                <a:gd name="T14" fmla="*/ 14 w 64"/>
                <a:gd name="T15" fmla="*/ 16 h 64"/>
                <a:gd name="T16" fmla="*/ 48 w 64"/>
                <a:gd name="T17" fmla="*/ 14 h 64"/>
                <a:gd name="T18" fmla="*/ 50 w 64"/>
                <a:gd name="T19" fmla="*/ 4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cubicBezTo>
                    <a:pt x="14" y="0"/>
                    <a:pt x="0" y="14"/>
                    <a:pt x="0" y="32"/>
                  </a:cubicBezTo>
                  <a:cubicBezTo>
                    <a:pt x="0" y="50"/>
                    <a:pt x="14" y="64"/>
                    <a:pt x="32" y="64"/>
                  </a:cubicBezTo>
                  <a:cubicBezTo>
                    <a:pt x="50" y="64"/>
                    <a:pt x="64" y="50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0" y="48"/>
                  </a:moveTo>
                  <a:cubicBezTo>
                    <a:pt x="42" y="58"/>
                    <a:pt x="26" y="59"/>
                    <a:pt x="16" y="50"/>
                  </a:cubicBezTo>
                  <a:cubicBezTo>
                    <a:pt x="6" y="42"/>
                    <a:pt x="5" y="26"/>
                    <a:pt x="14" y="16"/>
                  </a:cubicBezTo>
                  <a:cubicBezTo>
                    <a:pt x="22" y="6"/>
                    <a:pt x="38" y="5"/>
                    <a:pt x="48" y="14"/>
                  </a:cubicBezTo>
                  <a:cubicBezTo>
                    <a:pt x="58" y="22"/>
                    <a:pt x="59" y="38"/>
                    <a:pt x="50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8100">
                    <a:lumMod val="60000"/>
                    <a:lumOff val="40000"/>
                  </a:srgb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654192" y="231602"/>
              <a:ext cx="68263" cy="69850"/>
            </a:xfrm>
            <a:custGeom>
              <a:avLst/>
              <a:gdLst>
                <a:gd name="T0" fmla="*/ 16 w 18"/>
                <a:gd name="T1" fmla="*/ 0 h 18"/>
                <a:gd name="T2" fmla="*/ 0 w 18"/>
                <a:gd name="T3" fmla="*/ 16 h 18"/>
                <a:gd name="T4" fmla="*/ 0 w 18"/>
                <a:gd name="T5" fmla="*/ 16 h 18"/>
                <a:gd name="T6" fmla="*/ 2 w 18"/>
                <a:gd name="T7" fmla="*/ 18 h 18"/>
                <a:gd name="T8" fmla="*/ 4 w 18"/>
                <a:gd name="T9" fmla="*/ 16 h 18"/>
                <a:gd name="T10" fmla="*/ 4 w 18"/>
                <a:gd name="T11" fmla="*/ 16 h 18"/>
                <a:gd name="T12" fmla="*/ 16 w 18"/>
                <a:gd name="T13" fmla="*/ 4 h 18"/>
                <a:gd name="T14" fmla="*/ 18 w 18"/>
                <a:gd name="T15" fmla="*/ 2 h 18"/>
                <a:gd name="T16" fmla="*/ 16 w 18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8">
                  <a:moveTo>
                    <a:pt x="16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3" y="18"/>
                    <a:pt x="4" y="17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17" y="4"/>
                    <a:pt x="18" y="3"/>
                    <a:pt x="18" y="2"/>
                  </a:cubicBezTo>
                  <a:cubicBezTo>
                    <a:pt x="18" y="1"/>
                    <a:pt x="17" y="0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8100">
                    <a:lumMod val="60000"/>
                    <a:lumOff val="40000"/>
                  </a:srgb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3" name="Freeform 23"/>
            <p:cNvSpPr>
              <a:spLocks noEditPoints="1"/>
            </p:cNvSpPr>
            <p:nvPr/>
          </p:nvSpPr>
          <p:spPr bwMode="auto">
            <a:xfrm>
              <a:off x="470042" y="61739"/>
              <a:ext cx="490538" cy="415925"/>
            </a:xfrm>
            <a:custGeom>
              <a:avLst/>
              <a:gdLst>
                <a:gd name="T0" fmla="*/ 118 w 128"/>
                <a:gd name="T1" fmla="*/ 24 h 108"/>
                <a:gd name="T2" fmla="*/ 101 w 128"/>
                <a:gd name="T3" fmla="*/ 21 h 108"/>
                <a:gd name="T4" fmla="*/ 95 w 128"/>
                <a:gd name="T5" fmla="*/ 8 h 108"/>
                <a:gd name="T6" fmla="*/ 84 w 128"/>
                <a:gd name="T7" fmla="*/ 0 h 108"/>
                <a:gd name="T8" fmla="*/ 44 w 128"/>
                <a:gd name="T9" fmla="*/ 0 h 108"/>
                <a:gd name="T10" fmla="*/ 33 w 128"/>
                <a:gd name="T11" fmla="*/ 8 h 108"/>
                <a:gd name="T12" fmla="*/ 27 w 128"/>
                <a:gd name="T13" fmla="*/ 21 h 108"/>
                <a:gd name="T14" fmla="*/ 10 w 128"/>
                <a:gd name="T15" fmla="*/ 24 h 108"/>
                <a:gd name="T16" fmla="*/ 0 w 128"/>
                <a:gd name="T17" fmla="*/ 36 h 108"/>
                <a:gd name="T18" fmla="*/ 0 w 128"/>
                <a:gd name="T19" fmla="*/ 96 h 108"/>
                <a:gd name="T20" fmla="*/ 12 w 128"/>
                <a:gd name="T21" fmla="*/ 108 h 108"/>
                <a:gd name="T22" fmla="*/ 116 w 128"/>
                <a:gd name="T23" fmla="*/ 108 h 108"/>
                <a:gd name="T24" fmla="*/ 128 w 128"/>
                <a:gd name="T25" fmla="*/ 96 h 108"/>
                <a:gd name="T26" fmla="*/ 128 w 128"/>
                <a:gd name="T27" fmla="*/ 36 h 108"/>
                <a:gd name="T28" fmla="*/ 118 w 128"/>
                <a:gd name="T29" fmla="*/ 24 h 108"/>
                <a:gd name="T30" fmla="*/ 120 w 128"/>
                <a:gd name="T31" fmla="*/ 96 h 108"/>
                <a:gd name="T32" fmla="*/ 116 w 128"/>
                <a:gd name="T33" fmla="*/ 100 h 108"/>
                <a:gd name="T34" fmla="*/ 12 w 128"/>
                <a:gd name="T35" fmla="*/ 100 h 108"/>
                <a:gd name="T36" fmla="*/ 8 w 128"/>
                <a:gd name="T37" fmla="*/ 96 h 108"/>
                <a:gd name="T38" fmla="*/ 8 w 128"/>
                <a:gd name="T39" fmla="*/ 36 h 108"/>
                <a:gd name="T40" fmla="*/ 11 w 128"/>
                <a:gd name="T41" fmla="*/ 32 h 108"/>
                <a:gd name="T42" fmla="*/ 33 w 128"/>
                <a:gd name="T43" fmla="*/ 28 h 108"/>
                <a:gd name="T44" fmla="*/ 40 w 128"/>
                <a:gd name="T45" fmla="*/ 11 h 108"/>
                <a:gd name="T46" fmla="*/ 44 w 128"/>
                <a:gd name="T47" fmla="*/ 8 h 108"/>
                <a:gd name="T48" fmla="*/ 84 w 128"/>
                <a:gd name="T49" fmla="*/ 8 h 108"/>
                <a:gd name="T50" fmla="*/ 88 w 128"/>
                <a:gd name="T51" fmla="*/ 11 h 108"/>
                <a:gd name="T52" fmla="*/ 95 w 128"/>
                <a:gd name="T53" fmla="*/ 28 h 108"/>
                <a:gd name="T54" fmla="*/ 117 w 128"/>
                <a:gd name="T55" fmla="*/ 32 h 108"/>
                <a:gd name="T56" fmla="*/ 120 w 128"/>
                <a:gd name="T57" fmla="*/ 36 h 108"/>
                <a:gd name="T58" fmla="*/ 120 w 128"/>
                <a:gd name="T59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8" h="108">
                  <a:moveTo>
                    <a:pt x="118" y="24"/>
                  </a:moveTo>
                  <a:cubicBezTo>
                    <a:pt x="101" y="21"/>
                    <a:pt x="101" y="21"/>
                    <a:pt x="101" y="21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3" y="3"/>
                    <a:pt x="89" y="0"/>
                    <a:pt x="8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9" y="0"/>
                    <a:pt x="35" y="3"/>
                    <a:pt x="33" y="8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4" y="25"/>
                    <a:pt x="0" y="30"/>
                    <a:pt x="0" y="3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3"/>
                    <a:pt x="5" y="108"/>
                    <a:pt x="1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23" y="108"/>
                    <a:pt x="128" y="103"/>
                    <a:pt x="128" y="96"/>
                  </a:cubicBezTo>
                  <a:cubicBezTo>
                    <a:pt x="128" y="36"/>
                    <a:pt x="128" y="36"/>
                    <a:pt x="128" y="36"/>
                  </a:cubicBezTo>
                  <a:cubicBezTo>
                    <a:pt x="128" y="30"/>
                    <a:pt x="124" y="25"/>
                    <a:pt x="118" y="24"/>
                  </a:cubicBezTo>
                  <a:close/>
                  <a:moveTo>
                    <a:pt x="120" y="96"/>
                  </a:moveTo>
                  <a:cubicBezTo>
                    <a:pt x="120" y="98"/>
                    <a:pt x="118" y="100"/>
                    <a:pt x="116" y="100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0" y="100"/>
                    <a:pt x="8" y="98"/>
                    <a:pt x="8" y="9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4"/>
                    <a:pt x="9" y="32"/>
                    <a:pt x="11" y="32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9"/>
                    <a:pt x="42" y="8"/>
                    <a:pt x="4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6" y="8"/>
                    <a:pt x="87" y="9"/>
                    <a:pt x="88" y="11"/>
                  </a:cubicBezTo>
                  <a:cubicBezTo>
                    <a:pt x="95" y="28"/>
                    <a:pt x="95" y="28"/>
                    <a:pt x="95" y="28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9" y="32"/>
                    <a:pt x="120" y="34"/>
                    <a:pt x="120" y="36"/>
                  </a:cubicBezTo>
                  <a:lnTo>
                    <a:pt x="120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8100">
                    <a:lumMod val="60000"/>
                    <a:lumOff val="40000"/>
                  </a:srgb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4" name="Freeform 25"/>
          <p:cNvSpPr>
            <a:spLocks noEditPoints="1"/>
          </p:cNvSpPr>
          <p:nvPr/>
        </p:nvSpPr>
        <p:spPr bwMode="auto">
          <a:xfrm rot="2700000">
            <a:off x="8242683" y="2537226"/>
            <a:ext cx="254881" cy="377792"/>
          </a:xfrm>
          <a:custGeom>
            <a:avLst/>
            <a:gdLst>
              <a:gd name="T0" fmla="*/ 163 w 164"/>
              <a:gd name="T1" fmla="*/ 109 h 244"/>
              <a:gd name="T2" fmla="*/ 125 w 164"/>
              <a:gd name="T3" fmla="*/ 46 h 244"/>
              <a:gd name="T4" fmla="*/ 143 w 164"/>
              <a:gd name="T5" fmla="*/ 9 h 244"/>
              <a:gd name="T6" fmla="*/ 143 w 164"/>
              <a:gd name="T7" fmla="*/ 3 h 244"/>
              <a:gd name="T8" fmla="*/ 138 w 164"/>
              <a:gd name="T9" fmla="*/ 0 h 244"/>
              <a:gd name="T10" fmla="*/ 22 w 164"/>
              <a:gd name="T11" fmla="*/ 0 h 244"/>
              <a:gd name="T12" fmla="*/ 17 w 164"/>
              <a:gd name="T13" fmla="*/ 3 h 244"/>
              <a:gd name="T14" fmla="*/ 17 w 164"/>
              <a:gd name="T15" fmla="*/ 9 h 244"/>
              <a:gd name="T16" fmla="*/ 39 w 164"/>
              <a:gd name="T17" fmla="*/ 46 h 244"/>
              <a:gd name="T18" fmla="*/ 2 w 164"/>
              <a:gd name="T19" fmla="*/ 109 h 244"/>
              <a:gd name="T20" fmla="*/ 1 w 164"/>
              <a:gd name="T21" fmla="*/ 114 h 244"/>
              <a:gd name="T22" fmla="*/ 61 w 164"/>
              <a:gd name="T23" fmla="*/ 241 h 244"/>
              <a:gd name="T24" fmla="*/ 66 w 164"/>
              <a:gd name="T25" fmla="*/ 244 h 244"/>
              <a:gd name="T26" fmla="*/ 98 w 164"/>
              <a:gd name="T27" fmla="*/ 244 h 244"/>
              <a:gd name="T28" fmla="*/ 103 w 164"/>
              <a:gd name="T29" fmla="*/ 241 h 244"/>
              <a:gd name="T30" fmla="*/ 163 w 164"/>
              <a:gd name="T31" fmla="*/ 114 h 244"/>
              <a:gd name="T32" fmla="*/ 163 w 164"/>
              <a:gd name="T33" fmla="*/ 109 h 244"/>
              <a:gd name="T34" fmla="*/ 128 w 164"/>
              <a:gd name="T35" fmla="*/ 12 h 244"/>
              <a:gd name="T36" fmla="*/ 114 w 164"/>
              <a:gd name="T37" fmla="*/ 40 h 244"/>
              <a:gd name="T38" fmla="*/ 49 w 164"/>
              <a:gd name="T39" fmla="*/ 40 h 244"/>
              <a:gd name="T40" fmla="*/ 33 w 164"/>
              <a:gd name="T41" fmla="*/ 12 h 244"/>
              <a:gd name="T42" fmla="*/ 128 w 164"/>
              <a:gd name="T43" fmla="*/ 12 h 244"/>
              <a:gd name="T44" fmla="*/ 82 w 164"/>
              <a:gd name="T45" fmla="*/ 120 h 244"/>
              <a:gd name="T46" fmla="*/ 68 w 164"/>
              <a:gd name="T47" fmla="*/ 106 h 244"/>
              <a:gd name="T48" fmla="*/ 82 w 164"/>
              <a:gd name="T49" fmla="*/ 92 h 244"/>
              <a:gd name="T50" fmla="*/ 96 w 164"/>
              <a:gd name="T51" fmla="*/ 106 h 244"/>
              <a:gd name="T52" fmla="*/ 82 w 164"/>
              <a:gd name="T53" fmla="*/ 120 h 244"/>
              <a:gd name="T54" fmla="*/ 94 w 164"/>
              <a:gd name="T55" fmla="*/ 232 h 244"/>
              <a:gd name="T56" fmla="*/ 88 w 164"/>
              <a:gd name="T57" fmla="*/ 232 h 244"/>
              <a:gd name="T58" fmla="*/ 88 w 164"/>
              <a:gd name="T59" fmla="*/ 131 h 244"/>
              <a:gd name="T60" fmla="*/ 108 w 164"/>
              <a:gd name="T61" fmla="*/ 106 h 244"/>
              <a:gd name="T62" fmla="*/ 82 w 164"/>
              <a:gd name="T63" fmla="*/ 80 h 244"/>
              <a:gd name="T64" fmla="*/ 56 w 164"/>
              <a:gd name="T65" fmla="*/ 106 h 244"/>
              <a:gd name="T66" fmla="*/ 76 w 164"/>
              <a:gd name="T67" fmla="*/ 131 h 244"/>
              <a:gd name="T68" fmla="*/ 76 w 164"/>
              <a:gd name="T69" fmla="*/ 232 h 244"/>
              <a:gd name="T70" fmla="*/ 70 w 164"/>
              <a:gd name="T71" fmla="*/ 232 h 244"/>
              <a:gd name="T72" fmla="*/ 13 w 164"/>
              <a:gd name="T73" fmla="*/ 112 h 244"/>
              <a:gd name="T74" fmla="*/ 49 w 164"/>
              <a:gd name="T75" fmla="*/ 52 h 244"/>
              <a:gd name="T76" fmla="*/ 115 w 164"/>
              <a:gd name="T77" fmla="*/ 52 h 244"/>
              <a:gd name="T78" fmla="*/ 151 w 164"/>
              <a:gd name="T79" fmla="*/ 112 h 244"/>
              <a:gd name="T80" fmla="*/ 94 w 164"/>
              <a:gd name="T81" fmla="*/ 232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4" h="244">
                <a:moveTo>
                  <a:pt x="163" y="109"/>
                </a:moveTo>
                <a:cubicBezTo>
                  <a:pt x="125" y="46"/>
                  <a:pt x="125" y="46"/>
                  <a:pt x="125" y="46"/>
                </a:cubicBezTo>
                <a:cubicBezTo>
                  <a:pt x="143" y="9"/>
                  <a:pt x="143" y="9"/>
                  <a:pt x="143" y="9"/>
                </a:cubicBezTo>
                <a:cubicBezTo>
                  <a:pt x="144" y="7"/>
                  <a:pt x="144" y="5"/>
                  <a:pt x="143" y="3"/>
                </a:cubicBezTo>
                <a:cubicBezTo>
                  <a:pt x="142" y="1"/>
                  <a:pt x="140" y="0"/>
                  <a:pt x="138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0" y="0"/>
                  <a:pt x="18" y="1"/>
                  <a:pt x="17" y="3"/>
                </a:cubicBezTo>
                <a:cubicBezTo>
                  <a:pt x="16" y="5"/>
                  <a:pt x="16" y="7"/>
                  <a:pt x="17" y="9"/>
                </a:cubicBezTo>
                <a:cubicBezTo>
                  <a:pt x="39" y="46"/>
                  <a:pt x="39" y="46"/>
                  <a:pt x="39" y="46"/>
                </a:cubicBezTo>
                <a:cubicBezTo>
                  <a:pt x="2" y="109"/>
                  <a:pt x="2" y="109"/>
                  <a:pt x="2" y="109"/>
                </a:cubicBezTo>
                <a:cubicBezTo>
                  <a:pt x="1" y="111"/>
                  <a:pt x="0" y="113"/>
                  <a:pt x="1" y="114"/>
                </a:cubicBezTo>
                <a:cubicBezTo>
                  <a:pt x="61" y="241"/>
                  <a:pt x="61" y="241"/>
                  <a:pt x="61" y="241"/>
                </a:cubicBezTo>
                <a:cubicBezTo>
                  <a:pt x="62" y="243"/>
                  <a:pt x="64" y="244"/>
                  <a:pt x="66" y="244"/>
                </a:cubicBezTo>
                <a:cubicBezTo>
                  <a:pt x="98" y="244"/>
                  <a:pt x="98" y="244"/>
                  <a:pt x="98" y="244"/>
                </a:cubicBezTo>
                <a:cubicBezTo>
                  <a:pt x="100" y="244"/>
                  <a:pt x="102" y="243"/>
                  <a:pt x="103" y="241"/>
                </a:cubicBezTo>
                <a:cubicBezTo>
                  <a:pt x="163" y="114"/>
                  <a:pt x="163" y="114"/>
                  <a:pt x="163" y="114"/>
                </a:cubicBezTo>
                <a:cubicBezTo>
                  <a:pt x="164" y="113"/>
                  <a:pt x="164" y="111"/>
                  <a:pt x="163" y="109"/>
                </a:cubicBezTo>
                <a:close/>
                <a:moveTo>
                  <a:pt x="128" y="12"/>
                </a:moveTo>
                <a:cubicBezTo>
                  <a:pt x="114" y="40"/>
                  <a:pt x="114" y="40"/>
                  <a:pt x="114" y="40"/>
                </a:cubicBezTo>
                <a:cubicBezTo>
                  <a:pt x="49" y="40"/>
                  <a:pt x="49" y="40"/>
                  <a:pt x="49" y="40"/>
                </a:cubicBezTo>
                <a:cubicBezTo>
                  <a:pt x="33" y="12"/>
                  <a:pt x="33" y="12"/>
                  <a:pt x="33" y="12"/>
                </a:cubicBezTo>
                <a:lnTo>
                  <a:pt x="128" y="12"/>
                </a:lnTo>
                <a:close/>
                <a:moveTo>
                  <a:pt x="82" y="120"/>
                </a:moveTo>
                <a:cubicBezTo>
                  <a:pt x="74" y="120"/>
                  <a:pt x="68" y="114"/>
                  <a:pt x="68" y="106"/>
                </a:cubicBezTo>
                <a:cubicBezTo>
                  <a:pt x="68" y="98"/>
                  <a:pt x="74" y="92"/>
                  <a:pt x="82" y="92"/>
                </a:cubicBezTo>
                <a:cubicBezTo>
                  <a:pt x="90" y="92"/>
                  <a:pt x="96" y="98"/>
                  <a:pt x="96" y="106"/>
                </a:cubicBezTo>
                <a:cubicBezTo>
                  <a:pt x="96" y="114"/>
                  <a:pt x="90" y="120"/>
                  <a:pt x="82" y="120"/>
                </a:cubicBezTo>
                <a:close/>
                <a:moveTo>
                  <a:pt x="94" y="232"/>
                </a:moveTo>
                <a:cubicBezTo>
                  <a:pt x="88" y="232"/>
                  <a:pt x="88" y="232"/>
                  <a:pt x="88" y="232"/>
                </a:cubicBezTo>
                <a:cubicBezTo>
                  <a:pt x="88" y="131"/>
                  <a:pt x="88" y="131"/>
                  <a:pt x="88" y="131"/>
                </a:cubicBezTo>
                <a:cubicBezTo>
                  <a:pt x="99" y="129"/>
                  <a:pt x="108" y="118"/>
                  <a:pt x="108" y="106"/>
                </a:cubicBezTo>
                <a:cubicBezTo>
                  <a:pt x="108" y="92"/>
                  <a:pt x="96" y="80"/>
                  <a:pt x="82" y="80"/>
                </a:cubicBezTo>
                <a:cubicBezTo>
                  <a:pt x="68" y="80"/>
                  <a:pt x="56" y="92"/>
                  <a:pt x="56" y="106"/>
                </a:cubicBezTo>
                <a:cubicBezTo>
                  <a:pt x="56" y="118"/>
                  <a:pt x="65" y="129"/>
                  <a:pt x="76" y="131"/>
                </a:cubicBezTo>
                <a:cubicBezTo>
                  <a:pt x="76" y="232"/>
                  <a:pt x="76" y="232"/>
                  <a:pt x="76" y="232"/>
                </a:cubicBezTo>
                <a:cubicBezTo>
                  <a:pt x="70" y="232"/>
                  <a:pt x="70" y="232"/>
                  <a:pt x="70" y="232"/>
                </a:cubicBezTo>
                <a:cubicBezTo>
                  <a:pt x="13" y="112"/>
                  <a:pt x="13" y="112"/>
                  <a:pt x="13" y="112"/>
                </a:cubicBezTo>
                <a:cubicBezTo>
                  <a:pt x="49" y="52"/>
                  <a:pt x="49" y="52"/>
                  <a:pt x="49" y="52"/>
                </a:cubicBezTo>
                <a:cubicBezTo>
                  <a:pt x="115" y="52"/>
                  <a:pt x="115" y="52"/>
                  <a:pt x="115" y="52"/>
                </a:cubicBezTo>
                <a:cubicBezTo>
                  <a:pt x="151" y="112"/>
                  <a:pt x="151" y="112"/>
                  <a:pt x="151" y="112"/>
                </a:cubicBezTo>
                <a:lnTo>
                  <a:pt x="94" y="23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4607179" y="4531897"/>
            <a:ext cx="387170" cy="322170"/>
            <a:chOff x="11764963" y="1333500"/>
            <a:chExt cx="434975" cy="361950"/>
          </a:xfrm>
          <a:solidFill>
            <a:schemeClr val="accent5"/>
          </a:solidFill>
        </p:grpSpPr>
        <p:sp>
          <p:nvSpPr>
            <p:cNvPr id="26" name="Freeform 23"/>
            <p:cNvSpPr>
              <a:spLocks noEditPoints="1"/>
            </p:cNvSpPr>
            <p:nvPr/>
          </p:nvSpPr>
          <p:spPr bwMode="auto">
            <a:xfrm>
              <a:off x="11891963" y="1603375"/>
              <a:ext cx="90488" cy="92075"/>
            </a:xfrm>
            <a:custGeom>
              <a:avLst/>
              <a:gdLst>
                <a:gd name="T0" fmla="*/ 12 w 24"/>
                <a:gd name="T1" fmla="*/ 24 h 24"/>
                <a:gd name="T2" fmla="*/ 0 w 24"/>
                <a:gd name="T3" fmla="*/ 12 h 24"/>
                <a:gd name="T4" fmla="*/ 12 w 24"/>
                <a:gd name="T5" fmla="*/ 0 h 24"/>
                <a:gd name="T6" fmla="*/ 24 w 24"/>
                <a:gd name="T7" fmla="*/ 12 h 24"/>
                <a:gd name="T8" fmla="*/ 12 w 24"/>
                <a:gd name="T9" fmla="*/ 24 h 24"/>
                <a:gd name="T10" fmla="*/ 12 w 24"/>
                <a:gd name="T11" fmla="*/ 8 h 24"/>
                <a:gd name="T12" fmla="*/ 8 w 24"/>
                <a:gd name="T13" fmla="*/ 12 h 24"/>
                <a:gd name="T14" fmla="*/ 12 w 24"/>
                <a:gd name="T15" fmla="*/ 16 h 24"/>
                <a:gd name="T16" fmla="*/ 16 w 24"/>
                <a:gd name="T17" fmla="*/ 12 h 24"/>
                <a:gd name="T18" fmla="*/ 12 w 24"/>
                <a:gd name="T19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24"/>
                  </a:moveTo>
                  <a:cubicBezTo>
                    <a:pt x="5" y="24"/>
                    <a:pt x="0" y="19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19"/>
                    <a:pt x="19" y="24"/>
                    <a:pt x="12" y="24"/>
                  </a:cubicBezTo>
                  <a:close/>
                  <a:moveTo>
                    <a:pt x="12" y="8"/>
                  </a:moveTo>
                  <a:cubicBezTo>
                    <a:pt x="10" y="8"/>
                    <a:pt x="8" y="10"/>
                    <a:pt x="8" y="12"/>
                  </a:cubicBezTo>
                  <a:cubicBezTo>
                    <a:pt x="8" y="14"/>
                    <a:pt x="10" y="16"/>
                    <a:pt x="12" y="16"/>
                  </a:cubicBezTo>
                  <a:cubicBezTo>
                    <a:pt x="14" y="16"/>
                    <a:pt x="16" y="14"/>
                    <a:pt x="16" y="12"/>
                  </a:cubicBezTo>
                  <a:cubicBezTo>
                    <a:pt x="16" y="10"/>
                    <a:pt x="14" y="8"/>
                    <a:pt x="1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" name="Freeform 24"/>
            <p:cNvSpPr>
              <a:spLocks noEditPoints="1"/>
            </p:cNvSpPr>
            <p:nvPr/>
          </p:nvSpPr>
          <p:spPr bwMode="auto">
            <a:xfrm>
              <a:off x="12042775" y="1603375"/>
              <a:ext cx="90488" cy="92075"/>
            </a:xfrm>
            <a:custGeom>
              <a:avLst/>
              <a:gdLst>
                <a:gd name="T0" fmla="*/ 12 w 24"/>
                <a:gd name="T1" fmla="*/ 8 h 24"/>
                <a:gd name="T2" fmla="*/ 16 w 24"/>
                <a:gd name="T3" fmla="*/ 12 h 24"/>
                <a:gd name="T4" fmla="*/ 12 w 24"/>
                <a:gd name="T5" fmla="*/ 16 h 24"/>
                <a:gd name="T6" fmla="*/ 8 w 24"/>
                <a:gd name="T7" fmla="*/ 12 h 24"/>
                <a:gd name="T8" fmla="*/ 12 w 24"/>
                <a:gd name="T9" fmla="*/ 8 h 24"/>
                <a:gd name="T10" fmla="*/ 12 w 24"/>
                <a:gd name="T11" fmla="*/ 0 h 24"/>
                <a:gd name="T12" fmla="*/ 0 w 24"/>
                <a:gd name="T13" fmla="*/ 12 h 24"/>
                <a:gd name="T14" fmla="*/ 12 w 24"/>
                <a:gd name="T15" fmla="*/ 24 h 24"/>
                <a:gd name="T16" fmla="*/ 24 w 24"/>
                <a:gd name="T17" fmla="*/ 12 h 24"/>
                <a:gd name="T18" fmla="*/ 12 w 24"/>
                <a:gd name="T1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8"/>
                  </a:moveTo>
                  <a:cubicBezTo>
                    <a:pt x="14" y="8"/>
                    <a:pt x="16" y="10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ubicBezTo>
                    <a:pt x="10" y="16"/>
                    <a:pt x="8" y="14"/>
                    <a:pt x="8" y="12"/>
                  </a:cubicBezTo>
                  <a:cubicBezTo>
                    <a:pt x="8" y="10"/>
                    <a:pt x="10" y="8"/>
                    <a:pt x="12" y="8"/>
                  </a:cubicBezTo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9"/>
                    <a:pt x="5" y="24"/>
                    <a:pt x="12" y="24"/>
                  </a:cubicBezTo>
                  <a:cubicBezTo>
                    <a:pt x="19" y="24"/>
                    <a:pt x="24" y="19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8" name="Freeform 25"/>
            <p:cNvSpPr/>
            <p:nvPr/>
          </p:nvSpPr>
          <p:spPr bwMode="auto">
            <a:xfrm>
              <a:off x="11764963" y="1333500"/>
              <a:ext cx="404813" cy="246062"/>
            </a:xfrm>
            <a:custGeom>
              <a:avLst/>
              <a:gdLst>
                <a:gd name="T0" fmla="*/ 37 w 108"/>
                <a:gd name="T1" fmla="*/ 56 h 64"/>
                <a:gd name="T2" fmla="*/ 26 w 108"/>
                <a:gd name="T3" fmla="*/ 0 h 64"/>
                <a:gd name="T4" fmla="*/ 16 w 108"/>
                <a:gd name="T5" fmla="*/ 0 h 64"/>
                <a:gd name="T6" fmla="*/ 4 w 108"/>
                <a:gd name="T7" fmla="*/ 0 h 64"/>
                <a:gd name="T8" fmla="*/ 4 w 108"/>
                <a:gd name="T9" fmla="*/ 0 h 64"/>
                <a:gd name="T10" fmla="*/ 0 w 108"/>
                <a:gd name="T11" fmla="*/ 4 h 64"/>
                <a:gd name="T12" fmla="*/ 4 w 108"/>
                <a:gd name="T13" fmla="*/ 8 h 64"/>
                <a:gd name="T14" fmla="*/ 4 w 108"/>
                <a:gd name="T15" fmla="*/ 8 h 64"/>
                <a:gd name="T16" fmla="*/ 19 w 108"/>
                <a:gd name="T17" fmla="*/ 8 h 64"/>
                <a:gd name="T18" fmla="*/ 30 w 108"/>
                <a:gd name="T19" fmla="*/ 64 h 64"/>
                <a:gd name="T20" fmla="*/ 42 w 108"/>
                <a:gd name="T21" fmla="*/ 64 h 64"/>
                <a:gd name="T22" fmla="*/ 104 w 108"/>
                <a:gd name="T23" fmla="*/ 64 h 64"/>
                <a:gd name="T24" fmla="*/ 104 w 108"/>
                <a:gd name="T25" fmla="*/ 64 h 64"/>
                <a:gd name="T26" fmla="*/ 104 w 108"/>
                <a:gd name="T27" fmla="*/ 64 h 64"/>
                <a:gd name="T28" fmla="*/ 104 w 108"/>
                <a:gd name="T29" fmla="*/ 64 h 64"/>
                <a:gd name="T30" fmla="*/ 104 w 108"/>
                <a:gd name="T31" fmla="*/ 64 h 64"/>
                <a:gd name="T32" fmla="*/ 108 w 108"/>
                <a:gd name="T33" fmla="*/ 60 h 64"/>
                <a:gd name="T34" fmla="*/ 104 w 108"/>
                <a:gd name="T35" fmla="*/ 56 h 64"/>
                <a:gd name="T36" fmla="*/ 37 w 108"/>
                <a:gd name="T37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64">
                  <a:moveTo>
                    <a:pt x="37" y="56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6" y="64"/>
                    <a:pt x="108" y="62"/>
                    <a:pt x="108" y="60"/>
                  </a:cubicBezTo>
                  <a:cubicBezTo>
                    <a:pt x="108" y="58"/>
                    <a:pt x="106" y="56"/>
                    <a:pt x="104" y="56"/>
                  </a:cubicBezTo>
                  <a:lnTo>
                    <a:pt x="37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9" name="Freeform 26"/>
            <p:cNvSpPr>
              <a:spLocks noEditPoints="1"/>
            </p:cNvSpPr>
            <p:nvPr/>
          </p:nvSpPr>
          <p:spPr bwMode="auto">
            <a:xfrm>
              <a:off x="11899900" y="1363663"/>
              <a:ext cx="300038" cy="153987"/>
            </a:xfrm>
            <a:custGeom>
              <a:avLst/>
              <a:gdLst>
                <a:gd name="T0" fmla="*/ 68 w 80"/>
                <a:gd name="T1" fmla="*/ 32 h 40"/>
                <a:gd name="T2" fmla="*/ 12 w 80"/>
                <a:gd name="T3" fmla="*/ 32 h 40"/>
                <a:gd name="T4" fmla="*/ 8 w 80"/>
                <a:gd name="T5" fmla="*/ 36 h 40"/>
                <a:gd name="T6" fmla="*/ 12 w 80"/>
                <a:gd name="T7" fmla="*/ 40 h 40"/>
                <a:gd name="T8" fmla="*/ 68 w 80"/>
                <a:gd name="T9" fmla="*/ 40 h 40"/>
                <a:gd name="T10" fmla="*/ 72 w 80"/>
                <a:gd name="T11" fmla="*/ 36 h 40"/>
                <a:gd name="T12" fmla="*/ 68 w 80"/>
                <a:gd name="T13" fmla="*/ 32 h 40"/>
                <a:gd name="T14" fmla="*/ 72 w 80"/>
                <a:gd name="T15" fmla="*/ 16 h 40"/>
                <a:gd name="T16" fmla="*/ 8 w 80"/>
                <a:gd name="T17" fmla="*/ 16 h 40"/>
                <a:gd name="T18" fmla="*/ 4 w 80"/>
                <a:gd name="T19" fmla="*/ 20 h 40"/>
                <a:gd name="T20" fmla="*/ 8 w 80"/>
                <a:gd name="T21" fmla="*/ 24 h 40"/>
                <a:gd name="T22" fmla="*/ 72 w 80"/>
                <a:gd name="T23" fmla="*/ 24 h 40"/>
                <a:gd name="T24" fmla="*/ 76 w 80"/>
                <a:gd name="T25" fmla="*/ 20 h 40"/>
                <a:gd name="T26" fmla="*/ 72 w 80"/>
                <a:gd name="T27" fmla="*/ 16 h 40"/>
                <a:gd name="T28" fmla="*/ 76 w 80"/>
                <a:gd name="T29" fmla="*/ 0 h 40"/>
                <a:gd name="T30" fmla="*/ 4 w 80"/>
                <a:gd name="T31" fmla="*/ 0 h 40"/>
                <a:gd name="T32" fmla="*/ 0 w 80"/>
                <a:gd name="T33" fmla="*/ 4 h 40"/>
                <a:gd name="T34" fmla="*/ 4 w 80"/>
                <a:gd name="T35" fmla="*/ 8 h 40"/>
                <a:gd name="T36" fmla="*/ 76 w 80"/>
                <a:gd name="T37" fmla="*/ 8 h 40"/>
                <a:gd name="T38" fmla="*/ 80 w 80"/>
                <a:gd name="T39" fmla="*/ 4 h 40"/>
                <a:gd name="T40" fmla="*/ 76 w 80"/>
                <a:gd name="T4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0" h="40">
                  <a:moveTo>
                    <a:pt x="68" y="32"/>
                  </a:moveTo>
                  <a:cubicBezTo>
                    <a:pt x="12" y="32"/>
                    <a:pt x="12" y="32"/>
                    <a:pt x="12" y="32"/>
                  </a:cubicBezTo>
                  <a:cubicBezTo>
                    <a:pt x="10" y="32"/>
                    <a:pt x="8" y="34"/>
                    <a:pt x="8" y="36"/>
                  </a:cubicBezTo>
                  <a:cubicBezTo>
                    <a:pt x="8" y="38"/>
                    <a:pt x="10" y="40"/>
                    <a:pt x="12" y="40"/>
                  </a:cubicBezTo>
                  <a:cubicBezTo>
                    <a:pt x="68" y="40"/>
                    <a:pt x="68" y="40"/>
                    <a:pt x="68" y="40"/>
                  </a:cubicBezTo>
                  <a:cubicBezTo>
                    <a:pt x="70" y="40"/>
                    <a:pt x="72" y="38"/>
                    <a:pt x="72" y="36"/>
                  </a:cubicBezTo>
                  <a:cubicBezTo>
                    <a:pt x="72" y="34"/>
                    <a:pt x="70" y="32"/>
                    <a:pt x="68" y="32"/>
                  </a:cubicBezTo>
                  <a:close/>
                  <a:moveTo>
                    <a:pt x="72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6" y="16"/>
                    <a:pt x="4" y="18"/>
                    <a:pt x="4" y="20"/>
                  </a:cubicBezTo>
                  <a:cubicBezTo>
                    <a:pt x="4" y="22"/>
                    <a:pt x="6" y="24"/>
                    <a:pt x="8" y="24"/>
                  </a:cubicBezTo>
                  <a:cubicBezTo>
                    <a:pt x="72" y="24"/>
                    <a:pt x="72" y="24"/>
                    <a:pt x="72" y="24"/>
                  </a:cubicBezTo>
                  <a:cubicBezTo>
                    <a:pt x="74" y="24"/>
                    <a:pt x="76" y="22"/>
                    <a:pt x="76" y="20"/>
                  </a:cubicBezTo>
                  <a:cubicBezTo>
                    <a:pt x="76" y="18"/>
                    <a:pt x="74" y="16"/>
                    <a:pt x="72" y="16"/>
                  </a:cubicBezTo>
                  <a:close/>
                  <a:moveTo>
                    <a:pt x="7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8" y="8"/>
                    <a:pt x="80" y="6"/>
                    <a:pt x="80" y="4"/>
                  </a:cubicBezTo>
                  <a:cubicBezTo>
                    <a:pt x="80" y="2"/>
                    <a:pt x="78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8154686" y="4531739"/>
            <a:ext cx="359933" cy="322327"/>
            <a:chOff x="2165351" y="3622675"/>
            <a:chExt cx="319088" cy="285750"/>
          </a:xfrm>
          <a:solidFill>
            <a:schemeClr val="accent6"/>
          </a:solidFill>
        </p:grpSpPr>
        <p:sp>
          <p:nvSpPr>
            <p:cNvPr id="31" name="Freeform 145"/>
            <p:cNvSpPr/>
            <p:nvPr/>
          </p:nvSpPr>
          <p:spPr bwMode="auto">
            <a:xfrm>
              <a:off x="2165351" y="3622675"/>
              <a:ext cx="319088" cy="285750"/>
            </a:xfrm>
            <a:custGeom>
              <a:avLst/>
              <a:gdLst>
                <a:gd name="T0" fmla="*/ 96 w 120"/>
                <a:gd name="T1" fmla="*/ 106 h 107"/>
                <a:gd name="T2" fmla="*/ 93 w 120"/>
                <a:gd name="T3" fmla="*/ 105 h 107"/>
                <a:gd name="T4" fmla="*/ 93 w 120"/>
                <a:gd name="T5" fmla="*/ 99 h 107"/>
                <a:gd name="T6" fmla="*/ 112 w 120"/>
                <a:gd name="T7" fmla="*/ 60 h 107"/>
                <a:gd name="T8" fmla="*/ 60 w 120"/>
                <a:gd name="T9" fmla="*/ 8 h 107"/>
                <a:gd name="T10" fmla="*/ 8 w 120"/>
                <a:gd name="T11" fmla="*/ 60 h 107"/>
                <a:gd name="T12" fmla="*/ 27 w 120"/>
                <a:gd name="T13" fmla="*/ 99 h 107"/>
                <a:gd name="T14" fmla="*/ 27 w 120"/>
                <a:gd name="T15" fmla="*/ 105 h 107"/>
                <a:gd name="T16" fmla="*/ 22 w 120"/>
                <a:gd name="T17" fmla="*/ 106 h 107"/>
                <a:gd name="T18" fmla="*/ 0 w 120"/>
                <a:gd name="T19" fmla="*/ 60 h 107"/>
                <a:gd name="T20" fmla="*/ 60 w 120"/>
                <a:gd name="T21" fmla="*/ 0 h 107"/>
                <a:gd name="T22" fmla="*/ 120 w 120"/>
                <a:gd name="T23" fmla="*/ 60 h 107"/>
                <a:gd name="T24" fmla="*/ 98 w 120"/>
                <a:gd name="T25" fmla="*/ 106 h 107"/>
                <a:gd name="T26" fmla="*/ 96 w 120"/>
                <a:gd name="T27" fmla="*/ 10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107">
                  <a:moveTo>
                    <a:pt x="96" y="106"/>
                  </a:moveTo>
                  <a:cubicBezTo>
                    <a:pt x="95" y="106"/>
                    <a:pt x="94" y="106"/>
                    <a:pt x="93" y="105"/>
                  </a:cubicBezTo>
                  <a:cubicBezTo>
                    <a:pt x="91" y="103"/>
                    <a:pt x="92" y="101"/>
                    <a:pt x="93" y="99"/>
                  </a:cubicBezTo>
                  <a:cubicBezTo>
                    <a:pt x="105" y="89"/>
                    <a:pt x="112" y="75"/>
                    <a:pt x="112" y="60"/>
                  </a:cubicBezTo>
                  <a:cubicBezTo>
                    <a:pt x="112" y="31"/>
                    <a:pt x="89" y="8"/>
                    <a:pt x="60" y="8"/>
                  </a:cubicBezTo>
                  <a:cubicBezTo>
                    <a:pt x="31" y="8"/>
                    <a:pt x="8" y="31"/>
                    <a:pt x="8" y="60"/>
                  </a:cubicBezTo>
                  <a:cubicBezTo>
                    <a:pt x="8" y="75"/>
                    <a:pt x="15" y="89"/>
                    <a:pt x="27" y="99"/>
                  </a:cubicBezTo>
                  <a:cubicBezTo>
                    <a:pt x="28" y="101"/>
                    <a:pt x="29" y="103"/>
                    <a:pt x="27" y="105"/>
                  </a:cubicBezTo>
                  <a:cubicBezTo>
                    <a:pt x="26" y="107"/>
                    <a:pt x="23" y="107"/>
                    <a:pt x="22" y="106"/>
                  </a:cubicBezTo>
                  <a:cubicBezTo>
                    <a:pt x="8" y="94"/>
                    <a:pt x="0" y="77"/>
                    <a:pt x="0" y="60"/>
                  </a:cubicBezTo>
                  <a:cubicBezTo>
                    <a:pt x="0" y="26"/>
                    <a:pt x="27" y="0"/>
                    <a:pt x="60" y="0"/>
                  </a:cubicBezTo>
                  <a:cubicBezTo>
                    <a:pt x="93" y="0"/>
                    <a:pt x="120" y="26"/>
                    <a:pt x="120" y="60"/>
                  </a:cubicBezTo>
                  <a:cubicBezTo>
                    <a:pt x="120" y="77"/>
                    <a:pt x="112" y="94"/>
                    <a:pt x="98" y="106"/>
                  </a:cubicBezTo>
                  <a:cubicBezTo>
                    <a:pt x="98" y="106"/>
                    <a:pt x="97" y="106"/>
                    <a:pt x="96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2" name="Oval 146"/>
            <p:cNvSpPr>
              <a:spLocks noChangeArrowheads="1"/>
            </p:cNvSpPr>
            <p:nvPr/>
          </p:nvSpPr>
          <p:spPr bwMode="auto">
            <a:xfrm>
              <a:off x="2303464" y="3786188"/>
              <a:ext cx="42863" cy="428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3" name="Freeform 147"/>
            <p:cNvSpPr/>
            <p:nvPr/>
          </p:nvSpPr>
          <p:spPr bwMode="auto">
            <a:xfrm>
              <a:off x="2228851" y="3711575"/>
              <a:ext cx="66675" cy="66675"/>
            </a:xfrm>
            <a:custGeom>
              <a:avLst/>
              <a:gdLst>
                <a:gd name="T0" fmla="*/ 1 w 25"/>
                <a:gd name="T1" fmla="*/ 1 h 25"/>
                <a:gd name="T2" fmla="*/ 7 w 25"/>
                <a:gd name="T3" fmla="*/ 1 h 25"/>
                <a:gd name="T4" fmla="*/ 24 w 25"/>
                <a:gd name="T5" fmla="*/ 18 h 25"/>
                <a:gd name="T6" fmla="*/ 24 w 25"/>
                <a:gd name="T7" fmla="*/ 24 h 25"/>
                <a:gd name="T8" fmla="*/ 18 w 25"/>
                <a:gd name="T9" fmla="*/ 24 h 25"/>
                <a:gd name="T10" fmla="*/ 1 w 25"/>
                <a:gd name="T11" fmla="*/ 7 h 25"/>
                <a:gd name="T12" fmla="*/ 1 w 25"/>
                <a:gd name="T13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25">
                  <a:moveTo>
                    <a:pt x="1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5" y="20"/>
                    <a:pt x="25" y="22"/>
                    <a:pt x="24" y="24"/>
                  </a:cubicBezTo>
                  <a:cubicBezTo>
                    <a:pt x="22" y="25"/>
                    <a:pt x="20" y="25"/>
                    <a:pt x="18" y="24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0" y="3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4" name="Freeform 136"/>
          <p:cNvSpPr>
            <a:spLocks noEditPoints="1"/>
          </p:cNvSpPr>
          <p:nvPr/>
        </p:nvSpPr>
        <p:spPr bwMode="auto">
          <a:xfrm>
            <a:off x="1124316" y="2569246"/>
            <a:ext cx="387838" cy="266239"/>
          </a:xfrm>
          <a:custGeom>
            <a:avLst/>
            <a:gdLst>
              <a:gd name="T0" fmla="*/ 120 w 128"/>
              <a:gd name="T1" fmla="*/ 4 h 88"/>
              <a:gd name="T2" fmla="*/ 116 w 128"/>
              <a:gd name="T3" fmla="*/ 4 h 88"/>
              <a:gd name="T4" fmla="*/ 111 w 128"/>
              <a:gd name="T5" fmla="*/ 6 h 88"/>
              <a:gd name="T6" fmla="*/ 100 w 128"/>
              <a:gd name="T7" fmla="*/ 17 h 88"/>
              <a:gd name="T8" fmla="*/ 100 w 128"/>
              <a:gd name="T9" fmla="*/ 12 h 88"/>
              <a:gd name="T10" fmla="*/ 88 w 128"/>
              <a:gd name="T11" fmla="*/ 0 h 88"/>
              <a:gd name="T12" fmla="*/ 12 w 128"/>
              <a:gd name="T13" fmla="*/ 0 h 88"/>
              <a:gd name="T14" fmla="*/ 0 w 128"/>
              <a:gd name="T15" fmla="*/ 12 h 88"/>
              <a:gd name="T16" fmla="*/ 0 w 128"/>
              <a:gd name="T17" fmla="*/ 40 h 88"/>
              <a:gd name="T18" fmla="*/ 0 w 128"/>
              <a:gd name="T19" fmla="*/ 76 h 88"/>
              <a:gd name="T20" fmla="*/ 12 w 128"/>
              <a:gd name="T21" fmla="*/ 88 h 88"/>
              <a:gd name="T22" fmla="*/ 88 w 128"/>
              <a:gd name="T23" fmla="*/ 88 h 88"/>
              <a:gd name="T24" fmla="*/ 100 w 128"/>
              <a:gd name="T25" fmla="*/ 76 h 88"/>
              <a:gd name="T26" fmla="*/ 100 w 128"/>
              <a:gd name="T27" fmla="*/ 71 h 88"/>
              <a:gd name="T28" fmla="*/ 111 w 128"/>
              <a:gd name="T29" fmla="*/ 82 h 88"/>
              <a:gd name="T30" fmla="*/ 116 w 128"/>
              <a:gd name="T31" fmla="*/ 84 h 88"/>
              <a:gd name="T32" fmla="*/ 120 w 128"/>
              <a:gd name="T33" fmla="*/ 84 h 88"/>
              <a:gd name="T34" fmla="*/ 128 w 128"/>
              <a:gd name="T35" fmla="*/ 76 h 88"/>
              <a:gd name="T36" fmla="*/ 128 w 128"/>
              <a:gd name="T37" fmla="*/ 12 h 88"/>
              <a:gd name="T38" fmla="*/ 120 w 128"/>
              <a:gd name="T39" fmla="*/ 4 h 88"/>
              <a:gd name="T40" fmla="*/ 12 w 128"/>
              <a:gd name="T41" fmla="*/ 80 h 88"/>
              <a:gd name="T42" fmla="*/ 8 w 128"/>
              <a:gd name="T43" fmla="*/ 76 h 88"/>
              <a:gd name="T44" fmla="*/ 8 w 128"/>
              <a:gd name="T45" fmla="*/ 12 h 88"/>
              <a:gd name="T46" fmla="*/ 12 w 128"/>
              <a:gd name="T47" fmla="*/ 8 h 88"/>
              <a:gd name="T48" fmla="*/ 88 w 128"/>
              <a:gd name="T49" fmla="*/ 8 h 88"/>
              <a:gd name="T50" fmla="*/ 92 w 128"/>
              <a:gd name="T51" fmla="*/ 12 h 88"/>
              <a:gd name="T52" fmla="*/ 92 w 128"/>
              <a:gd name="T53" fmla="*/ 76 h 88"/>
              <a:gd name="T54" fmla="*/ 88 w 128"/>
              <a:gd name="T55" fmla="*/ 80 h 88"/>
              <a:gd name="T56" fmla="*/ 12 w 128"/>
              <a:gd name="T57" fmla="*/ 80 h 88"/>
              <a:gd name="T58" fmla="*/ 120 w 128"/>
              <a:gd name="T59" fmla="*/ 76 h 88"/>
              <a:gd name="T60" fmla="*/ 116 w 128"/>
              <a:gd name="T61" fmla="*/ 76 h 88"/>
              <a:gd name="T62" fmla="*/ 116 w 128"/>
              <a:gd name="T63" fmla="*/ 76 h 88"/>
              <a:gd name="T64" fmla="*/ 100 w 128"/>
              <a:gd name="T65" fmla="*/ 60 h 88"/>
              <a:gd name="T66" fmla="*/ 100 w 128"/>
              <a:gd name="T67" fmla="*/ 60 h 88"/>
              <a:gd name="T68" fmla="*/ 96 w 128"/>
              <a:gd name="T69" fmla="*/ 56 h 88"/>
              <a:gd name="T70" fmla="*/ 96 w 128"/>
              <a:gd name="T71" fmla="*/ 32 h 88"/>
              <a:gd name="T72" fmla="*/ 116 w 128"/>
              <a:gd name="T73" fmla="*/ 12 h 88"/>
              <a:gd name="T74" fmla="*/ 116 w 128"/>
              <a:gd name="T75" fmla="*/ 12 h 88"/>
              <a:gd name="T76" fmla="*/ 120 w 128"/>
              <a:gd name="T77" fmla="*/ 12 h 88"/>
              <a:gd name="T78" fmla="*/ 120 w 128"/>
              <a:gd name="T79" fmla="*/ 76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8" h="88">
                <a:moveTo>
                  <a:pt x="120" y="4"/>
                </a:moveTo>
                <a:cubicBezTo>
                  <a:pt x="116" y="4"/>
                  <a:pt x="116" y="4"/>
                  <a:pt x="116" y="4"/>
                </a:cubicBezTo>
                <a:cubicBezTo>
                  <a:pt x="114" y="4"/>
                  <a:pt x="112" y="5"/>
                  <a:pt x="111" y="6"/>
                </a:cubicBezTo>
                <a:cubicBezTo>
                  <a:pt x="100" y="17"/>
                  <a:pt x="100" y="17"/>
                  <a:pt x="100" y="17"/>
                </a:cubicBezTo>
                <a:cubicBezTo>
                  <a:pt x="100" y="12"/>
                  <a:pt x="100" y="12"/>
                  <a:pt x="100" y="12"/>
                </a:cubicBezTo>
                <a:cubicBezTo>
                  <a:pt x="100" y="5"/>
                  <a:pt x="95" y="0"/>
                  <a:pt x="88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83"/>
                  <a:pt x="5" y="88"/>
                  <a:pt x="12" y="88"/>
                </a:cubicBezTo>
                <a:cubicBezTo>
                  <a:pt x="88" y="88"/>
                  <a:pt x="88" y="88"/>
                  <a:pt x="88" y="88"/>
                </a:cubicBezTo>
                <a:cubicBezTo>
                  <a:pt x="95" y="88"/>
                  <a:pt x="100" y="83"/>
                  <a:pt x="100" y="76"/>
                </a:cubicBezTo>
                <a:cubicBezTo>
                  <a:pt x="100" y="71"/>
                  <a:pt x="100" y="71"/>
                  <a:pt x="100" y="71"/>
                </a:cubicBezTo>
                <a:cubicBezTo>
                  <a:pt x="111" y="82"/>
                  <a:pt x="111" y="82"/>
                  <a:pt x="111" y="82"/>
                </a:cubicBezTo>
                <a:cubicBezTo>
                  <a:pt x="112" y="83"/>
                  <a:pt x="114" y="84"/>
                  <a:pt x="116" y="84"/>
                </a:cubicBezTo>
                <a:cubicBezTo>
                  <a:pt x="120" y="84"/>
                  <a:pt x="120" y="84"/>
                  <a:pt x="120" y="84"/>
                </a:cubicBezTo>
                <a:cubicBezTo>
                  <a:pt x="124" y="84"/>
                  <a:pt x="128" y="81"/>
                  <a:pt x="128" y="76"/>
                </a:cubicBezTo>
                <a:cubicBezTo>
                  <a:pt x="128" y="12"/>
                  <a:pt x="128" y="12"/>
                  <a:pt x="128" y="12"/>
                </a:cubicBezTo>
                <a:cubicBezTo>
                  <a:pt x="128" y="8"/>
                  <a:pt x="124" y="4"/>
                  <a:pt x="120" y="4"/>
                </a:cubicBezTo>
                <a:close/>
                <a:moveTo>
                  <a:pt x="12" y="80"/>
                </a:moveTo>
                <a:cubicBezTo>
                  <a:pt x="10" y="80"/>
                  <a:pt x="8" y="78"/>
                  <a:pt x="8" y="76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0"/>
                  <a:pt x="10" y="8"/>
                  <a:pt x="12" y="8"/>
                </a:cubicBezTo>
                <a:cubicBezTo>
                  <a:pt x="88" y="8"/>
                  <a:pt x="88" y="8"/>
                  <a:pt x="88" y="8"/>
                </a:cubicBezTo>
                <a:cubicBezTo>
                  <a:pt x="90" y="8"/>
                  <a:pt x="92" y="10"/>
                  <a:pt x="92" y="12"/>
                </a:cubicBezTo>
                <a:cubicBezTo>
                  <a:pt x="92" y="76"/>
                  <a:pt x="92" y="76"/>
                  <a:pt x="92" y="76"/>
                </a:cubicBezTo>
                <a:cubicBezTo>
                  <a:pt x="92" y="78"/>
                  <a:pt x="90" y="80"/>
                  <a:pt x="88" y="80"/>
                </a:cubicBezTo>
                <a:lnTo>
                  <a:pt x="12" y="80"/>
                </a:lnTo>
                <a:close/>
                <a:moveTo>
                  <a:pt x="120" y="76"/>
                </a:moveTo>
                <a:cubicBezTo>
                  <a:pt x="116" y="76"/>
                  <a:pt x="116" y="76"/>
                  <a:pt x="116" y="76"/>
                </a:cubicBezTo>
                <a:cubicBezTo>
                  <a:pt x="116" y="76"/>
                  <a:pt x="116" y="76"/>
                  <a:pt x="116" y="76"/>
                </a:cubicBezTo>
                <a:cubicBezTo>
                  <a:pt x="100" y="60"/>
                  <a:pt x="100" y="60"/>
                  <a:pt x="100" y="60"/>
                </a:cubicBezTo>
                <a:cubicBezTo>
                  <a:pt x="100" y="60"/>
                  <a:pt x="100" y="60"/>
                  <a:pt x="100" y="60"/>
                </a:cubicBezTo>
                <a:cubicBezTo>
                  <a:pt x="96" y="56"/>
                  <a:pt x="96" y="56"/>
                  <a:pt x="96" y="56"/>
                </a:cubicBezTo>
                <a:cubicBezTo>
                  <a:pt x="96" y="32"/>
                  <a:pt x="96" y="32"/>
                  <a:pt x="96" y="32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20" y="12"/>
                  <a:pt x="120" y="12"/>
                  <a:pt x="120" y="12"/>
                </a:cubicBezTo>
                <a:lnTo>
                  <a:pt x="120" y="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0"/>
                            </p:stCondLst>
                            <p:childTnLst>
                              <p:par>
                                <p:cTn id="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24" grpId="0" animBg="1"/>
      <p:bldP spid="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Service List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What we do</a:t>
            </a:r>
            <a:endParaRPr lang="id-ID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840134" y="2144235"/>
          <a:ext cx="2297474" cy="2179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3558528" y="2144235"/>
          <a:ext cx="2297474" cy="2179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6322276" y="2144235"/>
          <a:ext cx="2297474" cy="2179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9064621" y="2144235"/>
          <a:ext cx="2297474" cy="2179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1365951" y="2610881"/>
            <a:ext cx="1245841" cy="12458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4084345" y="2610881"/>
            <a:ext cx="1245841" cy="12458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6848093" y="2610881"/>
            <a:ext cx="1245841" cy="124584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Oval 5"/>
          <p:cNvSpPr>
            <a:spLocks noChangeArrowheads="1"/>
          </p:cNvSpPr>
          <p:nvPr/>
        </p:nvSpPr>
        <p:spPr bwMode="auto">
          <a:xfrm>
            <a:off x="9590438" y="2610881"/>
            <a:ext cx="1245841" cy="12458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769595" y="3025154"/>
            <a:ext cx="438552" cy="417295"/>
            <a:chOff x="1588" y="4763"/>
            <a:chExt cx="6746875" cy="6419850"/>
          </a:xfrm>
          <a:solidFill>
            <a:schemeClr val="bg1"/>
          </a:solidFill>
        </p:grpSpPr>
        <p:sp>
          <p:nvSpPr>
            <p:cNvPr id="13" name="Freeform 5"/>
            <p:cNvSpPr>
              <a:spLocks noEditPoints="1"/>
            </p:cNvSpPr>
            <p:nvPr/>
          </p:nvSpPr>
          <p:spPr bwMode="auto">
            <a:xfrm>
              <a:off x="1588" y="4763"/>
              <a:ext cx="6746875" cy="6419850"/>
            </a:xfrm>
            <a:custGeom>
              <a:avLst/>
              <a:gdLst>
                <a:gd name="T0" fmla="*/ 1645 w 1796"/>
                <a:gd name="T1" fmla="*/ 0 h 1709"/>
                <a:gd name="T2" fmla="*/ 151 w 1796"/>
                <a:gd name="T3" fmla="*/ 0 h 1709"/>
                <a:gd name="T4" fmla="*/ 0 w 1796"/>
                <a:gd name="T5" fmla="*/ 151 h 1709"/>
                <a:gd name="T6" fmla="*/ 0 w 1796"/>
                <a:gd name="T7" fmla="*/ 1307 h 1709"/>
                <a:gd name="T8" fmla="*/ 151 w 1796"/>
                <a:gd name="T9" fmla="*/ 1458 h 1709"/>
                <a:gd name="T10" fmla="*/ 606 w 1796"/>
                <a:gd name="T11" fmla="*/ 1458 h 1709"/>
                <a:gd name="T12" fmla="*/ 526 w 1796"/>
                <a:gd name="T13" fmla="*/ 1545 h 1709"/>
                <a:gd name="T14" fmla="*/ 483 w 1796"/>
                <a:gd name="T15" fmla="*/ 1590 h 1709"/>
                <a:gd name="T16" fmla="*/ 479 w 1796"/>
                <a:gd name="T17" fmla="*/ 1659 h 1709"/>
                <a:gd name="T18" fmla="*/ 593 w 1796"/>
                <a:gd name="T19" fmla="*/ 1709 h 1709"/>
                <a:gd name="T20" fmla="*/ 1203 w 1796"/>
                <a:gd name="T21" fmla="*/ 1709 h 1709"/>
                <a:gd name="T22" fmla="*/ 1316 w 1796"/>
                <a:gd name="T23" fmla="*/ 1659 h 1709"/>
                <a:gd name="T24" fmla="*/ 1312 w 1796"/>
                <a:gd name="T25" fmla="*/ 1590 h 1709"/>
                <a:gd name="T26" fmla="*/ 1270 w 1796"/>
                <a:gd name="T27" fmla="*/ 1545 h 1709"/>
                <a:gd name="T28" fmla="*/ 1190 w 1796"/>
                <a:gd name="T29" fmla="*/ 1458 h 1709"/>
                <a:gd name="T30" fmla="*/ 1645 w 1796"/>
                <a:gd name="T31" fmla="*/ 1458 h 1709"/>
                <a:gd name="T32" fmla="*/ 1796 w 1796"/>
                <a:gd name="T33" fmla="*/ 1307 h 1709"/>
                <a:gd name="T34" fmla="*/ 1796 w 1796"/>
                <a:gd name="T35" fmla="*/ 151 h 1709"/>
                <a:gd name="T36" fmla="*/ 1645 w 1796"/>
                <a:gd name="T37" fmla="*/ 0 h 1709"/>
                <a:gd name="T38" fmla="*/ 1231 w 1796"/>
                <a:gd name="T39" fmla="*/ 1585 h 1709"/>
                <a:gd name="T40" fmla="*/ 1267 w 1796"/>
                <a:gd name="T41" fmla="*/ 1622 h 1709"/>
                <a:gd name="T42" fmla="*/ 1265 w 1796"/>
                <a:gd name="T43" fmla="*/ 1635 h 1709"/>
                <a:gd name="T44" fmla="*/ 1203 w 1796"/>
                <a:gd name="T45" fmla="*/ 1653 h 1709"/>
                <a:gd name="T46" fmla="*/ 593 w 1796"/>
                <a:gd name="T47" fmla="*/ 1653 h 1709"/>
                <a:gd name="T48" fmla="*/ 530 w 1796"/>
                <a:gd name="T49" fmla="*/ 1635 h 1709"/>
                <a:gd name="T50" fmla="*/ 528 w 1796"/>
                <a:gd name="T51" fmla="*/ 1623 h 1709"/>
                <a:gd name="T52" fmla="*/ 528 w 1796"/>
                <a:gd name="T53" fmla="*/ 1623 h 1709"/>
                <a:gd name="T54" fmla="*/ 565 w 1796"/>
                <a:gd name="T55" fmla="*/ 1585 h 1709"/>
                <a:gd name="T56" fmla="*/ 672 w 1796"/>
                <a:gd name="T57" fmla="*/ 1458 h 1709"/>
                <a:gd name="T58" fmla="*/ 1124 w 1796"/>
                <a:gd name="T59" fmla="*/ 1458 h 1709"/>
                <a:gd name="T60" fmla="*/ 1231 w 1796"/>
                <a:gd name="T61" fmla="*/ 1585 h 1709"/>
                <a:gd name="T62" fmla="*/ 1684 w 1796"/>
                <a:gd name="T63" fmla="*/ 1307 h 1709"/>
                <a:gd name="T64" fmla="*/ 1645 w 1796"/>
                <a:gd name="T65" fmla="*/ 1346 h 1709"/>
                <a:gd name="T66" fmla="*/ 151 w 1796"/>
                <a:gd name="T67" fmla="*/ 1346 h 1709"/>
                <a:gd name="T68" fmla="*/ 112 w 1796"/>
                <a:gd name="T69" fmla="*/ 1307 h 1709"/>
                <a:gd name="T70" fmla="*/ 112 w 1796"/>
                <a:gd name="T71" fmla="*/ 151 h 1709"/>
                <a:gd name="T72" fmla="*/ 151 w 1796"/>
                <a:gd name="T73" fmla="*/ 112 h 1709"/>
                <a:gd name="T74" fmla="*/ 1645 w 1796"/>
                <a:gd name="T75" fmla="*/ 112 h 1709"/>
                <a:gd name="T76" fmla="*/ 1684 w 1796"/>
                <a:gd name="T77" fmla="*/ 151 h 1709"/>
                <a:gd name="T78" fmla="*/ 1684 w 1796"/>
                <a:gd name="T79" fmla="*/ 1307 h 1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96" h="1709">
                  <a:moveTo>
                    <a:pt x="1645" y="0"/>
                  </a:moveTo>
                  <a:cubicBezTo>
                    <a:pt x="151" y="0"/>
                    <a:pt x="151" y="0"/>
                    <a:pt x="151" y="0"/>
                  </a:cubicBezTo>
                  <a:cubicBezTo>
                    <a:pt x="68" y="0"/>
                    <a:pt x="0" y="67"/>
                    <a:pt x="0" y="151"/>
                  </a:cubicBezTo>
                  <a:cubicBezTo>
                    <a:pt x="0" y="1307"/>
                    <a:pt x="0" y="1307"/>
                    <a:pt x="0" y="1307"/>
                  </a:cubicBezTo>
                  <a:cubicBezTo>
                    <a:pt x="0" y="1390"/>
                    <a:pt x="68" y="1458"/>
                    <a:pt x="151" y="1458"/>
                  </a:cubicBezTo>
                  <a:cubicBezTo>
                    <a:pt x="606" y="1458"/>
                    <a:pt x="606" y="1458"/>
                    <a:pt x="606" y="1458"/>
                  </a:cubicBezTo>
                  <a:cubicBezTo>
                    <a:pt x="582" y="1488"/>
                    <a:pt x="544" y="1527"/>
                    <a:pt x="526" y="1545"/>
                  </a:cubicBezTo>
                  <a:cubicBezTo>
                    <a:pt x="506" y="1564"/>
                    <a:pt x="491" y="1579"/>
                    <a:pt x="483" y="1590"/>
                  </a:cubicBezTo>
                  <a:cubicBezTo>
                    <a:pt x="472" y="1605"/>
                    <a:pt x="467" y="1634"/>
                    <a:pt x="479" y="1659"/>
                  </a:cubicBezTo>
                  <a:cubicBezTo>
                    <a:pt x="491" y="1682"/>
                    <a:pt x="520" y="1709"/>
                    <a:pt x="593" y="1709"/>
                  </a:cubicBezTo>
                  <a:cubicBezTo>
                    <a:pt x="1203" y="1709"/>
                    <a:pt x="1203" y="1709"/>
                    <a:pt x="1203" y="1709"/>
                  </a:cubicBezTo>
                  <a:cubicBezTo>
                    <a:pt x="1276" y="1709"/>
                    <a:pt x="1305" y="1682"/>
                    <a:pt x="1316" y="1659"/>
                  </a:cubicBezTo>
                  <a:cubicBezTo>
                    <a:pt x="1329" y="1634"/>
                    <a:pt x="1324" y="1605"/>
                    <a:pt x="1312" y="1590"/>
                  </a:cubicBezTo>
                  <a:cubicBezTo>
                    <a:pt x="1304" y="1579"/>
                    <a:pt x="1289" y="1564"/>
                    <a:pt x="1270" y="1545"/>
                  </a:cubicBezTo>
                  <a:cubicBezTo>
                    <a:pt x="1252" y="1527"/>
                    <a:pt x="1213" y="1488"/>
                    <a:pt x="1190" y="1458"/>
                  </a:cubicBezTo>
                  <a:cubicBezTo>
                    <a:pt x="1645" y="1458"/>
                    <a:pt x="1645" y="1458"/>
                    <a:pt x="1645" y="1458"/>
                  </a:cubicBezTo>
                  <a:cubicBezTo>
                    <a:pt x="1728" y="1458"/>
                    <a:pt x="1796" y="1390"/>
                    <a:pt x="1796" y="1307"/>
                  </a:cubicBezTo>
                  <a:cubicBezTo>
                    <a:pt x="1796" y="151"/>
                    <a:pt x="1796" y="151"/>
                    <a:pt x="1796" y="151"/>
                  </a:cubicBezTo>
                  <a:cubicBezTo>
                    <a:pt x="1796" y="67"/>
                    <a:pt x="1728" y="0"/>
                    <a:pt x="1645" y="0"/>
                  </a:cubicBezTo>
                  <a:close/>
                  <a:moveTo>
                    <a:pt x="1231" y="1585"/>
                  </a:moveTo>
                  <a:cubicBezTo>
                    <a:pt x="1247" y="1601"/>
                    <a:pt x="1262" y="1616"/>
                    <a:pt x="1267" y="1622"/>
                  </a:cubicBezTo>
                  <a:cubicBezTo>
                    <a:pt x="1267" y="1622"/>
                    <a:pt x="1269" y="1629"/>
                    <a:pt x="1265" y="1635"/>
                  </a:cubicBezTo>
                  <a:cubicBezTo>
                    <a:pt x="1258" y="1646"/>
                    <a:pt x="1235" y="1653"/>
                    <a:pt x="1203" y="1653"/>
                  </a:cubicBezTo>
                  <a:cubicBezTo>
                    <a:pt x="593" y="1653"/>
                    <a:pt x="593" y="1653"/>
                    <a:pt x="593" y="1653"/>
                  </a:cubicBezTo>
                  <a:cubicBezTo>
                    <a:pt x="561" y="1653"/>
                    <a:pt x="538" y="1646"/>
                    <a:pt x="530" y="1635"/>
                  </a:cubicBezTo>
                  <a:cubicBezTo>
                    <a:pt x="527" y="1629"/>
                    <a:pt x="528" y="1623"/>
                    <a:pt x="528" y="1623"/>
                  </a:cubicBezTo>
                  <a:cubicBezTo>
                    <a:pt x="528" y="1623"/>
                    <a:pt x="528" y="1623"/>
                    <a:pt x="528" y="1623"/>
                  </a:cubicBezTo>
                  <a:cubicBezTo>
                    <a:pt x="534" y="1616"/>
                    <a:pt x="549" y="1601"/>
                    <a:pt x="565" y="1585"/>
                  </a:cubicBezTo>
                  <a:cubicBezTo>
                    <a:pt x="614" y="1536"/>
                    <a:pt x="654" y="1494"/>
                    <a:pt x="672" y="1458"/>
                  </a:cubicBezTo>
                  <a:cubicBezTo>
                    <a:pt x="1124" y="1458"/>
                    <a:pt x="1124" y="1458"/>
                    <a:pt x="1124" y="1458"/>
                  </a:cubicBezTo>
                  <a:cubicBezTo>
                    <a:pt x="1142" y="1494"/>
                    <a:pt x="1182" y="1536"/>
                    <a:pt x="1231" y="1585"/>
                  </a:cubicBezTo>
                  <a:close/>
                  <a:moveTo>
                    <a:pt x="1684" y="1307"/>
                  </a:moveTo>
                  <a:cubicBezTo>
                    <a:pt x="1684" y="1328"/>
                    <a:pt x="1666" y="1346"/>
                    <a:pt x="1645" y="1346"/>
                  </a:cubicBezTo>
                  <a:cubicBezTo>
                    <a:pt x="151" y="1346"/>
                    <a:pt x="151" y="1346"/>
                    <a:pt x="151" y="1346"/>
                  </a:cubicBezTo>
                  <a:cubicBezTo>
                    <a:pt x="129" y="1346"/>
                    <a:pt x="112" y="1328"/>
                    <a:pt x="112" y="1307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2" y="129"/>
                    <a:pt x="129" y="112"/>
                    <a:pt x="151" y="112"/>
                  </a:cubicBezTo>
                  <a:cubicBezTo>
                    <a:pt x="1645" y="112"/>
                    <a:pt x="1645" y="112"/>
                    <a:pt x="1645" y="112"/>
                  </a:cubicBezTo>
                  <a:cubicBezTo>
                    <a:pt x="1666" y="112"/>
                    <a:pt x="1684" y="129"/>
                    <a:pt x="1684" y="151"/>
                  </a:cubicBezTo>
                  <a:lnTo>
                    <a:pt x="1684" y="130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4" name="Freeform 6"/>
            <p:cNvSpPr>
              <a:spLocks noEditPoints="1"/>
            </p:cNvSpPr>
            <p:nvPr/>
          </p:nvSpPr>
          <p:spPr bwMode="auto">
            <a:xfrm>
              <a:off x="842963" y="846138"/>
              <a:ext cx="5064125" cy="3376613"/>
            </a:xfrm>
            <a:custGeom>
              <a:avLst/>
              <a:gdLst>
                <a:gd name="T0" fmla="*/ 1252 w 1348"/>
                <a:gd name="T1" fmla="*/ 0 h 899"/>
                <a:gd name="T2" fmla="*/ 96 w 1348"/>
                <a:gd name="T3" fmla="*/ 0 h 899"/>
                <a:gd name="T4" fmla="*/ 0 w 1348"/>
                <a:gd name="T5" fmla="*/ 95 h 899"/>
                <a:gd name="T6" fmla="*/ 0 w 1348"/>
                <a:gd name="T7" fmla="*/ 803 h 899"/>
                <a:gd name="T8" fmla="*/ 96 w 1348"/>
                <a:gd name="T9" fmla="*/ 899 h 899"/>
                <a:gd name="T10" fmla="*/ 1252 w 1348"/>
                <a:gd name="T11" fmla="*/ 899 h 899"/>
                <a:gd name="T12" fmla="*/ 1348 w 1348"/>
                <a:gd name="T13" fmla="*/ 803 h 899"/>
                <a:gd name="T14" fmla="*/ 1348 w 1348"/>
                <a:gd name="T15" fmla="*/ 95 h 899"/>
                <a:gd name="T16" fmla="*/ 1252 w 1348"/>
                <a:gd name="T17" fmla="*/ 0 h 899"/>
                <a:gd name="T18" fmla="*/ 1291 w 1348"/>
                <a:gd name="T19" fmla="*/ 803 h 899"/>
                <a:gd name="T20" fmla="*/ 1252 w 1348"/>
                <a:gd name="T21" fmla="*/ 843 h 899"/>
                <a:gd name="T22" fmla="*/ 96 w 1348"/>
                <a:gd name="T23" fmla="*/ 843 h 899"/>
                <a:gd name="T24" fmla="*/ 56 w 1348"/>
                <a:gd name="T25" fmla="*/ 803 h 899"/>
                <a:gd name="T26" fmla="*/ 56 w 1348"/>
                <a:gd name="T27" fmla="*/ 95 h 899"/>
                <a:gd name="T28" fmla="*/ 96 w 1348"/>
                <a:gd name="T29" fmla="*/ 56 h 899"/>
                <a:gd name="T30" fmla="*/ 1252 w 1348"/>
                <a:gd name="T31" fmla="*/ 56 h 899"/>
                <a:gd name="T32" fmla="*/ 1291 w 1348"/>
                <a:gd name="T33" fmla="*/ 95 h 899"/>
                <a:gd name="T34" fmla="*/ 1291 w 1348"/>
                <a:gd name="T35" fmla="*/ 803 h 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48" h="899">
                  <a:moveTo>
                    <a:pt x="1252" y="0"/>
                  </a:moveTo>
                  <a:cubicBezTo>
                    <a:pt x="96" y="0"/>
                    <a:pt x="96" y="0"/>
                    <a:pt x="96" y="0"/>
                  </a:cubicBezTo>
                  <a:cubicBezTo>
                    <a:pt x="43" y="0"/>
                    <a:pt x="0" y="43"/>
                    <a:pt x="0" y="95"/>
                  </a:cubicBezTo>
                  <a:cubicBezTo>
                    <a:pt x="0" y="803"/>
                    <a:pt x="0" y="803"/>
                    <a:pt x="0" y="803"/>
                  </a:cubicBezTo>
                  <a:cubicBezTo>
                    <a:pt x="0" y="856"/>
                    <a:pt x="43" y="899"/>
                    <a:pt x="96" y="899"/>
                  </a:cubicBezTo>
                  <a:cubicBezTo>
                    <a:pt x="1252" y="899"/>
                    <a:pt x="1252" y="899"/>
                    <a:pt x="1252" y="899"/>
                  </a:cubicBezTo>
                  <a:cubicBezTo>
                    <a:pt x="1305" y="899"/>
                    <a:pt x="1348" y="856"/>
                    <a:pt x="1348" y="803"/>
                  </a:cubicBezTo>
                  <a:cubicBezTo>
                    <a:pt x="1348" y="95"/>
                    <a:pt x="1348" y="95"/>
                    <a:pt x="1348" y="95"/>
                  </a:cubicBezTo>
                  <a:cubicBezTo>
                    <a:pt x="1348" y="43"/>
                    <a:pt x="1305" y="0"/>
                    <a:pt x="1252" y="0"/>
                  </a:cubicBezTo>
                  <a:close/>
                  <a:moveTo>
                    <a:pt x="1291" y="803"/>
                  </a:moveTo>
                  <a:cubicBezTo>
                    <a:pt x="1291" y="825"/>
                    <a:pt x="1274" y="843"/>
                    <a:pt x="1252" y="843"/>
                  </a:cubicBezTo>
                  <a:cubicBezTo>
                    <a:pt x="96" y="843"/>
                    <a:pt x="96" y="843"/>
                    <a:pt x="96" y="843"/>
                  </a:cubicBezTo>
                  <a:cubicBezTo>
                    <a:pt x="74" y="843"/>
                    <a:pt x="56" y="825"/>
                    <a:pt x="56" y="803"/>
                  </a:cubicBezTo>
                  <a:cubicBezTo>
                    <a:pt x="56" y="95"/>
                    <a:pt x="56" y="95"/>
                    <a:pt x="56" y="95"/>
                  </a:cubicBezTo>
                  <a:cubicBezTo>
                    <a:pt x="56" y="74"/>
                    <a:pt x="74" y="56"/>
                    <a:pt x="96" y="56"/>
                  </a:cubicBezTo>
                  <a:cubicBezTo>
                    <a:pt x="1252" y="56"/>
                    <a:pt x="1252" y="56"/>
                    <a:pt x="1252" y="56"/>
                  </a:cubicBezTo>
                  <a:cubicBezTo>
                    <a:pt x="1274" y="56"/>
                    <a:pt x="1291" y="74"/>
                    <a:pt x="1291" y="95"/>
                  </a:cubicBezTo>
                  <a:lnTo>
                    <a:pt x="1291" y="8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" name="Freeform 7"/>
            <p:cNvSpPr>
              <a:spLocks noEditPoints="1"/>
            </p:cNvSpPr>
            <p:nvPr/>
          </p:nvSpPr>
          <p:spPr bwMode="auto">
            <a:xfrm>
              <a:off x="3059113" y="4321176"/>
              <a:ext cx="631825" cy="630238"/>
            </a:xfrm>
            <a:custGeom>
              <a:avLst/>
              <a:gdLst>
                <a:gd name="T0" fmla="*/ 84 w 168"/>
                <a:gd name="T1" fmla="*/ 0 h 168"/>
                <a:gd name="T2" fmla="*/ 0 w 168"/>
                <a:gd name="T3" fmla="*/ 84 h 168"/>
                <a:gd name="T4" fmla="*/ 84 w 168"/>
                <a:gd name="T5" fmla="*/ 168 h 168"/>
                <a:gd name="T6" fmla="*/ 168 w 168"/>
                <a:gd name="T7" fmla="*/ 84 h 168"/>
                <a:gd name="T8" fmla="*/ 84 w 168"/>
                <a:gd name="T9" fmla="*/ 0 h 168"/>
                <a:gd name="T10" fmla="*/ 84 w 168"/>
                <a:gd name="T11" fmla="*/ 112 h 168"/>
                <a:gd name="T12" fmla="*/ 56 w 168"/>
                <a:gd name="T13" fmla="*/ 84 h 168"/>
                <a:gd name="T14" fmla="*/ 84 w 168"/>
                <a:gd name="T15" fmla="*/ 56 h 168"/>
                <a:gd name="T16" fmla="*/ 112 w 168"/>
                <a:gd name="T17" fmla="*/ 84 h 168"/>
                <a:gd name="T18" fmla="*/ 84 w 168"/>
                <a:gd name="T19" fmla="*/ 112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8" h="168">
                  <a:moveTo>
                    <a:pt x="84" y="0"/>
                  </a:moveTo>
                  <a:cubicBezTo>
                    <a:pt x="38" y="0"/>
                    <a:pt x="0" y="38"/>
                    <a:pt x="0" y="84"/>
                  </a:cubicBezTo>
                  <a:cubicBezTo>
                    <a:pt x="0" y="131"/>
                    <a:pt x="38" y="168"/>
                    <a:pt x="84" y="168"/>
                  </a:cubicBezTo>
                  <a:cubicBezTo>
                    <a:pt x="130" y="168"/>
                    <a:pt x="168" y="131"/>
                    <a:pt x="168" y="84"/>
                  </a:cubicBezTo>
                  <a:cubicBezTo>
                    <a:pt x="168" y="38"/>
                    <a:pt x="130" y="0"/>
                    <a:pt x="84" y="0"/>
                  </a:cubicBezTo>
                  <a:close/>
                  <a:moveTo>
                    <a:pt x="84" y="112"/>
                  </a:moveTo>
                  <a:cubicBezTo>
                    <a:pt x="68" y="112"/>
                    <a:pt x="56" y="100"/>
                    <a:pt x="56" y="84"/>
                  </a:cubicBezTo>
                  <a:cubicBezTo>
                    <a:pt x="56" y="69"/>
                    <a:pt x="68" y="56"/>
                    <a:pt x="84" y="56"/>
                  </a:cubicBezTo>
                  <a:cubicBezTo>
                    <a:pt x="99" y="56"/>
                    <a:pt x="112" y="69"/>
                    <a:pt x="112" y="84"/>
                  </a:cubicBezTo>
                  <a:cubicBezTo>
                    <a:pt x="112" y="100"/>
                    <a:pt x="99" y="112"/>
                    <a:pt x="84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528888" y="2533651"/>
              <a:ext cx="628650" cy="1262063"/>
            </a:xfrm>
            <a:custGeom>
              <a:avLst/>
              <a:gdLst>
                <a:gd name="T0" fmla="*/ 125 w 167"/>
                <a:gd name="T1" fmla="*/ 0 h 336"/>
                <a:gd name="T2" fmla="*/ 42 w 167"/>
                <a:gd name="T3" fmla="*/ 0 h 336"/>
                <a:gd name="T4" fmla="*/ 0 w 167"/>
                <a:gd name="T5" fmla="*/ 42 h 336"/>
                <a:gd name="T6" fmla="*/ 0 w 167"/>
                <a:gd name="T7" fmla="*/ 294 h 336"/>
                <a:gd name="T8" fmla="*/ 42 w 167"/>
                <a:gd name="T9" fmla="*/ 336 h 336"/>
                <a:gd name="T10" fmla="*/ 125 w 167"/>
                <a:gd name="T11" fmla="*/ 336 h 336"/>
                <a:gd name="T12" fmla="*/ 167 w 167"/>
                <a:gd name="T13" fmla="*/ 294 h 336"/>
                <a:gd name="T14" fmla="*/ 167 w 167"/>
                <a:gd name="T15" fmla="*/ 42 h 336"/>
                <a:gd name="T16" fmla="*/ 125 w 167"/>
                <a:gd name="T17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336">
                  <a:moveTo>
                    <a:pt x="125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19" y="0"/>
                    <a:pt x="0" y="18"/>
                    <a:pt x="0" y="42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317"/>
                    <a:pt x="19" y="336"/>
                    <a:pt x="42" y="336"/>
                  </a:cubicBezTo>
                  <a:cubicBezTo>
                    <a:pt x="125" y="336"/>
                    <a:pt x="125" y="336"/>
                    <a:pt x="125" y="336"/>
                  </a:cubicBezTo>
                  <a:cubicBezTo>
                    <a:pt x="148" y="336"/>
                    <a:pt x="167" y="317"/>
                    <a:pt x="167" y="294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7" y="18"/>
                    <a:pt x="148" y="0"/>
                    <a:pt x="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7" name="Freeform 9"/>
            <p:cNvSpPr/>
            <p:nvPr/>
          </p:nvSpPr>
          <p:spPr bwMode="auto">
            <a:xfrm>
              <a:off x="4632326" y="1266826"/>
              <a:ext cx="635000" cy="2528888"/>
            </a:xfrm>
            <a:custGeom>
              <a:avLst/>
              <a:gdLst>
                <a:gd name="T0" fmla="*/ 126 w 169"/>
                <a:gd name="T1" fmla="*/ 0 h 673"/>
                <a:gd name="T2" fmla="*/ 42 w 169"/>
                <a:gd name="T3" fmla="*/ 0 h 673"/>
                <a:gd name="T4" fmla="*/ 0 w 169"/>
                <a:gd name="T5" fmla="*/ 41 h 673"/>
                <a:gd name="T6" fmla="*/ 0 w 169"/>
                <a:gd name="T7" fmla="*/ 632 h 673"/>
                <a:gd name="T8" fmla="*/ 42 w 169"/>
                <a:gd name="T9" fmla="*/ 673 h 673"/>
                <a:gd name="T10" fmla="*/ 126 w 169"/>
                <a:gd name="T11" fmla="*/ 673 h 673"/>
                <a:gd name="T12" fmla="*/ 169 w 169"/>
                <a:gd name="T13" fmla="*/ 632 h 673"/>
                <a:gd name="T14" fmla="*/ 169 w 169"/>
                <a:gd name="T15" fmla="*/ 41 h 673"/>
                <a:gd name="T16" fmla="*/ 126 w 169"/>
                <a:gd name="T17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9" h="673">
                  <a:moveTo>
                    <a:pt x="126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19" y="0"/>
                    <a:pt x="0" y="19"/>
                    <a:pt x="0" y="41"/>
                  </a:cubicBezTo>
                  <a:cubicBezTo>
                    <a:pt x="0" y="632"/>
                    <a:pt x="0" y="632"/>
                    <a:pt x="0" y="632"/>
                  </a:cubicBezTo>
                  <a:cubicBezTo>
                    <a:pt x="0" y="655"/>
                    <a:pt x="19" y="673"/>
                    <a:pt x="42" y="673"/>
                  </a:cubicBezTo>
                  <a:cubicBezTo>
                    <a:pt x="126" y="673"/>
                    <a:pt x="126" y="673"/>
                    <a:pt x="126" y="673"/>
                  </a:cubicBezTo>
                  <a:cubicBezTo>
                    <a:pt x="150" y="673"/>
                    <a:pt x="169" y="655"/>
                    <a:pt x="169" y="632"/>
                  </a:cubicBezTo>
                  <a:cubicBezTo>
                    <a:pt x="169" y="41"/>
                    <a:pt x="169" y="41"/>
                    <a:pt x="169" y="41"/>
                  </a:cubicBezTo>
                  <a:cubicBezTo>
                    <a:pt x="169" y="19"/>
                    <a:pt x="150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8" name="Freeform 10"/>
            <p:cNvSpPr/>
            <p:nvPr/>
          </p:nvSpPr>
          <p:spPr bwMode="auto">
            <a:xfrm>
              <a:off x="3584576" y="2112963"/>
              <a:ext cx="627063" cy="1682750"/>
            </a:xfrm>
            <a:custGeom>
              <a:avLst/>
              <a:gdLst>
                <a:gd name="T0" fmla="*/ 125 w 167"/>
                <a:gd name="T1" fmla="*/ 0 h 448"/>
                <a:gd name="T2" fmla="*/ 41 w 167"/>
                <a:gd name="T3" fmla="*/ 0 h 448"/>
                <a:gd name="T4" fmla="*/ 0 w 167"/>
                <a:gd name="T5" fmla="*/ 40 h 448"/>
                <a:gd name="T6" fmla="*/ 0 w 167"/>
                <a:gd name="T7" fmla="*/ 407 h 448"/>
                <a:gd name="T8" fmla="*/ 41 w 167"/>
                <a:gd name="T9" fmla="*/ 448 h 448"/>
                <a:gd name="T10" fmla="*/ 125 w 167"/>
                <a:gd name="T11" fmla="*/ 448 h 448"/>
                <a:gd name="T12" fmla="*/ 167 w 167"/>
                <a:gd name="T13" fmla="*/ 407 h 448"/>
                <a:gd name="T14" fmla="*/ 167 w 167"/>
                <a:gd name="T15" fmla="*/ 40 h 448"/>
                <a:gd name="T16" fmla="*/ 125 w 167"/>
                <a:gd name="T17" fmla="*/ 0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448">
                  <a:moveTo>
                    <a:pt x="125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30"/>
                    <a:pt x="18" y="448"/>
                    <a:pt x="41" y="448"/>
                  </a:cubicBezTo>
                  <a:cubicBezTo>
                    <a:pt x="125" y="448"/>
                    <a:pt x="125" y="448"/>
                    <a:pt x="125" y="448"/>
                  </a:cubicBezTo>
                  <a:cubicBezTo>
                    <a:pt x="148" y="448"/>
                    <a:pt x="167" y="430"/>
                    <a:pt x="167" y="407"/>
                  </a:cubicBezTo>
                  <a:cubicBezTo>
                    <a:pt x="167" y="40"/>
                    <a:pt x="167" y="40"/>
                    <a:pt x="167" y="40"/>
                  </a:cubicBezTo>
                  <a:cubicBezTo>
                    <a:pt x="167" y="18"/>
                    <a:pt x="148" y="0"/>
                    <a:pt x="1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9" name="Freeform 11"/>
            <p:cNvSpPr/>
            <p:nvPr/>
          </p:nvSpPr>
          <p:spPr bwMode="auto">
            <a:xfrm>
              <a:off x="1474788" y="1687513"/>
              <a:ext cx="633413" cy="2108200"/>
            </a:xfrm>
            <a:custGeom>
              <a:avLst/>
              <a:gdLst>
                <a:gd name="T0" fmla="*/ 127 w 169"/>
                <a:gd name="T1" fmla="*/ 0 h 561"/>
                <a:gd name="T2" fmla="*/ 43 w 169"/>
                <a:gd name="T3" fmla="*/ 0 h 561"/>
                <a:gd name="T4" fmla="*/ 0 w 169"/>
                <a:gd name="T5" fmla="*/ 40 h 561"/>
                <a:gd name="T6" fmla="*/ 0 w 169"/>
                <a:gd name="T7" fmla="*/ 521 h 561"/>
                <a:gd name="T8" fmla="*/ 43 w 169"/>
                <a:gd name="T9" fmla="*/ 561 h 561"/>
                <a:gd name="T10" fmla="*/ 127 w 169"/>
                <a:gd name="T11" fmla="*/ 561 h 561"/>
                <a:gd name="T12" fmla="*/ 169 w 169"/>
                <a:gd name="T13" fmla="*/ 521 h 561"/>
                <a:gd name="T14" fmla="*/ 169 w 169"/>
                <a:gd name="T15" fmla="*/ 40 h 561"/>
                <a:gd name="T16" fmla="*/ 127 w 169"/>
                <a:gd name="T17" fmla="*/ 0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9" h="561">
                  <a:moveTo>
                    <a:pt x="127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19" y="0"/>
                    <a:pt x="0" y="18"/>
                    <a:pt x="0" y="40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543"/>
                    <a:pt x="19" y="561"/>
                    <a:pt x="43" y="561"/>
                  </a:cubicBezTo>
                  <a:cubicBezTo>
                    <a:pt x="127" y="561"/>
                    <a:pt x="127" y="561"/>
                    <a:pt x="127" y="561"/>
                  </a:cubicBezTo>
                  <a:cubicBezTo>
                    <a:pt x="150" y="561"/>
                    <a:pt x="169" y="543"/>
                    <a:pt x="169" y="521"/>
                  </a:cubicBezTo>
                  <a:cubicBezTo>
                    <a:pt x="169" y="40"/>
                    <a:pt x="169" y="40"/>
                    <a:pt x="169" y="40"/>
                  </a:cubicBezTo>
                  <a:cubicBezTo>
                    <a:pt x="169" y="18"/>
                    <a:pt x="150" y="0"/>
                    <a:pt x="1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223294" y="3032527"/>
            <a:ext cx="495438" cy="402549"/>
            <a:chOff x="1588" y="1588"/>
            <a:chExt cx="8399462" cy="6824662"/>
          </a:xfrm>
          <a:solidFill>
            <a:schemeClr val="bg1"/>
          </a:solidFill>
        </p:grpSpPr>
        <p:sp>
          <p:nvSpPr>
            <p:cNvPr id="21" name="Freeform 15"/>
            <p:cNvSpPr>
              <a:spLocks noEditPoints="1"/>
            </p:cNvSpPr>
            <p:nvPr/>
          </p:nvSpPr>
          <p:spPr bwMode="auto">
            <a:xfrm>
              <a:off x="1830388" y="2100263"/>
              <a:ext cx="3157537" cy="3151187"/>
            </a:xfrm>
            <a:custGeom>
              <a:avLst/>
              <a:gdLst>
                <a:gd name="T0" fmla="*/ 421 w 841"/>
                <a:gd name="T1" fmla="*/ 70 h 839"/>
                <a:gd name="T2" fmla="*/ 771 w 841"/>
                <a:gd name="T3" fmla="*/ 420 h 839"/>
                <a:gd name="T4" fmla="*/ 421 w 841"/>
                <a:gd name="T5" fmla="*/ 769 h 839"/>
                <a:gd name="T6" fmla="*/ 70 w 841"/>
                <a:gd name="T7" fmla="*/ 420 h 839"/>
                <a:gd name="T8" fmla="*/ 421 w 841"/>
                <a:gd name="T9" fmla="*/ 70 h 839"/>
                <a:gd name="T10" fmla="*/ 421 w 841"/>
                <a:gd name="T11" fmla="*/ 0 h 839"/>
                <a:gd name="T12" fmla="*/ 0 w 841"/>
                <a:gd name="T13" fmla="*/ 420 h 839"/>
                <a:gd name="T14" fmla="*/ 421 w 841"/>
                <a:gd name="T15" fmla="*/ 839 h 839"/>
                <a:gd name="T16" fmla="*/ 841 w 841"/>
                <a:gd name="T17" fmla="*/ 420 h 839"/>
                <a:gd name="T18" fmla="*/ 421 w 841"/>
                <a:gd name="T19" fmla="*/ 0 h 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1" h="839">
                  <a:moveTo>
                    <a:pt x="421" y="70"/>
                  </a:moveTo>
                  <a:cubicBezTo>
                    <a:pt x="614" y="70"/>
                    <a:pt x="771" y="227"/>
                    <a:pt x="771" y="420"/>
                  </a:cubicBezTo>
                  <a:cubicBezTo>
                    <a:pt x="771" y="613"/>
                    <a:pt x="614" y="769"/>
                    <a:pt x="421" y="769"/>
                  </a:cubicBezTo>
                  <a:cubicBezTo>
                    <a:pt x="227" y="769"/>
                    <a:pt x="70" y="613"/>
                    <a:pt x="70" y="420"/>
                  </a:cubicBezTo>
                  <a:cubicBezTo>
                    <a:pt x="70" y="227"/>
                    <a:pt x="227" y="70"/>
                    <a:pt x="421" y="70"/>
                  </a:cubicBezTo>
                  <a:moveTo>
                    <a:pt x="421" y="0"/>
                  </a:moveTo>
                  <a:cubicBezTo>
                    <a:pt x="189" y="0"/>
                    <a:pt x="0" y="188"/>
                    <a:pt x="0" y="420"/>
                  </a:cubicBezTo>
                  <a:cubicBezTo>
                    <a:pt x="0" y="651"/>
                    <a:pt x="189" y="839"/>
                    <a:pt x="421" y="839"/>
                  </a:cubicBezTo>
                  <a:cubicBezTo>
                    <a:pt x="652" y="839"/>
                    <a:pt x="841" y="651"/>
                    <a:pt x="841" y="420"/>
                  </a:cubicBezTo>
                  <a:cubicBezTo>
                    <a:pt x="841" y="188"/>
                    <a:pt x="652" y="0"/>
                    <a:pt x="4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2" name="Freeform 16"/>
            <p:cNvSpPr/>
            <p:nvPr/>
          </p:nvSpPr>
          <p:spPr bwMode="auto">
            <a:xfrm>
              <a:off x="2487613" y="2757488"/>
              <a:ext cx="1050925" cy="1052512"/>
            </a:xfrm>
            <a:custGeom>
              <a:avLst/>
              <a:gdLst>
                <a:gd name="T0" fmla="*/ 35 w 280"/>
                <a:gd name="T1" fmla="*/ 280 h 280"/>
                <a:gd name="T2" fmla="*/ 0 w 280"/>
                <a:gd name="T3" fmla="*/ 245 h 280"/>
                <a:gd name="T4" fmla="*/ 246 w 280"/>
                <a:gd name="T5" fmla="*/ 0 h 280"/>
                <a:gd name="T6" fmla="*/ 280 w 280"/>
                <a:gd name="T7" fmla="*/ 35 h 280"/>
                <a:gd name="T8" fmla="*/ 246 w 280"/>
                <a:gd name="T9" fmla="*/ 70 h 280"/>
                <a:gd name="T10" fmla="*/ 70 w 280"/>
                <a:gd name="T11" fmla="*/ 245 h 280"/>
                <a:gd name="T12" fmla="*/ 35 w 280"/>
                <a:gd name="T13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0" h="280">
                  <a:moveTo>
                    <a:pt x="35" y="280"/>
                  </a:moveTo>
                  <a:cubicBezTo>
                    <a:pt x="16" y="280"/>
                    <a:pt x="0" y="264"/>
                    <a:pt x="0" y="245"/>
                  </a:cubicBezTo>
                  <a:cubicBezTo>
                    <a:pt x="0" y="110"/>
                    <a:pt x="110" y="0"/>
                    <a:pt x="246" y="0"/>
                  </a:cubicBezTo>
                  <a:cubicBezTo>
                    <a:pt x="265" y="0"/>
                    <a:pt x="280" y="16"/>
                    <a:pt x="280" y="35"/>
                  </a:cubicBezTo>
                  <a:cubicBezTo>
                    <a:pt x="280" y="54"/>
                    <a:pt x="265" y="70"/>
                    <a:pt x="246" y="70"/>
                  </a:cubicBezTo>
                  <a:cubicBezTo>
                    <a:pt x="149" y="70"/>
                    <a:pt x="70" y="148"/>
                    <a:pt x="70" y="245"/>
                  </a:cubicBezTo>
                  <a:cubicBezTo>
                    <a:pt x="70" y="264"/>
                    <a:pt x="55" y="280"/>
                    <a:pt x="35" y="2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auto">
            <a:xfrm>
              <a:off x="1588" y="1588"/>
              <a:ext cx="8399462" cy="6824662"/>
            </a:xfrm>
            <a:custGeom>
              <a:avLst/>
              <a:gdLst>
                <a:gd name="T0" fmla="*/ 1825 w 2237"/>
                <a:gd name="T1" fmla="*/ 140 h 1817"/>
                <a:gd name="T2" fmla="*/ 1887 w 2237"/>
                <a:gd name="T3" fmla="*/ 202 h 1817"/>
                <a:gd name="T4" fmla="*/ 1887 w 2237"/>
                <a:gd name="T5" fmla="*/ 350 h 1817"/>
                <a:gd name="T6" fmla="*/ 2097 w 2237"/>
                <a:gd name="T7" fmla="*/ 520 h 1817"/>
                <a:gd name="T8" fmla="*/ 2097 w 2237"/>
                <a:gd name="T9" fmla="*/ 1507 h 1817"/>
                <a:gd name="T10" fmla="*/ 1920 w 2237"/>
                <a:gd name="T11" fmla="*/ 1678 h 1817"/>
                <a:gd name="T12" fmla="*/ 316 w 2237"/>
                <a:gd name="T13" fmla="*/ 1678 h 1817"/>
                <a:gd name="T14" fmla="*/ 140 w 2237"/>
                <a:gd name="T15" fmla="*/ 1507 h 1817"/>
                <a:gd name="T16" fmla="*/ 140 w 2237"/>
                <a:gd name="T17" fmla="*/ 520 h 1817"/>
                <a:gd name="T18" fmla="*/ 316 w 2237"/>
                <a:gd name="T19" fmla="*/ 349 h 1817"/>
                <a:gd name="T20" fmla="*/ 1258 w 2237"/>
                <a:gd name="T21" fmla="*/ 349 h 1817"/>
                <a:gd name="T22" fmla="*/ 1258 w 2237"/>
                <a:gd name="T23" fmla="*/ 202 h 1817"/>
                <a:gd name="T24" fmla="*/ 1320 w 2237"/>
                <a:gd name="T25" fmla="*/ 140 h 1817"/>
                <a:gd name="T26" fmla="*/ 1825 w 2237"/>
                <a:gd name="T27" fmla="*/ 140 h 1817"/>
                <a:gd name="T28" fmla="*/ 1825 w 2237"/>
                <a:gd name="T29" fmla="*/ 0 h 1817"/>
                <a:gd name="T30" fmla="*/ 1825 w 2237"/>
                <a:gd name="T31" fmla="*/ 0 h 1817"/>
                <a:gd name="T32" fmla="*/ 1320 w 2237"/>
                <a:gd name="T33" fmla="*/ 0 h 1817"/>
                <a:gd name="T34" fmla="*/ 1118 w 2237"/>
                <a:gd name="T35" fmla="*/ 202 h 1817"/>
                <a:gd name="T36" fmla="*/ 1118 w 2237"/>
                <a:gd name="T37" fmla="*/ 209 h 1817"/>
                <a:gd name="T38" fmla="*/ 316 w 2237"/>
                <a:gd name="T39" fmla="*/ 209 h 1817"/>
                <a:gd name="T40" fmla="*/ 0 w 2237"/>
                <a:gd name="T41" fmla="*/ 520 h 1817"/>
                <a:gd name="T42" fmla="*/ 0 w 2237"/>
                <a:gd name="T43" fmla="*/ 1507 h 1817"/>
                <a:gd name="T44" fmla="*/ 316 w 2237"/>
                <a:gd name="T45" fmla="*/ 1817 h 1817"/>
                <a:gd name="T46" fmla="*/ 1920 w 2237"/>
                <a:gd name="T47" fmla="*/ 1817 h 1817"/>
                <a:gd name="T48" fmla="*/ 2237 w 2237"/>
                <a:gd name="T49" fmla="*/ 1507 h 1817"/>
                <a:gd name="T50" fmla="*/ 2237 w 2237"/>
                <a:gd name="T51" fmla="*/ 520 h 1817"/>
                <a:gd name="T52" fmla="*/ 2027 w 2237"/>
                <a:gd name="T53" fmla="*/ 232 h 1817"/>
                <a:gd name="T54" fmla="*/ 2027 w 2237"/>
                <a:gd name="T55" fmla="*/ 202 h 1817"/>
                <a:gd name="T56" fmla="*/ 1825 w 2237"/>
                <a:gd name="T57" fmla="*/ 0 h 1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37" h="1817">
                  <a:moveTo>
                    <a:pt x="1825" y="140"/>
                  </a:moveTo>
                  <a:cubicBezTo>
                    <a:pt x="1859" y="140"/>
                    <a:pt x="1887" y="167"/>
                    <a:pt x="1887" y="202"/>
                  </a:cubicBezTo>
                  <a:cubicBezTo>
                    <a:pt x="1887" y="350"/>
                    <a:pt x="1887" y="350"/>
                    <a:pt x="1887" y="350"/>
                  </a:cubicBezTo>
                  <a:cubicBezTo>
                    <a:pt x="2027" y="350"/>
                    <a:pt x="2097" y="428"/>
                    <a:pt x="2097" y="520"/>
                  </a:cubicBezTo>
                  <a:cubicBezTo>
                    <a:pt x="2097" y="1507"/>
                    <a:pt x="2097" y="1507"/>
                    <a:pt x="2097" y="1507"/>
                  </a:cubicBezTo>
                  <a:cubicBezTo>
                    <a:pt x="2097" y="1601"/>
                    <a:pt x="2018" y="1678"/>
                    <a:pt x="1920" y="1678"/>
                  </a:cubicBezTo>
                  <a:cubicBezTo>
                    <a:pt x="316" y="1678"/>
                    <a:pt x="316" y="1678"/>
                    <a:pt x="316" y="1678"/>
                  </a:cubicBezTo>
                  <a:cubicBezTo>
                    <a:pt x="219" y="1678"/>
                    <a:pt x="140" y="1601"/>
                    <a:pt x="140" y="1507"/>
                  </a:cubicBezTo>
                  <a:cubicBezTo>
                    <a:pt x="140" y="520"/>
                    <a:pt x="140" y="520"/>
                    <a:pt x="140" y="520"/>
                  </a:cubicBezTo>
                  <a:cubicBezTo>
                    <a:pt x="140" y="426"/>
                    <a:pt x="219" y="349"/>
                    <a:pt x="316" y="349"/>
                  </a:cubicBezTo>
                  <a:cubicBezTo>
                    <a:pt x="1258" y="349"/>
                    <a:pt x="1258" y="349"/>
                    <a:pt x="1258" y="349"/>
                  </a:cubicBezTo>
                  <a:cubicBezTo>
                    <a:pt x="1258" y="202"/>
                    <a:pt x="1258" y="202"/>
                    <a:pt x="1258" y="202"/>
                  </a:cubicBezTo>
                  <a:cubicBezTo>
                    <a:pt x="1258" y="168"/>
                    <a:pt x="1286" y="140"/>
                    <a:pt x="1320" y="140"/>
                  </a:cubicBezTo>
                  <a:cubicBezTo>
                    <a:pt x="1825" y="140"/>
                    <a:pt x="1825" y="140"/>
                    <a:pt x="1825" y="140"/>
                  </a:cubicBezTo>
                  <a:moveTo>
                    <a:pt x="1825" y="0"/>
                  </a:moveTo>
                  <a:cubicBezTo>
                    <a:pt x="1825" y="0"/>
                    <a:pt x="1825" y="0"/>
                    <a:pt x="1825" y="0"/>
                  </a:cubicBezTo>
                  <a:cubicBezTo>
                    <a:pt x="1320" y="0"/>
                    <a:pt x="1320" y="0"/>
                    <a:pt x="1320" y="0"/>
                  </a:cubicBezTo>
                  <a:cubicBezTo>
                    <a:pt x="1209" y="0"/>
                    <a:pt x="1118" y="90"/>
                    <a:pt x="1118" y="202"/>
                  </a:cubicBezTo>
                  <a:cubicBezTo>
                    <a:pt x="1118" y="209"/>
                    <a:pt x="1118" y="209"/>
                    <a:pt x="1118" y="209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142" y="209"/>
                    <a:pt x="0" y="349"/>
                    <a:pt x="0" y="520"/>
                  </a:cubicBezTo>
                  <a:cubicBezTo>
                    <a:pt x="0" y="1507"/>
                    <a:pt x="0" y="1507"/>
                    <a:pt x="0" y="1507"/>
                  </a:cubicBezTo>
                  <a:cubicBezTo>
                    <a:pt x="0" y="1678"/>
                    <a:pt x="142" y="1817"/>
                    <a:pt x="316" y="1817"/>
                  </a:cubicBezTo>
                  <a:cubicBezTo>
                    <a:pt x="1920" y="1817"/>
                    <a:pt x="1920" y="1817"/>
                    <a:pt x="1920" y="1817"/>
                  </a:cubicBezTo>
                  <a:cubicBezTo>
                    <a:pt x="2095" y="1817"/>
                    <a:pt x="2237" y="1678"/>
                    <a:pt x="2237" y="1507"/>
                  </a:cubicBezTo>
                  <a:cubicBezTo>
                    <a:pt x="2237" y="520"/>
                    <a:pt x="2237" y="520"/>
                    <a:pt x="2237" y="520"/>
                  </a:cubicBezTo>
                  <a:cubicBezTo>
                    <a:pt x="2237" y="404"/>
                    <a:pt x="2170" y="280"/>
                    <a:pt x="2027" y="232"/>
                  </a:cubicBezTo>
                  <a:cubicBezTo>
                    <a:pt x="2027" y="202"/>
                    <a:pt x="2027" y="202"/>
                    <a:pt x="2027" y="202"/>
                  </a:cubicBezTo>
                  <a:cubicBezTo>
                    <a:pt x="2027" y="90"/>
                    <a:pt x="1936" y="0"/>
                    <a:pt x="18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4" name="Rectangle 18"/>
            <p:cNvSpPr>
              <a:spLocks noChangeArrowheads="1"/>
            </p:cNvSpPr>
            <p:nvPr/>
          </p:nvSpPr>
          <p:spPr bwMode="auto">
            <a:xfrm>
              <a:off x="4987925" y="785813"/>
              <a:ext cx="1836737" cy="78898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960881" y="3029058"/>
            <a:ext cx="504954" cy="409487"/>
            <a:chOff x="3175" y="1588"/>
            <a:chExt cx="4962526" cy="4024312"/>
          </a:xfrm>
          <a:solidFill>
            <a:schemeClr val="bg1"/>
          </a:solidFill>
        </p:grpSpPr>
        <p:sp>
          <p:nvSpPr>
            <p:cNvPr id="26" name="Freeform 22"/>
            <p:cNvSpPr>
              <a:spLocks noEditPoints="1"/>
            </p:cNvSpPr>
            <p:nvPr/>
          </p:nvSpPr>
          <p:spPr bwMode="auto">
            <a:xfrm>
              <a:off x="1454150" y="2998788"/>
              <a:ext cx="1025525" cy="1027112"/>
            </a:xfrm>
            <a:custGeom>
              <a:avLst/>
              <a:gdLst>
                <a:gd name="T0" fmla="*/ 137 w 273"/>
                <a:gd name="T1" fmla="*/ 273 h 273"/>
                <a:gd name="T2" fmla="*/ 0 w 273"/>
                <a:gd name="T3" fmla="*/ 136 h 273"/>
                <a:gd name="T4" fmla="*/ 137 w 273"/>
                <a:gd name="T5" fmla="*/ 0 h 273"/>
                <a:gd name="T6" fmla="*/ 273 w 273"/>
                <a:gd name="T7" fmla="*/ 136 h 273"/>
                <a:gd name="T8" fmla="*/ 137 w 273"/>
                <a:gd name="T9" fmla="*/ 273 h 273"/>
                <a:gd name="T10" fmla="*/ 137 w 273"/>
                <a:gd name="T11" fmla="*/ 91 h 273"/>
                <a:gd name="T12" fmla="*/ 91 w 273"/>
                <a:gd name="T13" fmla="*/ 136 h 273"/>
                <a:gd name="T14" fmla="*/ 137 w 273"/>
                <a:gd name="T15" fmla="*/ 182 h 273"/>
                <a:gd name="T16" fmla="*/ 182 w 273"/>
                <a:gd name="T17" fmla="*/ 136 h 273"/>
                <a:gd name="T18" fmla="*/ 137 w 273"/>
                <a:gd name="T19" fmla="*/ 91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273">
                  <a:moveTo>
                    <a:pt x="137" y="273"/>
                  </a:moveTo>
                  <a:cubicBezTo>
                    <a:pt x="61" y="273"/>
                    <a:pt x="0" y="212"/>
                    <a:pt x="0" y="136"/>
                  </a:cubicBezTo>
                  <a:cubicBezTo>
                    <a:pt x="0" y="61"/>
                    <a:pt x="61" y="0"/>
                    <a:pt x="137" y="0"/>
                  </a:cubicBezTo>
                  <a:cubicBezTo>
                    <a:pt x="212" y="0"/>
                    <a:pt x="273" y="61"/>
                    <a:pt x="273" y="136"/>
                  </a:cubicBezTo>
                  <a:cubicBezTo>
                    <a:pt x="273" y="212"/>
                    <a:pt x="212" y="273"/>
                    <a:pt x="137" y="273"/>
                  </a:cubicBezTo>
                  <a:close/>
                  <a:moveTo>
                    <a:pt x="137" y="91"/>
                  </a:moveTo>
                  <a:cubicBezTo>
                    <a:pt x="112" y="91"/>
                    <a:pt x="91" y="111"/>
                    <a:pt x="91" y="136"/>
                  </a:cubicBezTo>
                  <a:cubicBezTo>
                    <a:pt x="91" y="161"/>
                    <a:pt x="112" y="182"/>
                    <a:pt x="137" y="182"/>
                  </a:cubicBezTo>
                  <a:cubicBezTo>
                    <a:pt x="162" y="182"/>
                    <a:pt x="182" y="161"/>
                    <a:pt x="182" y="136"/>
                  </a:cubicBezTo>
                  <a:cubicBezTo>
                    <a:pt x="182" y="111"/>
                    <a:pt x="162" y="91"/>
                    <a:pt x="137" y="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" name="Freeform 23"/>
            <p:cNvSpPr>
              <a:spLocks noEditPoints="1"/>
            </p:cNvSpPr>
            <p:nvPr/>
          </p:nvSpPr>
          <p:spPr bwMode="auto">
            <a:xfrm>
              <a:off x="3163888" y="2998788"/>
              <a:ext cx="1027113" cy="1027112"/>
            </a:xfrm>
            <a:custGeom>
              <a:avLst/>
              <a:gdLst>
                <a:gd name="T0" fmla="*/ 137 w 273"/>
                <a:gd name="T1" fmla="*/ 91 h 273"/>
                <a:gd name="T2" fmla="*/ 182 w 273"/>
                <a:gd name="T3" fmla="*/ 136 h 273"/>
                <a:gd name="T4" fmla="*/ 137 w 273"/>
                <a:gd name="T5" fmla="*/ 182 h 273"/>
                <a:gd name="T6" fmla="*/ 91 w 273"/>
                <a:gd name="T7" fmla="*/ 136 h 273"/>
                <a:gd name="T8" fmla="*/ 137 w 273"/>
                <a:gd name="T9" fmla="*/ 91 h 273"/>
                <a:gd name="T10" fmla="*/ 137 w 273"/>
                <a:gd name="T11" fmla="*/ 0 h 273"/>
                <a:gd name="T12" fmla="*/ 0 w 273"/>
                <a:gd name="T13" fmla="*/ 136 h 273"/>
                <a:gd name="T14" fmla="*/ 137 w 273"/>
                <a:gd name="T15" fmla="*/ 273 h 273"/>
                <a:gd name="T16" fmla="*/ 273 w 273"/>
                <a:gd name="T17" fmla="*/ 136 h 273"/>
                <a:gd name="T18" fmla="*/ 137 w 273"/>
                <a:gd name="T19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273">
                  <a:moveTo>
                    <a:pt x="137" y="91"/>
                  </a:moveTo>
                  <a:cubicBezTo>
                    <a:pt x="162" y="91"/>
                    <a:pt x="182" y="111"/>
                    <a:pt x="182" y="136"/>
                  </a:cubicBezTo>
                  <a:cubicBezTo>
                    <a:pt x="182" y="161"/>
                    <a:pt x="162" y="182"/>
                    <a:pt x="137" y="182"/>
                  </a:cubicBezTo>
                  <a:cubicBezTo>
                    <a:pt x="112" y="182"/>
                    <a:pt x="91" y="161"/>
                    <a:pt x="91" y="136"/>
                  </a:cubicBezTo>
                  <a:cubicBezTo>
                    <a:pt x="91" y="111"/>
                    <a:pt x="112" y="91"/>
                    <a:pt x="137" y="91"/>
                  </a:cubicBezTo>
                  <a:moveTo>
                    <a:pt x="137" y="0"/>
                  </a:moveTo>
                  <a:cubicBezTo>
                    <a:pt x="62" y="0"/>
                    <a:pt x="0" y="61"/>
                    <a:pt x="0" y="136"/>
                  </a:cubicBezTo>
                  <a:cubicBezTo>
                    <a:pt x="0" y="212"/>
                    <a:pt x="62" y="273"/>
                    <a:pt x="137" y="273"/>
                  </a:cubicBezTo>
                  <a:cubicBezTo>
                    <a:pt x="212" y="273"/>
                    <a:pt x="273" y="212"/>
                    <a:pt x="273" y="136"/>
                  </a:cubicBezTo>
                  <a:cubicBezTo>
                    <a:pt x="273" y="61"/>
                    <a:pt x="212" y="0"/>
                    <a:pt x="1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3175" y="1588"/>
              <a:ext cx="4619625" cy="2738437"/>
            </a:xfrm>
            <a:custGeom>
              <a:avLst/>
              <a:gdLst>
                <a:gd name="T0" fmla="*/ 425 w 1229"/>
                <a:gd name="T1" fmla="*/ 638 h 728"/>
                <a:gd name="T2" fmla="*/ 295 w 1229"/>
                <a:gd name="T3" fmla="*/ 0 h 728"/>
                <a:gd name="T4" fmla="*/ 183 w 1229"/>
                <a:gd name="T5" fmla="*/ 0 h 728"/>
                <a:gd name="T6" fmla="*/ 45 w 1229"/>
                <a:gd name="T7" fmla="*/ 0 h 728"/>
                <a:gd name="T8" fmla="*/ 45 w 1229"/>
                <a:gd name="T9" fmla="*/ 0 h 728"/>
                <a:gd name="T10" fmla="*/ 0 w 1229"/>
                <a:gd name="T11" fmla="*/ 46 h 728"/>
                <a:gd name="T12" fmla="*/ 46 w 1229"/>
                <a:gd name="T13" fmla="*/ 91 h 728"/>
                <a:gd name="T14" fmla="*/ 48 w 1229"/>
                <a:gd name="T15" fmla="*/ 91 h 728"/>
                <a:gd name="T16" fmla="*/ 215 w 1229"/>
                <a:gd name="T17" fmla="*/ 91 h 728"/>
                <a:gd name="T18" fmla="*/ 345 w 1229"/>
                <a:gd name="T19" fmla="*/ 728 h 728"/>
                <a:gd name="T20" fmla="*/ 484 w 1229"/>
                <a:gd name="T21" fmla="*/ 728 h 728"/>
                <a:gd name="T22" fmla="*/ 1183 w 1229"/>
                <a:gd name="T23" fmla="*/ 728 h 728"/>
                <a:gd name="T24" fmla="*/ 1183 w 1229"/>
                <a:gd name="T25" fmla="*/ 728 h 728"/>
                <a:gd name="T26" fmla="*/ 1184 w 1229"/>
                <a:gd name="T27" fmla="*/ 728 h 728"/>
                <a:gd name="T28" fmla="*/ 1185 w 1229"/>
                <a:gd name="T29" fmla="*/ 728 h 728"/>
                <a:gd name="T30" fmla="*/ 1185 w 1229"/>
                <a:gd name="T31" fmla="*/ 728 h 728"/>
                <a:gd name="T32" fmla="*/ 1229 w 1229"/>
                <a:gd name="T33" fmla="*/ 683 h 728"/>
                <a:gd name="T34" fmla="*/ 1183 w 1229"/>
                <a:gd name="T35" fmla="*/ 637 h 728"/>
                <a:gd name="T36" fmla="*/ 425 w 1229"/>
                <a:gd name="T37" fmla="*/ 638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29" h="728">
                  <a:moveTo>
                    <a:pt x="425" y="638"/>
                  </a:moveTo>
                  <a:cubicBezTo>
                    <a:pt x="295" y="0"/>
                    <a:pt x="295" y="0"/>
                    <a:pt x="295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1"/>
                    <a:pt x="0" y="46"/>
                  </a:cubicBezTo>
                  <a:cubicBezTo>
                    <a:pt x="0" y="71"/>
                    <a:pt x="20" y="91"/>
                    <a:pt x="46" y="91"/>
                  </a:cubicBezTo>
                  <a:cubicBezTo>
                    <a:pt x="46" y="91"/>
                    <a:pt x="47" y="91"/>
                    <a:pt x="48" y="91"/>
                  </a:cubicBezTo>
                  <a:cubicBezTo>
                    <a:pt x="215" y="91"/>
                    <a:pt x="215" y="91"/>
                    <a:pt x="215" y="91"/>
                  </a:cubicBezTo>
                  <a:cubicBezTo>
                    <a:pt x="345" y="728"/>
                    <a:pt x="345" y="728"/>
                    <a:pt x="345" y="728"/>
                  </a:cubicBezTo>
                  <a:cubicBezTo>
                    <a:pt x="484" y="728"/>
                    <a:pt x="484" y="728"/>
                    <a:pt x="484" y="728"/>
                  </a:cubicBezTo>
                  <a:cubicBezTo>
                    <a:pt x="1183" y="728"/>
                    <a:pt x="1183" y="728"/>
                    <a:pt x="1183" y="728"/>
                  </a:cubicBezTo>
                  <a:cubicBezTo>
                    <a:pt x="1183" y="728"/>
                    <a:pt x="1183" y="728"/>
                    <a:pt x="1183" y="728"/>
                  </a:cubicBezTo>
                  <a:cubicBezTo>
                    <a:pt x="1184" y="728"/>
                    <a:pt x="1184" y="728"/>
                    <a:pt x="1184" y="728"/>
                  </a:cubicBezTo>
                  <a:cubicBezTo>
                    <a:pt x="1185" y="728"/>
                    <a:pt x="1185" y="728"/>
                    <a:pt x="1185" y="728"/>
                  </a:cubicBezTo>
                  <a:cubicBezTo>
                    <a:pt x="1185" y="728"/>
                    <a:pt x="1185" y="728"/>
                    <a:pt x="1185" y="728"/>
                  </a:cubicBezTo>
                  <a:cubicBezTo>
                    <a:pt x="1209" y="727"/>
                    <a:pt x="1229" y="708"/>
                    <a:pt x="1229" y="683"/>
                  </a:cubicBezTo>
                  <a:cubicBezTo>
                    <a:pt x="1229" y="658"/>
                    <a:pt x="1209" y="637"/>
                    <a:pt x="1183" y="637"/>
                  </a:cubicBezTo>
                  <a:lnTo>
                    <a:pt x="425" y="6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9" name="Freeform 25"/>
            <p:cNvSpPr>
              <a:spLocks noEditPoints="1"/>
            </p:cNvSpPr>
            <p:nvPr/>
          </p:nvSpPr>
          <p:spPr bwMode="auto">
            <a:xfrm>
              <a:off x="1544638" y="344488"/>
              <a:ext cx="3421063" cy="1709737"/>
            </a:xfrm>
            <a:custGeom>
              <a:avLst/>
              <a:gdLst>
                <a:gd name="T0" fmla="*/ 773 w 910"/>
                <a:gd name="T1" fmla="*/ 364 h 455"/>
                <a:gd name="T2" fmla="*/ 136 w 910"/>
                <a:gd name="T3" fmla="*/ 364 h 455"/>
                <a:gd name="T4" fmla="*/ 91 w 910"/>
                <a:gd name="T5" fmla="*/ 410 h 455"/>
                <a:gd name="T6" fmla="*/ 136 w 910"/>
                <a:gd name="T7" fmla="*/ 455 h 455"/>
                <a:gd name="T8" fmla="*/ 773 w 910"/>
                <a:gd name="T9" fmla="*/ 455 h 455"/>
                <a:gd name="T10" fmla="*/ 819 w 910"/>
                <a:gd name="T11" fmla="*/ 410 h 455"/>
                <a:gd name="T12" fmla="*/ 773 w 910"/>
                <a:gd name="T13" fmla="*/ 364 h 455"/>
                <a:gd name="T14" fmla="*/ 819 w 910"/>
                <a:gd name="T15" fmla="*/ 182 h 455"/>
                <a:gd name="T16" fmla="*/ 91 w 910"/>
                <a:gd name="T17" fmla="*/ 182 h 455"/>
                <a:gd name="T18" fmla="*/ 45 w 910"/>
                <a:gd name="T19" fmla="*/ 228 h 455"/>
                <a:gd name="T20" fmla="*/ 91 w 910"/>
                <a:gd name="T21" fmla="*/ 273 h 455"/>
                <a:gd name="T22" fmla="*/ 819 w 910"/>
                <a:gd name="T23" fmla="*/ 273 h 455"/>
                <a:gd name="T24" fmla="*/ 864 w 910"/>
                <a:gd name="T25" fmla="*/ 228 h 455"/>
                <a:gd name="T26" fmla="*/ 819 w 910"/>
                <a:gd name="T27" fmla="*/ 182 h 455"/>
                <a:gd name="T28" fmla="*/ 864 w 910"/>
                <a:gd name="T29" fmla="*/ 0 h 455"/>
                <a:gd name="T30" fmla="*/ 45 w 910"/>
                <a:gd name="T31" fmla="*/ 0 h 455"/>
                <a:gd name="T32" fmla="*/ 0 w 910"/>
                <a:gd name="T33" fmla="*/ 46 h 455"/>
                <a:gd name="T34" fmla="*/ 45 w 910"/>
                <a:gd name="T35" fmla="*/ 91 h 455"/>
                <a:gd name="T36" fmla="*/ 864 w 910"/>
                <a:gd name="T37" fmla="*/ 91 h 455"/>
                <a:gd name="T38" fmla="*/ 910 w 910"/>
                <a:gd name="T39" fmla="*/ 46 h 455"/>
                <a:gd name="T40" fmla="*/ 864 w 910"/>
                <a:gd name="T41" fmla="*/ 0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10" h="455">
                  <a:moveTo>
                    <a:pt x="773" y="364"/>
                  </a:moveTo>
                  <a:cubicBezTo>
                    <a:pt x="136" y="364"/>
                    <a:pt x="136" y="364"/>
                    <a:pt x="136" y="364"/>
                  </a:cubicBezTo>
                  <a:cubicBezTo>
                    <a:pt x="111" y="364"/>
                    <a:pt x="91" y="385"/>
                    <a:pt x="91" y="410"/>
                  </a:cubicBezTo>
                  <a:cubicBezTo>
                    <a:pt x="91" y="435"/>
                    <a:pt x="111" y="455"/>
                    <a:pt x="136" y="455"/>
                  </a:cubicBezTo>
                  <a:cubicBezTo>
                    <a:pt x="773" y="455"/>
                    <a:pt x="773" y="455"/>
                    <a:pt x="773" y="455"/>
                  </a:cubicBezTo>
                  <a:cubicBezTo>
                    <a:pt x="799" y="455"/>
                    <a:pt x="819" y="435"/>
                    <a:pt x="819" y="410"/>
                  </a:cubicBezTo>
                  <a:cubicBezTo>
                    <a:pt x="819" y="385"/>
                    <a:pt x="799" y="364"/>
                    <a:pt x="773" y="364"/>
                  </a:cubicBezTo>
                  <a:close/>
                  <a:moveTo>
                    <a:pt x="819" y="182"/>
                  </a:moveTo>
                  <a:cubicBezTo>
                    <a:pt x="91" y="182"/>
                    <a:pt x="91" y="182"/>
                    <a:pt x="91" y="182"/>
                  </a:cubicBezTo>
                  <a:cubicBezTo>
                    <a:pt x="66" y="182"/>
                    <a:pt x="45" y="203"/>
                    <a:pt x="45" y="228"/>
                  </a:cubicBezTo>
                  <a:cubicBezTo>
                    <a:pt x="45" y="253"/>
                    <a:pt x="66" y="273"/>
                    <a:pt x="91" y="273"/>
                  </a:cubicBezTo>
                  <a:cubicBezTo>
                    <a:pt x="819" y="273"/>
                    <a:pt x="819" y="273"/>
                    <a:pt x="819" y="273"/>
                  </a:cubicBezTo>
                  <a:cubicBezTo>
                    <a:pt x="844" y="273"/>
                    <a:pt x="864" y="253"/>
                    <a:pt x="864" y="228"/>
                  </a:cubicBezTo>
                  <a:cubicBezTo>
                    <a:pt x="864" y="203"/>
                    <a:pt x="844" y="182"/>
                    <a:pt x="819" y="182"/>
                  </a:cubicBezTo>
                  <a:close/>
                  <a:moveTo>
                    <a:pt x="864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1"/>
                    <a:pt x="0" y="46"/>
                  </a:cubicBezTo>
                  <a:cubicBezTo>
                    <a:pt x="0" y="71"/>
                    <a:pt x="20" y="91"/>
                    <a:pt x="45" y="91"/>
                  </a:cubicBezTo>
                  <a:cubicBezTo>
                    <a:pt x="864" y="91"/>
                    <a:pt x="864" y="91"/>
                    <a:pt x="864" y="91"/>
                  </a:cubicBezTo>
                  <a:cubicBezTo>
                    <a:pt x="890" y="91"/>
                    <a:pt x="910" y="71"/>
                    <a:pt x="910" y="46"/>
                  </a:cubicBezTo>
                  <a:cubicBezTo>
                    <a:pt x="910" y="21"/>
                    <a:pt x="890" y="0"/>
                    <a:pt x="8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548961" y="3023163"/>
            <a:ext cx="316609" cy="421276"/>
            <a:chOff x="7913688" y="-280988"/>
            <a:chExt cx="1733550" cy="2306638"/>
          </a:xfrm>
          <a:solidFill>
            <a:schemeClr val="bg1"/>
          </a:solidFill>
        </p:grpSpPr>
        <p:sp>
          <p:nvSpPr>
            <p:cNvPr id="31" name="Freeform 29"/>
            <p:cNvSpPr/>
            <p:nvPr/>
          </p:nvSpPr>
          <p:spPr bwMode="auto">
            <a:xfrm>
              <a:off x="8215313" y="1317625"/>
              <a:ext cx="1155700" cy="71438"/>
            </a:xfrm>
            <a:custGeom>
              <a:avLst/>
              <a:gdLst>
                <a:gd name="T0" fmla="*/ 9 w 306"/>
                <a:gd name="T1" fmla="*/ 0 h 19"/>
                <a:gd name="T2" fmla="*/ 0 w 306"/>
                <a:gd name="T3" fmla="*/ 10 h 19"/>
                <a:gd name="T4" fmla="*/ 9 w 306"/>
                <a:gd name="T5" fmla="*/ 19 h 19"/>
                <a:gd name="T6" fmla="*/ 297 w 306"/>
                <a:gd name="T7" fmla="*/ 19 h 19"/>
                <a:gd name="T8" fmla="*/ 306 w 306"/>
                <a:gd name="T9" fmla="*/ 10 h 19"/>
                <a:gd name="T10" fmla="*/ 297 w 306"/>
                <a:gd name="T11" fmla="*/ 0 h 19"/>
                <a:gd name="T12" fmla="*/ 9 w 306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">
                  <a:moveTo>
                    <a:pt x="9" y="0"/>
                  </a:moveTo>
                  <a:cubicBezTo>
                    <a:pt x="4" y="0"/>
                    <a:pt x="0" y="5"/>
                    <a:pt x="0" y="10"/>
                  </a:cubicBezTo>
                  <a:cubicBezTo>
                    <a:pt x="0" y="15"/>
                    <a:pt x="4" y="19"/>
                    <a:pt x="9" y="19"/>
                  </a:cubicBezTo>
                  <a:cubicBezTo>
                    <a:pt x="297" y="19"/>
                    <a:pt x="297" y="19"/>
                    <a:pt x="297" y="19"/>
                  </a:cubicBezTo>
                  <a:cubicBezTo>
                    <a:pt x="302" y="19"/>
                    <a:pt x="306" y="15"/>
                    <a:pt x="306" y="10"/>
                  </a:cubicBezTo>
                  <a:cubicBezTo>
                    <a:pt x="306" y="5"/>
                    <a:pt x="302" y="0"/>
                    <a:pt x="297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2" name="Freeform 30"/>
            <p:cNvSpPr/>
            <p:nvPr/>
          </p:nvSpPr>
          <p:spPr bwMode="auto">
            <a:xfrm>
              <a:off x="8215313" y="1535112"/>
              <a:ext cx="1155700" cy="71438"/>
            </a:xfrm>
            <a:custGeom>
              <a:avLst/>
              <a:gdLst>
                <a:gd name="T0" fmla="*/ 297 w 306"/>
                <a:gd name="T1" fmla="*/ 0 h 19"/>
                <a:gd name="T2" fmla="*/ 9 w 306"/>
                <a:gd name="T3" fmla="*/ 0 h 19"/>
                <a:gd name="T4" fmla="*/ 0 w 306"/>
                <a:gd name="T5" fmla="*/ 9 h 19"/>
                <a:gd name="T6" fmla="*/ 9 w 306"/>
                <a:gd name="T7" fmla="*/ 19 h 19"/>
                <a:gd name="T8" fmla="*/ 297 w 306"/>
                <a:gd name="T9" fmla="*/ 19 h 19"/>
                <a:gd name="T10" fmla="*/ 306 w 306"/>
                <a:gd name="T11" fmla="*/ 9 h 19"/>
                <a:gd name="T12" fmla="*/ 297 w 306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">
                  <a:moveTo>
                    <a:pt x="297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19"/>
                    <a:pt x="9" y="19"/>
                  </a:cubicBezTo>
                  <a:cubicBezTo>
                    <a:pt x="297" y="19"/>
                    <a:pt x="297" y="19"/>
                    <a:pt x="297" y="19"/>
                  </a:cubicBezTo>
                  <a:cubicBezTo>
                    <a:pt x="302" y="19"/>
                    <a:pt x="306" y="15"/>
                    <a:pt x="306" y="9"/>
                  </a:cubicBezTo>
                  <a:cubicBezTo>
                    <a:pt x="306" y="4"/>
                    <a:pt x="302" y="0"/>
                    <a:pt x="2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3" name="Freeform 31"/>
            <p:cNvSpPr>
              <a:spLocks noEditPoints="1"/>
            </p:cNvSpPr>
            <p:nvPr/>
          </p:nvSpPr>
          <p:spPr bwMode="auto">
            <a:xfrm>
              <a:off x="7913688" y="-280988"/>
              <a:ext cx="1733550" cy="2306638"/>
            </a:xfrm>
            <a:custGeom>
              <a:avLst/>
              <a:gdLst>
                <a:gd name="T0" fmla="*/ 353 w 459"/>
                <a:gd name="T1" fmla="*/ 12 h 612"/>
                <a:gd name="T2" fmla="*/ 325 w 459"/>
                <a:gd name="T3" fmla="*/ 0 h 612"/>
                <a:gd name="T4" fmla="*/ 57 w 459"/>
                <a:gd name="T5" fmla="*/ 0 h 612"/>
                <a:gd name="T6" fmla="*/ 0 w 459"/>
                <a:gd name="T7" fmla="*/ 57 h 612"/>
                <a:gd name="T8" fmla="*/ 0 w 459"/>
                <a:gd name="T9" fmla="*/ 555 h 612"/>
                <a:gd name="T10" fmla="*/ 57 w 459"/>
                <a:gd name="T11" fmla="*/ 612 h 612"/>
                <a:gd name="T12" fmla="*/ 402 w 459"/>
                <a:gd name="T13" fmla="*/ 612 h 612"/>
                <a:gd name="T14" fmla="*/ 459 w 459"/>
                <a:gd name="T15" fmla="*/ 555 h 612"/>
                <a:gd name="T16" fmla="*/ 459 w 459"/>
                <a:gd name="T17" fmla="*/ 153 h 612"/>
                <a:gd name="T18" fmla="*/ 353 w 459"/>
                <a:gd name="T19" fmla="*/ 12 h 612"/>
                <a:gd name="T20" fmla="*/ 344 w 459"/>
                <a:gd name="T21" fmla="*/ 59 h 612"/>
                <a:gd name="T22" fmla="*/ 409 w 459"/>
                <a:gd name="T23" fmla="*/ 134 h 612"/>
                <a:gd name="T24" fmla="*/ 344 w 459"/>
                <a:gd name="T25" fmla="*/ 134 h 612"/>
                <a:gd name="T26" fmla="*/ 344 w 459"/>
                <a:gd name="T27" fmla="*/ 59 h 612"/>
                <a:gd name="T28" fmla="*/ 421 w 459"/>
                <a:gd name="T29" fmla="*/ 555 h 612"/>
                <a:gd name="T30" fmla="*/ 402 w 459"/>
                <a:gd name="T31" fmla="*/ 574 h 612"/>
                <a:gd name="T32" fmla="*/ 57 w 459"/>
                <a:gd name="T33" fmla="*/ 574 h 612"/>
                <a:gd name="T34" fmla="*/ 38 w 459"/>
                <a:gd name="T35" fmla="*/ 555 h 612"/>
                <a:gd name="T36" fmla="*/ 38 w 459"/>
                <a:gd name="T37" fmla="*/ 57 h 612"/>
                <a:gd name="T38" fmla="*/ 57 w 459"/>
                <a:gd name="T39" fmla="*/ 38 h 612"/>
                <a:gd name="T40" fmla="*/ 306 w 459"/>
                <a:gd name="T41" fmla="*/ 38 h 612"/>
                <a:gd name="T42" fmla="*/ 306 w 459"/>
                <a:gd name="T43" fmla="*/ 172 h 612"/>
                <a:gd name="T44" fmla="*/ 421 w 459"/>
                <a:gd name="T45" fmla="*/ 172 h 612"/>
                <a:gd name="T46" fmla="*/ 421 w 459"/>
                <a:gd name="T47" fmla="*/ 555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59" h="612">
                  <a:moveTo>
                    <a:pt x="353" y="12"/>
                  </a:moveTo>
                  <a:cubicBezTo>
                    <a:pt x="346" y="4"/>
                    <a:pt x="336" y="0"/>
                    <a:pt x="325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7"/>
                  </a:cubicBezTo>
                  <a:cubicBezTo>
                    <a:pt x="0" y="555"/>
                    <a:pt x="0" y="555"/>
                    <a:pt x="0" y="555"/>
                  </a:cubicBezTo>
                  <a:cubicBezTo>
                    <a:pt x="0" y="587"/>
                    <a:pt x="26" y="612"/>
                    <a:pt x="57" y="612"/>
                  </a:cubicBezTo>
                  <a:cubicBezTo>
                    <a:pt x="402" y="612"/>
                    <a:pt x="402" y="612"/>
                    <a:pt x="402" y="612"/>
                  </a:cubicBezTo>
                  <a:cubicBezTo>
                    <a:pt x="434" y="612"/>
                    <a:pt x="459" y="587"/>
                    <a:pt x="459" y="555"/>
                  </a:cubicBezTo>
                  <a:cubicBezTo>
                    <a:pt x="459" y="153"/>
                    <a:pt x="459" y="153"/>
                    <a:pt x="459" y="153"/>
                  </a:cubicBezTo>
                  <a:cubicBezTo>
                    <a:pt x="459" y="138"/>
                    <a:pt x="459" y="127"/>
                    <a:pt x="353" y="12"/>
                  </a:cubicBezTo>
                  <a:close/>
                  <a:moveTo>
                    <a:pt x="344" y="59"/>
                  </a:moveTo>
                  <a:cubicBezTo>
                    <a:pt x="364" y="80"/>
                    <a:pt x="392" y="113"/>
                    <a:pt x="409" y="134"/>
                  </a:cubicBezTo>
                  <a:cubicBezTo>
                    <a:pt x="344" y="134"/>
                    <a:pt x="344" y="134"/>
                    <a:pt x="344" y="134"/>
                  </a:cubicBezTo>
                  <a:lnTo>
                    <a:pt x="344" y="59"/>
                  </a:lnTo>
                  <a:close/>
                  <a:moveTo>
                    <a:pt x="421" y="555"/>
                  </a:moveTo>
                  <a:cubicBezTo>
                    <a:pt x="421" y="566"/>
                    <a:pt x="412" y="574"/>
                    <a:pt x="402" y="574"/>
                  </a:cubicBezTo>
                  <a:cubicBezTo>
                    <a:pt x="57" y="574"/>
                    <a:pt x="57" y="574"/>
                    <a:pt x="57" y="574"/>
                  </a:cubicBezTo>
                  <a:cubicBezTo>
                    <a:pt x="47" y="574"/>
                    <a:pt x="38" y="566"/>
                    <a:pt x="38" y="555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8" y="47"/>
                    <a:pt x="47" y="38"/>
                    <a:pt x="57" y="38"/>
                  </a:cubicBezTo>
                  <a:cubicBezTo>
                    <a:pt x="306" y="38"/>
                    <a:pt x="306" y="38"/>
                    <a:pt x="306" y="38"/>
                  </a:cubicBezTo>
                  <a:cubicBezTo>
                    <a:pt x="306" y="172"/>
                    <a:pt x="306" y="172"/>
                    <a:pt x="306" y="172"/>
                  </a:cubicBezTo>
                  <a:cubicBezTo>
                    <a:pt x="421" y="172"/>
                    <a:pt x="421" y="172"/>
                    <a:pt x="421" y="172"/>
                  </a:cubicBezTo>
                  <a:lnTo>
                    <a:pt x="421" y="5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4" name="Freeform 32"/>
            <p:cNvSpPr/>
            <p:nvPr/>
          </p:nvSpPr>
          <p:spPr bwMode="auto">
            <a:xfrm>
              <a:off x="8199438" y="77787"/>
              <a:ext cx="725488" cy="146050"/>
            </a:xfrm>
            <a:custGeom>
              <a:avLst/>
              <a:gdLst>
                <a:gd name="T0" fmla="*/ 19 w 192"/>
                <a:gd name="T1" fmla="*/ 39 h 39"/>
                <a:gd name="T2" fmla="*/ 173 w 192"/>
                <a:gd name="T3" fmla="*/ 39 h 39"/>
                <a:gd name="T4" fmla="*/ 192 w 192"/>
                <a:gd name="T5" fmla="*/ 20 h 39"/>
                <a:gd name="T6" fmla="*/ 173 w 192"/>
                <a:gd name="T7" fmla="*/ 0 h 39"/>
                <a:gd name="T8" fmla="*/ 19 w 192"/>
                <a:gd name="T9" fmla="*/ 0 h 39"/>
                <a:gd name="T10" fmla="*/ 0 w 192"/>
                <a:gd name="T11" fmla="*/ 20 h 39"/>
                <a:gd name="T12" fmla="*/ 19 w 192"/>
                <a:gd name="T1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2" h="39">
                  <a:moveTo>
                    <a:pt x="19" y="39"/>
                  </a:moveTo>
                  <a:cubicBezTo>
                    <a:pt x="173" y="39"/>
                    <a:pt x="173" y="39"/>
                    <a:pt x="173" y="39"/>
                  </a:cubicBezTo>
                  <a:cubicBezTo>
                    <a:pt x="183" y="39"/>
                    <a:pt x="192" y="30"/>
                    <a:pt x="192" y="20"/>
                  </a:cubicBezTo>
                  <a:cubicBezTo>
                    <a:pt x="192" y="9"/>
                    <a:pt x="183" y="0"/>
                    <a:pt x="173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0"/>
                    <a:pt x="9" y="39"/>
                    <a:pt x="19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5" name="Freeform 33"/>
            <p:cNvSpPr/>
            <p:nvPr/>
          </p:nvSpPr>
          <p:spPr bwMode="auto">
            <a:xfrm>
              <a:off x="8199438" y="438150"/>
              <a:ext cx="725488" cy="73025"/>
            </a:xfrm>
            <a:custGeom>
              <a:avLst/>
              <a:gdLst>
                <a:gd name="T0" fmla="*/ 10 w 192"/>
                <a:gd name="T1" fmla="*/ 19 h 19"/>
                <a:gd name="T2" fmla="*/ 182 w 192"/>
                <a:gd name="T3" fmla="*/ 19 h 19"/>
                <a:gd name="T4" fmla="*/ 192 w 192"/>
                <a:gd name="T5" fmla="*/ 10 h 19"/>
                <a:gd name="T6" fmla="*/ 182 w 192"/>
                <a:gd name="T7" fmla="*/ 0 h 19"/>
                <a:gd name="T8" fmla="*/ 10 w 192"/>
                <a:gd name="T9" fmla="*/ 0 h 19"/>
                <a:gd name="T10" fmla="*/ 0 w 192"/>
                <a:gd name="T11" fmla="*/ 10 h 19"/>
                <a:gd name="T12" fmla="*/ 10 w 192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2" h="19">
                  <a:moveTo>
                    <a:pt x="10" y="19"/>
                  </a:moveTo>
                  <a:cubicBezTo>
                    <a:pt x="182" y="19"/>
                    <a:pt x="182" y="19"/>
                    <a:pt x="182" y="19"/>
                  </a:cubicBezTo>
                  <a:cubicBezTo>
                    <a:pt x="188" y="19"/>
                    <a:pt x="192" y="15"/>
                    <a:pt x="192" y="10"/>
                  </a:cubicBezTo>
                  <a:cubicBezTo>
                    <a:pt x="192" y="4"/>
                    <a:pt x="188" y="0"/>
                    <a:pt x="18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5"/>
                    <a:pt x="5" y="19"/>
                    <a:pt x="10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6" name="Freeform 34"/>
            <p:cNvSpPr/>
            <p:nvPr/>
          </p:nvSpPr>
          <p:spPr bwMode="auto">
            <a:xfrm>
              <a:off x="8199438" y="657225"/>
              <a:ext cx="1160463" cy="71438"/>
            </a:xfrm>
            <a:custGeom>
              <a:avLst/>
              <a:gdLst>
                <a:gd name="T0" fmla="*/ 0 w 307"/>
                <a:gd name="T1" fmla="*/ 9 h 19"/>
                <a:gd name="T2" fmla="*/ 10 w 307"/>
                <a:gd name="T3" fmla="*/ 19 h 19"/>
                <a:gd name="T4" fmla="*/ 297 w 307"/>
                <a:gd name="T5" fmla="*/ 19 h 19"/>
                <a:gd name="T6" fmla="*/ 307 w 307"/>
                <a:gd name="T7" fmla="*/ 9 h 19"/>
                <a:gd name="T8" fmla="*/ 297 w 307"/>
                <a:gd name="T9" fmla="*/ 0 h 19"/>
                <a:gd name="T10" fmla="*/ 10 w 307"/>
                <a:gd name="T11" fmla="*/ 0 h 19"/>
                <a:gd name="T12" fmla="*/ 0 w 307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19">
                  <a:moveTo>
                    <a:pt x="0" y="9"/>
                  </a:moveTo>
                  <a:cubicBezTo>
                    <a:pt x="0" y="14"/>
                    <a:pt x="5" y="19"/>
                    <a:pt x="10" y="19"/>
                  </a:cubicBezTo>
                  <a:cubicBezTo>
                    <a:pt x="297" y="19"/>
                    <a:pt x="297" y="19"/>
                    <a:pt x="297" y="19"/>
                  </a:cubicBezTo>
                  <a:cubicBezTo>
                    <a:pt x="302" y="19"/>
                    <a:pt x="307" y="14"/>
                    <a:pt x="307" y="9"/>
                  </a:cubicBezTo>
                  <a:cubicBezTo>
                    <a:pt x="307" y="4"/>
                    <a:pt x="302" y="0"/>
                    <a:pt x="29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35"/>
            <p:cNvSpPr/>
            <p:nvPr/>
          </p:nvSpPr>
          <p:spPr bwMode="auto">
            <a:xfrm>
              <a:off x="8199438" y="1087437"/>
              <a:ext cx="1160463" cy="74613"/>
            </a:xfrm>
            <a:custGeom>
              <a:avLst/>
              <a:gdLst>
                <a:gd name="T0" fmla="*/ 297 w 307"/>
                <a:gd name="T1" fmla="*/ 20 h 20"/>
                <a:gd name="T2" fmla="*/ 307 w 307"/>
                <a:gd name="T3" fmla="*/ 10 h 20"/>
                <a:gd name="T4" fmla="*/ 297 w 307"/>
                <a:gd name="T5" fmla="*/ 0 h 20"/>
                <a:gd name="T6" fmla="*/ 10 w 307"/>
                <a:gd name="T7" fmla="*/ 0 h 20"/>
                <a:gd name="T8" fmla="*/ 0 w 307"/>
                <a:gd name="T9" fmla="*/ 10 h 20"/>
                <a:gd name="T10" fmla="*/ 10 w 307"/>
                <a:gd name="T11" fmla="*/ 20 h 20"/>
                <a:gd name="T12" fmla="*/ 297 w 307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20">
                  <a:moveTo>
                    <a:pt x="297" y="20"/>
                  </a:moveTo>
                  <a:cubicBezTo>
                    <a:pt x="302" y="20"/>
                    <a:pt x="307" y="15"/>
                    <a:pt x="307" y="10"/>
                  </a:cubicBezTo>
                  <a:cubicBezTo>
                    <a:pt x="307" y="5"/>
                    <a:pt x="302" y="0"/>
                    <a:pt x="29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15"/>
                    <a:pt x="5" y="20"/>
                    <a:pt x="10" y="20"/>
                  </a:cubicBezTo>
                  <a:lnTo>
                    <a:pt x="297" y="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8199438" y="871537"/>
              <a:ext cx="1089025" cy="73025"/>
            </a:xfrm>
            <a:custGeom>
              <a:avLst/>
              <a:gdLst>
                <a:gd name="T0" fmla="*/ 10 w 288"/>
                <a:gd name="T1" fmla="*/ 19 h 19"/>
                <a:gd name="T2" fmla="*/ 278 w 288"/>
                <a:gd name="T3" fmla="*/ 19 h 19"/>
                <a:gd name="T4" fmla="*/ 288 w 288"/>
                <a:gd name="T5" fmla="*/ 10 h 19"/>
                <a:gd name="T6" fmla="*/ 278 w 288"/>
                <a:gd name="T7" fmla="*/ 0 h 19"/>
                <a:gd name="T8" fmla="*/ 10 w 288"/>
                <a:gd name="T9" fmla="*/ 0 h 19"/>
                <a:gd name="T10" fmla="*/ 0 w 288"/>
                <a:gd name="T11" fmla="*/ 10 h 19"/>
                <a:gd name="T12" fmla="*/ 10 w 288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9">
                  <a:moveTo>
                    <a:pt x="10" y="19"/>
                  </a:moveTo>
                  <a:cubicBezTo>
                    <a:pt x="278" y="19"/>
                    <a:pt x="278" y="19"/>
                    <a:pt x="278" y="19"/>
                  </a:cubicBezTo>
                  <a:cubicBezTo>
                    <a:pt x="283" y="19"/>
                    <a:pt x="288" y="15"/>
                    <a:pt x="288" y="10"/>
                  </a:cubicBezTo>
                  <a:cubicBezTo>
                    <a:pt x="288" y="4"/>
                    <a:pt x="283" y="0"/>
                    <a:pt x="27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5"/>
                    <a:pt x="5" y="19"/>
                    <a:pt x="10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828255" y="4672895"/>
            <a:ext cx="23212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popular belief, Lorem Ipsum is not simply random text. It has roots in a piece of classical Latin literature from 45 BC.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93907" y="4347819"/>
            <a:ext cx="198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Web Analysis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46649" y="4672895"/>
            <a:ext cx="23212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popular belief, Lorem Ipsum is not simply random text. It has roots in a piece of classical Latin literature from 45 BC.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712301" y="4347819"/>
            <a:ext cx="198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Printing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10397" y="4672895"/>
            <a:ext cx="23212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popular belief, Lorem Ipsum is not simply random text. It has roots in a piece of classical Latin literature from 45 BC.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76049" y="4347819"/>
            <a:ext cx="198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Photography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052742" y="4672895"/>
            <a:ext cx="23212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popular belief, Lorem Ipsum is not simply random text. It has roots in a piece of classical Latin literature from 45 BC.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18394" y="4347819"/>
            <a:ext cx="198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E-Commerce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  <p:bldGraphic spid="6" grpId="0">
        <p:bldAsOne/>
      </p:bldGraphic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Flag Process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4 Step Process</a:t>
            </a:r>
            <a:endParaRPr lang="id-ID" dirty="0"/>
          </a:p>
        </p:txBody>
      </p:sp>
      <p:grpSp>
        <p:nvGrpSpPr>
          <p:cNvPr id="24" name="Group 23"/>
          <p:cNvGrpSpPr/>
          <p:nvPr/>
        </p:nvGrpSpPr>
        <p:grpSpPr>
          <a:xfrm>
            <a:off x="845761" y="2253657"/>
            <a:ext cx="6649584" cy="852643"/>
            <a:chOff x="297316" y="2253657"/>
            <a:chExt cx="7567392" cy="970329"/>
          </a:xfrm>
        </p:grpSpPr>
        <p:grpSp>
          <p:nvGrpSpPr>
            <p:cNvPr id="5" name="Group 4"/>
            <p:cNvGrpSpPr/>
            <p:nvPr/>
          </p:nvGrpSpPr>
          <p:grpSpPr>
            <a:xfrm>
              <a:off x="297316" y="2327298"/>
              <a:ext cx="5627041" cy="860590"/>
              <a:chOff x="1728788" y="1781175"/>
              <a:chExt cx="6186490" cy="946151"/>
            </a:xfrm>
          </p:grpSpPr>
          <p:sp>
            <p:nvSpPr>
              <p:cNvPr id="18" name="Freeform 28"/>
              <p:cNvSpPr/>
              <p:nvPr/>
            </p:nvSpPr>
            <p:spPr bwMode="auto">
              <a:xfrm>
                <a:off x="1728788" y="1781175"/>
                <a:ext cx="577850" cy="811213"/>
              </a:xfrm>
              <a:custGeom>
                <a:avLst/>
                <a:gdLst>
                  <a:gd name="T0" fmla="*/ 130 w 130"/>
                  <a:gd name="T1" fmla="*/ 20 h 181"/>
                  <a:gd name="T2" fmla="*/ 3 w 130"/>
                  <a:gd name="T3" fmla="*/ 0 h 181"/>
                  <a:gd name="T4" fmla="*/ 44 w 130"/>
                  <a:gd name="T5" fmla="*/ 90 h 181"/>
                  <a:gd name="T6" fmla="*/ 0 w 130"/>
                  <a:gd name="T7" fmla="*/ 164 h 181"/>
                  <a:gd name="T8" fmla="*/ 123 w 130"/>
                  <a:gd name="T9" fmla="*/ 179 h 181"/>
                  <a:gd name="T10" fmla="*/ 130 w 130"/>
                  <a:gd name="T11" fmla="*/ 2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81">
                    <a:moveTo>
                      <a:pt x="130" y="20"/>
                    </a:moveTo>
                    <a:cubicBezTo>
                      <a:pt x="130" y="20"/>
                      <a:pt x="49" y="16"/>
                      <a:pt x="3" y="0"/>
                    </a:cubicBezTo>
                    <a:cubicBezTo>
                      <a:pt x="3" y="0"/>
                      <a:pt x="37" y="83"/>
                      <a:pt x="44" y="90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4"/>
                      <a:pt x="77" y="181"/>
                      <a:pt x="123" y="179"/>
                    </a:cubicBezTo>
                    <a:lnTo>
                      <a:pt x="130" y="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9" name="Freeform 29"/>
              <p:cNvSpPr/>
              <p:nvPr/>
            </p:nvSpPr>
            <p:spPr bwMode="auto">
              <a:xfrm>
                <a:off x="2097088" y="1852613"/>
                <a:ext cx="209550" cy="735013"/>
              </a:xfrm>
              <a:custGeom>
                <a:avLst/>
                <a:gdLst>
                  <a:gd name="T0" fmla="*/ 0 w 47"/>
                  <a:gd name="T1" fmla="*/ 0 h 164"/>
                  <a:gd name="T2" fmla="*/ 47 w 47"/>
                  <a:gd name="T3" fmla="*/ 4 h 164"/>
                  <a:gd name="T4" fmla="*/ 40 w 47"/>
                  <a:gd name="T5" fmla="*/ 163 h 164"/>
                  <a:gd name="T6" fmla="*/ 0 w 47"/>
                  <a:gd name="T7" fmla="*/ 161 h 164"/>
                  <a:gd name="T8" fmla="*/ 0 w 47"/>
                  <a:gd name="T9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64">
                    <a:moveTo>
                      <a:pt x="0" y="0"/>
                    </a:moveTo>
                    <a:cubicBezTo>
                      <a:pt x="26" y="3"/>
                      <a:pt x="47" y="4"/>
                      <a:pt x="47" y="4"/>
                    </a:cubicBezTo>
                    <a:cubicBezTo>
                      <a:pt x="40" y="163"/>
                      <a:pt x="40" y="163"/>
                      <a:pt x="40" y="163"/>
                    </a:cubicBezTo>
                    <a:cubicBezTo>
                      <a:pt x="28" y="164"/>
                      <a:pt x="14" y="163"/>
                      <a:pt x="0" y="1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  <a:alpha val="4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0" name="Freeform 30"/>
              <p:cNvSpPr/>
              <p:nvPr/>
            </p:nvSpPr>
            <p:spPr bwMode="auto">
              <a:xfrm>
                <a:off x="2257425" y="1798638"/>
                <a:ext cx="5657853" cy="928688"/>
              </a:xfrm>
              <a:custGeom>
                <a:avLst/>
                <a:gdLst>
                  <a:gd name="T0" fmla="*/ 1438 w 1438"/>
                  <a:gd name="T1" fmla="*/ 0 h 207"/>
                  <a:gd name="T2" fmla="*/ 867 w 1438"/>
                  <a:gd name="T3" fmla="*/ 6 h 207"/>
                  <a:gd name="T4" fmla="*/ 0 w 1438"/>
                  <a:gd name="T5" fmla="*/ 0 h 207"/>
                  <a:gd name="T6" fmla="*/ 0 w 1438"/>
                  <a:gd name="T7" fmla="*/ 191 h 207"/>
                  <a:gd name="T8" fmla="*/ 684 w 1438"/>
                  <a:gd name="T9" fmla="*/ 191 h 207"/>
                  <a:gd name="T10" fmla="*/ 1438 w 1438"/>
                  <a:gd name="T11" fmla="*/ 191 h 207"/>
                  <a:gd name="T12" fmla="*/ 1438 w 1438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38" h="207">
                    <a:moveTo>
                      <a:pt x="1438" y="0"/>
                    </a:moveTo>
                    <a:cubicBezTo>
                      <a:pt x="1438" y="0"/>
                      <a:pt x="1008" y="3"/>
                      <a:pt x="867" y="6"/>
                    </a:cubicBezTo>
                    <a:cubicBezTo>
                      <a:pt x="272" y="19"/>
                      <a:pt x="0" y="0"/>
                      <a:pt x="0" y="0"/>
                    </a:cubicBezTo>
                    <a:cubicBezTo>
                      <a:pt x="0" y="191"/>
                      <a:pt x="0" y="191"/>
                      <a:pt x="0" y="191"/>
                    </a:cubicBezTo>
                    <a:cubicBezTo>
                      <a:pt x="0" y="191"/>
                      <a:pt x="227" y="207"/>
                      <a:pt x="684" y="191"/>
                    </a:cubicBezTo>
                    <a:cubicBezTo>
                      <a:pt x="863" y="185"/>
                      <a:pt x="1438" y="191"/>
                      <a:pt x="1438" y="191"/>
                    </a:cubicBez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5924357" y="2253657"/>
              <a:ext cx="1940351" cy="970329"/>
              <a:chOff x="7218816" y="2253657"/>
              <a:chExt cx="2133264" cy="1066800"/>
            </a:xfrm>
          </p:grpSpPr>
          <p:sp>
            <p:nvSpPr>
              <p:cNvPr id="7" name="Freeform 31"/>
              <p:cNvSpPr/>
              <p:nvPr/>
            </p:nvSpPr>
            <p:spPr bwMode="auto">
              <a:xfrm>
                <a:off x="7218816" y="2253657"/>
                <a:ext cx="66675" cy="1066800"/>
              </a:xfrm>
              <a:custGeom>
                <a:avLst/>
                <a:gdLst>
                  <a:gd name="T0" fmla="*/ 0 w 15"/>
                  <a:gd name="T1" fmla="*/ 229 h 238"/>
                  <a:gd name="T2" fmla="*/ 8 w 15"/>
                  <a:gd name="T3" fmla="*/ 238 h 238"/>
                  <a:gd name="T4" fmla="*/ 8 w 15"/>
                  <a:gd name="T5" fmla="*/ 238 h 238"/>
                  <a:gd name="T6" fmla="*/ 15 w 15"/>
                  <a:gd name="T7" fmla="*/ 229 h 238"/>
                  <a:gd name="T8" fmla="*/ 15 w 15"/>
                  <a:gd name="T9" fmla="*/ 9 h 238"/>
                  <a:gd name="T10" fmla="*/ 8 w 15"/>
                  <a:gd name="T11" fmla="*/ 0 h 238"/>
                  <a:gd name="T12" fmla="*/ 8 w 15"/>
                  <a:gd name="T13" fmla="*/ 0 h 238"/>
                  <a:gd name="T14" fmla="*/ 0 w 15"/>
                  <a:gd name="T15" fmla="*/ 9 h 238"/>
                  <a:gd name="T16" fmla="*/ 0 w 15"/>
                  <a:gd name="T17" fmla="*/ 22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38">
                    <a:moveTo>
                      <a:pt x="0" y="229"/>
                    </a:moveTo>
                    <a:cubicBezTo>
                      <a:pt x="0" y="234"/>
                      <a:pt x="4" y="238"/>
                      <a:pt x="8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12" y="238"/>
                      <a:pt x="15" y="234"/>
                      <a:pt x="15" y="22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9"/>
                    </a:cubicBezTo>
                    <a:lnTo>
                      <a:pt x="0" y="229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grpSp>
            <p:nvGrpSpPr>
              <p:cNvPr id="21" name="Group 20"/>
              <p:cNvGrpSpPr/>
              <p:nvPr/>
            </p:nvGrpSpPr>
            <p:grpSpPr>
              <a:xfrm>
                <a:off x="8007803" y="2568976"/>
                <a:ext cx="1344277" cy="686394"/>
                <a:chOff x="8045903" y="2463207"/>
                <a:chExt cx="2020888" cy="1031875"/>
              </a:xfrm>
              <a:solidFill>
                <a:schemeClr val="tx2"/>
              </a:solidFill>
            </p:grpSpPr>
            <p:sp>
              <p:nvSpPr>
                <p:cNvPr id="8" name="Freeform 32"/>
                <p:cNvSpPr/>
                <p:nvPr/>
              </p:nvSpPr>
              <p:spPr bwMode="auto">
                <a:xfrm>
                  <a:off x="9738178" y="2769594"/>
                  <a:ext cx="182563" cy="371475"/>
                </a:xfrm>
                <a:custGeom>
                  <a:avLst/>
                  <a:gdLst>
                    <a:gd name="T0" fmla="*/ 41 w 41"/>
                    <a:gd name="T1" fmla="*/ 15 h 83"/>
                    <a:gd name="T2" fmla="*/ 41 w 41"/>
                    <a:gd name="T3" fmla="*/ 68 h 83"/>
                    <a:gd name="T4" fmla="*/ 26 w 41"/>
                    <a:gd name="T5" fmla="*/ 83 h 83"/>
                    <a:gd name="T6" fmla="*/ 0 w 41"/>
                    <a:gd name="T7" fmla="*/ 83 h 83"/>
                    <a:gd name="T8" fmla="*/ 0 w 41"/>
                    <a:gd name="T9" fmla="*/ 0 h 83"/>
                    <a:gd name="T10" fmla="*/ 26 w 41"/>
                    <a:gd name="T11" fmla="*/ 0 h 83"/>
                    <a:gd name="T12" fmla="*/ 41 w 41"/>
                    <a:gd name="T13" fmla="*/ 15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" h="83">
                      <a:moveTo>
                        <a:pt x="41" y="15"/>
                      </a:moveTo>
                      <a:cubicBezTo>
                        <a:pt x="41" y="68"/>
                        <a:pt x="41" y="68"/>
                        <a:pt x="41" y="68"/>
                      </a:cubicBezTo>
                      <a:cubicBezTo>
                        <a:pt x="41" y="77"/>
                        <a:pt x="34" y="83"/>
                        <a:pt x="26" y="83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34" y="0"/>
                        <a:pt x="41" y="7"/>
                        <a:pt x="41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Freeform 33"/>
                <p:cNvSpPr/>
                <p:nvPr/>
              </p:nvSpPr>
              <p:spPr bwMode="auto">
                <a:xfrm>
                  <a:off x="9933441" y="2895007"/>
                  <a:ext cx="133350" cy="125413"/>
                </a:xfrm>
                <a:custGeom>
                  <a:avLst/>
                  <a:gdLst>
                    <a:gd name="T0" fmla="*/ 30 w 30"/>
                    <a:gd name="T1" fmla="*/ 14 h 28"/>
                    <a:gd name="T2" fmla="*/ 0 w 30"/>
                    <a:gd name="T3" fmla="*/ 28 h 28"/>
                    <a:gd name="T4" fmla="*/ 0 w 30"/>
                    <a:gd name="T5" fmla="*/ 0 h 28"/>
                    <a:gd name="T6" fmla="*/ 30 w 30"/>
                    <a:gd name="T7" fmla="*/ 14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" h="28">
                      <a:moveTo>
                        <a:pt x="30" y="14"/>
                      </a:moveTo>
                      <a:cubicBezTo>
                        <a:pt x="30" y="22"/>
                        <a:pt x="17" y="28"/>
                        <a:pt x="0" y="2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7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Oval 34"/>
                <p:cNvSpPr>
                  <a:spLocks noChangeArrowheads="1"/>
                </p:cNvSpPr>
                <p:nvPr/>
              </p:nvSpPr>
              <p:spPr bwMode="auto">
                <a:xfrm>
                  <a:off x="9955666" y="2666407"/>
                  <a:ext cx="39688" cy="219075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Oval 35"/>
                <p:cNvSpPr>
                  <a:spLocks noChangeArrowheads="1"/>
                </p:cNvSpPr>
                <p:nvPr/>
              </p:nvSpPr>
              <p:spPr bwMode="auto">
                <a:xfrm>
                  <a:off x="9955666" y="3028357"/>
                  <a:ext cx="39688" cy="2206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Freeform 36"/>
                <p:cNvSpPr/>
                <p:nvPr/>
              </p:nvSpPr>
              <p:spPr bwMode="auto">
                <a:xfrm>
                  <a:off x="8045903" y="2487019"/>
                  <a:ext cx="177800" cy="469900"/>
                </a:xfrm>
                <a:custGeom>
                  <a:avLst/>
                  <a:gdLst>
                    <a:gd name="T0" fmla="*/ 1 w 40"/>
                    <a:gd name="T1" fmla="*/ 63 h 105"/>
                    <a:gd name="T2" fmla="*/ 40 w 40"/>
                    <a:gd name="T3" fmla="*/ 0 h 105"/>
                    <a:gd name="T4" fmla="*/ 40 w 40"/>
                    <a:gd name="T5" fmla="*/ 105 h 105"/>
                    <a:gd name="T6" fmla="*/ 1 w 40"/>
                    <a:gd name="T7" fmla="*/ 63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105">
                      <a:moveTo>
                        <a:pt x="1" y="63"/>
                      </a:moveTo>
                      <a:cubicBezTo>
                        <a:pt x="3" y="27"/>
                        <a:pt x="23" y="3"/>
                        <a:pt x="40" y="0"/>
                      </a:cubicBezTo>
                      <a:cubicBezTo>
                        <a:pt x="40" y="105"/>
                        <a:pt x="40" y="105"/>
                        <a:pt x="40" y="105"/>
                      </a:cubicBezTo>
                      <a:cubicBezTo>
                        <a:pt x="40" y="105"/>
                        <a:pt x="0" y="100"/>
                        <a:pt x="1" y="6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Freeform 37"/>
                <p:cNvSpPr>
                  <a:spLocks noEditPoints="1"/>
                </p:cNvSpPr>
                <p:nvPr/>
              </p:nvSpPr>
              <p:spPr bwMode="auto">
                <a:xfrm>
                  <a:off x="8209416" y="2463207"/>
                  <a:ext cx="1538288" cy="1031875"/>
                </a:xfrm>
                <a:custGeom>
                  <a:avLst/>
                  <a:gdLst>
                    <a:gd name="T0" fmla="*/ 10 w 346"/>
                    <a:gd name="T1" fmla="*/ 141 h 230"/>
                    <a:gd name="T2" fmla="*/ 20 w 346"/>
                    <a:gd name="T3" fmla="*/ 128 h 230"/>
                    <a:gd name="T4" fmla="*/ 127 w 346"/>
                    <a:gd name="T5" fmla="*/ 141 h 230"/>
                    <a:gd name="T6" fmla="*/ 270 w 346"/>
                    <a:gd name="T7" fmla="*/ 149 h 230"/>
                    <a:gd name="T8" fmla="*/ 272 w 346"/>
                    <a:gd name="T9" fmla="*/ 199 h 230"/>
                    <a:gd name="T10" fmla="*/ 288 w 346"/>
                    <a:gd name="T11" fmla="*/ 177 h 230"/>
                    <a:gd name="T12" fmla="*/ 279 w 346"/>
                    <a:gd name="T13" fmla="*/ 202 h 230"/>
                    <a:gd name="T14" fmla="*/ 334 w 346"/>
                    <a:gd name="T15" fmla="*/ 202 h 230"/>
                    <a:gd name="T16" fmla="*/ 311 w 346"/>
                    <a:gd name="T17" fmla="*/ 172 h 230"/>
                    <a:gd name="T18" fmla="*/ 333 w 346"/>
                    <a:gd name="T19" fmla="*/ 177 h 230"/>
                    <a:gd name="T20" fmla="*/ 311 w 346"/>
                    <a:gd name="T21" fmla="*/ 149 h 230"/>
                    <a:gd name="T22" fmla="*/ 340 w 346"/>
                    <a:gd name="T23" fmla="*/ 71 h 230"/>
                    <a:gd name="T24" fmla="*/ 304 w 346"/>
                    <a:gd name="T25" fmla="*/ 40 h 230"/>
                    <a:gd name="T26" fmla="*/ 326 w 346"/>
                    <a:gd name="T27" fmla="*/ 31 h 230"/>
                    <a:gd name="T28" fmla="*/ 228 w 346"/>
                    <a:gd name="T29" fmla="*/ 38 h 230"/>
                    <a:gd name="T30" fmla="*/ 250 w 346"/>
                    <a:gd name="T31" fmla="*/ 40 h 230"/>
                    <a:gd name="T32" fmla="*/ 236 w 346"/>
                    <a:gd name="T33" fmla="*/ 71 h 230"/>
                    <a:gd name="T34" fmla="*/ 214 w 346"/>
                    <a:gd name="T35" fmla="*/ 54 h 230"/>
                    <a:gd name="T36" fmla="*/ 146 w 346"/>
                    <a:gd name="T37" fmla="*/ 72 h 230"/>
                    <a:gd name="T38" fmla="*/ 7 w 346"/>
                    <a:gd name="T39" fmla="*/ 6 h 230"/>
                    <a:gd name="T40" fmla="*/ 15 w 346"/>
                    <a:gd name="T41" fmla="*/ 115 h 230"/>
                    <a:gd name="T42" fmla="*/ 10 w 346"/>
                    <a:gd name="T43" fmla="*/ 121 h 230"/>
                    <a:gd name="T44" fmla="*/ 231 w 346"/>
                    <a:gd name="T45" fmla="*/ 71 h 230"/>
                    <a:gd name="T46" fmla="*/ 216 w 346"/>
                    <a:gd name="T47" fmla="*/ 59 h 230"/>
                    <a:gd name="T48" fmla="*/ 294 w 346"/>
                    <a:gd name="T49" fmla="*/ 71 h 230"/>
                    <a:gd name="T50" fmla="*/ 256 w 346"/>
                    <a:gd name="T51" fmla="*/ 40 h 230"/>
                    <a:gd name="T52" fmla="*/ 294 w 346"/>
                    <a:gd name="T53" fmla="*/ 71 h 230"/>
                    <a:gd name="T54" fmla="*/ 307 w 346"/>
                    <a:gd name="T55" fmla="*/ 185 h 230"/>
                    <a:gd name="T56" fmla="*/ 307 w 346"/>
                    <a:gd name="T57" fmla="*/ 219 h 230"/>
                    <a:gd name="T58" fmla="*/ 292 w 346"/>
                    <a:gd name="T59" fmla="*/ 174 h 230"/>
                    <a:gd name="T60" fmla="*/ 301 w 346"/>
                    <a:gd name="T61" fmla="*/ 171 h 230"/>
                    <a:gd name="T62" fmla="*/ 294 w 346"/>
                    <a:gd name="T63" fmla="*/ 178 h 230"/>
                    <a:gd name="T64" fmla="*/ 276 w 346"/>
                    <a:gd name="T65" fmla="*/ 149 h 230"/>
                    <a:gd name="T66" fmla="*/ 301 w 346"/>
                    <a:gd name="T67" fmla="*/ 166 h 230"/>
                    <a:gd name="T68" fmla="*/ 289 w 346"/>
                    <a:gd name="T69" fmla="*/ 170 h 230"/>
                    <a:gd name="T70" fmla="*/ 15 w 346"/>
                    <a:gd name="T71" fmla="*/ 122 h 230"/>
                    <a:gd name="T72" fmla="*/ 34 w 346"/>
                    <a:gd name="T73" fmla="*/ 121 h 230"/>
                    <a:gd name="T74" fmla="*/ 15 w 346"/>
                    <a:gd name="T75" fmla="*/ 122 h 230"/>
                    <a:gd name="T76" fmla="*/ 10 w 346"/>
                    <a:gd name="T77" fmla="*/ 125 h 230"/>
                    <a:gd name="T78" fmla="*/ 10 w 346"/>
                    <a:gd name="T79" fmla="*/ 137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46" h="230">
                      <a:moveTo>
                        <a:pt x="0" y="131"/>
                      </a:moveTo>
                      <a:cubicBezTo>
                        <a:pt x="0" y="136"/>
                        <a:pt x="4" y="141"/>
                        <a:pt x="10" y="141"/>
                      </a:cubicBezTo>
                      <a:cubicBezTo>
                        <a:pt x="15" y="141"/>
                        <a:pt x="20" y="136"/>
                        <a:pt x="20" y="131"/>
                      </a:cubicBezTo>
                      <a:cubicBezTo>
                        <a:pt x="20" y="130"/>
                        <a:pt x="20" y="129"/>
                        <a:pt x="20" y="128"/>
                      </a:cubicBezTo>
                      <a:cubicBezTo>
                        <a:pt x="38" y="122"/>
                        <a:pt x="38" y="122"/>
                        <a:pt x="38" y="122"/>
                      </a:cubicBezTo>
                      <a:cubicBezTo>
                        <a:pt x="67" y="130"/>
                        <a:pt x="108" y="138"/>
                        <a:pt x="127" y="141"/>
                      </a:cubicBezTo>
                      <a:cubicBezTo>
                        <a:pt x="156" y="146"/>
                        <a:pt x="210" y="149"/>
                        <a:pt x="210" y="149"/>
                      </a:cubicBezTo>
                      <a:cubicBezTo>
                        <a:pt x="270" y="149"/>
                        <a:pt x="270" y="149"/>
                        <a:pt x="270" y="149"/>
                      </a:cubicBezTo>
                      <a:cubicBezTo>
                        <a:pt x="285" y="172"/>
                        <a:pt x="285" y="172"/>
                        <a:pt x="285" y="172"/>
                      </a:cubicBezTo>
                      <a:cubicBezTo>
                        <a:pt x="277" y="179"/>
                        <a:pt x="272" y="189"/>
                        <a:pt x="272" y="199"/>
                      </a:cubicBezTo>
                      <a:cubicBezTo>
                        <a:pt x="277" y="198"/>
                        <a:pt x="277" y="198"/>
                        <a:pt x="277" y="198"/>
                      </a:cubicBezTo>
                      <a:cubicBezTo>
                        <a:pt x="277" y="191"/>
                        <a:pt x="281" y="182"/>
                        <a:pt x="288" y="177"/>
                      </a:cubicBezTo>
                      <a:cubicBezTo>
                        <a:pt x="290" y="181"/>
                        <a:pt x="290" y="181"/>
                        <a:pt x="290" y="181"/>
                      </a:cubicBezTo>
                      <a:cubicBezTo>
                        <a:pt x="283" y="186"/>
                        <a:pt x="279" y="193"/>
                        <a:pt x="279" y="202"/>
                      </a:cubicBezTo>
                      <a:cubicBezTo>
                        <a:pt x="279" y="217"/>
                        <a:pt x="292" y="230"/>
                        <a:pt x="307" y="230"/>
                      </a:cubicBezTo>
                      <a:cubicBezTo>
                        <a:pt x="322" y="230"/>
                        <a:pt x="334" y="217"/>
                        <a:pt x="334" y="202"/>
                      </a:cubicBezTo>
                      <a:cubicBezTo>
                        <a:pt x="334" y="189"/>
                        <a:pt x="324" y="177"/>
                        <a:pt x="311" y="175"/>
                      </a:cubicBezTo>
                      <a:cubicBezTo>
                        <a:pt x="311" y="172"/>
                        <a:pt x="311" y="172"/>
                        <a:pt x="311" y="172"/>
                      </a:cubicBezTo>
                      <a:cubicBezTo>
                        <a:pt x="322" y="174"/>
                        <a:pt x="329" y="181"/>
                        <a:pt x="329" y="181"/>
                      </a:cubicBezTo>
                      <a:cubicBezTo>
                        <a:pt x="333" y="177"/>
                        <a:pt x="333" y="177"/>
                        <a:pt x="333" y="177"/>
                      </a:cubicBezTo>
                      <a:cubicBezTo>
                        <a:pt x="332" y="177"/>
                        <a:pt x="324" y="169"/>
                        <a:pt x="311" y="167"/>
                      </a:cubicBezTo>
                      <a:cubicBezTo>
                        <a:pt x="311" y="149"/>
                        <a:pt x="311" y="149"/>
                        <a:pt x="311" y="149"/>
                      </a:cubicBezTo>
                      <a:cubicBezTo>
                        <a:pt x="340" y="149"/>
                        <a:pt x="340" y="149"/>
                        <a:pt x="340" y="149"/>
                      </a:cubicBezTo>
                      <a:cubicBezTo>
                        <a:pt x="340" y="71"/>
                        <a:pt x="340" y="71"/>
                        <a:pt x="340" y="71"/>
                      </a:cubicBezTo>
                      <a:cubicBezTo>
                        <a:pt x="300" y="71"/>
                        <a:pt x="300" y="71"/>
                        <a:pt x="300" y="71"/>
                      </a:cubicBezTo>
                      <a:cubicBezTo>
                        <a:pt x="304" y="40"/>
                        <a:pt x="304" y="40"/>
                        <a:pt x="304" y="40"/>
                      </a:cubicBezTo>
                      <a:cubicBezTo>
                        <a:pt x="318" y="40"/>
                        <a:pt x="318" y="40"/>
                        <a:pt x="318" y="40"/>
                      </a:cubicBezTo>
                      <a:cubicBezTo>
                        <a:pt x="346" y="40"/>
                        <a:pt x="333" y="33"/>
                        <a:pt x="326" y="31"/>
                      </a:cubicBezTo>
                      <a:cubicBezTo>
                        <a:pt x="318" y="29"/>
                        <a:pt x="313" y="28"/>
                        <a:pt x="293" y="27"/>
                      </a:cubicBezTo>
                      <a:cubicBezTo>
                        <a:pt x="273" y="27"/>
                        <a:pt x="232" y="35"/>
                        <a:pt x="228" y="38"/>
                      </a:cubicBezTo>
                      <a:cubicBezTo>
                        <a:pt x="224" y="40"/>
                        <a:pt x="230" y="40"/>
                        <a:pt x="230" y="40"/>
                      </a:cubicBezTo>
                      <a:cubicBezTo>
                        <a:pt x="250" y="40"/>
                        <a:pt x="250" y="40"/>
                        <a:pt x="250" y="40"/>
                      </a:cubicBezTo>
                      <a:cubicBezTo>
                        <a:pt x="246" y="71"/>
                        <a:pt x="246" y="71"/>
                        <a:pt x="246" y="71"/>
                      </a:cubicBezTo>
                      <a:cubicBezTo>
                        <a:pt x="236" y="71"/>
                        <a:pt x="236" y="71"/>
                        <a:pt x="236" y="71"/>
                      </a:cubicBezTo>
                      <a:cubicBezTo>
                        <a:pt x="232" y="66"/>
                        <a:pt x="225" y="58"/>
                        <a:pt x="216" y="55"/>
                      </a:cubicBezTo>
                      <a:cubicBezTo>
                        <a:pt x="214" y="54"/>
                        <a:pt x="214" y="54"/>
                        <a:pt x="214" y="54"/>
                      </a:cubicBezTo>
                      <a:cubicBezTo>
                        <a:pt x="209" y="72"/>
                        <a:pt x="209" y="72"/>
                        <a:pt x="209" y="72"/>
                      </a:cubicBezTo>
                      <a:cubicBezTo>
                        <a:pt x="190" y="93"/>
                        <a:pt x="146" y="72"/>
                        <a:pt x="146" y="72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40" y="0"/>
                        <a:pt x="7" y="6"/>
                        <a:pt x="7" y="6"/>
                      </a:cubicBezTo>
                      <a:cubicBezTo>
                        <a:pt x="7" y="112"/>
                        <a:pt x="7" y="112"/>
                        <a:pt x="7" y="112"/>
                      </a:cubicBezTo>
                      <a:cubicBezTo>
                        <a:pt x="9" y="113"/>
                        <a:pt x="12" y="114"/>
                        <a:pt x="15" y="115"/>
                      </a:cubicBezTo>
                      <a:cubicBezTo>
                        <a:pt x="13" y="121"/>
                        <a:pt x="13" y="121"/>
                        <a:pt x="13" y="121"/>
                      </a:cubicBezTo>
                      <a:cubicBezTo>
                        <a:pt x="12" y="121"/>
                        <a:pt x="11" y="121"/>
                        <a:pt x="10" y="121"/>
                      </a:cubicBezTo>
                      <a:cubicBezTo>
                        <a:pt x="4" y="121"/>
                        <a:pt x="0" y="125"/>
                        <a:pt x="0" y="131"/>
                      </a:cubicBezTo>
                      <a:close/>
                      <a:moveTo>
                        <a:pt x="231" y="71"/>
                      </a:moveTo>
                      <a:cubicBezTo>
                        <a:pt x="213" y="71"/>
                        <a:pt x="213" y="71"/>
                        <a:pt x="213" y="71"/>
                      </a:cubicBezTo>
                      <a:cubicBezTo>
                        <a:pt x="216" y="59"/>
                        <a:pt x="216" y="59"/>
                        <a:pt x="216" y="59"/>
                      </a:cubicBezTo>
                      <a:cubicBezTo>
                        <a:pt x="222" y="62"/>
                        <a:pt x="228" y="67"/>
                        <a:pt x="231" y="71"/>
                      </a:cubicBezTo>
                      <a:close/>
                      <a:moveTo>
                        <a:pt x="294" y="71"/>
                      </a:moveTo>
                      <a:cubicBezTo>
                        <a:pt x="252" y="71"/>
                        <a:pt x="252" y="71"/>
                        <a:pt x="252" y="71"/>
                      </a:cubicBezTo>
                      <a:cubicBezTo>
                        <a:pt x="256" y="40"/>
                        <a:pt x="256" y="40"/>
                        <a:pt x="256" y="40"/>
                      </a:cubicBezTo>
                      <a:cubicBezTo>
                        <a:pt x="298" y="40"/>
                        <a:pt x="298" y="40"/>
                        <a:pt x="298" y="40"/>
                      </a:cubicBezTo>
                      <a:lnTo>
                        <a:pt x="294" y="71"/>
                      </a:lnTo>
                      <a:close/>
                      <a:moveTo>
                        <a:pt x="290" y="202"/>
                      </a:moveTo>
                      <a:cubicBezTo>
                        <a:pt x="290" y="193"/>
                        <a:pt x="297" y="185"/>
                        <a:pt x="307" y="185"/>
                      </a:cubicBezTo>
                      <a:cubicBezTo>
                        <a:pt x="316" y="185"/>
                        <a:pt x="324" y="193"/>
                        <a:pt x="324" y="202"/>
                      </a:cubicBezTo>
                      <a:cubicBezTo>
                        <a:pt x="324" y="212"/>
                        <a:pt x="316" y="219"/>
                        <a:pt x="307" y="219"/>
                      </a:cubicBezTo>
                      <a:cubicBezTo>
                        <a:pt x="297" y="219"/>
                        <a:pt x="290" y="212"/>
                        <a:pt x="290" y="202"/>
                      </a:cubicBezTo>
                      <a:close/>
                      <a:moveTo>
                        <a:pt x="292" y="174"/>
                      </a:moveTo>
                      <a:cubicBezTo>
                        <a:pt x="294" y="173"/>
                        <a:pt x="296" y="172"/>
                        <a:pt x="299" y="172"/>
                      </a:cubicBezTo>
                      <a:cubicBezTo>
                        <a:pt x="300" y="172"/>
                        <a:pt x="301" y="171"/>
                        <a:pt x="301" y="171"/>
                      </a:cubicBezTo>
                      <a:cubicBezTo>
                        <a:pt x="301" y="175"/>
                        <a:pt x="301" y="175"/>
                        <a:pt x="301" y="175"/>
                      </a:cubicBezTo>
                      <a:cubicBezTo>
                        <a:pt x="299" y="176"/>
                        <a:pt x="296" y="177"/>
                        <a:pt x="294" y="178"/>
                      </a:cubicBezTo>
                      <a:lnTo>
                        <a:pt x="292" y="174"/>
                      </a:lnTo>
                      <a:close/>
                      <a:moveTo>
                        <a:pt x="276" y="149"/>
                      </a:moveTo>
                      <a:cubicBezTo>
                        <a:pt x="301" y="149"/>
                        <a:pt x="301" y="149"/>
                        <a:pt x="301" y="149"/>
                      </a:cubicBezTo>
                      <a:cubicBezTo>
                        <a:pt x="301" y="166"/>
                        <a:pt x="301" y="166"/>
                        <a:pt x="301" y="166"/>
                      </a:cubicBezTo>
                      <a:cubicBezTo>
                        <a:pt x="300" y="166"/>
                        <a:pt x="299" y="167"/>
                        <a:pt x="298" y="167"/>
                      </a:cubicBezTo>
                      <a:cubicBezTo>
                        <a:pt x="295" y="167"/>
                        <a:pt x="292" y="168"/>
                        <a:pt x="289" y="170"/>
                      </a:cubicBezTo>
                      <a:lnTo>
                        <a:pt x="276" y="149"/>
                      </a:lnTo>
                      <a:close/>
                      <a:moveTo>
                        <a:pt x="15" y="122"/>
                      </a:moveTo>
                      <a:cubicBezTo>
                        <a:pt x="17" y="116"/>
                        <a:pt x="17" y="116"/>
                        <a:pt x="17" y="116"/>
                      </a:cubicBezTo>
                      <a:cubicBezTo>
                        <a:pt x="22" y="118"/>
                        <a:pt x="28" y="119"/>
                        <a:pt x="34" y="121"/>
                      </a:cubicBezTo>
                      <a:cubicBezTo>
                        <a:pt x="19" y="126"/>
                        <a:pt x="19" y="126"/>
                        <a:pt x="19" y="126"/>
                      </a:cubicBezTo>
                      <a:cubicBezTo>
                        <a:pt x="18" y="124"/>
                        <a:pt x="17" y="123"/>
                        <a:pt x="15" y="122"/>
                      </a:cubicBezTo>
                      <a:close/>
                      <a:moveTo>
                        <a:pt x="4" y="131"/>
                      </a:moveTo>
                      <a:cubicBezTo>
                        <a:pt x="4" y="127"/>
                        <a:pt x="7" y="125"/>
                        <a:pt x="10" y="125"/>
                      </a:cubicBezTo>
                      <a:cubicBezTo>
                        <a:pt x="13" y="125"/>
                        <a:pt x="16" y="127"/>
                        <a:pt x="16" y="131"/>
                      </a:cubicBezTo>
                      <a:cubicBezTo>
                        <a:pt x="16" y="134"/>
                        <a:pt x="13" y="137"/>
                        <a:pt x="10" y="137"/>
                      </a:cubicBezTo>
                      <a:cubicBezTo>
                        <a:pt x="7" y="137"/>
                        <a:pt x="4" y="134"/>
                        <a:pt x="4" y="1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Oval 38"/>
                <p:cNvSpPr>
                  <a:spLocks noChangeArrowheads="1"/>
                </p:cNvSpPr>
                <p:nvPr/>
              </p:nvSpPr>
              <p:spPr bwMode="auto">
                <a:xfrm>
                  <a:off x="8241166" y="3037882"/>
                  <a:ext cx="26988" cy="269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Oval 39"/>
                <p:cNvSpPr>
                  <a:spLocks noChangeArrowheads="1"/>
                </p:cNvSpPr>
                <p:nvPr/>
              </p:nvSpPr>
              <p:spPr bwMode="auto">
                <a:xfrm>
                  <a:off x="9533391" y="3333157"/>
                  <a:ext cx="76200" cy="762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6" name="Freeform 40"/>
              <p:cNvSpPr/>
              <p:nvPr/>
            </p:nvSpPr>
            <p:spPr bwMode="auto">
              <a:xfrm>
                <a:off x="7250566" y="2553694"/>
                <a:ext cx="857250" cy="169863"/>
              </a:xfrm>
              <a:custGeom>
                <a:avLst/>
                <a:gdLst>
                  <a:gd name="T0" fmla="*/ 537 w 540"/>
                  <a:gd name="T1" fmla="*/ 107 h 107"/>
                  <a:gd name="T2" fmla="*/ 540 w 540"/>
                  <a:gd name="T3" fmla="*/ 85 h 107"/>
                  <a:gd name="T4" fmla="*/ 3 w 540"/>
                  <a:gd name="T5" fmla="*/ 0 h 107"/>
                  <a:gd name="T6" fmla="*/ 0 w 540"/>
                  <a:gd name="T7" fmla="*/ 23 h 107"/>
                  <a:gd name="T8" fmla="*/ 537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537" y="107"/>
                    </a:moveTo>
                    <a:lnTo>
                      <a:pt x="540" y="85"/>
                    </a:lnTo>
                    <a:lnTo>
                      <a:pt x="3" y="0"/>
                    </a:lnTo>
                    <a:lnTo>
                      <a:pt x="0" y="23"/>
                    </a:lnTo>
                    <a:lnTo>
                      <a:pt x="537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7" name="Freeform 41"/>
              <p:cNvSpPr/>
              <p:nvPr/>
            </p:nvSpPr>
            <p:spPr bwMode="auto">
              <a:xfrm>
                <a:off x="7250566" y="2809282"/>
                <a:ext cx="857250" cy="169863"/>
              </a:xfrm>
              <a:custGeom>
                <a:avLst/>
                <a:gdLst>
                  <a:gd name="T0" fmla="*/ 3 w 540"/>
                  <a:gd name="T1" fmla="*/ 107 h 107"/>
                  <a:gd name="T2" fmla="*/ 540 w 540"/>
                  <a:gd name="T3" fmla="*/ 23 h 107"/>
                  <a:gd name="T4" fmla="*/ 537 w 540"/>
                  <a:gd name="T5" fmla="*/ 0 h 107"/>
                  <a:gd name="T6" fmla="*/ 0 w 540"/>
                  <a:gd name="T7" fmla="*/ 85 h 107"/>
                  <a:gd name="T8" fmla="*/ 3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3" y="107"/>
                    </a:moveTo>
                    <a:lnTo>
                      <a:pt x="540" y="23"/>
                    </a:lnTo>
                    <a:lnTo>
                      <a:pt x="537" y="0"/>
                    </a:lnTo>
                    <a:lnTo>
                      <a:pt x="0" y="85"/>
                    </a:lnTo>
                    <a:lnTo>
                      <a:pt x="3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1582361" y="3201003"/>
            <a:ext cx="6649584" cy="852643"/>
            <a:chOff x="297316" y="2253657"/>
            <a:chExt cx="7567392" cy="970329"/>
          </a:xfrm>
        </p:grpSpPr>
        <p:grpSp>
          <p:nvGrpSpPr>
            <p:cNvPr id="26" name="Group 25"/>
            <p:cNvGrpSpPr/>
            <p:nvPr/>
          </p:nvGrpSpPr>
          <p:grpSpPr>
            <a:xfrm>
              <a:off x="297316" y="2327298"/>
              <a:ext cx="5627041" cy="860590"/>
              <a:chOff x="1728788" y="1781175"/>
              <a:chExt cx="6186490" cy="946151"/>
            </a:xfrm>
          </p:grpSpPr>
          <p:sp>
            <p:nvSpPr>
              <p:cNvPr id="40" name="Freeform 28"/>
              <p:cNvSpPr/>
              <p:nvPr/>
            </p:nvSpPr>
            <p:spPr bwMode="auto">
              <a:xfrm>
                <a:off x="1728788" y="1781175"/>
                <a:ext cx="577850" cy="811213"/>
              </a:xfrm>
              <a:custGeom>
                <a:avLst/>
                <a:gdLst>
                  <a:gd name="T0" fmla="*/ 130 w 130"/>
                  <a:gd name="T1" fmla="*/ 20 h 181"/>
                  <a:gd name="T2" fmla="*/ 3 w 130"/>
                  <a:gd name="T3" fmla="*/ 0 h 181"/>
                  <a:gd name="T4" fmla="*/ 44 w 130"/>
                  <a:gd name="T5" fmla="*/ 90 h 181"/>
                  <a:gd name="T6" fmla="*/ 0 w 130"/>
                  <a:gd name="T7" fmla="*/ 164 h 181"/>
                  <a:gd name="T8" fmla="*/ 123 w 130"/>
                  <a:gd name="T9" fmla="*/ 179 h 181"/>
                  <a:gd name="T10" fmla="*/ 130 w 130"/>
                  <a:gd name="T11" fmla="*/ 2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81">
                    <a:moveTo>
                      <a:pt x="130" y="20"/>
                    </a:moveTo>
                    <a:cubicBezTo>
                      <a:pt x="130" y="20"/>
                      <a:pt x="49" y="16"/>
                      <a:pt x="3" y="0"/>
                    </a:cubicBezTo>
                    <a:cubicBezTo>
                      <a:pt x="3" y="0"/>
                      <a:pt x="37" y="83"/>
                      <a:pt x="44" y="90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4"/>
                      <a:pt x="77" y="181"/>
                      <a:pt x="123" y="179"/>
                    </a:cubicBezTo>
                    <a:lnTo>
                      <a:pt x="130" y="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1" name="Freeform 29"/>
              <p:cNvSpPr/>
              <p:nvPr/>
            </p:nvSpPr>
            <p:spPr bwMode="auto">
              <a:xfrm>
                <a:off x="2097088" y="1852613"/>
                <a:ext cx="209550" cy="735013"/>
              </a:xfrm>
              <a:custGeom>
                <a:avLst/>
                <a:gdLst>
                  <a:gd name="T0" fmla="*/ 0 w 47"/>
                  <a:gd name="T1" fmla="*/ 0 h 164"/>
                  <a:gd name="T2" fmla="*/ 47 w 47"/>
                  <a:gd name="T3" fmla="*/ 4 h 164"/>
                  <a:gd name="T4" fmla="*/ 40 w 47"/>
                  <a:gd name="T5" fmla="*/ 163 h 164"/>
                  <a:gd name="T6" fmla="*/ 0 w 47"/>
                  <a:gd name="T7" fmla="*/ 161 h 164"/>
                  <a:gd name="T8" fmla="*/ 0 w 47"/>
                  <a:gd name="T9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64">
                    <a:moveTo>
                      <a:pt x="0" y="0"/>
                    </a:moveTo>
                    <a:cubicBezTo>
                      <a:pt x="26" y="3"/>
                      <a:pt x="47" y="4"/>
                      <a:pt x="47" y="4"/>
                    </a:cubicBezTo>
                    <a:cubicBezTo>
                      <a:pt x="40" y="163"/>
                      <a:pt x="40" y="163"/>
                      <a:pt x="40" y="163"/>
                    </a:cubicBezTo>
                    <a:cubicBezTo>
                      <a:pt x="28" y="164"/>
                      <a:pt x="14" y="163"/>
                      <a:pt x="0" y="1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  <a:alpha val="4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2" name="Freeform 30"/>
              <p:cNvSpPr/>
              <p:nvPr/>
            </p:nvSpPr>
            <p:spPr bwMode="auto">
              <a:xfrm>
                <a:off x="2257425" y="1798638"/>
                <a:ext cx="5657853" cy="928688"/>
              </a:xfrm>
              <a:custGeom>
                <a:avLst/>
                <a:gdLst>
                  <a:gd name="T0" fmla="*/ 1438 w 1438"/>
                  <a:gd name="T1" fmla="*/ 0 h 207"/>
                  <a:gd name="T2" fmla="*/ 867 w 1438"/>
                  <a:gd name="T3" fmla="*/ 6 h 207"/>
                  <a:gd name="T4" fmla="*/ 0 w 1438"/>
                  <a:gd name="T5" fmla="*/ 0 h 207"/>
                  <a:gd name="T6" fmla="*/ 0 w 1438"/>
                  <a:gd name="T7" fmla="*/ 191 h 207"/>
                  <a:gd name="T8" fmla="*/ 684 w 1438"/>
                  <a:gd name="T9" fmla="*/ 191 h 207"/>
                  <a:gd name="T10" fmla="*/ 1438 w 1438"/>
                  <a:gd name="T11" fmla="*/ 191 h 207"/>
                  <a:gd name="T12" fmla="*/ 1438 w 1438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38" h="207">
                    <a:moveTo>
                      <a:pt x="1438" y="0"/>
                    </a:moveTo>
                    <a:cubicBezTo>
                      <a:pt x="1438" y="0"/>
                      <a:pt x="1008" y="3"/>
                      <a:pt x="867" y="6"/>
                    </a:cubicBezTo>
                    <a:cubicBezTo>
                      <a:pt x="272" y="19"/>
                      <a:pt x="0" y="0"/>
                      <a:pt x="0" y="0"/>
                    </a:cubicBezTo>
                    <a:cubicBezTo>
                      <a:pt x="0" y="191"/>
                      <a:pt x="0" y="191"/>
                      <a:pt x="0" y="191"/>
                    </a:cubicBezTo>
                    <a:cubicBezTo>
                      <a:pt x="0" y="191"/>
                      <a:pt x="227" y="207"/>
                      <a:pt x="684" y="191"/>
                    </a:cubicBezTo>
                    <a:cubicBezTo>
                      <a:pt x="863" y="185"/>
                      <a:pt x="1438" y="191"/>
                      <a:pt x="1438" y="191"/>
                    </a:cubicBez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5924357" y="2253657"/>
              <a:ext cx="1940351" cy="970329"/>
              <a:chOff x="7218816" y="2253657"/>
              <a:chExt cx="2133264" cy="1066800"/>
            </a:xfrm>
          </p:grpSpPr>
          <p:sp>
            <p:nvSpPr>
              <p:cNvPr id="28" name="Freeform 31"/>
              <p:cNvSpPr/>
              <p:nvPr/>
            </p:nvSpPr>
            <p:spPr bwMode="auto">
              <a:xfrm>
                <a:off x="7218816" y="2253657"/>
                <a:ext cx="66675" cy="1066800"/>
              </a:xfrm>
              <a:custGeom>
                <a:avLst/>
                <a:gdLst>
                  <a:gd name="T0" fmla="*/ 0 w 15"/>
                  <a:gd name="T1" fmla="*/ 229 h 238"/>
                  <a:gd name="T2" fmla="*/ 8 w 15"/>
                  <a:gd name="T3" fmla="*/ 238 h 238"/>
                  <a:gd name="T4" fmla="*/ 8 w 15"/>
                  <a:gd name="T5" fmla="*/ 238 h 238"/>
                  <a:gd name="T6" fmla="*/ 15 w 15"/>
                  <a:gd name="T7" fmla="*/ 229 h 238"/>
                  <a:gd name="T8" fmla="*/ 15 w 15"/>
                  <a:gd name="T9" fmla="*/ 9 h 238"/>
                  <a:gd name="T10" fmla="*/ 8 w 15"/>
                  <a:gd name="T11" fmla="*/ 0 h 238"/>
                  <a:gd name="T12" fmla="*/ 8 w 15"/>
                  <a:gd name="T13" fmla="*/ 0 h 238"/>
                  <a:gd name="T14" fmla="*/ 0 w 15"/>
                  <a:gd name="T15" fmla="*/ 9 h 238"/>
                  <a:gd name="T16" fmla="*/ 0 w 15"/>
                  <a:gd name="T17" fmla="*/ 22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38">
                    <a:moveTo>
                      <a:pt x="0" y="229"/>
                    </a:moveTo>
                    <a:cubicBezTo>
                      <a:pt x="0" y="234"/>
                      <a:pt x="4" y="238"/>
                      <a:pt x="8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12" y="238"/>
                      <a:pt x="15" y="234"/>
                      <a:pt x="15" y="22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9"/>
                    </a:cubicBezTo>
                    <a:lnTo>
                      <a:pt x="0" y="229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grpSp>
            <p:nvGrpSpPr>
              <p:cNvPr id="29" name="Group 28"/>
              <p:cNvGrpSpPr/>
              <p:nvPr/>
            </p:nvGrpSpPr>
            <p:grpSpPr>
              <a:xfrm>
                <a:off x="8007803" y="2568976"/>
                <a:ext cx="1344277" cy="686394"/>
                <a:chOff x="8045903" y="2463207"/>
                <a:chExt cx="2020888" cy="1031875"/>
              </a:xfrm>
              <a:solidFill>
                <a:schemeClr val="tx2"/>
              </a:solidFill>
            </p:grpSpPr>
            <p:sp>
              <p:nvSpPr>
                <p:cNvPr id="32" name="Freeform 32"/>
                <p:cNvSpPr/>
                <p:nvPr/>
              </p:nvSpPr>
              <p:spPr bwMode="auto">
                <a:xfrm>
                  <a:off x="9738178" y="2769594"/>
                  <a:ext cx="182563" cy="371475"/>
                </a:xfrm>
                <a:custGeom>
                  <a:avLst/>
                  <a:gdLst>
                    <a:gd name="T0" fmla="*/ 41 w 41"/>
                    <a:gd name="T1" fmla="*/ 15 h 83"/>
                    <a:gd name="T2" fmla="*/ 41 w 41"/>
                    <a:gd name="T3" fmla="*/ 68 h 83"/>
                    <a:gd name="T4" fmla="*/ 26 w 41"/>
                    <a:gd name="T5" fmla="*/ 83 h 83"/>
                    <a:gd name="T6" fmla="*/ 0 w 41"/>
                    <a:gd name="T7" fmla="*/ 83 h 83"/>
                    <a:gd name="T8" fmla="*/ 0 w 41"/>
                    <a:gd name="T9" fmla="*/ 0 h 83"/>
                    <a:gd name="T10" fmla="*/ 26 w 41"/>
                    <a:gd name="T11" fmla="*/ 0 h 83"/>
                    <a:gd name="T12" fmla="*/ 41 w 41"/>
                    <a:gd name="T13" fmla="*/ 15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" h="83">
                      <a:moveTo>
                        <a:pt x="41" y="15"/>
                      </a:moveTo>
                      <a:cubicBezTo>
                        <a:pt x="41" y="68"/>
                        <a:pt x="41" y="68"/>
                        <a:pt x="41" y="68"/>
                      </a:cubicBezTo>
                      <a:cubicBezTo>
                        <a:pt x="41" y="77"/>
                        <a:pt x="34" y="83"/>
                        <a:pt x="26" y="83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34" y="0"/>
                        <a:pt x="41" y="7"/>
                        <a:pt x="41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Freeform 33"/>
                <p:cNvSpPr/>
                <p:nvPr/>
              </p:nvSpPr>
              <p:spPr bwMode="auto">
                <a:xfrm>
                  <a:off x="9933441" y="2895007"/>
                  <a:ext cx="133350" cy="125413"/>
                </a:xfrm>
                <a:custGeom>
                  <a:avLst/>
                  <a:gdLst>
                    <a:gd name="T0" fmla="*/ 30 w 30"/>
                    <a:gd name="T1" fmla="*/ 14 h 28"/>
                    <a:gd name="T2" fmla="*/ 0 w 30"/>
                    <a:gd name="T3" fmla="*/ 28 h 28"/>
                    <a:gd name="T4" fmla="*/ 0 w 30"/>
                    <a:gd name="T5" fmla="*/ 0 h 28"/>
                    <a:gd name="T6" fmla="*/ 30 w 30"/>
                    <a:gd name="T7" fmla="*/ 14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" h="28">
                      <a:moveTo>
                        <a:pt x="30" y="14"/>
                      </a:moveTo>
                      <a:cubicBezTo>
                        <a:pt x="30" y="22"/>
                        <a:pt x="17" y="28"/>
                        <a:pt x="0" y="2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7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34"/>
                <p:cNvSpPr>
                  <a:spLocks noChangeArrowheads="1"/>
                </p:cNvSpPr>
                <p:nvPr/>
              </p:nvSpPr>
              <p:spPr bwMode="auto">
                <a:xfrm>
                  <a:off x="9955666" y="2666407"/>
                  <a:ext cx="39688" cy="219075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5"/>
                <p:cNvSpPr>
                  <a:spLocks noChangeArrowheads="1"/>
                </p:cNvSpPr>
                <p:nvPr/>
              </p:nvSpPr>
              <p:spPr bwMode="auto">
                <a:xfrm>
                  <a:off x="9955666" y="3028357"/>
                  <a:ext cx="39688" cy="2206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Freeform 36"/>
                <p:cNvSpPr/>
                <p:nvPr/>
              </p:nvSpPr>
              <p:spPr bwMode="auto">
                <a:xfrm>
                  <a:off x="8045903" y="2487019"/>
                  <a:ext cx="177800" cy="469900"/>
                </a:xfrm>
                <a:custGeom>
                  <a:avLst/>
                  <a:gdLst>
                    <a:gd name="T0" fmla="*/ 1 w 40"/>
                    <a:gd name="T1" fmla="*/ 63 h 105"/>
                    <a:gd name="T2" fmla="*/ 40 w 40"/>
                    <a:gd name="T3" fmla="*/ 0 h 105"/>
                    <a:gd name="T4" fmla="*/ 40 w 40"/>
                    <a:gd name="T5" fmla="*/ 105 h 105"/>
                    <a:gd name="T6" fmla="*/ 1 w 40"/>
                    <a:gd name="T7" fmla="*/ 63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105">
                      <a:moveTo>
                        <a:pt x="1" y="63"/>
                      </a:moveTo>
                      <a:cubicBezTo>
                        <a:pt x="3" y="27"/>
                        <a:pt x="23" y="3"/>
                        <a:pt x="40" y="0"/>
                      </a:cubicBezTo>
                      <a:cubicBezTo>
                        <a:pt x="40" y="105"/>
                        <a:pt x="40" y="105"/>
                        <a:pt x="40" y="105"/>
                      </a:cubicBezTo>
                      <a:cubicBezTo>
                        <a:pt x="40" y="105"/>
                        <a:pt x="0" y="100"/>
                        <a:pt x="1" y="6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Freeform 37"/>
                <p:cNvSpPr>
                  <a:spLocks noEditPoints="1"/>
                </p:cNvSpPr>
                <p:nvPr/>
              </p:nvSpPr>
              <p:spPr bwMode="auto">
                <a:xfrm>
                  <a:off x="8209416" y="2463207"/>
                  <a:ext cx="1538288" cy="1031875"/>
                </a:xfrm>
                <a:custGeom>
                  <a:avLst/>
                  <a:gdLst>
                    <a:gd name="T0" fmla="*/ 10 w 346"/>
                    <a:gd name="T1" fmla="*/ 141 h 230"/>
                    <a:gd name="T2" fmla="*/ 20 w 346"/>
                    <a:gd name="T3" fmla="*/ 128 h 230"/>
                    <a:gd name="T4" fmla="*/ 127 w 346"/>
                    <a:gd name="T5" fmla="*/ 141 h 230"/>
                    <a:gd name="T6" fmla="*/ 270 w 346"/>
                    <a:gd name="T7" fmla="*/ 149 h 230"/>
                    <a:gd name="T8" fmla="*/ 272 w 346"/>
                    <a:gd name="T9" fmla="*/ 199 h 230"/>
                    <a:gd name="T10" fmla="*/ 288 w 346"/>
                    <a:gd name="T11" fmla="*/ 177 h 230"/>
                    <a:gd name="T12" fmla="*/ 279 w 346"/>
                    <a:gd name="T13" fmla="*/ 202 h 230"/>
                    <a:gd name="T14" fmla="*/ 334 w 346"/>
                    <a:gd name="T15" fmla="*/ 202 h 230"/>
                    <a:gd name="T16" fmla="*/ 311 w 346"/>
                    <a:gd name="T17" fmla="*/ 172 h 230"/>
                    <a:gd name="T18" fmla="*/ 333 w 346"/>
                    <a:gd name="T19" fmla="*/ 177 h 230"/>
                    <a:gd name="T20" fmla="*/ 311 w 346"/>
                    <a:gd name="T21" fmla="*/ 149 h 230"/>
                    <a:gd name="T22" fmla="*/ 340 w 346"/>
                    <a:gd name="T23" fmla="*/ 71 h 230"/>
                    <a:gd name="T24" fmla="*/ 304 w 346"/>
                    <a:gd name="T25" fmla="*/ 40 h 230"/>
                    <a:gd name="T26" fmla="*/ 326 w 346"/>
                    <a:gd name="T27" fmla="*/ 31 h 230"/>
                    <a:gd name="T28" fmla="*/ 228 w 346"/>
                    <a:gd name="T29" fmla="*/ 38 h 230"/>
                    <a:gd name="T30" fmla="*/ 250 w 346"/>
                    <a:gd name="T31" fmla="*/ 40 h 230"/>
                    <a:gd name="T32" fmla="*/ 236 w 346"/>
                    <a:gd name="T33" fmla="*/ 71 h 230"/>
                    <a:gd name="T34" fmla="*/ 214 w 346"/>
                    <a:gd name="T35" fmla="*/ 54 h 230"/>
                    <a:gd name="T36" fmla="*/ 146 w 346"/>
                    <a:gd name="T37" fmla="*/ 72 h 230"/>
                    <a:gd name="T38" fmla="*/ 7 w 346"/>
                    <a:gd name="T39" fmla="*/ 6 h 230"/>
                    <a:gd name="T40" fmla="*/ 15 w 346"/>
                    <a:gd name="T41" fmla="*/ 115 h 230"/>
                    <a:gd name="T42" fmla="*/ 10 w 346"/>
                    <a:gd name="T43" fmla="*/ 121 h 230"/>
                    <a:gd name="T44" fmla="*/ 231 w 346"/>
                    <a:gd name="T45" fmla="*/ 71 h 230"/>
                    <a:gd name="T46" fmla="*/ 216 w 346"/>
                    <a:gd name="T47" fmla="*/ 59 h 230"/>
                    <a:gd name="T48" fmla="*/ 294 w 346"/>
                    <a:gd name="T49" fmla="*/ 71 h 230"/>
                    <a:gd name="T50" fmla="*/ 256 w 346"/>
                    <a:gd name="T51" fmla="*/ 40 h 230"/>
                    <a:gd name="T52" fmla="*/ 294 w 346"/>
                    <a:gd name="T53" fmla="*/ 71 h 230"/>
                    <a:gd name="T54" fmla="*/ 307 w 346"/>
                    <a:gd name="T55" fmla="*/ 185 h 230"/>
                    <a:gd name="T56" fmla="*/ 307 w 346"/>
                    <a:gd name="T57" fmla="*/ 219 h 230"/>
                    <a:gd name="T58" fmla="*/ 292 w 346"/>
                    <a:gd name="T59" fmla="*/ 174 h 230"/>
                    <a:gd name="T60" fmla="*/ 301 w 346"/>
                    <a:gd name="T61" fmla="*/ 171 h 230"/>
                    <a:gd name="T62" fmla="*/ 294 w 346"/>
                    <a:gd name="T63" fmla="*/ 178 h 230"/>
                    <a:gd name="T64" fmla="*/ 276 w 346"/>
                    <a:gd name="T65" fmla="*/ 149 h 230"/>
                    <a:gd name="T66" fmla="*/ 301 w 346"/>
                    <a:gd name="T67" fmla="*/ 166 h 230"/>
                    <a:gd name="T68" fmla="*/ 289 w 346"/>
                    <a:gd name="T69" fmla="*/ 170 h 230"/>
                    <a:gd name="T70" fmla="*/ 15 w 346"/>
                    <a:gd name="T71" fmla="*/ 122 h 230"/>
                    <a:gd name="T72" fmla="*/ 34 w 346"/>
                    <a:gd name="T73" fmla="*/ 121 h 230"/>
                    <a:gd name="T74" fmla="*/ 15 w 346"/>
                    <a:gd name="T75" fmla="*/ 122 h 230"/>
                    <a:gd name="T76" fmla="*/ 10 w 346"/>
                    <a:gd name="T77" fmla="*/ 125 h 230"/>
                    <a:gd name="T78" fmla="*/ 10 w 346"/>
                    <a:gd name="T79" fmla="*/ 137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46" h="230">
                      <a:moveTo>
                        <a:pt x="0" y="131"/>
                      </a:moveTo>
                      <a:cubicBezTo>
                        <a:pt x="0" y="136"/>
                        <a:pt x="4" y="141"/>
                        <a:pt x="10" y="141"/>
                      </a:cubicBezTo>
                      <a:cubicBezTo>
                        <a:pt x="15" y="141"/>
                        <a:pt x="20" y="136"/>
                        <a:pt x="20" y="131"/>
                      </a:cubicBezTo>
                      <a:cubicBezTo>
                        <a:pt x="20" y="130"/>
                        <a:pt x="20" y="129"/>
                        <a:pt x="20" y="128"/>
                      </a:cubicBezTo>
                      <a:cubicBezTo>
                        <a:pt x="38" y="122"/>
                        <a:pt x="38" y="122"/>
                        <a:pt x="38" y="122"/>
                      </a:cubicBezTo>
                      <a:cubicBezTo>
                        <a:pt x="67" y="130"/>
                        <a:pt x="108" y="138"/>
                        <a:pt x="127" y="141"/>
                      </a:cubicBezTo>
                      <a:cubicBezTo>
                        <a:pt x="156" y="146"/>
                        <a:pt x="210" y="149"/>
                        <a:pt x="210" y="149"/>
                      </a:cubicBezTo>
                      <a:cubicBezTo>
                        <a:pt x="270" y="149"/>
                        <a:pt x="270" y="149"/>
                        <a:pt x="270" y="149"/>
                      </a:cubicBezTo>
                      <a:cubicBezTo>
                        <a:pt x="285" y="172"/>
                        <a:pt x="285" y="172"/>
                        <a:pt x="285" y="172"/>
                      </a:cubicBezTo>
                      <a:cubicBezTo>
                        <a:pt x="277" y="179"/>
                        <a:pt x="272" y="189"/>
                        <a:pt x="272" y="199"/>
                      </a:cubicBezTo>
                      <a:cubicBezTo>
                        <a:pt x="277" y="198"/>
                        <a:pt x="277" y="198"/>
                        <a:pt x="277" y="198"/>
                      </a:cubicBezTo>
                      <a:cubicBezTo>
                        <a:pt x="277" y="191"/>
                        <a:pt x="281" y="182"/>
                        <a:pt x="288" y="177"/>
                      </a:cubicBezTo>
                      <a:cubicBezTo>
                        <a:pt x="290" y="181"/>
                        <a:pt x="290" y="181"/>
                        <a:pt x="290" y="181"/>
                      </a:cubicBezTo>
                      <a:cubicBezTo>
                        <a:pt x="283" y="186"/>
                        <a:pt x="279" y="193"/>
                        <a:pt x="279" y="202"/>
                      </a:cubicBezTo>
                      <a:cubicBezTo>
                        <a:pt x="279" y="217"/>
                        <a:pt x="292" y="230"/>
                        <a:pt x="307" y="230"/>
                      </a:cubicBezTo>
                      <a:cubicBezTo>
                        <a:pt x="322" y="230"/>
                        <a:pt x="334" y="217"/>
                        <a:pt x="334" y="202"/>
                      </a:cubicBezTo>
                      <a:cubicBezTo>
                        <a:pt x="334" y="189"/>
                        <a:pt x="324" y="177"/>
                        <a:pt x="311" y="175"/>
                      </a:cubicBezTo>
                      <a:cubicBezTo>
                        <a:pt x="311" y="172"/>
                        <a:pt x="311" y="172"/>
                        <a:pt x="311" y="172"/>
                      </a:cubicBezTo>
                      <a:cubicBezTo>
                        <a:pt x="322" y="174"/>
                        <a:pt x="329" y="181"/>
                        <a:pt x="329" y="181"/>
                      </a:cubicBezTo>
                      <a:cubicBezTo>
                        <a:pt x="333" y="177"/>
                        <a:pt x="333" y="177"/>
                        <a:pt x="333" y="177"/>
                      </a:cubicBezTo>
                      <a:cubicBezTo>
                        <a:pt x="332" y="177"/>
                        <a:pt x="324" y="169"/>
                        <a:pt x="311" y="167"/>
                      </a:cubicBezTo>
                      <a:cubicBezTo>
                        <a:pt x="311" y="149"/>
                        <a:pt x="311" y="149"/>
                        <a:pt x="311" y="149"/>
                      </a:cubicBezTo>
                      <a:cubicBezTo>
                        <a:pt x="340" y="149"/>
                        <a:pt x="340" y="149"/>
                        <a:pt x="340" y="149"/>
                      </a:cubicBezTo>
                      <a:cubicBezTo>
                        <a:pt x="340" y="71"/>
                        <a:pt x="340" y="71"/>
                        <a:pt x="340" y="71"/>
                      </a:cubicBezTo>
                      <a:cubicBezTo>
                        <a:pt x="300" y="71"/>
                        <a:pt x="300" y="71"/>
                        <a:pt x="300" y="71"/>
                      </a:cubicBezTo>
                      <a:cubicBezTo>
                        <a:pt x="304" y="40"/>
                        <a:pt x="304" y="40"/>
                        <a:pt x="304" y="40"/>
                      </a:cubicBezTo>
                      <a:cubicBezTo>
                        <a:pt x="318" y="40"/>
                        <a:pt x="318" y="40"/>
                        <a:pt x="318" y="40"/>
                      </a:cubicBezTo>
                      <a:cubicBezTo>
                        <a:pt x="346" y="40"/>
                        <a:pt x="333" y="33"/>
                        <a:pt x="326" y="31"/>
                      </a:cubicBezTo>
                      <a:cubicBezTo>
                        <a:pt x="318" y="29"/>
                        <a:pt x="313" y="28"/>
                        <a:pt x="293" y="27"/>
                      </a:cubicBezTo>
                      <a:cubicBezTo>
                        <a:pt x="273" y="27"/>
                        <a:pt x="232" y="35"/>
                        <a:pt x="228" y="38"/>
                      </a:cubicBezTo>
                      <a:cubicBezTo>
                        <a:pt x="224" y="40"/>
                        <a:pt x="230" y="40"/>
                        <a:pt x="230" y="40"/>
                      </a:cubicBezTo>
                      <a:cubicBezTo>
                        <a:pt x="250" y="40"/>
                        <a:pt x="250" y="40"/>
                        <a:pt x="250" y="40"/>
                      </a:cubicBezTo>
                      <a:cubicBezTo>
                        <a:pt x="246" y="71"/>
                        <a:pt x="246" y="71"/>
                        <a:pt x="246" y="71"/>
                      </a:cubicBezTo>
                      <a:cubicBezTo>
                        <a:pt x="236" y="71"/>
                        <a:pt x="236" y="71"/>
                        <a:pt x="236" y="71"/>
                      </a:cubicBezTo>
                      <a:cubicBezTo>
                        <a:pt x="232" y="66"/>
                        <a:pt x="225" y="58"/>
                        <a:pt x="216" y="55"/>
                      </a:cubicBezTo>
                      <a:cubicBezTo>
                        <a:pt x="214" y="54"/>
                        <a:pt x="214" y="54"/>
                        <a:pt x="214" y="54"/>
                      </a:cubicBezTo>
                      <a:cubicBezTo>
                        <a:pt x="209" y="72"/>
                        <a:pt x="209" y="72"/>
                        <a:pt x="209" y="72"/>
                      </a:cubicBezTo>
                      <a:cubicBezTo>
                        <a:pt x="190" y="93"/>
                        <a:pt x="146" y="72"/>
                        <a:pt x="146" y="72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40" y="0"/>
                        <a:pt x="7" y="6"/>
                        <a:pt x="7" y="6"/>
                      </a:cubicBezTo>
                      <a:cubicBezTo>
                        <a:pt x="7" y="112"/>
                        <a:pt x="7" y="112"/>
                        <a:pt x="7" y="112"/>
                      </a:cubicBezTo>
                      <a:cubicBezTo>
                        <a:pt x="9" y="113"/>
                        <a:pt x="12" y="114"/>
                        <a:pt x="15" y="115"/>
                      </a:cubicBezTo>
                      <a:cubicBezTo>
                        <a:pt x="13" y="121"/>
                        <a:pt x="13" y="121"/>
                        <a:pt x="13" y="121"/>
                      </a:cubicBezTo>
                      <a:cubicBezTo>
                        <a:pt x="12" y="121"/>
                        <a:pt x="11" y="121"/>
                        <a:pt x="10" y="121"/>
                      </a:cubicBezTo>
                      <a:cubicBezTo>
                        <a:pt x="4" y="121"/>
                        <a:pt x="0" y="125"/>
                        <a:pt x="0" y="131"/>
                      </a:cubicBezTo>
                      <a:close/>
                      <a:moveTo>
                        <a:pt x="231" y="71"/>
                      </a:moveTo>
                      <a:cubicBezTo>
                        <a:pt x="213" y="71"/>
                        <a:pt x="213" y="71"/>
                        <a:pt x="213" y="71"/>
                      </a:cubicBezTo>
                      <a:cubicBezTo>
                        <a:pt x="216" y="59"/>
                        <a:pt x="216" y="59"/>
                        <a:pt x="216" y="59"/>
                      </a:cubicBezTo>
                      <a:cubicBezTo>
                        <a:pt x="222" y="62"/>
                        <a:pt x="228" y="67"/>
                        <a:pt x="231" y="71"/>
                      </a:cubicBezTo>
                      <a:close/>
                      <a:moveTo>
                        <a:pt x="294" y="71"/>
                      </a:moveTo>
                      <a:cubicBezTo>
                        <a:pt x="252" y="71"/>
                        <a:pt x="252" y="71"/>
                        <a:pt x="252" y="71"/>
                      </a:cubicBezTo>
                      <a:cubicBezTo>
                        <a:pt x="256" y="40"/>
                        <a:pt x="256" y="40"/>
                        <a:pt x="256" y="40"/>
                      </a:cubicBezTo>
                      <a:cubicBezTo>
                        <a:pt x="298" y="40"/>
                        <a:pt x="298" y="40"/>
                        <a:pt x="298" y="40"/>
                      </a:cubicBezTo>
                      <a:lnTo>
                        <a:pt x="294" y="71"/>
                      </a:lnTo>
                      <a:close/>
                      <a:moveTo>
                        <a:pt x="290" y="202"/>
                      </a:moveTo>
                      <a:cubicBezTo>
                        <a:pt x="290" y="193"/>
                        <a:pt x="297" y="185"/>
                        <a:pt x="307" y="185"/>
                      </a:cubicBezTo>
                      <a:cubicBezTo>
                        <a:pt x="316" y="185"/>
                        <a:pt x="324" y="193"/>
                        <a:pt x="324" y="202"/>
                      </a:cubicBezTo>
                      <a:cubicBezTo>
                        <a:pt x="324" y="212"/>
                        <a:pt x="316" y="219"/>
                        <a:pt x="307" y="219"/>
                      </a:cubicBezTo>
                      <a:cubicBezTo>
                        <a:pt x="297" y="219"/>
                        <a:pt x="290" y="212"/>
                        <a:pt x="290" y="202"/>
                      </a:cubicBezTo>
                      <a:close/>
                      <a:moveTo>
                        <a:pt x="292" y="174"/>
                      </a:moveTo>
                      <a:cubicBezTo>
                        <a:pt x="294" y="173"/>
                        <a:pt x="296" y="172"/>
                        <a:pt x="299" y="172"/>
                      </a:cubicBezTo>
                      <a:cubicBezTo>
                        <a:pt x="300" y="172"/>
                        <a:pt x="301" y="171"/>
                        <a:pt x="301" y="171"/>
                      </a:cubicBezTo>
                      <a:cubicBezTo>
                        <a:pt x="301" y="175"/>
                        <a:pt x="301" y="175"/>
                        <a:pt x="301" y="175"/>
                      </a:cubicBezTo>
                      <a:cubicBezTo>
                        <a:pt x="299" y="176"/>
                        <a:pt x="296" y="177"/>
                        <a:pt x="294" y="178"/>
                      </a:cubicBezTo>
                      <a:lnTo>
                        <a:pt x="292" y="174"/>
                      </a:lnTo>
                      <a:close/>
                      <a:moveTo>
                        <a:pt x="276" y="149"/>
                      </a:moveTo>
                      <a:cubicBezTo>
                        <a:pt x="301" y="149"/>
                        <a:pt x="301" y="149"/>
                        <a:pt x="301" y="149"/>
                      </a:cubicBezTo>
                      <a:cubicBezTo>
                        <a:pt x="301" y="166"/>
                        <a:pt x="301" y="166"/>
                        <a:pt x="301" y="166"/>
                      </a:cubicBezTo>
                      <a:cubicBezTo>
                        <a:pt x="300" y="166"/>
                        <a:pt x="299" y="167"/>
                        <a:pt x="298" y="167"/>
                      </a:cubicBezTo>
                      <a:cubicBezTo>
                        <a:pt x="295" y="167"/>
                        <a:pt x="292" y="168"/>
                        <a:pt x="289" y="170"/>
                      </a:cubicBezTo>
                      <a:lnTo>
                        <a:pt x="276" y="149"/>
                      </a:lnTo>
                      <a:close/>
                      <a:moveTo>
                        <a:pt x="15" y="122"/>
                      </a:moveTo>
                      <a:cubicBezTo>
                        <a:pt x="17" y="116"/>
                        <a:pt x="17" y="116"/>
                        <a:pt x="17" y="116"/>
                      </a:cubicBezTo>
                      <a:cubicBezTo>
                        <a:pt x="22" y="118"/>
                        <a:pt x="28" y="119"/>
                        <a:pt x="34" y="121"/>
                      </a:cubicBezTo>
                      <a:cubicBezTo>
                        <a:pt x="19" y="126"/>
                        <a:pt x="19" y="126"/>
                        <a:pt x="19" y="126"/>
                      </a:cubicBezTo>
                      <a:cubicBezTo>
                        <a:pt x="18" y="124"/>
                        <a:pt x="17" y="123"/>
                        <a:pt x="15" y="122"/>
                      </a:cubicBezTo>
                      <a:close/>
                      <a:moveTo>
                        <a:pt x="4" y="131"/>
                      </a:moveTo>
                      <a:cubicBezTo>
                        <a:pt x="4" y="127"/>
                        <a:pt x="7" y="125"/>
                        <a:pt x="10" y="125"/>
                      </a:cubicBezTo>
                      <a:cubicBezTo>
                        <a:pt x="13" y="125"/>
                        <a:pt x="16" y="127"/>
                        <a:pt x="16" y="131"/>
                      </a:cubicBezTo>
                      <a:cubicBezTo>
                        <a:pt x="16" y="134"/>
                        <a:pt x="13" y="137"/>
                        <a:pt x="10" y="137"/>
                      </a:cubicBezTo>
                      <a:cubicBezTo>
                        <a:pt x="7" y="137"/>
                        <a:pt x="4" y="134"/>
                        <a:pt x="4" y="1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Oval 38"/>
                <p:cNvSpPr>
                  <a:spLocks noChangeArrowheads="1"/>
                </p:cNvSpPr>
                <p:nvPr/>
              </p:nvSpPr>
              <p:spPr bwMode="auto">
                <a:xfrm>
                  <a:off x="8241166" y="3037882"/>
                  <a:ext cx="26988" cy="269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Oval 39"/>
                <p:cNvSpPr>
                  <a:spLocks noChangeArrowheads="1"/>
                </p:cNvSpPr>
                <p:nvPr/>
              </p:nvSpPr>
              <p:spPr bwMode="auto">
                <a:xfrm>
                  <a:off x="9533391" y="3333157"/>
                  <a:ext cx="76200" cy="762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0" name="Freeform 40"/>
              <p:cNvSpPr/>
              <p:nvPr/>
            </p:nvSpPr>
            <p:spPr bwMode="auto">
              <a:xfrm>
                <a:off x="7250566" y="2553694"/>
                <a:ext cx="857250" cy="169863"/>
              </a:xfrm>
              <a:custGeom>
                <a:avLst/>
                <a:gdLst>
                  <a:gd name="T0" fmla="*/ 537 w 540"/>
                  <a:gd name="T1" fmla="*/ 107 h 107"/>
                  <a:gd name="T2" fmla="*/ 540 w 540"/>
                  <a:gd name="T3" fmla="*/ 85 h 107"/>
                  <a:gd name="T4" fmla="*/ 3 w 540"/>
                  <a:gd name="T5" fmla="*/ 0 h 107"/>
                  <a:gd name="T6" fmla="*/ 0 w 540"/>
                  <a:gd name="T7" fmla="*/ 23 h 107"/>
                  <a:gd name="T8" fmla="*/ 537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537" y="107"/>
                    </a:moveTo>
                    <a:lnTo>
                      <a:pt x="540" y="85"/>
                    </a:lnTo>
                    <a:lnTo>
                      <a:pt x="3" y="0"/>
                    </a:lnTo>
                    <a:lnTo>
                      <a:pt x="0" y="23"/>
                    </a:lnTo>
                    <a:lnTo>
                      <a:pt x="537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1" name="Freeform 41"/>
              <p:cNvSpPr/>
              <p:nvPr/>
            </p:nvSpPr>
            <p:spPr bwMode="auto">
              <a:xfrm>
                <a:off x="7250566" y="2809282"/>
                <a:ext cx="857250" cy="169863"/>
              </a:xfrm>
              <a:custGeom>
                <a:avLst/>
                <a:gdLst>
                  <a:gd name="T0" fmla="*/ 3 w 540"/>
                  <a:gd name="T1" fmla="*/ 107 h 107"/>
                  <a:gd name="T2" fmla="*/ 540 w 540"/>
                  <a:gd name="T3" fmla="*/ 23 h 107"/>
                  <a:gd name="T4" fmla="*/ 537 w 540"/>
                  <a:gd name="T5" fmla="*/ 0 h 107"/>
                  <a:gd name="T6" fmla="*/ 0 w 540"/>
                  <a:gd name="T7" fmla="*/ 85 h 107"/>
                  <a:gd name="T8" fmla="*/ 3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3" y="107"/>
                    </a:moveTo>
                    <a:lnTo>
                      <a:pt x="540" y="23"/>
                    </a:lnTo>
                    <a:lnTo>
                      <a:pt x="537" y="0"/>
                    </a:lnTo>
                    <a:lnTo>
                      <a:pt x="0" y="85"/>
                    </a:lnTo>
                    <a:lnTo>
                      <a:pt x="3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3" name="Group 42"/>
          <p:cNvGrpSpPr/>
          <p:nvPr/>
        </p:nvGrpSpPr>
        <p:grpSpPr>
          <a:xfrm>
            <a:off x="2239427" y="4125168"/>
            <a:ext cx="6649584" cy="852643"/>
            <a:chOff x="297316" y="2253657"/>
            <a:chExt cx="7567392" cy="970329"/>
          </a:xfrm>
        </p:grpSpPr>
        <p:grpSp>
          <p:nvGrpSpPr>
            <p:cNvPr id="44" name="Group 43"/>
            <p:cNvGrpSpPr/>
            <p:nvPr/>
          </p:nvGrpSpPr>
          <p:grpSpPr>
            <a:xfrm>
              <a:off x="297316" y="2327298"/>
              <a:ext cx="5627041" cy="860590"/>
              <a:chOff x="1728788" y="1781175"/>
              <a:chExt cx="6186490" cy="946151"/>
            </a:xfrm>
          </p:grpSpPr>
          <p:sp>
            <p:nvSpPr>
              <p:cNvPr id="58" name="Freeform 28"/>
              <p:cNvSpPr/>
              <p:nvPr/>
            </p:nvSpPr>
            <p:spPr bwMode="auto">
              <a:xfrm>
                <a:off x="1728788" y="1781175"/>
                <a:ext cx="577850" cy="811213"/>
              </a:xfrm>
              <a:custGeom>
                <a:avLst/>
                <a:gdLst>
                  <a:gd name="T0" fmla="*/ 130 w 130"/>
                  <a:gd name="T1" fmla="*/ 20 h 181"/>
                  <a:gd name="T2" fmla="*/ 3 w 130"/>
                  <a:gd name="T3" fmla="*/ 0 h 181"/>
                  <a:gd name="T4" fmla="*/ 44 w 130"/>
                  <a:gd name="T5" fmla="*/ 90 h 181"/>
                  <a:gd name="T6" fmla="*/ 0 w 130"/>
                  <a:gd name="T7" fmla="*/ 164 h 181"/>
                  <a:gd name="T8" fmla="*/ 123 w 130"/>
                  <a:gd name="T9" fmla="*/ 179 h 181"/>
                  <a:gd name="T10" fmla="*/ 130 w 130"/>
                  <a:gd name="T11" fmla="*/ 2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81">
                    <a:moveTo>
                      <a:pt x="130" y="20"/>
                    </a:moveTo>
                    <a:cubicBezTo>
                      <a:pt x="130" y="20"/>
                      <a:pt x="49" y="16"/>
                      <a:pt x="3" y="0"/>
                    </a:cubicBezTo>
                    <a:cubicBezTo>
                      <a:pt x="3" y="0"/>
                      <a:pt x="37" y="83"/>
                      <a:pt x="44" y="90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4"/>
                      <a:pt x="77" y="181"/>
                      <a:pt x="123" y="179"/>
                    </a:cubicBezTo>
                    <a:lnTo>
                      <a:pt x="130" y="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9" name="Freeform 29"/>
              <p:cNvSpPr/>
              <p:nvPr/>
            </p:nvSpPr>
            <p:spPr bwMode="auto">
              <a:xfrm>
                <a:off x="2097088" y="1852613"/>
                <a:ext cx="209550" cy="735013"/>
              </a:xfrm>
              <a:custGeom>
                <a:avLst/>
                <a:gdLst>
                  <a:gd name="T0" fmla="*/ 0 w 47"/>
                  <a:gd name="T1" fmla="*/ 0 h 164"/>
                  <a:gd name="T2" fmla="*/ 47 w 47"/>
                  <a:gd name="T3" fmla="*/ 4 h 164"/>
                  <a:gd name="T4" fmla="*/ 40 w 47"/>
                  <a:gd name="T5" fmla="*/ 163 h 164"/>
                  <a:gd name="T6" fmla="*/ 0 w 47"/>
                  <a:gd name="T7" fmla="*/ 161 h 164"/>
                  <a:gd name="T8" fmla="*/ 0 w 47"/>
                  <a:gd name="T9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64">
                    <a:moveTo>
                      <a:pt x="0" y="0"/>
                    </a:moveTo>
                    <a:cubicBezTo>
                      <a:pt x="26" y="3"/>
                      <a:pt x="47" y="4"/>
                      <a:pt x="47" y="4"/>
                    </a:cubicBezTo>
                    <a:cubicBezTo>
                      <a:pt x="40" y="163"/>
                      <a:pt x="40" y="163"/>
                      <a:pt x="40" y="163"/>
                    </a:cubicBezTo>
                    <a:cubicBezTo>
                      <a:pt x="28" y="164"/>
                      <a:pt x="14" y="163"/>
                      <a:pt x="0" y="1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  <a:alpha val="4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60" name="Freeform 30"/>
              <p:cNvSpPr/>
              <p:nvPr/>
            </p:nvSpPr>
            <p:spPr bwMode="auto">
              <a:xfrm>
                <a:off x="2257425" y="1798638"/>
                <a:ext cx="5657853" cy="928688"/>
              </a:xfrm>
              <a:custGeom>
                <a:avLst/>
                <a:gdLst>
                  <a:gd name="T0" fmla="*/ 1438 w 1438"/>
                  <a:gd name="T1" fmla="*/ 0 h 207"/>
                  <a:gd name="T2" fmla="*/ 867 w 1438"/>
                  <a:gd name="T3" fmla="*/ 6 h 207"/>
                  <a:gd name="T4" fmla="*/ 0 w 1438"/>
                  <a:gd name="T5" fmla="*/ 0 h 207"/>
                  <a:gd name="T6" fmla="*/ 0 w 1438"/>
                  <a:gd name="T7" fmla="*/ 191 h 207"/>
                  <a:gd name="T8" fmla="*/ 684 w 1438"/>
                  <a:gd name="T9" fmla="*/ 191 h 207"/>
                  <a:gd name="T10" fmla="*/ 1438 w 1438"/>
                  <a:gd name="T11" fmla="*/ 191 h 207"/>
                  <a:gd name="T12" fmla="*/ 1438 w 1438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38" h="207">
                    <a:moveTo>
                      <a:pt x="1438" y="0"/>
                    </a:moveTo>
                    <a:cubicBezTo>
                      <a:pt x="1438" y="0"/>
                      <a:pt x="1008" y="3"/>
                      <a:pt x="867" y="6"/>
                    </a:cubicBezTo>
                    <a:cubicBezTo>
                      <a:pt x="272" y="19"/>
                      <a:pt x="0" y="0"/>
                      <a:pt x="0" y="0"/>
                    </a:cubicBezTo>
                    <a:cubicBezTo>
                      <a:pt x="0" y="191"/>
                      <a:pt x="0" y="191"/>
                      <a:pt x="0" y="191"/>
                    </a:cubicBezTo>
                    <a:cubicBezTo>
                      <a:pt x="0" y="191"/>
                      <a:pt x="227" y="207"/>
                      <a:pt x="684" y="191"/>
                    </a:cubicBezTo>
                    <a:cubicBezTo>
                      <a:pt x="863" y="185"/>
                      <a:pt x="1438" y="191"/>
                      <a:pt x="1438" y="191"/>
                    </a:cubicBez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5924357" y="2253657"/>
              <a:ext cx="1940351" cy="970329"/>
              <a:chOff x="7218816" y="2253657"/>
              <a:chExt cx="2133264" cy="1066800"/>
            </a:xfrm>
          </p:grpSpPr>
          <p:sp>
            <p:nvSpPr>
              <p:cNvPr id="46" name="Freeform 31"/>
              <p:cNvSpPr/>
              <p:nvPr/>
            </p:nvSpPr>
            <p:spPr bwMode="auto">
              <a:xfrm>
                <a:off x="7218816" y="2253657"/>
                <a:ext cx="66675" cy="1066800"/>
              </a:xfrm>
              <a:custGeom>
                <a:avLst/>
                <a:gdLst>
                  <a:gd name="T0" fmla="*/ 0 w 15"/>
                  <a:gd name="T1" fmla="*/ 229 h 238"/>
                  <a:gd name="T2" fmla="*/ 8 w 15"/>
                  <a:gd name="T3" fmla="*/ 238 h 238"/>
                  <a:gd name="T4" fmla="*/ 8 w 15"/>
                  <a:gd name="T5" fmla="*/ 238 h 238"/>
                  <a:gd name="T6" fmla="*/ 15 w 15"/>
                  <a:gd name="T7" fmla="*/ 229 h 238"/>
                  <a:gd name="T8" fmla="*/ 15 w 15"/>
                  <a:gd name="T9" fmla="*/ 9 h 238"/>
                  <a:gd name="T10" fmla="*/ 8 w 15"/>
                  <a:gd name="T11" fmla="*/ 0 h 238"/>
                  <a:gd name="T12" fmla="*/ 8 w 15"/>
                  <a:gd name="T13" fmla="*/ 0 h 238"/>
                  <a:gd name="T14" fmla="*/ 0 w 15"/>
                  <a:gd name="T15" fmla="*/ 9 h 238"/>
                  <a:gd name="T16" fmla="*/ 0 w 15"/>
                  <a:gd name="T17" fmla="*/ 22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38">
                    <a:moveTo>
                      <a:pt x="0" y="229"/>
                    </a:moveTo>
                    <a:cubicBezTo>
                      <a:pt x="0" y="234"/>
                      <a:pt x="4" y="238"/>
                      <a:pt x="8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12" y="238"/>
                      <a:pt x="15" y="234"/>
                      <a:pt x="15" y="22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9"/>
                    </a:cubicBezTo>
                    <a:lnTo>
                      <a:pt x="0" y="229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grpSp>
            <p:nvGrpSpPr>
              <p:cNvPr id="47" name="Group 46"/>
              <p:cNvGrpSpPr/>
              <p:nvPr/>
            </p:nvGrpSpPr>
            <p:grpSpPr>
              <a:xfrm>
                <a:off x="8007803" y="2568976"/>
                <a:ext cx="1344277" cy="686394"/>
                <a:chOff x="8045903" y="2463207"/>
                <a:chExt cx="2020888" cy="1031875"/>
              </a:xfrm>
              <a:solidFill>
                <a:schemeClr val="tx2"/>
              </a:solidFill>
            </p:grpSpPr>
            <p:sp>
              <p:nvSpPr>
                <p:cNvPr id="50" name="Freeform 32"/>
                <p:cNvSpPr/>
                <p:nvPr/>
              </p:nvSpPr>
              <p:spPr bwMode="auto">
                <a:xfrm>
                  <a:off x="9738178" y="2769594"/>
                  <a:ext cx="182563" cy="371475"/>
                </a:xfrm>
                <a:custGeom>
                  <a:avLst/>
                  <a:gdLst>
                    <a:gd name="T0" fmla="*/ 41 w 41"/>
                    <a:gd name="T1" fmla="*/ 15 h 83"/>
                    <a:gd name="T2" fmla="*/ 41 w 41"/>
                    <a:gd name="T3" fmla="*/ 68 h 83"/>
                    <a:gd name="T4" fmla="*/ 26 w 41"/>
                    <a:gd name="T5" fmla="*/ 83 h 83"/>
                    <a:gd name="T6" fmla="*/ 0 w 41"/>
                    <a:gd name="T7" fmla="*/ 83 h 83"/>
                    <a:gd name="T8" fmla="*/ 0 w 41"/>
                    <a:gd name="T9" fmla="*/ 0 h 83"/>
                    <a:gd name="T10" fmla="*/ 26 w 41"/>
                    <a:gd name="T11" fmla="*/ 0 h 83"/>
                    <a:gd name="T12" fmla="*/ 41 w 41"/>
                    <a:gd name="T13" fmla="*/ 15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" h="83">
                      <a:moveTo>
                        <a:pt x="41" y="15"/>
                      </a:moveTo>
                      <a:cubicBezTo>
                        <a:pt x="41" y="68"/>
                        <a:pt x="41" y="68"/>
                        <a:pt x="41" y="68"/>
                      </a:cubicBezTo>
                      <a:cubicBezTo>
                        <a:pt x="41" y="77"/>
                        <a:pt x="34" y="83"/>
                        <a:pt x="26" y="83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34" y="0"/>
                        <a:pt x="41" y="7"/>
                        <a:pt x="41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reeform 33"/>
                <p:cNvSpPr/>
                <p:nvPr/>
              </p:nvSpPr>
              <p:spPr bwMode="auto">
                <a:xfrm>
                  <a:off x="9933441" y="2895007"/>
                  <a:ext cx="133350" cy="125413"/>
                </a:xfrm>
                <a:custGeom>
                  <a:avLst/>
                  <a:gdLst>
                    <a:gd name="T0" fmla="*/ 30 w 30"/>
                    <a:gd name="T1" fmla="*/ 14 h 28"/>
                    <a:gd name="T2" fmla="*/ 0 w 30"/>
                    <a:gd name="T3" fmla="*/ 28 h 28"/>
                    <a:gd name="T4" fmla="*/ 0 w 30"/>
                    <a:gd name="T5" fmla="*/ 0 h 28"/>
                    <a:gd name="T6" fmla="*/ 30 w 30"/>
                    <a:gd name="T7" fmla="*/ 14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" h="28">
                      <a:moveTo>
                        <a:pt x="30" y="14"/>
                      </a:moveTo>
                      <a:cubicBezTo>
                        <a:pt x="30" y="22"/>
                        <a:pt x="17" y="28"/>
                        <a:pt x="0" y="2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7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34"/>
                <p:cNvSpPr>
                  <a:spLocks noChangeArrowheads="1"/>
                </p:cNvSpPr>
                <p:nvPr/>
              </p:nvSpPr>
              <p:spPr bwMode="auto">
                <a:xfrm>
                  <a:off x="9955666" y="2666407"/>
                  <a:ext cx="39688" cy="219075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35"/>
                <p:cNvSpPr>
                  <a:spLocks noChangeArrowheads="1"/>
                </p:cNvSpPr>
                <p:nvPr/>
              </p:nvSpPr>
              <p:spPr bwMode="auto">
                <a:xfrm>
                  <a:off x="9955666" y="3028357"/>
                  <a:ext cx="39688" cy="2206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Freeform 36"/>
                <p:cNvSpPr/>
                <p:nvPr/>
              </p:nvSpPr>
              <p:spPr bwMode="auto">
                <a:xfrm>
                  <a:off x="8045903" y="2487019"/>
                  <a:ext cx="177800" cy="469900"/>
                </a:xfrm>
                <a:custGeom>
                  <a:avLst/>
                  <a:gdLst>
                    <a:gd name="T0" fmla="*/ 1 w 40"/>
                    <a:gd name="T1" fmla="*/ 63 h 105"/>
                    <a:gd name="T2" fmla="*/ 40 w 40"/>
                    <a:gd name="T3" fmla="*/ 0 h 105"/>
                    <a:gd name="T4" fmla="*/ 40 w 40"/>
                    <a:gd name="T5" fmla="*/ 105 h 105"/>
                    <a:gd name="T6" fmla="*/ 1 w 40"/>
                    <a:gd name="T7" fmla="*/ 63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105">
                      <a:moveTo>
                        <a:pt x="1" y="63"/>
                      </a:moveTo>
                      <a:cubicBezTo>
                        <a:pt x="3" y="27"/>
                        <a:pt x="23" y="3"/>
                        <a:pt x="40" y="0"/>
                      </a:cubicBezTo>
                      <a:cubicBezTo>
                        <a:pt x="40" y="105"/>
                        <a:pt x="40" y="105"/>
                        <a:pt x="40" y="105"/>
                      </a:cubicBezTo>
                      <a:cubicBezTo>
                        <a:pt x="40" y="105"/>
                        <a:pt x="0" y="100"/>
                        <a:pt x="1" y="6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Freeform 37"/>
                <p:cNvSpPr>
                  <a:spLocks noEditPoints="1"/>
                </p:cNvSpPr>
                <p:nvPr/>
              </p:nvSpPr>
              <p:spPr bwMode="auto">
                <a:xfrm>
                  <a:off x="8209416" y="2463207"/>
                  <a:ext cx="1538288" cy="1031875"/>
                </a:xfrm>
                <a:custGeom>
                  <a:avLst/>
                  <a:gdLst>
                    <a:gd name="T0" fmla="*/ 10 w 346"/>
                    <a:gd name="T1" fmla="*/ 141 h 230"/>
                    <a:gd name="T2" fmla="*/ 20 w 346"/>
                    <a:gd name="T3" fmla="*/ 128 h 230"/>
                    <a:gd name="T4" fmla="*/ 127 w 346"/>
                    <a:gd name="T5" fmla="*/ 141 h 230"/>
                    <a:gd name="T6" fmla="*/ 270 w 346"/>
                    <a:gd name="T7" fmla="*/ 149 h 230"/>
                    <a:gd name="T8" fmla="*/ 272 w 346"/>
                    <a:gd name="T9" fmla="*/ 199 h 230"/>
                    <a:gd name="T10" fmla="*/ 288 w 346"/>
                    <a:gd name="T11" fmla="*/ 177 h 230"/>
                    <a:gd name="T12" fmla="*/ 279 w 346"/>
                    <a:gd name="T13" fmla="*/ 202 h 230"/>
                    <a:gd name="T14" fmla="*/ 334 w 346"/>
                    <a:gd name="T15" fmla="*/ 202 h 230"/>
                    <a:gd name="T16" fmla="*/ 311 w 346"/>
                    <a:gd name="T17" fmla="*/ 172 h 230"/>
                    <a:gd name="T18" fmla="*/ 333 w 346"/>
                    <a:gd name="T19" fmla="*/ 177 h 230"/>
                    <a:gd name="T20" fmla="*/ 311 w 346"/>
                    <a:gd name="T21" fmla="*/ 149 h 230"/>
                    <a:gd name="T22" fmla="*/ 340 w 346"/>
                    <a:gd name="T23" fmla="*/ 71 h 230"/>
                    <a:gd name="T24" fmla="*/ 304 w 346"/>
                    <a:gd name="T25" fmla="*/ 40 h 230"/>
                    <a:gd name="T26" fmla="*/ 326 w 346"/>
                    <a:gd name="T27" fmla="*/ 31 h 230"/>
                    <a:gd name="T28" fmla="*/ 228 w 346"/>
                    <a:gd name="T29" fmla="*/ 38 h 230"/>
                    <a:gd name="T30" fmla="*/ 250 w 346"/>
                    <a:gd name="T31" fmla="*/ 40 h 230"/>
                    <a:gd name="T32" fmla="*/ 236 w 346"/>
                    <a:gd name="T33" fmla="*/ 71 h 230"/>
                    <a:gd name="T34" fmla="*/ 214 w 346"/>
                    <a:gd name="T35" fmla="*/ 54 h 230"/>
                    <a:gd name="T36" fmla="*/ 146 w 346"/>
                    <a:gd name="T37" fmla="*/ 72 h 230"/>
                    <a:gd name="T38" fmla="*/ 7 w 346"/>
                    <a:gd name="T39" fmla="*/ 6 h 230"/>
                    <a:gd name="T40" fmla="*/ 15 w 346"/>
                    <a:gd name="T41" fmla="*/ 115 h 230"/>
                    <a:gd name="T42" fmla="*/ 10 w 346"/>
                    <a:gd name="T43" fmla="*/ 121 h 230"/>
                    <a:gd name="T44" fmla="*/ 231 w 346"/>
                    <a:gd name="T45" fmla="*/ 71 h 230"/>
                    <a:gd name="T46" fmla="*/ 216 w 346"/>
                    <a:gd name="T47" fmla="*/ 59 h 230"/>
                    <a:gd name="T48" fmla="*/ 294 w 346"/>
                    <a:gd name="T49" fmla="*/ 71 h 230"/>
                    <a:gd name="T50" fmla="*/ 256 w 346"/>
                    <a:gd name="T51" fmla="*/ 40 h 230"/>
                    <a:gd name="T52" fmla="*/ 294 w 346"/>
                    <a:gd name="T53" fmla="*/ 71 h 230"/>
                    <a:gd name="T54" fmla="*/ 307 w 346"/>
                    <a:gd name="T55" fmla="*/ 185 h 230"/>
                    <a:gd name="T56" fmla="*/ 307 w 346"/>
                    <a:gd name="T57" fmla="*/ 219 h 230"/>
                    <a:gd name="T58" fmla="*/ 292 w 346"/>
                    <a:gd name="T59" fmla="*/ 174 h 230"/>
                    <a:gd name="T60" fmla="*/ 301 w 346"/>
                    <a:gd name="T61" fmla="*/ 171 h 230"/>
                    <a:gd name="T62" fmla="*/ 294 w 346"/>
                    <a:gd name="T63" fmla="*/ 178 h 230"/>
                    <a:gd name="T64" fmla="*/ 276 w 346"/>
                    <a:gd name="T65" fmla="*/ 149 h 230"/>
                    <a:gd name="T66" fmla="*/ 301 w 346"/>
                    <a:gd name="T67" fmla="*/ 166 h 230"/>
                    <a:gd name="T68" fmla="*/ 289 w 346"/>
                    <a:gd name="T69" fmla="*/ 170 h 230"/>
                    <a:gd name="T70" fmla="*/ 15 w 346"/>
                    <a:gd name="T71" fmla="*/ 122 h 230"/>
                    <a:gd name="T72" fmla="*/ 34 w 346"/>
                    <a:gd name="T73" fmla="*/ 121 h 230"/>
                    <a:gd name="T74" fmla="*/ 15 w 346"/>
                    <a:gd name="T75" fmla="*/ 122 h 230"/>
                    <a:gd name="T76" fmla="*/ 10 w 346"/>
                    <a:gd name="T77" fmla="*/ 125 h 230"/>
                    <a:gd name="T78" fmla="*/ 10 w 346"/>
                    <a:gd name="T79" fmla="*/ 137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46" h="230">
                      <a:moveTo>
                        <a:pt x="0" y="131"/>
                      </a:moveTo>
                      <a:cubicBezTo>
                        <a:pt x="0" y="136"/>
                        <a:pt x="4" y="141"/>
                        <a:pt x="10" y="141"/>
                      </a:cubicBezTo>
                      <a:cubicBezTo>
                        <a:pt x="15" y="141"/>
                        <a:pt x="20" y="136"/>
                        <a:pt x="20" y="131"/>
                      </a:cubicBezTo>
                      <a:cubicBezTo>
                        <a:pt x="20" y="130"/>
                        <a:pt x="20" y="129"/>
                        <a:pt x="20" y="128"/>
                      </a:cubicBezTo>
                      <a:cubicBezTo>
                        <a:pt x="38" y="122"/>
                        <a:pt x="38" y="122"/>
                        <a:pt x="38" y="122"/>
                      </a:cubicBezTo>
                      <a:cubicBezTo>
                        <a:pt x="67" y="130"/>
                        <a:pt x="108" y="138"/>
                        <a:pt x="127" y="141"/>
                      </a:cubicBezTo>
                      <a:cubicBezTo>
                        <a:pt x="156" y="146"/>
                        <a:pt x="210" y="149"/>
                        <a:pt x="210" y="149"/>
                      </a:cubicBezTo>
                      <a:cubicBezTo>
                        <a:pt x="270" y="149"/>
                        <a:pt x="270" y="149"/>
                        <a:pt x="270" y="149"/>
                      </a:cubicBezTo>
                      <a:cubicBezTo>
                        <a:pt x="285" y="172"/>
                        <a:pt x="285" y="172"/>
                        <a:pt x="285" y="172"/>
                      </a:cubicBezTo>
                      <a:cubicBezTo>
                        <a:pt x="277" y="179"/>
                        <a:pt x="272" y="189"/>
                        <a:pt x="272" y="199"/>
                      </a:cubicBezTo>
                      <a:cubicBezTo>
                        <a:pt x="277" y="198"/>
                        <a:pt x="277" y="198"/>
                        <a:pt x="277" y="198"/>
                      </a:cubicBezTo>
                      <a:cubicBezTo>
                        <a:pt x="277" y="191"/>
                        <a:pt x="281" y="182"/>
                        <a:pt x="288" y="177"/>
                      </a:cubicBezTo>
                      <a:cubicBezTo>
                        <a:pt x="290" y="181"/>
                        <a:pt x="290" y="181"/>
                        <a:pt x="290" y="181"/>
                      </a:cubicBezTo>
                      <a:cubicBezTo>
                        <a:pt x="283" y="186"/>
                        <a:pt x="279" y="193"/>
                        <a:pt x="279" y="202"/>
                      </a:cubicBezTo>
                      <a:cubicBezTo>
                        <a:pt x="279" y="217"/>
                        <a:pt x="292" y="230"/>
                        <a:pt x="307" y="230"/>
                      </a:cubicBezTo>
                      <a:cubicBezTo>
                        <a:pt x="322" y="230"/>
                        <a:pt x="334" y="217"/>
                        <a:pt x="334" y="202"/>
                      </a:cubicBezTo>
                      <a:cubicBezTo>
                        <a:pt x="334" y="189"/>
                        <a:pt x="324" y="177"/>
                        <a:pt x="311" y="175"/>
                      </a:cubicBezTo>
                      <a:cubicBezTo>
                        <a:pt x="311" y="172"/>
                        <a:pt x="311" y="172"/>
                        <a:pt x="311" y="172"/>
                      </a:cubicBezTo>
                      <a:cubicBezTo>
                        <a:pt x="322" y="174"/>
                        <a:pt x="329" y="181"/>
                        <a:pt x="329" y="181"/>
                      </a:cubicBezTo>
                      <a:cubicBezTo>
                        <a:pt x="333" y="177"/>
                        <a:pt x="333" y="177"/>
                        <a:pt x="333" y="177"/>
                      </a:cubicBezTo>
                      <a:cubicBezTo>
                        <a:pt x="332" y="177"/>
                        <a:pt x="324" y="169"/>
                        <a:pt x="311" y="167"/>
                      </a:cubicBezTo>
                      <a:cubicBezTo>
                        <a:pt x="311" y="149"/>
                        <a:pt x="311" y="149"/>
                        <a:pt x="311" y="149"/>
                      </a:cubicBezTo>
                      <a:cubicBezTo>
                        <a:pt x="340" y="149"/>
                        <a:pt x="340" y="149"/>
                        <a:pt x="340" y="149"/>
                      </a:cubicBezTo>
                      <a:cubicBezTo>
                        <a:pt x="340" y="71"/>
                        <a:pt x="340" y="71"/>
                        <a:pt x="340" y="71"/>
                      </a:cubicBezTo>
                      <a:cubicBezTo>
                        <a:pt x="300" y="71"/>
                        <a:pt x="300" y="71"/>
                        <a:pt x="300" y="71"/>
                      </a:cubicBezTo>
                      <a:cubicBezTo>
                        <a:pt x="304" y="40"/>
                        <a:pt x="304" y="40"/>
                        <a:pt x="304" y="40"/>
                      </a:cubicBezTo>
                      <a:cubicBezTo>
                        <a:pt x="318" y="40"/>
                        <a:pt x="318" y="40"/>
                        <a:pt x="318" y="40"/>
                      </a:cubicBezTo>
                      <a:cubicBezTo>
                        <a:pt x="346" y="40"/>
                        <a:pt x="333" y="33"/>
                        <a:pt x="326" y="31"/>
                      </a:cubicBezTo>
                      <a:cubicBezTo>
                        <a:pt x="318" y="29"/>
                        <a:pt x="313" y="28"/>
                        <a:pt x="293" y="27"/>
                      </a:cubicBezTo>
                      <a:cubicBezTo>
                        <a:pt x="273" y="27"/>
                        <a:pt x="232" y="35"/>
                        <a:pt x="228" y="38"/>
                      </a:cubicBezTo>
                      <a:cubicBezTo>
                        <a:pt x="224" y="40"/>
                        <a:pt x="230" y="40"/>
                        <a:pt x="230" y="40"/>
                      </a:cubicBezTo>
                      <a:cubicBezTo>
                        <a:pt x="250" y="40"/>
                        <a:pt x="250" y="40"/>
                        <a:pt x="250" y="40"/>
                      </a:cubicBezTo>
                      <a:cubicBezTo>
                        <a:pt x="246" y="71"/>
                        <a:pt x="246" y="71"/>
                        <a:pt x="246" y="71"/>
                      </a:cubicBezTo>
                      <a:cubicBezTo>
                        <a:pt x="236" y="71"/>
                        <a:pt x="236" y="71"/>
                        <a:pt x="236" y="71"/>
                      </a:cubicBezTo>
                      <a:cubicBezTo>
                        <a:pt x="232" y="66"/>
                        <a:pt x="225" y="58"/>
                        <a:pt x="216" y="55"/>
                      </a:cubicBezTo>
                      <a:cubicBezTo>
                        <a:pt x="214" y="54"/>
                        <a:pt x="214" y="54"/>
                        <a:pt x="214" y="54"/>
                      </a:cubicBezTo>
                      <a:cubicBezTo>
                        <a:pt x="209" y="72"/>
                        <a:pt x="209" y="72"/>
                        <a:pt x="209" y="72"/>
                      </a:cubicBezTo>
                      <a:cubicBezTo>
                        <a:pt x="190" y="93"/>
                        <a:pt x="146" y="72"/>
                        <a:pt x="146" y="72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40" y="0"/>
                        <a:pt x="7" y="6"/>
                        <a:pt x="7" y="6"/>
                      </a:cubicBezTo>
                      <a:cubicBezTo>
                        <a:pt x="7" y="112"/>
                        <a:pt x="7" y="112"/>
                        <a:pt x="7" y="112"/>
                      </a:cubicBezTo>
                      <a:cubicBezTo>
                        <a:pt x="9" y="113"/>
                        <a:pt x="12" y="114"/>
                        <a:pt x="15" y="115"/>
                      </a:cubicBezTo>
                      <a:cubicBezTo>
                        <a:pt x="13" y="121"/>
                        <a:pt x="13" y="121"/>
                        <a:pt x="13" y="121"/>
                      </a:cubicBezTo>
                      <a:cubicBezTo>
                        <a:pt x="12" y="121"/>
                        <a:pt x="11" y="121"/>
                        <a:pt x="10" y="121"/>
                      </a:cubicBezTo>
                      <a:cubicBezTo>
                        <a:pt x="4" y="121"/>
                        <a:pt x="0" y="125"/>
                        <a:pt x="0" y="131"/>
                      </a:cubicBezTo>
                      <a:close/>
                      <a:moveTo>
                        <a:pt x="231" y="71"/>
                      </a:moveTo>
                      <a:cubicBezTo>
                        <a:pt x="213" y="71"/>
                        <a:pt x="213" y="71"/>
                        <a:pt x="213" y="71"/>
                      </a:cubicBezTo>
                      <a:cubicBezTo>
                        <a:pt x="216" y="59"/>
                        <a:pt x="216" y="59"/>
                        <a:pt x="216" y="59"/>
                      </a:cubicBezTo>
                      <a:cubicBezTo>
                        <a:pt x="222" y="62"/>
                        <a:pt x="228" y="67"/>
                        <a:pt x="231" y="71"/>
                      </a:cubicBezTo>
                      <a:close/>
                      <a:moveTo>
                        <a:pt x="294" y="71"/>
                      </a:moveTo>
                      <a:cubicBezTo>
                        <a:pt x="252" y="71"/>
                        <a:pt x="252" y="71"/>
                        <a:pt x="252" y="71"/>
                      </a:cubicBezTo>
                      <a:cubicBezTo>
                        <a:pt x="256" y="40"/>
                        <a:pt x="256" y="40"/>
                        <a:pt x="256" y="40"/>
                      </a:cubicBezTo>
                      <a:cubicBezTo>
                        <a:pt x="298" y="40"/>
                        <a:pt x="298" y="40"/>
                        <a:pt x="298" y="40"/>
                      </a:cubicBezTo>
                      <a:lnTo>
                        <a:pt x="294" y="71"/>
                      </a:lnTo>
                      <a:close/>
                      <a:moveTo>
                        <a:pt x="290" y="202"/>
                      </a:moveTo>
                      <a:cubicBezTo>
                        <a:pt x="290" y="193"/>
                        <a:pt x="297" y="185"/>
                        <a:pt x="307" y="185"/>
                      </a:cubicBezTo>
                      <a:cubicBezTo>
                        <a:pt x="316" y="185"/>
                        <a:pt x="324" y="193"/>
                        <a:pt x="324" y="202"/>
                      </a:cubicBezTo>
                      <a:cubicBezTo>
                        <a:pt x="324" y="212"/>
                        <a:pt x="316" y="219"/>
                        <a:pt x="307" y="219"/>
                      </a:cubicBezTo>
                      <a:cubicBezTo>
                        <a:pt x="297" y="219"/>
                        <a:pt x="290" y="212"/>
                        <a:pt x="290" y="202"/>
                      </a:cubicBezTo>
                      <a:close/>
                      <a:moveTo>
                        <a:pt x="292" y="174"/>
                      </a:moveTo>
                      <a:cubicBezTo>
                        <a:pt x="294" y="173"/>
                        <a:pt x="296" y="172"/>
                        <a:pt x="299" y="172"/>
                      </a:cubicBezTo>
                      <a:cubicBezTo>
                        <a:pt x="300" y="172"/>
                        <a:pt x="301" y="171"/>
                        <a:pt x="301" y="171"/>
                      </a:cubicBezTo>
                      <a:cubicBezTo>
                        <a:pt x="301" y="175"/>
                        <a:pt x="301" y="175"/>
                        <a:pt x="301" y="175"/>
                      </a:cubicBezTo>
                      <a:cubicBezTo>
                        <a:pt x="299" y="176"/>
                        <a:pt x="296" y="177"/>
                        <a:pt x="294" y="178"/>
                      </a:cubicBezTo>
                      <a:lnTo>
                        <a:pt x="292" y="174"/>
                      </a:lnTo>
                      <a:close/>
                      <a:moveTo>
                        <a:pt x="276" y="149"/>
                      </a:moveTo>
                      <a:cubicBezTo>
                        <a:pt x="301" y="149"/>
                        <a:pt x="301" y="149"/>
                        <a:pt x="301" y="149"/>
                      </a:cubicBezTo>
                      <a:cubicBezTo>
                        <a:pt x="301" y="166"/>
                        <a:pt x="301" y="166"/>
                        <a:pt x="301" y="166"/>
                      </a:cubicBezTo>
                      <a:cubicBezTo>
                        <a:pt x="300" y="166"/>
                        <a:pt x="299" y="167"/>
                        <a:pt x="298" y="167"/>
                      </a:cubicBezTo>
                      <a:cubicBezTo>
                        <a:pt x="295" y="167"/>
                        <a:pt x="292" y="168"/>
                        <a:pt x="289" y="170"/>
                      </a:cubicBezTo>
                      <a:lnTo>
                        <a:pt x="276" y="149"/>
                      </a:lnTo>
                      <a:close/>
                      <a:moveTo>
                        <a:pt x="15" y="122"/>
                      </a:moveTo>
                      <a:cubicBezTo>
                        <a:pt x="17" y="116"/>
                        <a:pt x="17" y="116"/>
                        <a:pt x="17" y="116"/>
                      </a:cubicBezTo>
                      <a:cubicBezTo>
                        <a:pt x="22" y="118"/>
                        <a:pt x="28" y="119"/>
                        <a:pt x="34" y="121"/>
                      </a:cubicBezTo>
                      <a:cubicBezTo>
                        <a:pt x="19" y="126"/>
                        <a:pt x="19" y="126"/>
                        <a:pt x="19" y="126"/>
                      </a:cubicBezTo>
                      <a:cubicBezTo>
                        <a:pt x="18" y="124"/>
                        <a:pt x="17" y="123"/>
                        <a:pt x="15" y="122"/>
                      </a:cubicBezTo>
                      <a:close/>
                      <a:moveTo>
                        <a:pt x="4" y="131"/>
                      </a:moveTo>
                      <a:cubicBezTo>
                        <a:pt x="4" y="127"/>
                        <a:pt x="7" y="125"/>
                        <a:pt x="10" y="125"/>
                      </a:cubicBezTo>
                      <a:cubicBezTo>
                        <a:pt x="13" y="125"/>
                        <a:pt x="16" y="127"/>
                        <a:pt x="16" y="131"/>
                      </a:cubicBezTo>
                      <a:cubicBezTo>
                        <a:pt x="16" y="134"/>
                        <a:pt x="13" y="137"/>
                        <a:pt x="10" y="137"/>
                      </a:cubicBezTo>
                      <a:cubicBezTo>
                        <a:pt x="7" y="137"/>
                        <a:pt x="4" y="134"/>
                        <a:pt x="4" y="1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Oval 38"/>
                <p:cNvSpPr>
                  <a:spLocks noChangeArrowheads="1"/>
                </p:cNvSpPr>
                <p:nvPr/>
              </p:nvSpPr>
              <p:spPr bwMode="auto">
                <a:xfrm>
                  <a:off x="8241166" y="3037882"/>
                  <a:ext cx="26988" cy="269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39"/>
                <p:cNvSpPr>
                  <a:spLocks noChangeArrowheads="1"/>
                </p:cNvSpPr>
                <p:nvPr/>
              </p:nvSpPr>
              <p:spPr bwMode="auto">
                <a:xfrm>
                  <a:off x="9533391" y="3333157"/>
                  <a:ext cx="76200" cy="762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8" name="Freeform 40"/>
              <p:cNvSpPr/>
              <p:nvPr/>
            </p:nvSpPr>
            <p:spPr bwMode="auto">
              <a:xfrm>
                <a:off x="7250566" y="2553694"/>
                <a:ext cx="857250" cy="169863"/>
              </a:xfrm>
              <a:custGeom>
                <a:avLst/>
                <a:gdLst>
                  <a:gd name="T0" fmla="*/ 537 w 540"/>
                  <a:gd name="T1" fmla="*/ 107 h 107"/>
                  <a:gd name="T2" fmla="*/ 540 w 540"/>
                  <a:gd name="T3" fmla="*/ 85 h 107"/>
                  <a:gd name="T4" fmla="*/ 3 w 540"/>
                  <a:gd name="T5" fmla="*/ 0 h 107"/>
                  <a:gd name="T6" fmla="*/ 0 w 540"/>
                  <a:gd name="T7" fmla="*/ 23 h 107"/>
                  <a:gd name="T8" fmla="*/ 537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537" y="107"/>
                    </a:moveTo>
                    <a:lnTo>
                      <a:pt x="540" y="85"/>
                    </a:lnTo>
                    <a:lnTo>
                      <a:pt x="3" y="0"/>
                    </a:lnTo>
                    <a:lnTo>
                      <a:pt x="0" y="23"/>
                    </a:lnTo>
                    <a:lnTo>
                      <a:pt x="537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9" name="Freeform 41"/>
              <p:cNvSpPr/>
              <p:nvPr/>
            </p:nvSpPr>
            <p:spPr bwMode="auto">
              <a:xfrm>
                <a:off x="7250566" y="2809282"/>
                <a:ext cx="857250" cy="169863"/>
              </a:xfrm>
              <a:custGeom>
                <a:avLst/>
                <a:gdLst>
                  <a:gd name="T0" fmla="*/ 3 w 540"/>
                  <a:gd name="T1" fmla="*/ 107 h 107"/>
                  <a:gd name="T2" fmla="*/ 540 w 540"/>
                  <a:gd name="T3" fmla="*/ 23 h 107"/>
                  <a:gd name="T4" fmla="*/ 537 w 540"/>
                  <a:gd name="T5" fmla="*/ 0 h 107"/>
                  <a:gd name="T6" fmla="*/ 0 w 540"/>
                  <a:gd name="T7" fmla="*/ 85 h 107"/>
                  <a:gd name="T8" fmla="*/ 3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3" y="107"/>
                    </a:moveTo>
                    <a:lnTo>
                      <a:pt x="540" y="23"/>
                    </a:lnTo>
                    <a:lnTo>
                      <a:pt x="537" y="0"/>
                    </a:lnTo>
                    <a:lnTo>
                      <a:pt x="0" y="85"/>
                    </a:lnTo>
                    <a:lnTo>
                      <a:pt x="3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" name="Group 60"/>
          <p:cNvGrpSpPr/>
          <p:nvPr/>
        </p:nvGrpSpPr>
        <p:grpSpPr>
          <a:xfrm>
            <a:off x="3096137" y="5124154"/>
            <a:ext cx="6649584" cy="852643"/>
            <a:chOff x="297316" y="2253657"/>
            <a:chExt cx="7567392" cy="970329"/>
          </a:xfrm>
        </p:grpSpPr>
        <p:grpSp>
          <p:nvGrpSpPr>
            <p:cNvPr id="62" name="Group 61"/>
            <p:cNvGrpSpPr/>
            <p:nvPr/>
          </p:nvGrpSpPr>
          <p:grpSpPr>
            <a:xfrm>
              <a:off x="297316" y="2327298"/>
              <a:ext cx="5627041" cy="860590"/>
              <a:chOff x="1728788" y="1781175"/>
              <a:chExt cx="6186490" cy="946151"/>
            </a:xfrm>
          </p:grpSpPr>
          <p:sp>
            <p:nvSpPr>
              <p:cNvPr id="76" name="Freeform 28"/>
              <p:cNvSpPr/>
              <p:nvPr/>
            </p:nvSpPr>
            <p:spPr bwMode="auto">
              <a:xfrm>
                <a:off x="1728788" y="1781175"/>
                <a:ext cx="577850" cy="811213"/>
              </a:xfrm>
              <a:custGeom>
                <a:avLst/>
                <a:gdLst>
                  <a:gd name="T0" fmla="*/ 130 w 130"/>
                  <a:gd name="T1" fmla="*/ 20 h 181"/>
                  <a:gd name="T2" fmla="*/ 3 w 130"/>
                  <a:gd name="T3" fmla="*/ 0 h 181"/>
                  <a:gd name="T4" fmla="*/ 44 w 130"/>
                  <a:gd name="T5" fmla="*/ 90 h 181"/>
                  <a:gd name="T6" fmla="*/ 0 w 130"/>
                  <a:gd name="T7" fmla="*/ 164 h 181"/>
                  <a:gd name="T8" fmla="*/ 123 w 130"/>
                  <a:gd name="T9" fmla="*/ 179 h 181"/>
                  <a:gd name="T10" fmla="*/ 130 w 130"/>
                  <a:gd name="T11" fmla="*/ 2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81">
                    <a:moveTo>
                      <a:pt x="130" y="20"/>
                    </a:moveTo>
                    <a:cubicBezTo>
                      <a:pt x="130" y="20"/>
                      <a:pt x="49" y="16"/>
                      <a:pt x="3" y="0"/>
                    </a:cubicBezTo>
                    <a:cubicBezTo>
                      <a:pt x="3" y="0"/>
                      <a:pt x="37" y="83"/>
                      <a:pt x="44" y="90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4"/>
                      <a:pt x="77" y="181"/>
                      <a:pt x="123" y="179"/>
                    </a:cubicBezTo>
                    <a:lnTo>
                      <a:pt x="130" y="2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77" name="Freeform 29"/>
              <p:cNvSpPr/>
              <p:nvPr/>
            </p:nvSpPr>
            <p:spPr bwMode="auto">
              <a:xfrm>
                <a:off x="2097088" y="1852613"/>
                <a:ext cx="209550" cy="735013"/>
              </a:xfrm>
              <a:custGeom>
                <a:avLst/>
                <a:gdLst>
                  <a:gd name="T0" fmla="*/ 0 w 47"/>
                  <a:gd name="T1" fmla="*/ 0 h 164"/>
                  <a:gd name="T2" fmla="*/ 47 w 47"/>
                  <a:gd name="T3" fmla="*/ 4 h 164"/>
                  <a:gd name="T4" fmla="*/ 40 w 47"/>
                  <a:gd name="T5" fmla="*/ 163 h 164"/>
                  <a:gd name="T6" fmla="*/ 0 w 47"/>
                  <a:gd name="T7" fmla="*/ 161 h 164"/>
                  <a:gd name="T8" fmla="*/ 0 w 47"/>
                  <a:gd name="T9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164">
                    <a:moveTo>
                      <a:pt x="0" y="0"/>
                    </a:moveTo>
                    <a:cubicBezTo>
                      <a:pt x="26" y="3"/>
                      <a:pt x="47" y="4"/>
                      <a:pt x="47" y="4"/>
                    </a:cubicBezTo>
                    <a:cubicBezTo>
                      <a:pt x="40" y="163"/>
                      <a:pt x="40" y="163"/>
                      <a:pt x="40" y="163"/>
                    </a:cubicBezTo>
                    <a:cubicBezTo>
                      <a:pt x="28" y="164"/>
                      <a:pt x="14" y="163"/>
                      <a:pt x="0" y="1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4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78" name="Freeform 30"/>
              <p:cNvSpPr/>
              <p:nvPr/>
            </p:nvSpPr>
            <p:spPr bwMode="auto">
              <a:xfrm>
                <a:off x="2257425" y="1798638"/>
                <a:ext cx="5657853" cy="928688"/>
              </a:xfrm>
              <a:custGeom>
                <a:avLst/>
                <a:gdLst>
                  <a:gd name="T0" fmla="*/ 1438 w 1438"/>
                  <a:gd name="T1" fmla="*/ 0 h 207"/>
                  <a:gd name="T2" fmla="*/ 867 w 1438"/>
                  <a:gd name="T3" fmla="*/ 6 h 207"/>
                  <a:gd name="T4" fmla="*/ 0 w 1438"/>
                  <a:gd name="T5" fmla="*/ 0 h 207"/>
                  <a:gd name="T6" fmla="*/ 0 w 1438"/>
                  <a:gd name="T7" fmla="*/ 191 h 207"/>
                  <a:gd name="T8" fmla="*/ 684 w 1438"/>
                  <a:gd name="T9" fmla="*/ 191 h 207"/>
                  <a:gd name="T10" fmla="*/ 1438 w 1438"/>
                  <a:gd name="T11" fmla="*/ 191 h 207"/>
                  <a:gd name="T12" fmla="*/ 1438 w 1438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38" h="207">
                    <a:moveTo>
                      <a:pt x="1438" y="0"/>
                    </a:moveTo>
                    <a:cubicBezTo>
                      <a:pt x="1438" y="0"/>
                      <a:pt x="1008" y="3"/>
                      <a:pt x="867" y="6"/>
                    </a:cubicBezTo>
                    <a:cubicBezTo>
                      <a:pt x="272" y="19"/>
                      <a:pt x="0" y="0"/>
                      <a:pt x="0" y="0"/>
                    </a:cubicBezTo>
                    <a:cubicBezTo>
                      <a:pt x="0" y="191"/>
                      <a:pt x="0" y="191"/>
                      <a:pt x="0" y="191"/>
                    </a:cubicBezTo>
                    <a:cubicBezTo>
                      <a:pt x="0" y="191"/>
                      <a:pt x="227" y="207"/>
                      <a:pt x="684" y="191"/>
                    </a:cubicBezTo>
                    <a:cubicBezTo>
                      <a:pt x="863" y="185"/>
                      <a:pt x="1438" y="191"/>
                      <a:pt x="1438" y="191"/>
                    </a:cubicBez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5924357" y="2253657"/>
              <a:ext cx="1940351" cy="970329"/>
              <a:chOff x="7218816" y="2253657"/>
              <a:chExt cx="2133264" cy="1066800"/>
            </a:xfrm>
          </p:grpSpPr>
          <p:sp>
            <p:nvSpPr>
              <p:cNvPr id="64" name="Freeform 31"/>
              <p:cNvSpPr/>
              <p:nvPr/>
            </p:nvSpPr>
            <p:spPr bwMode="auto">
              <a:xfrm>
                <a:off x="7218816" y="2253657"/>
                <a:ext cx="66675" cy="1066800"/>
              </a:xfrm>
              <a:custGeom>
                <a:avLst/>
                <a:gdLst>
                  <a:gd name="T0" fmla="*/ 0 w 15"/>
                  <a:gd name="T1" fmla="*/ 229 h 238"/>
                  <a:gd name="T2" fmla="*/ 8 w 15"/>
                  <a:gd name="T3" fmla="*/ 238 h 238"/>
                  <a:gd name="T4" fmla="*/ 8 w 15"/>
                  <a:gd name="T5" fmla="*/ 238 h 238"/>
                  <a:gd name="T6" fmla="*/ 15 w 15"/>
                  <a:gd name="T7" fmla="*/ 229 h 238"/>
                  <a:gd name="T8" fmla="*/ 15 w 15"/>
                  <a:gd name="T9" fmla="*/ 9 h 238"/>
                  <a:gd name="T10" fmla="*/ 8 w 15"/>
                  <a:gd name="T11" fmla="*/ 0 h 238"/>
                  <a:gd name="T12" fmla="*/ 8 w 15"/>
                  <a:gd name="T13" fmla="*/ 0 h 238"/>
                  <a:gd name="T14" fmla="*/ 0 w 15"/>
                  <a:gd name="T15" fmla="*/ 9 h 238"/>
                  <a:gd name="T16" fmla="*/ 0 w 15"/>
                  <a:gd name="T17" fmla="*/ 229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238">
                    <a:moveTo>
                      <a:pt x="0" y="229"/>
                    </a:moveTo>
                    <a:cubicBezTo>
                      <a:pt x="0" y="234"/>
                      <a:pt x="4" y="238"/>
                      <a:pt x="8" y="238"/>
                    </a:cubicBezTo>
                    <a:cubicBezTo>
                      <a:pt x="8" y="238"/>
                      <a:pt x="8" y="238"/>
                      <a:pt x="8" y="238"/>
                    </a:cubicBezTo>
                    <a:cubicBezTo>
                      <a:pt x="12" y="238"/>
                      <a:pt x="15" y="234"/>
                      <a:pt x="15" y="22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9"/>
                    </a:cubicBezTo>
                    <a:lnTo>
                      <a:pt x="0" y="229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grpSp>
            <p:nvGrpSpPr>
              <p:cNvPr id="65" name="Group 64"/>
              <p:cNvGrpSpPr/>
              <p:nvPr/>
            </p:nvGrpSpPr>
            <p:grpSpPr>
              <a:xfrm>
                <a:off x="8007803" y="2568976"/>
                <a:ext cx="1344277" cy="686394"/>
                <a:chOff x="8045903" y="2463207"/>
                <a:chExt cx="2020888" cy="1031875"/>
              </a:xfrm>
              <a:solidFill>
                <a:schemeClr val="tx2"/>
              </a:solidFill>
            </p:grpSpPr>
            <p:sp>
              <p:nvSpPr>
                <p:cNvPr id="68" name="Freeform 32"/>
                <p:cNvSpPr/>
                <p:nvPr/>
              </p:nvSpPr>
              <p:spPr bwMode="auto">
                <a:xfrm>
                  <a:off x="9738178" y="2769594"/>
                  <a:ext cx="182563" cy="371475"/>
                </a:xfrm>
                <a:custGeom>
                  <a:avLst/>
                  <a:gdLst>
                    <a:gd name="T0" fmla="*/ 41 w 41"/>
                    <a:gd name="T1" fmla="*/ 15 h 83"/>
                    <a:gd name="T2" fmla="*/ 41 w 41"/>
                    <a:gd name="T3" fmla="*/ 68 h 83"/>
                    <a:gd name="T4" fmla="*/ 26 w 41"/>
                    <a:gd name="T5" fmla="*/ 83 h 83"/>
                    <a:gd name="T6" fmla="*/ 0 w 41"/>
                    <a:gd name="T7" fmla="*/ 83 h 83"/>
                    <a:gd name="T8" fmla="*/ 0 w 41"/>
                    <a:gd name="T9" fmla="*/ 0 h 83"/>
                    <a:gd name="T10" fmla="*/ 26 w 41"/>
                    <a:gd name="T11" fmla="*/ 0 h 83"/>
                    <a:gd name="T12" fmla="*/ 41 w 41"/>
                    <a:gd name="T13" fmla="*/ 15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" h="83">
                      <a:moveTo>
                        <a:pt x="41" y="15"/>
                      </a:moveTo>
                      <a:cubicBezTo>
                        <a:pt x="41" y="68"/>
                        <a:pt x="41" y="68"/>
                        <a:pt x="41" y="68"/>
                      </a:cubicBezTo>
                      <a:cubicBezTo>
                        <a:pt x="41" y="77"/>
                        <a:pt x="34" y="83"/>
                        <a:pt x="26" y="83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34" y="0"/>
                        <a:pt x="41" y="7"/>
                        <a:pt x="41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Freeform 33"/>
                <p:cNvSpPr/>
                <p:nvPr/>
              </p:nvSpPr>
              <p:spPr bwMode="auto">
                <a:xfrm>
                  <a:off x="9933441" y="2895007"/>
                  <a:ext cx="133350" cy="125413"/>
                </a:xfrm>
                <a:custGeom>
                  <a:avLst/>
                  <a:gdLst>
                    <a:gd name="T0" fmla="*/ 30 w 30"/>
                    <a:gd name="T1" fmla="*/ 14 h 28"/>
                    <a:gd name="T2" fmla="*/ 0 w 30"/>
                    <a:gd name="T3" fmla="*/ 28 h 28"/>
                    <a:gd name="T4" fmla="*/ 0 w 30"/>
                    <a:gd name="T5" fmla="*/ 0 h 28"/>
                    <a:gd name="T6" fmla="*/ 30 w 30"/>
                    <a:gd name="T7" fmla="*/ 14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" h="28">
                      <a:moveTo>
                        <a:pt x="30" y="14"/>
                      </a:moveTo>
                      <a:cubicBezTo>
                        <a:pt x="30" y="22"/>
                        <a:pt x="17" y="28"/>
                        <a:pt x="0" y="28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7" y="0"/>
                        <a:pt x="30" y="6"/>
                        <a:pt x="30" y="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Oval 34"/>
                <p:cNvSpPr>
                  <a:spLocks noChangeArrowheads="1"/>
                </p:cNvSpPr>
                <p:nvPr/>
              </p:nvSpPr>
              <p:spPr bwMode="auto">
                <a:xfrm>
                  <a:off x="9955666" y="2666407"/>
                  <a:ext cx="39688" cy="219075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Oval 35"/>
                <p:cNvSpPr>
                  <a:spLocks noChangeArrowheads="1"/>
                </p:cNvSpPr>
                <p:nvPr/>
              </p:nvSpPr>
              <p:spPr bwMode="auto">
                <a:xfrm>
                  <a:off x="9955666" y="3028357"/>
                  <a:ext cx="39688" cy="2206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Freeform 36"/>
                <p:cNvSpPr/>
                <p:nvPr/>
              </p:nvSpPr>
              <p:spPr bwMode="auto">
                <a:xfrm>
                  <a:off x="8045903" y="2487019"/>
                  <a:ext cx="177800" cy="469900"/>
                </a:xfrm>
                <a:custGeom>
                  <a:avLst/>
                  <a:gdLst>
                    <a:gd name="T0" fmla="*/ 1 w 40"/>
                    <a:gd name="T1" fmla="*/ 63 h 105"/>
                    <a:gd name="T2" fmla="*/ 40 w 40"/>
                    <a:gd name="T3" fmla="*/ 0 h 105"/>
                    <a:gd name="T4" fmla="*/ 40 w 40"/>
                    <a:gd name="T5" fmla="*/ 105 h 105"/>
                    <a:gd name="T6" fmla="*/ 1 w 40"/>
                    <a:gd name="T7" fmla="*/ 63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105">
                      <a:moveTo>
                        <a:pt x="1" y="63"/>
                      </a:moveTo>
                      <a:cubicBezTo>
                        <a:pt x="3" y="27"/>
                        <a:pt x="23" y="3"/>
                        <a:pt x="40" y="0"/>
                      </a:cubicBezTo>
                      <a:cubicBezTo>
                        <a:pt x="40" y="105"/>
                        <a:pt x="40" y="105"/>
                        <a:pt x="40" y="105"/>
                      </a:cubicBezTo>
                      <a:cubicBezTo>
                        <a:pt x="40" y="105"/>
                        <a:pt x="0" y="100"/>
                        <a:pt x="1" y="6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Freeform 37"/>
                <p:cNvSpPr>
                  <a:spLocks noEditPoints="1"/>
                </p:cNvSpPr>
                <p:nvPr/>
              </p:nvSpPr>
              <p:spPr bwMode="auto">
                <a:xfrm>
                  <a:off x="8209416" y="2463207"/>
                  <a:ext cx="1538288" cy="1031875"/>
                </a:xfrm>
                <a:custGeom>
                  <a:avLst/>
                  <a:gdLst>
                    <a:gd name="T0" fmla="*/ 10 w 346"/>
                    <a:gd name="T1" fmla="*/ 141 h 230"/>
                    <a:gd name="T2" fmla="*/ 20 w 346"/>
                    <a:gd name="T3" fmla="*/ 128 h 230"/>
                    <a:gd name="T4" fmla="*/ 127 w 346"/>
                    <a:gd name="T5" fmla="*/ 141 h 230"/>
                    <a:gd name="T6" fmla="*/ 270 w 346"/>
                    <a:gd name="T7" fmla="*/ 149 h 230"/>
                    <a:gd name="T8" fmla="*/ 272 w 346"/>
                    <a:gd name="T9" fmla="*/ 199 h 230"/>
                    <a:gd name="T10" fmla="*/ 288 w 346"/>
                    <a:gd name="T11" fmla="*/ 177 h 230"/>
                    <a:gd name="T12" fmla="*/ 279 w 346"/>
                    <a:gd name="T13" fmla="*/ 202 h 230"/>
                    <a:gd name="T14" fmla="*/ 334 w 346"/>
                    <a:gd name="T15" fmla="*/ 202 h 230"/>
                    <a:gd name="T16" fmla="*/ 311 w 346"/>
                    <a:gd name="T17" fmla="*/ 172 h 230"/>
                    <a:gd name="T18" fmla="*/ 333 w 346"/>
                    <a:gd name="T19" fmla="*/ 177 h 230"/>
                    <a:gd name="T20" fmla="*/ 311 w 346"/>
                    <a:gd name="T21" fmla="*/ 149 h 230"/>
                    <a:gd name="T22" fmla="*/ 340 w 346"/>
                    <a:gd name="T23" fmla="*/ 71 h 230"/>
                    <a:gd name="T24" fmla="*/ 304 w 346"/>
                    <a:gd name="T25" fmla="*/ 40 h 230"/>
                    <a:gd name="T26" fmla="*/ 326 w 346"/>
                    <a:gd name="T27" fmla="*/ 31 h 230"/>
                    <a:gd name="T28" fmla="*/ 228 w 346"/>
                    <a:gd name="T29" fmla="*/ 38 h 230"/>
                    <a:gd name="T30" fmla="*/ 250 w 346"/>
                    <a:gd name="T31" fmla="*/ 40 h 230"/>
                    <a:gd name="T32" fmla="*/ 236 w 346"/>
                    <a:gd name="T33" fmla="*/ 71 h 230"/>
                    <a:gd name="T34" fmla="*/ 214 w 346"/>
                    <a:gd name="T35" fmla="*/ 54 h 230"/>
                    <a:gd name="T36" fmla="*/ 146 w 346"/>
                    <a:gd name="T37" fmla="*/ 72 h 230"/>
                    <a:gd name="T38" fmla="*/ 7 w 346"/>
                    <a:gd name="T39" fmla="*/ 6 h 230"/>
                    <a:gd name="T40" fmla="*/ 15 w 346"/>
                    <a:gd name="T41" fmla="*/ 115 h 230"/>
                    <a:gd name="T42" fmla="*/ 10 w 346"/>
                    <a:gd name="T43" fmla="*/ 121 h 230"/>
                    <a:gd name="T44" fmla="*/ 231 w 346"/>
                    <a:gd name="T45" fmla="*/ 71 h 230"/>
                    <a:gd name="T46" fmla="*/ 216 w 346"/>
                    <a:gd name="T47" fmla="*/ 59 h 230"/>
                    <a:gd name="T48" fmla="*/ 294 w 346"/>
                    <a:gd name="T49" fmla="*/ 71 h 230"/>
                    <a:gd name="T50" fmla="*/ 256 w 346"/>
                    <a:gd name="T51" fmla="*/ 40 h 230"/>
                    <a:gd name="T52" fmla="*/ 294 w 346"/>
                    <a:gd name="T53" fmla="*/ 71 h 230"/>
                    <a:gd name="T54" fmla="*/ 307 w 346"/>
                    <a:gd name="T55" fmla="*/ 185 h 230"/>
                    <a:gd name="T56" fmla="*/ 307 w 346"/>
                    <a:gd name="T57" fmla="*/ 219 h 230"/>
                    <a:gd name="T58" fmla="*/ 292 w 346"/>
                    <a:gd name="T59" fmla="*/ 174 h 230"/>
                    <a:gd name="T60" fmla="*/ 301 w 346"/>
                    <a:gd name="T61" fmla="*/ 171 h 230"/>
                    <a:gd name="T62" fmla="*/ 294 w 346"/>
                    <a:gd name="T63" fmla="*/ 178 h 230"/>
                    <a:gd name="T64" fmla="*/ 276 w 346"/>
                    <a:gd name="T65" fmla="*/ 149 h 230"/>
                    <a:gd name="T66" fmla="*/ 301 w 346"/>
                    <a:gd name="T67" fmla="*/ 166 h 230"/>
                    <a:gd name="T68" fmla="*/ 289 w 346"/>
                    <a:gd name="T69" fmla="*/ 170 h 230"/>
                    <a:gd name="T70" fmla="*/ 15 w 346"/>
                    <a:gd name="T71" fmla="*/ 122 h 230"/>
                    <a:gd name="T72" fmla="*/ 34 w 346"/>
                    <a:gd name="T73" fmla="*/ 121 h 230"/>
                    <a:gd name="T74" fmla="*/ 15 w 346"/>
                    <a:gd name="T75" fmla="*/ 122 h 230"/>
                    <a:gd name="T76" fmla="*/ 10 w 346"/>
                    <a:gd name="T77" fmla="*/ 125 h 230"/>
                    <a:gd name="T78" fmla="*/ 10 w 346"/>
                    <a:gd name="T79" fmla="*/ 137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46" h="230">
                      <a:moveTo>
                        <a:pt x="0" y="131"/>
                      </a:moveTo>
                      <a:cubicBezTo>
                        <a:pt x="0" y="136"/>
                        <a:pt x="4" y="141"/>
                        <a:pt x="10" y="141"/>
                      </a:cubicBezTo>
                      <a:cubicBezTo>
                        <a:pt x="15" y="141"/>
                        <a:pt x="20" y="136"/>
                        <a:pt x="20" y="131"/>
                      </a:cubicBezTo>
                      <a:cubicBezTo>
                        <a:pt x="20" y="130"/>
                        <a:pt x="20" y="129"/>
                        <a:pt x="20" y="128"/>
                      </a:cubicBezTo>
                      <a:cubicBezTo>
                        <a:pt x="38" y="122"/>
                        <a:pt x="38" y="122"/>
                        <a:pt x="38" y="122"/>
                      </a:cubicBezTo>
                      <a:cubicBezTo>
                        <a:pt x="67" y="130"/>
                        <a:pt x="108" y="138"/>
                        <a:pt x="127" y="141"/>
                      </a:cubicBezTo>
                      <a:cubicBezTo>
                        <a:pt x="156" y="146"/>
                        <a:pt x="210" y="149"/>
                        <a:pt x="210" y="149"/>
                      </a:cubicBezTo>
                      <a:cubicBezTo>
                        <a:pt x="270" y="149"/>
                        <a:pt x="270" y="149"/>
                        <a:pt x="270" y="149"/>
                      </a:cubicBezTo>
                      <a:cubicBezTo>
                        <a:pt x="285" y="172"/>
                        <a:pt x="285" y="172"/>
                        <a:pt x="285" y="172"/>
                      </a:cubicBezTo>
                      <a:cubicBezTo>
                        <a:pt x="277" y="179"/>
                        <a:pt x="272" y="189"/>
                        <a:pt x="272" y="199"/>
                      </a:cubicBezTo>
                      <a:cubicBezTo>
                        <a:pt x="277" y="198"/>
                        <a:pt x="277" y="198"/>
                        <a:pt x="277" y="198"/>
                      </a:cubicBezTo>
                      <a:cubicBezTo>
                        <a:pt x="277" y="191"/>
                        <a:pt x="281" y="182"/>
                        <a:pt x="288" y="177"/>
                      </a:cubicBezTo>
                      <a:cubicBezTo>
                        <a:pt x="290" y="181"/>
                        <a:pt x="290" y="181"/>
                        <a:pt x="290" y="181"/>
                      </a:cubicBezTo>
                      <a:cubicBezTo>
                        <a:pt x="283" y="186"/>
                        <a:pt x="279" y="193"/>
                        <a:pt x="279" y="202"/>
                      </a:cubicBezTo>
                      <a:cubicBezTo>
                        <a:pt x="279" y="217"/>
                        <a:pt x="292" y="230"/>
                        <a:pt x="307" y="230"/>
                      </a:cubicBezTo>
                      <a:cubicBezTo>
                        <a:pt x="322" y="230"/>
                        <a:pt x="334" y="217"/>
                        <a:pt x="334" y="202"/>
                      </a:cubicBezTo>
                      <a:cubicBezTo>
                        <a:pt x="334" y="189"/>
                        <a:pt x="324" y="177"/>
                        <a:pt x="311" y="175"/>
                      </a:cubicBezTo>
                      <a:cubicBezTo>
                        <a:pt x="311" y="172"/>
                        <a:pt x="311" y="172"/>
                        <a:pt x="311" y="172"/>
                      </a:cubicBezTo>
                      <a:cubicBezTo>
                        <a:pt x="322" y="174"/>
                        <a:pt x="329" y="181"/>
                        <a:pt x="329" y="181"/>
                      </a:cubicBezTo>
                      <a:cubicBezTo>
                        <a:pt x="333" y="177"/>
                        <a:pt x="333" y="177"/>
                        <a:pt x="333" y="177"/>
                      </a:cubicBezTo>
                      <a:cubicBezTo>
                        <a:pt x="332" y="177"/>
                        <a:pt x="324" y="169"/>
                        <a:pt x="311" y="167"/>
                      </a:cubicBezTo>
                      <a:cubicBezTo>
                        <a:pt x="311" y="149"/>
                        <a:pt x="311" y="149"/>
                        <a:pt x="311" y="149"/>
                      </a:cubicBezTo>
                      <a:cubicBezTo>
                        <a:pt x="340" y="149"/>
                        <a:pt x="340" y="149"/>
                        <a:pt x="340" y="149"/>
                      </a:cubicBezTo>
                      <a:cubicBezTo>
                        <a:pt x="340" y="71"/>
                        <a:pt x="340" y="71"/>
                        <a:pt x="340" y="71"/>
                      </a:cubicBezTo>
                      <a:cubicBezTo>
                        <a:pt x="300" y="71"/>
                        <a:pt x="300" y="71"/>
                        <a:pt x="300" y="71"/>
                      </a:cubicBezTo>
                      <a:cubicBezTo>
                        <a:pt x="304" y="40"/>
                        <a:pt x="304" y="40"/>
                        <a:pt x="304" y="40"/>
                      </a:cubicBezTo>
                      <a:cubicBezTo>
                        <a:pt x="318" y="40"/>
                        <a:pt x="318" y="40"/>
                        <a:pt x="318" y="40"/>
                      </a:cubicBezTo>
                      <a:cubicBezTo>
                        <a:pt x="346" y="40"/>
                        <a:pt x="333" y="33"/>
                        <a:pt x="326" y="31"/>
                      </a:cubicBezTo>
                      <a:cubicBezTo>
                        <a:pt x="318" y="29"/>
                        <a:pt x="313" y="28"/>
                        <a:pt x="293" y="27"/>
                      </a:cubicBezTo>
                      <a:cubicBezTo>
                        <a:pt x="273" y="27"/>
                        <a:pt x="232" y="35"/>
                        <a:pt x="228" y="38"/>
                      </a:cubicBezTo>
                      <a:cubicBezTo>
                        <a:pt x="224" y="40"/>
                        <a:pt x="230" y="40"/>
                        <a:pt x="230" y="40"/>
                      </a:cubicBezTo>
                      <a:cubicBezTo>
                        <a:pt x="250" y="40"/>
                        <a:pt x="250" y="40"/>
                        <a:pt x="250" y="40"/>
                      </a:cubicBezTo>
                      <a:cubicBezTo>
                        <a:pt x="246" y="71"/>
                        <a:pt x="246" y="71"/>
                        <a:pt x="246" y="71"/>
                      </a:cubicBezTo>
                      <a:cubicBezTo>
                        <a:pt x="236" y="71"/>
                        <a:pt x="236" y="71"/>
                        <a:pt x="236" y="71"/>
                      </a:cubicBezTo>
                      <a:cubicBezTo>
                        <a:pt x="232" y="66"/>
                        <a:pt x="225" y="58"/>
                        <a:pt x="216" y="55"/>
                      </a:cubicBezTo>
                      <a:cubicBezTo>
                        <a:pt x="214" y="54"/>
                        <a:pt x="214" y="54"/>
                        <a:pt x="214" y="54"/>
                      </a:cubicBezTo>
                      <a:cubicBezTo>
                        <a:pt x="209" y="72"/>
                        <a:pt x="209" y="72"/>
                        <a:pt x="209" y="72"/>
                      </a:cubicBezTo>
                      <a:cubicBezTo>
                        <a:pt x="190" y="93"/>
                        <a:pt x="146" y="72"/>
                        <a:pt x="146" y="72"/>
                      </a:cubicBezTo>
                      <a:cubicBezTo>
                        <a:pt x="68" y="75"/>
                        <a:pt x="68" y="75"/>
                        <a:pt x="68" y="75"/>
                      </a:cubicBezTo>
                      <a:cubicBezTo>
                        <a:pt x="40" y="0"/>
                        <a:pt x="7" y="6"/>
                        <a:pt x="7" y="6"/>
                      </a:cubicBezTo>
                      <a:cubicBezTo>
                        <a:pt x="7" y="112"/>
                        <a:pt x="7" y="112"/>
                        <a:pt x="7" y="112"/>
                      </a:cubicBezTo>
                      <a:cubicBezTo>
                        <a:pt x="9" y="113"/>
                        <a:pt x="12" y="114"/>
                        <a:pt x="15" y="115"/>
                      </a:cubicBezTo>
                      <a:cubicBezTo>
                        <a:pt x="13" y="121"/>
                        <a:pt x="13" y="121"/>
                        <a:pt x="13" y="121"/>
                      </a:cubicBezTo>
                      <a:cubicBezTo>
                        <a:pt x="12" y="121"/>
                        <a:pt x="11" y="121"/>
                        <a:pt x="10" y="121"/>
                      </a:cubicBezTo>
                      <a:cubicBezTo>
                        <a:pt x="4" y="121"/>
                        <a:pt x="0" y="125"/>
                        <a:pt x="0" y="131"/>
                      </a:cubicBezTo>
                      <a:close/>
                      <a:moveTo>
                        <a:pt x="231" y="71"/>
                      </a:moveTo>
                      <a:cubicBezTo>
                        <a:pt x="213" y="71"/>
                        <a:pt x="213" y="71"/>
                        <a:pt x="213" y="71"/>
                      </a:cubicBezTo>
                      <a:cubicBezTo>
                        <a:pt x="216" y="59"/>
                        <a:pt x="216" y="59"/>
                        <a:pt x="216" y="59"/>
                      </a:cubicBezTo>
                      <a:cubicBezTo>
                        <a:pt x="222" y="62"/>
                        <a:pt x="228" y="67"/>
                        <a:pt x="231" y="71"/>
                      </a:cubicBezTo>
                      <a:close/>
                      <a:moveTo>
                        <a:pt x="294" y="71"/>
                      </a:moveTo>
                      <a:cubicBezTo>
                        <a:pt x="252" y="71"/>
                        <a:pt x="252" y="71"/>
                        <a:pt x="252" y="71"/>
                      </a:cubicBezTo>
                      <a:cubicBezTo>
                        <a:pt x="256" y="40"/>
                        <a:pt x="256" y="40"/>
                        <a:pt x="256" y="40"/>
                      </a:cubicBezTo>
                      <a:cubicBezTo>
                        <a:pt x="298" y="40"/>
                        <a:pt x="298" y="40"/>
                        <a:pt x="298" y="40"/>
                      </a:cubicBezTo>
                      <a:lnTo>
                        <a:pt x="294" y="71"/>
                      </a:lnTo>
                      <a:close/>
                      <a:moveTo>
                        <a:pt x="290" y="202"/>
                      </a:moveTo>
                      <a:cubicBezTo>
                        <a:pt x="290" y="193"/>
                        <a:pt x="297" y="185"/>
                        <a:pt x="307" y="185"/>
                      </a:cubicBezTo>
                      <a:cubicBezTo>
                        <a:pt x="316" y="185"/>
                        <a:pt x="324" y="193"/>
                        <a:pt x="324" y="202"/>
                      </a:cubicBezTo>
                      <a:cubicBezTo>
                        <a:pt x="324" y="212"/>
                        <a:pt x="316" y="219"/>
                        <a:pt x="307" y="219"/>
                      </a:cubicBezTo>
                      <a:cubicBezTo>
                        <a:pt x="297" y="219"/>
                        <a:pt x="290" y="212"/>
                        <a:pt x="290" y="202"/>
                      </a:cubicBezTo>
                      <a:close/>
                      <a:moveTo>
                        <a:pt x="292" y="174"/>
                      </a:moveTo>
                      <a:cubicBezTo>
                        <a:pt x="294" y="173"/>
                        <a:pt x="296" y="172"/>
                        <a:pt x="299" y="172"/>
                      </a:cubicBezTo>
                      <a:cubicBezTo>
                        <a:pt x="300" y="172"/>
                        <a:pt x="301" y="171"/>
                        <a:pt x="301" y="171"/>
                      </a:cubicBezTo>
                      <a:cubicBezTo>
                        <a:pt x="301" y="175"/>
                        <a:pt x="301" y="175"/>
                        <a:pt x="301" y="175"/>
                      </a:cubicBezTo>
                      <a:cubicBezTo>
                        <a:pt x="299" y="176"/>
                        <a:pt x="296" y="177"/>
                        <a:pt x="294" y="178"/>
                      </a:cubicBezTo>
                      <a:lnTo>
                        <a:pt x="292" y="174"/>
                      </a:lnTo>
                      <a:close/>
                      <a:moveTo>
                        <a:pt x="276" y="149"/>
                      </a:moveTo>
                      <a:cubicBezTo>
                        <a:pt x="301" y="149"/>
                        <a:pt x="301" y="149"/>
                        <a:pt x="301" y="149"/>
                      </a:cubicBezTo>
                      <a:cubicBezTo>
                        <a:pt x="301" y="166"/>
                        <a:pt x="301" y="166"/>
                        <a:pt x="301" y="166"/>
                      </a:cubicBezTo>
                      <a:cubicBezTo>
                        <a:pt x="300" y="166"/>
                        <a:pt x="299" y="167"/>
                        <a:pt x="298" y="167"/>
                      </a:cubicBezTo>
                      <a:cubicBezTo>
                        <a:pt x="295" y="167"/>
                        <a:pt x="292" y="168"/>
                        <a:pt x="289" y="170"/>
                      </a:cubicBezTo>
                      <a:lnTo>
                        <a:pt x="276" y="149"/>
                      </a:lnTo>
                      <a:close/>
                      <a:moveTo>
                        <a:pt x="15" y="122"/>
                      </a:moveTo>
                      <a:cubicBezTo>
                        <a:pt x="17" y="116"/>
                        <a:pt x="17" y="116"/>
                        <a:pt x="17" y="116"/>
                      </a:cubicBezTo>
                      <a:cubicBezTo>
                        <a:pt x="22" y="118"/>
                        <a:pt x="28" y="119"/>
                        <a:pt x="34" y="121"/>
                      </a:cubicBezTo>
                      <a:cubicBezTo>
                        <a:pt x="19" y="126"/>
                        <a:pt x="19" y="126"/>
                        <a:pt x="19" y="126"/>
                      </a:cubicBezTo>
                      <a:cubicBezTo>
                        <a:pt x="18" y="124"/>
                        <a:pt x="17" y="123"/>
                        <a:pt x="15" y="122"/>
                      </a:cubicBezTo>
                      <a:close/>
                      <a:moveTo>
                        <a:pt x="4" y="131"/>
                      </a:moveTo>
                      <a:cubicBezTo>
                        <a:pt x="4" y="127"/>
                        <a:pt x="7" y="125"/>
                        <a:pt x="10" y="125"/>
                      </a:cubicBezTo>
                      <a:cubicBezTo>
                        <a:pt x="13" y="125"/>
                        <a:pt x="16" y="127"/>
                        <a:pt x="16" y="131"/>
                      </a:cubicBezTo>
                      <a:cubicBezTo>
                        <a:pt x="16" y="134"/>
                        <a:pt x="13" y="137"/>
                        <a:pt x="10" y="137"/>
                      </a:cubicBezTo>
                      <a:cubicBezTo>
                        <a:pt x="7" y="137"/>
                        <a:pt x="4" y="134"/>
                        <a:pt x="4" y="1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Oval 38"/>
                <p:cNvSpPr>
                  <a:spLocks noChangeArrowheads="1"/>
                </p:cNvSpPr>
                <p:nvPr/>
              </p:nvSpPr>
              <p:spPr bwMode="auto">
                <a:xfrm>
                  <a:off x="8241166" y="3037882"/>
                  <a:ext cx="26988" cy="2698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Oval 39"/>
                <p:cNvSpPr>
                  <a:spLocks noChangeArrowheads="1"/>
                </p:cNvSpPr>
                <p:nvPr/>
              </p:nvSpPr>
              <p:spPr bwMode="auto">
                <a:xfrm>
                  <a:off x="9533391" y="3333157"/>
                  <a:ext cx="76200" cy="762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id-ID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a楷体" panose="02000500000000000000" pitchFamily="2" charset="-122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6" name="Freeform 40"/>
              <p:cNvSpPr/>
              <p:nvPr/>
            </p:nvSpPr>
            <p:spPr bwMode="auto">
              <a:xfrm>
                <a:off x="7250566" y="2553694"/>
                <a:ext cx="857250" cy="169863"/>
              </a:xfrm>
              <a:custGeom>
                <a:avLst/>
                <a:gdLst>
                  <a:gd name="T0" fmla="*/ 537 w 540"/>
                  <a:gd name="T1" fmla="*/ 107 h 107"/>
                  <a:gd name="T2" fmla="*/ 540 w 540"/>
                  <a:gd name="T3" fmla="*/ 85 h 107"/>
                  <a:gd name="T4" fmla="*/ 3 w 540"/>
                  <a:gd name="T5" fmla="*/ 0 h 107"/>
                  <a:gd name="T6" fmla="*/ 0 w 540"/>
                  <a:gd name="T7" fmla="*/ 23 h 107"/>
                  <a:gd name="T8" fmla="*/ 537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537" y="107"/>
                    </a:moveTo>
                    <a:lnTo>
                      <a:pt x="540" y="85"/>
                    </a:lnTo>
                    <a:lnTo>
                      <a:pt x="3" y="0"/>
                    </a:lnTo>
                    <a:lnTo>
                      <a:pt x="0" y="23"/>
                    </a:lnTo>
                    <a:lnTo>
                      <a:pt x="537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67" name="Freeform 41"/>
              <p:cNvSpPr/>
              <p:nvPr/>
            </p:nvSpPr>
            <p:spPr bwMode="auto">
              <a:xfrm>
                <a:off x="7250566" y="2809282"/>
                <a:ext cx="857250" cy="169863"/>
              </a:xfrm>
              <a:custGeom>
                <a:avLst/>
                <a:gdLst>
                  <a:gd name="T0" fmla="*/ 3 w 540"/>
                  <a:gd name="T1" fmla="*/ 107 h 107"/>
                  <a:gd name="T2" fmla="*/ 540 w 540"/>
                  <a:gd name="T3" fmla="*/ 23 h 107"/>
                  <a:gd name="T4" fmla="*/ 537 w 540"/>
                  <a:gd name="T5" fmla="*/ 0 h 107"/>
                  <a:gd name="T6" fmla="*/ 0 w 540"/>
                  <a:gd name="T7" fmla="*/ 85 h 107"/>
                  <a:gd name="T8" fmla="*/ 3 w 540"/>
                  <a:gd name="T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107">
                    <a:moveTo>
                      <a:pt x="3" y="107"/>
                    </a:moveTo>
                    <a:lnTo>
                      <a:pt x="540" y="23"/>
                    </a:lnTo>
                    <a:lnTo>
                      <a:pt x="537" y="0"/>
                    </a:lnTo>
                    <a:lnTo>
                      <a:pt x="0" y="85"/>
                    </a:lnTo>
                    <a:lnTo>
                      <a:pt x="3" y="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sp>
        <p:nvSpPr>
          <p:cNvPr id="82" name="TextBox 23"/>
          <p:cNvSpPr txBox="1"/>
          <p:nvPr/>
        </p:nvSpPr>
        <p:spPr>
          <a:xfrm>
            <a:off x="2224733" y="2400938"/>
            <a:ext cx="2087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PLANNING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3" name="TextBox 23"/>
          <p:cNvSpPr txBox="1"/>
          <p:nvPr/>
        </p:nvSpPr>
        <p:spPr>
          <a:xfrm>
            <a:off x="2990083" y="3388898"/>
            <a:ext cx="2087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SKETCHES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4" name="TextBox 23"/>
          <p:cNvSpPr txBox="1"/>
          <p:nvPr/>
        </p:nvSpPr>
        <p:spPr>
          <a:xfrm>
            <a:off x="3561583" y="4319966"/>
            <a:ext cx="2087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CODING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5" name="TextBox 23"/>
          <p:cNvSpPr txBox="1"/>
          <p:nvPr/>
        </p:nvSpPr>
        <p:spPr>
          <a:xfrm>
            <a:off x="4183883" y="5313741"/>
            <a:ext cx="2087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2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TESTING</a:t>
            </a:r>
            <a:endParaRPr kumimoji="0" lang="id-ID" sz="2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1" name="TextBox 90"/>
          <p:cNvSpPr txBox="1">
            <a:spLocks noChangeAspect="1"/>
          </p:cNvSpPr>
          <p:nvPr/>
        </p:nvSpPr>
        <p:spPr>
          <a:xfrm>
            <a:off x="1628462" y="2434569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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2" name="TextBox 91"/>
          <p:cNvSpPr txBox="1">
            <a:spLocks noChangeAspect="1"/>
          </p:cNvSpPr>
          <p:nvPr/>
        </p:nvSpPr>
        <p:spPr>
          <a:xfrm>
            <a:off x="2420228" y="3430813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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3" name="TextBox 92"/>
          <p:cNvSpPr txBox="1">
            <a:spLocks noChangeAspect="1"/>
          </p:cNvSpPr>
          <p:nvPr/>
        </p:nvSpPr>
        <p:spPr>
          <a:xfrm>
            <a:off x="2927463" y="4375341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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4" name="TextBox 93"/>
          <p:cNvSpPr txBox="1">
            <a:spLocks noChangeAspect="1"/>
          </p:cNvSpPr>
          <p:nvPr/>
        </p:nvSpPr>
        <p:spPr>
          <a:xfrm>
            <a:off x="3664267" y="5337626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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  <p:bldP spid="84" grpId="0"/>
      <p:bldP spid="85" grpId="0"/>
      <p:bldP spid="91" grpId="0"/>
      <p:bldP spid="92" grpId="0"/>
      <p:bldP spid="93" grpId="0"/>
      <p:bldP spid="9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Workflow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Flowchart</a:t>
            </a:r>
            <a:endParaRPr lang="id-ID" dirty="0"/>
          </a:p>
        </p:txBody>
      </p:sp>
      <p:sp>
        <p:nvSpPr>
          <p:cNvPr id="4" name="Oval 3"/>
          <p:cNvSpPr/>
          <p:nvPr/>
        </p:nvSpPr>
        <p:spPr>
          <a:xfrm>
            <a:off x="1788460" y="2057322"/>
            <a:ext cx="1163615" cy="116361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3863718" y="2057322"/>
            <a:ext cx="1163615" cy="11636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788460" y="3509582"/>
            <a:ext cx="1163615" cy="11636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863718" y="3509582"/>
            <a:ext cx="1163615" cy="11636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788460" y="4987464"/>
            <a:ext cx="1163615" cy="116361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>
          <a:xfrm>
            <a:off x="3863718" y="4987464"/>
            <a:ext cx="1163615" cy="116361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952075" y="2639130"/>
            <a:ext cx="911643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stCxn id="5" idx="6"/>
            <a:endCxn id="7" idx="6"/>
          </p:cNvCxnSpPr>
          <p:nvPr/>
        </p:nvCxnSpPr>
        <p:spPr>
          <a:xfrm>
            <a:off x="5027333" y="2639130"/>
            <a:ext cx="12700" cy="1452260"/>
          </a:xfrm>
          <a:prstGeom prst="bentConnector3">
            <a:avLst>
              <a:gd name="adj1" fmla="val 1800000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6" idx="6"/>
          </p:cNvCxnSpPr>
          <p:nvPr/>
        </p:nvCxnSpPr>
        <p:spPr>
          <a:xfrm flipH="1">
            <a:off x="2952075" y="4091390"/>
            <a:ext cx="911643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6" idx="2"/>
            <a:endCxn id="8" idx="2"/>
          </p:cNvCxnSpPr>
          <p:nvPr/>
        </p:nvCxnSpPr>
        <p:spPr>
          <a:xfrm rot="10800000" flipV="1">
            <a:off x="1788460" y="4091390"/>
            <a:ext cx="12700" cy="1477882"/>
          </a:xfrm>
          <a:prstGeom prst="bentConnector3">
            <a:avLst>
              <a:gd name="adj1" fmla="val 1800000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6"/>
            <a:endCxn id="9" idx="2"/>
          </p:cNvCxnSpPr>
          <p:nvPr/>
        </p:nvCxnSpPr>
        <p:spPr>
          <a:xfrm>
            <a:off x="2952075" y="5569272"/>
            <a:ext cx="911643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049729" y="2065862"/>
            <a:ext cx="1163615" cy="11636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112287" y="2065862"/>
            <a:ext cx="1163615" cy="11636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049729" y="3518122"/>
            <a:ext cx="1163615" cy="116361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9112287" y="3518122"/>
            <a:ext cx="1163615" cy="116361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049729" y="4996004"/>
            <a:ext cx="1163615" cy="1163615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112287" y="4996004"/>
            <a:ext cx="1163615" cy="116361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1" name="Straight Arrow Connector 20"/>
          <p:cNvCxnSpPr>
            <a:stCxn id="15" idx="6"/>
            <a:endCxn id="16" idx="2"/>
          </p:cNvCxnSpPr>
          <p:nvPr/>
        </p:nvCxnSpPr>
        <p:spPr>
          <a:xfrm>
            <a:off x="8213344" y="2647670"/>
            <a:ext cx="898943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16" idx="6"/>
            <a:endCxn id="18" idx="6"/>
          </p:cNvCxnSpPr>
          <p:nvPr/>
        </p:nvCxnSpPr>
        <p:spPr>
          <a:xfrm>
            <a:off x="10275902" y="2647670"/>
            <a:ext cx="12700" cy="1452260"/>
          </a:xfrm>
          <a:prstGeom prst="bentConnector3">
            <a:avLst>
              <a:gd name="adj1" fmla="val 1800000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8" idx="2"/>
            <a:endCxn id="17" idx="6"/>
          </p:cNvCxnSpPr>
          <p:nvPr/>
        </p:nvCxnSpPr>
        <p:spPr>
          <a:xfrm flipH="1">
            <a:off x="8213344" y="4099930"/>
            <a:ext cx="898943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17" idx="2"/>
            <a:endCxn id="19" idx="2"/>
          </p:cNvCxnSpPr>
          <p:nvPr/>
        </p:nvCxnSpPr>
        <p:spPr>
          <a:xfrm rot="10800000" flipV="1">
            <a:off x="7049729" y="4099930"/>
            <a:ext cx="12700" cy="1477882"/>
          </a:xfrm>
          <a:prstGeom prst="bentConnector3">
            <a:avLst>
              <a:gd name="adj1" fmla="val 1800000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9" idx="6"/>
            <a:endCxn id="20" idx="2"/>
          </p:cNvCxnSpPr>
          <p:nvPr/>
        </p:nvCxnSpPr>
        <p:spPr>
          <a:xfrm>
            <a:off x="8213344" y="5577812"/>
            <a:ext cx="898943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9" idx="6"/>
            <a:endCxn id="15" idx="2"/>
          </p:cNvCxnSpPr>
          <p:nvPr/>
        </p:nvCxnSpPr>
        <p:spPr>
          <a:xfrm flipV="1">
            <a:off x="5027333" y="2647670"/>
            <a:ext cx="2022396" cy="2921602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788460" y="2692832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Brief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63718" y="2692832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Consultant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049729" y="2692832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112287" y="2692832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Revision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788460" y="4127214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Design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863718" y="4127214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Brainstroming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049729" y="4127214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Approval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12287" y="4127214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Checklist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788460" y="5572937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Process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63718" y="5572937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Tweak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49729" y="5572937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Packaging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112287" y="5572937"/>
            <a:ext cx="1163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Deliver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62" name="Group 61"/>
          <p:cNvGrpSpPr/>
          <p:nvPr/>
        </p:nvGrpSpPr>
        <p:grpSpPr>
          <a:xfrm flipH="1">
            <a:off x="9515885" y="5199050"/>
            <a:ext cx="356419" cy="311867"/>
            <a:chOff x="3573463" y="2617788"/>
            <a:chExt cx="241300" cy="211138"/>
          </a:xfrm>
          <a:solidFill>
            <a:schemeClr val="bg1"/>
          </a:solidFill>
        </p:grpSpPr>
        <p:sp>
          <p:nvSpPr>
            <p:cNvPr id="63" name="Oval 154"/>
            <p:cNvSpPr>
              <a:spLocks noChangeArrowheads="1"/>
            </p:cNvSpPr>
            <p:nvPr/>
          </p:nvSpPr>
          <p:spPr bwMode="auto">
            <a:xfrm>
              <a:off x="3603626" y="2768601"/>
              <a:ext cx="60325" cy="603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4" name="Oval 155"/>
            <p:cNvSpPr>
              <a:spLocks noChangeArrowheads="1"/>
            </p:cNvSpPr>
            <p:nvPr/>
          </p:nvSpPr>
          <p:spPr bwMode="auto">
            <a:xfrm>
              <a:off x="3738563" y="2768601"/>
              <a:ext cx="60325" cy="603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5" name="Freeform 156"/>
            <p:cNvSpPr>
              <a:spLocks noEditPoints="1"/>
            </p:cNvSpPr>
            <p:nvPr/>
          </p:nvSpPr>
          <p:spPr bwMode="auto">
            <a:xfrm>
              <a:off x="3573463" y="2617788"/>
              <a:ext cx="241300" cy="165100"/>
            </a:xfrm>
            <a:custGeom>
              <a:avLst/>
              <a:gdLst>
                <a:gd name="T0" fmla="*/ 62 w 64"/>
                <a:gd name="T1" fmla="*/ 0 h 44"/>
                <a:gd name="T2" fmla="*/ 22 w 64"/>
                <a:gd name="T3" fmla="*/ 0 h 44"/>
                <a:gd name="T4" fmla="*/ 20 w 64"/>
                <a:gd name="T5" fmla="*/ 2 h 44"/>
                <a:gd name="T6" fmla="*/ 20 w 64"/>
                <a:gd name="T7" fmla="*/ 8 h 44"/>
                <a:gd name="T8" fmla="*/ 10 w 64"/>
                <a:gd name="T9" fmla="*/ 8 h 44"/>
                <a:gd name="T10" fmla="*/ 7 w 64"/>
                <a:gd name="T11" fmla="*/ 10 h 44"/>
                <a:gd name="T12" fmla="*/ 1 w 64"/>
                <a:gd name="T13" fmla="*/ 22 h 44"/>
                <a:gd name="T14" fmla="*/ 0 w 64"/>
                <a:gd name="T15" fmla="*/ 26 h 44"/>
                <a:gd name="T16" fmla="*/ 0 w 64"/>
                <a:gd name="T17" fmla="*/ 38 h 44"/>
                <a:gd name="T18" fmla="*/ 1 w 64"/>
                <a:gd name="T19" fmla="*/ 41 h 44"/>
                <a:gd name="T20" fmla="*/ 3 w 64"/>
                <a:gd name="T21" fmla="*/ 43 h 44"/>
                <a:gd name="T22" fmla="*/ 5 w 64"/>
                <a:gd name="T23" fmla="*/ 44 h 44"/>
                <a:gd name="T24" fmla="*/ 16 w 64"/>
                <a:gd name="T25" fmla="*/ 36 h 44"/>
                <a:gd name="T26" fmla="*/ 27 w 64"/>
                <a:gd name="T27" fmla="*/ 44 h 44"/>
                <a:gd name="T28" fmla="*/ 41 w 64"/>
                <a:gd name="T29" fmla="*/ 44 h 44"/>
                <a:gd name="T30" fmla="*/ 52 w 64"/>
                <a:gd name="T31" fmla="*/ 36 h 44"/>
                <a:gd name="T32" fmla="*/ 63 w 64"/>
                <a:gd name="T33" fmla="*/ 44 h 44"/>
                <a:gd name="T34" fmla="*/ 64 w 64"/>
                <a:gd name="T35" fmla="*/ 42 h 44"/>
                <a:gd name="T36" fmla="*/ 64 w 64"/>
                <a:gd name="T37" fmla="*/ 2 h 44"/>
                <a:gd name="T38" fmla="*/ 62 w 64"/>
                <a:gd name="T39" fmla="*/ 0 h 44"/>
                <a:gd name="T40" fmla="*/ 20 w 64"/>
                <a:gd name="T41" fmla="*/ 24 h 44"/>
                <a:gd name="T42" fmla="*/ 8 w 64"/>
                <a:gd name="T43" fmla="*/ 24 h 44"/>
                <a:gd name="T44" fmla="*/ 12 w 64"/>
                <a:gd name="T45" fmla="*/ 12 h 44"/>
                <a:gd name="T46" fmla="*/ 20 w 64"/>
                <a:gd name="T47" fmla="*/ 12 h 44"/>
                <a:gd name="T48" fmla="*/ 20 w 64"/>
                <a:gd name="T49" fmla="*/ 2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4" h="44">
                  <a:moveTo>
                    <a:pt x="6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1" y="0"/>
                    <a:pt x="20" y="1"/>
                    <a:pt x="20" y="2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8" y="9"/>
                    <a:pt x="7" y="10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3"/>
                    <a:pt x="0" y="25"/>
                    <a:pt x="0" y="26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1" y="41"/>
                    <a:pt x="1" y="41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" y="43"/>
                    <a:pt x="4" y="44"/>
                    <a:pt x="5" y="44"/>
                  </a:cubicBezTo>
                  <a:cubicBezTo>
                    <a:pt x="7" y="39"/>
                    <a:pt x="11" y="36"/>
                    <a:pt x="16" y="36"/>
                  </a:cubicBezTo>
                  <a:cubicBezTo>
                    <a:pt x="21" y="36"/>
                    <a:pt x="26" y="39"/>
                    <a:pt x="27" y="44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2" y="39"/>
                    <a:pt x="47" y="36"/>
                    <a:pt x="52" y="36"/>
                  </a:cubicBezTo>
                  <a:cubicBezTo>
                    <a:pt x="57" y="36"/>
                    <a:pt x="61" y="39"/>
                    <a:pt x="63" y="44"/>
                  </a:cubicBezTo>
                  <a:cubicBezTo>
                    <a:pt x="64" y="43"/>
                    <a:pt x="64" y="43"/>
                    <a:pt x="64" y="4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lose/>
                  <a:moveTo>
                    <a:pt x="20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20" y="12"/>
                    <a:pt x="20" y="12"/>
                    <a:pt x="20" y="12"/>
                  </a:cubicBezTo>
                  <a:lnTo>
                    <a:pt x="2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66" name="Freeform 51"/>
          <p:cNvSpPr>
            <a:spLocks noEditPoints="1"/>
          </p:cNvSpPr>
          <p:nvPr/>
        </p:nvSpPr>
        <p:spPr bwMode="auto">
          <a:xfrm>
            <a:off x="7460717" y="5153025"/>
            <a:ext cx="341639" cy="403917"/>
          </a:xfrm>
          <a:custGeom>
            <a:avLst/>
            <a:gdLst>
              <a:gd name="T0" fmla="*/ 576 w 576"/>
              <a:gd name="T1" fmla="*/ 493 h 681"/>
              <a:gd name="T2" fmla="*/ 576 w 576"/>
              <a:gd name="T3" fmla="*/ 186 h 681"/>
              <a:gd name="T4" fmla="*/ 288 w 576"/>
              <a:gd name="T5" fmla="*/ 0 h 681"/>
              <a:gd name="T6" fmla="*/ 0 w 576"/>
              <a:gd name="T7" fmla="*/ 186 h 681"/>
              <a:gd name="T8" fmla="*/ 0 w 576"/>
              <a:gd name="T9" fmla="*/ 493 h 681"/>
              <a:gd name="T10" fmla="*/ 288 w 576"/>
              <a:gd name="T11" fmla="*/ 681 h 681"/>
              <a:gd name="T12" fmla="*/ 576 w 576"/>
              <a:gd name="T13" fmla="*/ 493 h 681"/>
              <a:gd name="T14" fmla="*/ 532 w 576"/>
              <a:gd name="T15" fmla="*/ 203 h 681"/>
              <a:gd name="T16" fmla="*/ 290 w 576"/>
              <a:gd name="T17" fmla="*/ 362 h 681"/>
              <a:gd name="T18" fmla="*/ 191 w 576"/>
              <a:gd name="T19" fmla="*/ 297 h 681"/>
              <a:gd name="T20" fmla="*/ 432 w 576"/>
              <a:gd name="T21" fmla="*/ 138 h 681"/>
              <a:gd name="T22" fmla="*/ 532 w 576"/>
              <a:gd name="T23" fmla="*/ 203 h 681"/>
              <a:gd name="T24" fmla="*/ 138 w 576"/>
              <a:gd name="T25" fmla="*/ 260 h 681"/>
              <a:gd name="T26" fmla="*/ 47 w 576"/>
              <a:gd name="T27" fmla="*/ 201 h 681"/>
              <a:gd name="T28" fmla="*/ 288 w 576"/>
              <a:gd name="T29" fmla="*/ 44 h 681"/>
              <a:gd name="T30" fmla="*/ 378 w 576"/>
              <a:gd name="T31" fmla="*/ 103 h 681"/>
              <a:gd name="T32" fmla="*/ 138 w 576"/>
              <a:gd name="T33" fmla="*/ 260 h 681"/>
              <a:gd name="T34" fmla="*/ 38 w 576"/>
              <a:gd name="T35" fmla="*/ 472 h 681"/>
              <a:gd name="T36" fmla="*/ 38 w 576"/>
              <a:gd name="T37" fmla="*/ 223 h 681"/>
              <a:gd name="T38" fmla="*/ 128 w 576"/>
              <a:gd name="T39" fmla="*/ 281 h 681"/>
              <a:gd name="T40" fmla="*/ 128 w 576"/>
              <a:gd name="T41" fmla="*/ 389 h 681"/>
              <a:gd name="T42" fmla="*/ 182 w 576"/>
              <a:gd name="T43" fmla="*/ 419 h 681"/>
              <a:gd name="T44" fmla="*/ 182 w 576"/>
              <a:gd name="T45" fmla="*/ 317 h 681"/>
              <a:gd name="T46" fmla="*/ 277 w 576"/>
              <a:gd name="T47" fmla="*/ 379 h 681"/>
              <a:gd name="T48" fmla="*/ 277 w 576"/>
              <a:gd name="T49" fmla="*/ 628 h 681"/>
              <a:gd name="T50" fmla="*/ 38 w 576"/>
              <a:gd name="T51" fmla="*/ 472 h 681"/>
              <a:gd name="T52" fmla="*/ 297 w 576"/>
              <a:gd name="T53" fmla="*/ 380 h 681"/>
              <a:gd name="T54" fmla="*/ 539 w 576"/>
              <a:gd name="T55" fmla="*/ 223 h 681"/>
              <a:gd name="T56" fmla="*/ 539 w 576"/>
              <a:gd name="T57" fmla="*/ 472 h 681"/>
              <a:gd name="T58" fmla="*/ 297 w 576"/>
              <a:gd name="T59" fmla="*/ 631 h 681"/>
              <a:gd name="T60" fmla="*/ 297 w 576"/>
              <a:gd name="T61" fmla="*/ 380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576" h="681">
                <a:moveTo>
                  <a:pt x="576" y="493"/>
                </a:moveTo>
                <a:lnTo>
                  <a:pt x="576" y="186"/>
                </a:lnTo>
                <a:lnTo>
                  <a:pt x="288" y="0"/>
                </a:lnTo>
                <a:lnTo>
                  <a:pt x="0" y="186"/>
                </a:lnTo>
                <a:lnTo>
                  <a:pt x="0" y="493"/>
                </a:lnTo>
                <a:lnTo>
                  <a:pt x="288" y="681"/>
                </a:lnTo>
                <a:lnTo>
                  <a:pt x="576" y="493"/>
                </a:lnTo>
                <a:close/>
                <a:moveTo>
                  <a:pt x="532" y="203"/>
                </a:moveTo>
                <a:lnTo>
                  <a:pt x="290" y="362"/>
                </a:lnTo>
                <a:lnTo>
                  <a:pt x="191" y="297"/>
                </a:lnTo>
                <a:lnTo>
                  <a:pt x="432" y="138"/>
                </a:lnTo>
                <a:lnTo>
                  <a:pt x="532" y="203"/>
                </a:lnTo>
                <a:close/>
                <a:moveTo>
                  <a:pt x="138" y="260"/>
                </a:moveTo>
                <a:lnTo>
                  <a:pt x="47" y="201"/>
                </a:lnTo>
                <a:lnTo>
                  <a:pt x="288" y="44"/>
                </a:lnTo>
                <a:lnTo>
                  <a:pt x="378" y="103"/>
                </a:lnTo>
                <a:lnTo>
                  <a:pt x="138" y="260"/>
                </a:lnTo>
                <a:close/>
                <a:moveTo>
                  <a:pt x="38" y="472"/>
                </a:moveTo>
                <a:lnTo>
                  <a:pt x="38" y="223"/>
                </a:lnTo>
                <a:lnTo>
                  <a:pt x="128" y="281"/>
                </a:lnTo>
                <a:lnTo>
                  <a:pt x="128" y="389"/>
                </a:lnTo>
                <a:lnTo>
                  <a:pt x="182" y="419"/>
                </a:lnTo>
                <a:lnTo>
                  <a:pt x="182" y="317"/>
                </a:lnTo>
                <a:lnTo>
                  <a:pt x="277" y="379"/>
                </a:lnTo>
                <a:lnTo>
                  <a:pt x="277" y="628"/>
                </a:lnTo>
                <a:lnTo>
                  <a:pt x="38" y="472"/>
                </a:lnTo>
                <a:close/>
                <a:moveTo>
                  <a:pt x="297" y="380"/>
                </a:moveTo>
                <a:lnTo>
                  <a:pt x="539" y="223"/>
                </a:lnTo>
                <a:lnTo>
                  <a:pt x="539" y="472"/>
                </a:lnTo>
                <a:lnTo>
                  <a:pt x="297" y="631"/>
                </a:lnTo>
                <a:lnTo>
                  <a:pt x="297" y="3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2234041" y="2268652"/>
            <a:ext cx="272452" cy="358572"/>
            <a:chOff x="5081588" y="1744663"/>
            <a:chExt cx="552450" cy="727075"/>
          </a:xfrm>
          <a:solidFill>
            <a:schemeClr val="bg1"/>
          </a:solidFill>
        </p:grpSpPr>
        <p:sp>
          <p:nvSpPr>
            <p:cNvPr id="68" name="Freeform 65"/>
            <p:cNvSpPr>
              <a:spLocks noEditPoints="1"/>
            </p:cNvSpPr>
            <p:nvPr/>
          </p:nvSpPr>
          <p:spPr bwMode="auto">
            <a:xfrm>
              <a:off x="5081588" y="1744663"/>
              <a:ext cx="552450" cy="727075"/>
            </a:xfrm>
            <a:custGeom>
              <a:avLst/>
              <a:gdLst>
                <a:gd name="T0" fmla="*/ 884 w 971"/>
                <a:gd name="T1" fmla="*/ 207 h 1283"/>
                <a:gd name="T2" fmla="*/ 715 w 971"/>
                <a:gd name="T3" fmla="*/ 207 h 1283"/>
                <a:gd name="T4" fmla="*/ 715 w 971"/>
                <a:gd name="T5" fmla="*/ 192 h 1283"/>
                <a:gd name="T6" fmla="*/ 673 w 971"/>
                <a:gd name="T7" fmla="*/ 150 h 1283"/>
                <a:gd name="T8" fmla="*/ 578 w 971"/>
                <a:gd name="T9" fmla="*/ 150 h 1283"/>
                <a:gd name="T10" fmla="*/ 589 w 971"/>
                <a:gd name="T11" fmla="*/ 103 h 1283"/>
                <a:gd name="T12" fmla="*/ 485 w 971"/>
                <a:gd name="T13" fmla="*/ 0 h 1283"/>
                <a:gd name="T14" fmla="*/ 382 w 971"/>
                <a:gd name="T15" fmla="*/ 103 h 1283"/>
                <a:gd name="T16" fmla="*/ 393 w 971"/>
                <a:gd name="T17" fmla="*/ 150 h 1283"/>
                <a:gd name="T18" fmla="*/ 297 w 971"/>
                <a:gd name="T19" fmla="*/ 150 h 1283"/>
                <a:gd name="T20" fmla="*/ 255 w 971"/>
                <a:gd name="T21" fmla="*/ 192 h 1283"/>
                <a:gd name="T22" fmla="*/ 255 w 971"/>
                <a:gd name="T23" fmla="*/ 207 h 1283"/>
                <a:gd name="T24" fmla="*/ 87 w 971"/>
                <a:gd name="T25" fmla="*/ 207 h 1283"/>
                <a:gd name="T26" fmla="*/ 0 w 971"/>
                <a:gd name="T27" fmla="*/ 294 h 1283"/>
                <a:gd name="T28" fmla="*/ 0 w 971"/>
                <a:gd name="T29" fmla="*/ 1196 h 1283"/>
                <a:gd name="T30" fmla="*/ 87 w 971"/>
                <a:gd name="T31" fmla="*/ 1283 h 1283"/>
                <a:gd name="T32" fmla="*/ 884 w 971"/>
                <a:gd name="T33" fmla="*/ 1283 h 1283"/>
                <a:gd name="T34" fmla="*/ 971 w 971"/>
                <a:gd name="T35" fmla="*/ 1196 h 1283"/>
                <a:gd name="T36" fmla="*/ 971 w 971"/>
                <a:gd name="T37" fmla="*/ 294 h 1283"/>
                <a:gd name="T38" fmla="*/ 884 w 971"/>
                <a:gd name="T39" fmla="*/ 207 h 1283"/>
                <a:gd name="T40" fmla="*/ 485 w 971"/>
                <a:gd name="T41" fmla="*/ 59 h 1283"/>
                <a:gd name="T42" fmla="*/ 530 w 971"/>
                <a:gd name="T43" fmla="*/ 103 h 1283"/>
                <a:gd name="T44" fmla="*/ 485 w 971"/>
                <a:gd name="T45" fmla="*/ 148 h 1283"/>
                <a:gd name="T46" fmla="*/ 441 w 971"/>
                <a:gd name="T47" fmla="*/ 103 h 1283"/>
                <a:gd name="T48" fmla="*/ 485 w 971"/>
                <a:gd name="T49" fmla="*/ 59 h 1283"/>
                <a:gd name="T50" fmla="*/ 825 w 971"/>
                <a:gd name="T51" fmla="*/ 921 h 1283"/>
                <a:gd name="T52" fmla="*/ 659 w 971"/>
                <a:gd name="T53" fmla="*/ 921 h 1283"/>
                <a:gd name="T54" fmla="*/ 659 w 971"/>
                <a:gd name="T55" fmla="*/ 1087 h 1283"/>
                <a:gd name="T56" fmla="*/ 146 w 971"/>
                <a:gd name="T57" fmla="*/ 1087 h 1283"/>
                <a:gd name="T58" fmla="*/ 146 w 971"/>
                <a:gd name="T59" fmla="*/ 275 h 1283"/>
                <a:gd name="T60" fmla="*/ 255 w 971"/>
                <a:gd name="T61" fmla="*/ 275 h 1283"/>
                <a:gd name="T62" fmla="*/ 255 w 971"/>
                <a:gd name="T63" fmla="*/ 290 h 1283"/>
                <a:gd name="T64" fmla="*/ 297 w 971"/>
                <a:gd name="T65" fmla="*/ 332 h 1283"/>
                <a:gd name="T66" fmla="*/ 673 w 971"/>
                <a:gd name="T67" fmla="*/ 332 h 1283"/>
                <a:gd name="T68" fmla="*/ 715 w 971"/>
                <a:gd name="T69" fmla="*/ 290 h 1283"/>
                <a:gd name="T70" fmla="*/ 715 w 971"/>
                <a:gd name="T71" fmla="*/ 275 h 1283"/>
                <a:gd name="T72" fmla="*/ 825 w 971"/>
                <a:gd name="T73" fmla="*/ 275 h 1283"/>
                <a:gd name="T74" fmla="*/ 825 w 971"/>
                <a:gd name="T75" fmla="*/ 921 h 1283"/>
                <a:gd name="T76" fmla="*/ 802 w 971"/>
                <a:gd name="T77" fmla="*/ 953 h 1283"/>
                <a:gd name="T78" fmla="*/ 691 w 971"/>
                <a:gd name="T79" fmla="*/ 1065 h 1283"/>
                <a:gd name="T80" fmla="*/ 691 w 971"/>
                <a:gd name="T81" fmla="*/ 953 h 1283"/>
                <a:gd name="T82" fmla="*/ 802 w 971"/>
                <a:gd name="T83" fmla="*/ 953 h 1283"/>
                <a:gd name="T84" fmla="*/ 903 w 971"/>
                <a:gd name="T85" fmla="*/ 1196 h 1283"/>
                <a:gd name="T86" fmla="*/ 884 w 971"/>
                <a:gd name="T87" fmla="*/ 1215 h 1283"/>
                <a:gd name="T88" fmla="*/ 87 w 971"/>
                <a:gd name="T89" fmla="*/ 1215 h 1283"/>
                <a:gd name="T90" fmla="*/ 68 w 971"/>
                <a:gd name="T91" fmla="*/ 1196 h 1283"/>
                <a:gd name="T92" fmla="*/ 68 w 971"/>
                <a:gd name="T93" fmla="*/ 294 h 1283"/>
                <a:gd name="T94" fmla="*/ 87 w 971"/>
                <a:gd name="T95" fmla="*/ 275 h 1283"/>
                <a:gd name="T96" fmla="*/ 114 w 971"/>
                <a:gd name="T97" fmla="*/ 275 h 1283"/>
                <a:gd name="T98" fmla="*/ 114 w 971"/>
                <a:gd name="T99" fmla="*/ 1120 h 1283"/>
                <a:gd name="T100" fmla="*/ 681 w 971"/>
                <a:gd name="T101" fmla="*/ 1120 h 1283"/>
                <a:gd name="T102" fmla="*/ 686 w 971"/>
                <a:gd name="T103" fmla="*/ 1115 h 1283"/>
                <a:gd name="T104" fmla="*/ 852 w 971"/>
                <a:gd name="T105" fmla="*/ 948 h 1283"/>
                <a:gd name="T106" fmla="*/ 857 w 971"/>
                <a:gd name="T107" fmla="*/ 943 h 1283"/>
                <a:gd name="T108" fmla="*/ 857 w 971"/>
                <a:gd name="T109" fmla="*/ 275 h 1283"/>
                <a:gd name="T110" fmla="*/ 884 w 971"/>
                <a:gd name="T111" fmla="*/ 275 h 1283"/>
                <a:gd name="T112" fmla="*/ 903 w 971"/>
                <a:gd name="T113" fmla="*/ 294 h 1283"/>
                <a:gd name="T114" fmla="*/ 903 w 971"/>
                <a:gd name="T115" fmla="*/ 1196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71" h="1283">
                  <a:moveTo>
                    <a:pt x="884" y="207"/>
                  </a:moveTo>
                  <a:cubicBezTo>
                    <a:pt x="715" y="207"/>
                    <a:pt x="715" y="207"/>
                    <a:pt x="715" y="207"/>
                  </a:cubicBezTo>
                  <a:cubicBezTo>
                    <a:pt x="715" y="192"/>
                    <a:pt x="715" y="192"/>
                    <a:pt x="715" y="192"/>
                  </a:cubicBezTo>
                  <a:cubicBezTo>
                    <a:pt x="715" y="169"/>
                    <a:pt x="696" y="150"/>
                    <a:pt x="673" y="150"/>
                  </a:cubicBezTo>
                  <a:cubicBezTo>
                    <a:pt x="578" y="150"/>
                    <a:pt x="578" y="150"/>
                    <a:pt x="578" y="150"/>
                  </a:cubicBezTo>
                  <a:cubicBezTo>
                    <a:pt x="585" y="136"/>
                    <a:pt x="589" y="120"/>
                    <a:pt x="589" y="103"/>
                  </a:cubicBezTo>
                  <a:cubicBezTo>
                    <a:pt x="589" y="46"/>
                    <a:pt x="542" y="0"/>
                    <a:pt x="485" y="0"/>
                  </a:cubicBezTo>
                  <a:cubicBezTo>
                    <a:pt x="428" y="0"/>
                    <a:pt x="382" y="46"/>
                    <a:pt x="382" y="103"/>
                  </a:cubicBezTo>
                  <a:cubicBezTo>
                    <a:pt x="382" y="120"/>
                    <a:pt x="386" y="136"/>
                    <a:pt x="393" y="150"/>
                  </a:cubicBezTo>
                  <a:cubicBezTo>
                    <a:pt x="297" y="150"/>
                    <a:pt x="297" y="150"/>
                    <a:pt x="297" y="150"/>
                  </a:cubicBezTo>
                  <a:cubicBezTo>
                    <a:pt x="274" y="150"/>
                    <a:pt x="255" y="169"/>
                    <a:pt x="255" y="192"/>
                  </a:cubicBezTo>
                  <a:cubicBezTo>
                    <a:pt x="255" y="207"/>
                    <a:pt x="255" y="207"/>
                    <a:pt x="255" y="207"/>
                  </a:cubicBezTo>
                  <a:cubicBezTo>
                    <a:pt x="87" y="207"/>
                    <a:pt x="87" y="207"/>
                    <a:pt x="87" y="207"/>
                  </a:cubicBezTo>
                  <a:cubicBezTo>
                    <a:pt x="39" y="207"/>
                    <a:pt x="0" y="246"/>
                    <a:pt x="0" y="294"/>
                  </a:cubicBezTo>
                  <a:cubicBezTo>
                    <a:pt x="0" y="1196"/>
                    <a:pt x="0" y="1196"/>
                    <a:pt x="0" y="1196"/>
                  </a:cubicBezTo>
                  <a:cubicBezTo>
                    <a:pt x="0" y="1244"/>
                    <a:pt x="39" y="1283"/>
                    <a:pt x="87" y="1283"/>
                  </a:cubicBezTo>
                  <a:cubicBezTo>
                    <a:pt x="884" y="1283"/>
                    <a:pt x="884" y="1283"/>
                    <a:pt x="884" y="1283"/>
                  </a:cubicBezTo>
                  <a:cubicBezTo>
                    <a:pt x="932" y="1283"/>
                    <a:pt x="971" y="1244"/>
                    <a:pt x="971" y="1196"/>
                  </a:cubicBezTo>
                  <a:cubicBezTo>
                    <a:pt x="971" y="294"/>
                    <a:pt x="971" y="294"/>
                    <a:pt x="971" y="294"/>
                  </a:cubicBezTo>
                  <a:cubicBezTo>
                    <a:pt x="971" y="246"/>
                    <a:pt x="932" y="207"/>
                    <a:pt x="884" y="207"/>
                  </a:cubicBezTo>
                  <a:close/>
                  <a:moveTo>
                    <a:pt x="485" y="59"/>
                  </a:moveTo>
                  <a:cubicBezTo>
                    <a:pt x="510" y="59"/>
                    <a:pt x="530" y="79"/>
                    <a:pt x="530" y="103"/>
                  </a:cubicBezTo>
                  <a:cubicBezTo>
                    <a:pt x="530" y="128"/>
                    <a:pt x="510" y="148"/>
                    <a:pt x="485" y="148"/>
                  </a:cubicBezTo>
                  <a:cubicBezTo>
                    <a:pt x="461" y="148"/>
                    <a:pt x="441" y="128"/>
                    <a:pt x="441" y="103"/>
                  </a:cubicBezTo>
                  <a:cubicBezTo>
                    <a:pt x="441" y="79"/>
                    <a:pt x="461" y="59"/>
                    <a:pt x="485" y="59"/>
                  </a:cubicBezTo>
                  <a:close/>
                  <a:moveTo>
                    <a:pt x="825" y="921"/>
                  </a:moveTo>
                  <a:cubicBezTo>
                    <a:pt x="659" y="921"/>
                    <a:pt x="659" y="921"/>
                    <a:pt x="659" y="921"/>
                  </a:cubicBezTo>
                  <a:cubicBezTo>
                    <a:pt x="659" y="1087"/>
                    <a:pt x="659" y="1087"/>
                    <a:pt x="659" y="1087"/>
                  </a:cubicBezTo>
                  <a:cubicBezTo>
                    <a:pt x="146" y="1087"/>
                    <a:pt x="146" y="1087"/>
                    <a:pt x="146" y="1087"/>
                  </a:cubicBezTo>
                  <a:cubicBezTo>
                    <a:pt x="146" y="275"/>
                    <a:pt x="146" y="275"/>
                    <a:pt x="146" y="275"/>
                  </a:cubicBezTo>
                  <a:cubicBezTo>
                    <a:pt x="255" y="275"/>
                    <a:pt x="255" y="275"/>
                    <a:pt x="255" y="275"/>
                  </a:cubicBezTo>
                  <a:cubicBezTo>
                    <a:pt x="255" y="290"/>
                    <a:pt x="255" y="290"/>
                    <a:pt x="255" y="290"/>
                  </a:cubicBezTo>
                  <a:cubicBezTo>
                    <a:pt x="255" y="313"/>
                    <a:pt x="274" y="332"/>
                    <a:pt x="297" y="332"/>
                  </a:cubicBezTo>
                  <a:cubicBezTo>
                    <a:pt x="673" y="332"/>
                    <a:pt x="673" y="332"/>
                    <a:pt x="673" y="332"/>
                  </a:cubicBezTo>
                  <a:cubicBezTo>
                    <a:pt x="696" y="332"/>
                    <a:pt x="715" y="313"/>
                    <a:pt x="715" y="290"/>
                  </a:cubicBezTo>
                  <a:cubicBezTo>
                    <a:pt x="715" y="275"/>
                    <a:pt x="715" y="275"/>
                    <a:pt x="715" y="275"/>
                  </a:cubicBezTo>
                  <a:cubicBezTo>
                    <a:pt x="825" y="275"/>
                    <a:pt x="825" y="275"/>
                    <a:pt x="825" y="275"/>
                  </a:cubicBezTo>
                  <a:lnTo>
                    <a:pt x="825" y="921"/>
                  </a:lnTo>
                  <a:close/>
                  <a:moveTo>
                    <a:pt x="802" y="953"/>
                  </a:moveTo>
                  <a:cubicBezTo>
                    <a:pt x="770" y="985"/>
                    <a:pt x="726" y="1029"/>
                    <a:pt x="691" y="1065"/>
                  </a:cubicBezTo>
                  <a:cubicBezTo>
                    <a:pt x="691" y="953"/>
                    <a:pt x="691" y="953"/>
                    <a:pt x="691" y="953"/>
                  </a:cubicBezTo>
                  <a:lnTo>
                    <a:pt x="802" y="953"/>
                  </a:lnTo>
                  <a:close/>
                  <a:moveTo>
                    <a:pt x="903" y="1196"/>
                  </a:moveTo>
                  <a:cubicBezTo>
                    <a:pt x="903" y="1207"/>
                    <a:pt x="894" y="1215"/>
                    <a:pt x="884" y="1215"/>
                  </a:cubicBezTo>
                  <a:cubicBezTo>
                    <a:pt x="87" y="1215"/>
                    <a:pt x="87" y="1215"/>
                    <a:pt x="87" y="1215"/>
                  </a:cubicBezTo>
                  <a:cubicBezTo>
                    <a:pt x="76" y="1215"/>
                    <a:pt x="68" y="1207"/>
                    <a:pt x="68" y="1196"/>
                  </a:cubicBezTo>
                  <a:cubicBezTo>
                    <a:pt x="68" y="294"/>
                    <a:pt x="68" y="294"/>
                    <a:pt x="68" y="294"/>
                  </a:cubicBezTo>
                  <a:cubicBezTo>
                    <a:pt x="68" y="284"/>
                    <a:pt x="76" y="275"/>
                    <a:pt x="87" y="275"/>
                  </a:cubicBezTo>
                  <a:cubicBezTo>
                    <a:pt x="114" y="275"/>
                    <a:pt x="114" y="275"/>
                    <a:pt x="114" y="275"/>
                  </a:cubicBezTo>
                  <a:cubicBezTo>
                    <a:pt x="114" y="1120"/>
                    <a:pt x="114" y="1120"/>
                    <a:pt x="114" y="1120"/>
                  </a:cubicBezTo>
                  <a:cubicBezTo>
                    <a:pt x="681" y="1120"/>
                    <a:pt x="681" y="1120"/>
                    <a:pt x="681" y="1120"/>
                  </a:cubicBezTo>
                  <a:cubicBezTo>
                    <a:pt x="686" y="1115"/>
                    <a:pt x="686" y="1115"/>
                    <a:pt x="686" y="1115"/>
                  </a:cubicBezTo>
                  <a:cubicBezTo>
                    <a:pt x="732" y="1069"/>
                    <a:pt x="818" y="983"/>
                    <a:pt x="852" y="948"/>
                  </a:cubicBezTo>
                  <a:cubicBezTo>
                    <a:pt x="857" y="943"/>
                    <a:pt x="857" y="943"/>
                    <a:pt x="857" y="943"/>
                  </a:cubicBezTo>
                  <a:cubicBezTo>
                    <a:pt x="857" y="275"/>
                    <a:pt x="857" y="275"/>
                    <a:pt x="857" y="275"/>
                  </a:cubicBezTo>
                  <a:cubicBezTo>
                    <a:pt x="884" y="275"/>
                    <a:pt x="884" y="275"/>
                    <a:pt x="884" y="275"/>
                  </a:cubicBezTo>
                  <a:cubicBezTo>
                    <a:pt x="894" y="275"/>
                    <a:pt x="903" y="284"/>
                    <a:pt x="903" y="294"/>
                  </a:cubicBezTo>
                  <a:lnTo>
                    <a:pt x="903" y="1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9" name="Rectangle 66"/>
            <p:cNvSpPr>
              <a:spLocks noChangeArrowheads="1"/>
            </p:cNvSpPr>
            <p:nvPr/>
          </p:nvSpPr>
          <p:spPr bwMode="auto">
            <a:xfrm>
              <a:off x="5208588" y="2003426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0" name="Rectangle 67"/>
            <p:cNvSpPr>
              <a:spLocks noChangeArrowheads="1"/>
            </p:cNvSpPr>
            <p:nvPr/>
          </p:nvSpPr>
          <p:spPr bwMode="auto">
            <a:xfrm>
              <a:off x="5208588" y="2081213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1" name="Rectangle 68"/>
            <p:cNvSpPr>
              <a:spLocks noChangeArrowheads="1"/>
            </p:cNvSpPr>
            <p:nvPr/>
          </p:nvSpPr>
          <p:spPr bwMode="auto">
            <a:xfrm>
              <a:off x="5208588" y="2154238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4271885" y="3680645"/>
            <a:ext cx="347280" cy="395721"/>
            <a:chOff x="4616451" y="1741488"/>
            <a:chExt cx="2959100" cy="3371850"/>
          </a:xfrm>
          <a:solidFill>
            <a:schemeClr val="bg1"/>
          </a:solidFill>
        </p:grpSpPr>
        <p:sp>
          <p:nvSpPr>
            <p:cNvPr id="73" name="Freeform 5"/>
            <p:cNvSpPr>
              <a:spLocks noEditPoints="1"/>
            </p:cNvSpPr>
            <p:nvPr/>
          </p:nvSpPr>
          <p:spPr bwMode="auto">
            <a:xfrm>
              <a:off x="4616451" y="1741488"/>
              <a:ext cx="2959100" cy="3371850"/>
            </a:xfrm>
            <a:custGeom>
              <a:avLst/>
              <a:gdLst>
                <a:gd name="T0" fmla="*/ 578 w 786"/>
                <a:gd name="T1" fmla="*/ 28 h 896"/>
                <a:gd name="T2" fmla="*/ 205 w 786"/>
                <a:gd name="T3" fmla="*/ 59 h 896"/>
                <a:gd name="T4" fmla="*/ 67 w 786"/>
                <a:gd name="T5" fmla="*/ 236 h 896"/>
                <a:gd name="T6" fmla="*/ 68 w 786"/>
                <a:gd name="T7" fmla="*/ 346 h 896"/>
                <a:gd name="T8" fmla="*/ 70 w 786"/>
                <a:gd name="T9" fmla="*/ 356 h 896"/>
                <a:gd name="T10" fmla="*/ 39 w 786"/>
                <a:gd name="T11" fmla="*/ 406 h 896"/>
                <a:gd name="T12" fmla="*/ 14 w 786"/>
                <a:gd name="T13" fmla="*/ 441 h 896"/>
                <a:gd name="T14" fmla="*/ 14 w 786"/>
                <a:gd name="T15" fmla="*/ 442 h 896"/>
                <a:gd name="T16" fmla="*/ 36 w 786"/>
                <a:gd name="T17" fmla="*/ 540 h 896"/>
                <a:gd name="T18" fmla="*/ 50 w 786"/>
                <a:gd name="T19" fmla="*/ 587 h 896"/>
                <a:gd name="T20" fmla="*/ 75 w 786"/>
                <a:gd name="T21" fmla="*/ 649 h 896"/>
                <a:gd name="T22" fmla="*/ 74 w 786"/>
                <a:gd name="T23" fmla="*/ 694 h 896"/>
                <a:gd name="T24" fmla="*/ 169 w 786"/>
                <a:gd name="T25" fmla="*/ 773 h 896"/>
                <a:gd name="T26" fmla="*/ 244 w 786"/>
                <a:gd name="T27" fmla="*/ 830 h 896"/>
                <a:gd name="T28" fmla="*/ 618 w 786"/>
                <a:gd name="T29" fmla="*/ 896 h 896"/>
                <a:gd name="T30" fmla="*/ 686 w 786"/>
                <a:gd name="T31" fmla="*/ 814 h 896"/>
                <a:gd name="T32" fmla="*/ 664 w 786"/>
                <a:gd name="T33" fmla="*/ 637 h 896"/>
                <a:gd name="T34" fmla="*/ 777 w 786"/>
                <a:gd name="T35" fmla="*/ 417 h 896"/>
                <a:gd name="T36" fmla="*/ 706 w 786"/>
                <a:gd name="T37" fmla="*/ 118 h 896"/>
                <a:gd name="T38" fmla="*/ 627 w 786"/>
                <a:gd name="T39" fmla="*/ 606 h 896"/>
                <a:gd name="T40" fmla="*/ 639 w 786"/>
                <a:gd name="T41" fmla="*/ 823 h 896"/>
                <a:gd name="T42" fmla="*/ 618 w 786"/>
                <a:gd name="T43" fmla="*/ 847 h 896"/>
                <a:gd name="T44" fmla="*/ 292 w 786"/>
                <a:gd name="T45" fmla="*/ 827 h 896"/>
                <a:gd name="T46" fmla="*/ 260 w 786"/>
                <a:gd name="T47" fmla="*/ 706 h 896"/>
                <a:gd name="T48" fmla="*/ 169 w 786"/>
                <a:gd name="T49" fmla="*/ 725 h 896"/>
                <a:gd name="T50" fmla="*/ 101 w 786"/>
                <a:gd name="T51" fmla="*/ 604 h 896"/>
                <a:gd name="T52" fmla="*/ 110 w 786"/>
                <a:gd name="T53" fmla="*/ 568 h 896"/>
                <a:gd name="T54" fmla="*/ 86 w 786"/>
                <a:gd name="T55" fmla="*/ 555 h 896"/>
                <a:gd name="T56" fmla="*/ 94 w 786"/>
                <a:gd name="T57" fmla="*/ 519 h 896"/>
                <a:gd name="T58" fmla="*/ 65 w 786"/>
                <a:gd name="T59" fmla="*/ 501 h 896"/>
                <a:gd name="T60" fmla="*/ 55 w 786"/>
                <a:gd name="T61" fmla="*/ 467 h 896"/>
                <a:gd name="T62" fmla="*/ 112 w 786"/>
                <a:gd name="T63" fmla="*/ 381 h 896"/>
                <a:gd name="T64" fmla="*/ 115 w 786"/>
                <a:gd name="T65" fmla="*/ 335 h 896"/>
                <a:gd name="T66" fmla="*/ 114 w 786"/>
                <a:gd name="T67" fmla="*/ 248 h 896"/>
                <a:gd name="T68" fmla="*/ 729 w 786"/>
                <a:gd name="T69" fmla="*/ 410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6" h="896">
                  <a:moveTo>
                    <a:pt x="706" y="118"/>
                  </a:moveTo>
                  <a:cubicBezTo>
                    <a:pt x="672" y="79"/>
                    <a:pt x="629" y="49"/>
                    <a:pt x="578" y="28"/>
                  </a:cubicBezTo>
                  <a:cubicBezTo>
                    <a:pt x="531" y="10"/>
                    <a:pt x="478" y="0"/>
                    <a:pt x="425" y="0"/>
                  </a:cubicBezTo>
                  <a:cubicBezTo>
                    <a:pt x="346" y="0"/>
                    <a:pt x="268" y="21"/>
                    <a:pt x="205" y="59"/>
                  </a:cubicBezTo>
                  <a:cubicBezTo>
                    <a:pt x="171" y="79"/>
                    <a:pt x="142" y="104"/>
                    <a:pt x="119" y="133"/>
                  </a:cubicBezTo>
                  <a:cubicBezTo>
                    <a:pt x="94" y="164"/>
                    <a:pt x="77" y="198"/>
                    <a:pt x="67" y="236"/>
                  </a:cubicBezTo>
                  <a:cubicBezTo>
                    <a:pt x="59" y="268"/>
                    <a:pt x="58" y="305"/>
                    <a:pt x="65" y="335"/>
                  </a:cubicBezTo>
                  <a:cubicBezTo>
                    <a:pt x="68" y="346"/>
                    <a:pt x="68" y="346"/>
                    <a:pt x="68" y="346"/>
                  </a:cubicBezTo>
                  <a:cubicBezTo>
                    <a:pt x="68" y="349"/>
                    <a:pt x="69" y="352"/>
                    <a:pt x="70" y="354"/>
                  </a:cubicBezTo>
                  <a:cubicBezTo>
                    <a:pt x="70" y="355"/>
                    <a:pt x="70" y="356"/>
                    <a:pt x="70" y="356"/>
                  </a:cubicBezTo>
                  <a:cubicBezTo>
                    <a:pt x="68" y="360"/>
                    <a:pt x="68" y="360"/>
                    <a:pt x="68" y="360"/>
                  </a:cubicBezTo>
                  <a:cubicBezTo>
                    <a:pt x="61" y="375"/>
                    <a:pt x="50" y="390"/>
                    <a:pt x="39" y="406"/>
                  </a:cubicBezTo>
                  <a:cubicBezTo>
                    <a:pt x="31" y="417"/>
                    <a:pt x="22" y="428"/>
                    <a:pt x="14" y="441"/>
                  </a:cubicBezTo>
                  <a:cubicBezTo>
                    <a:pt x="14" y="441"/>
                    <a:pt x="14" y="441"/>
                    <a:pt x="14" y="441"/>
                  </a:cubicBezTo>
                  <a:cubicBezTo>
                    <a:pt x="14" y="441"/>
                    <a:pt x="14" y="441"/>
                    <a:pt x="14" y="441"/>
                  </a:cubicBezTo>
                  <a:cubicBezTo>
                    <a:pt x="14" y="442"/>
                    <a:pt x="14" y="442"/>
                    <a:pt x="14" y="442"/>
                  </a:cubicBezTo>
                  <a:cubicBezTo>
                    <a:pt x="3" y="459"/>
                    <a:pt x="0" y="481"/>
                    <a:pt x="6" y="501"/>
                  </a:cubicBezTo>
                  <a:cubicBezTo>
                    <a:pt x="11" y="517"/>
                    <a:pt x="22" y="531"/>
                    <a:pt x="36" y="540"/>
                  </a:cubicBezTo>
                  <a:cubicBezTo>
                    <a:pt x="35" y="553"/>
                    <a:pt x="37" y="565"/>
                    <a:pt x="43" y="576"/>
                  </a:cubicBezTo>
                  <a:cubicBezTo>
                    <a:pt x="45" y="580"/>
                    <a:pt x="47" y="584"/>
                    <a:pt x="50" y="587"/>
                  </a:cubicBezTo>
                  <a:cubicBezTo>
                    <a:pt x="48" y="603"/>
                    <a:pt x="52" y="619"/>
                    <a:pt x="62" y="632"/>
                  </a:cubicBezTo>
                  <a:cubicBezTo>
                    <a:pt x="75" y="649"/>
                    <a:pt x="75" y="649"/>
                    <a:pt x="75" y="649"/>
                  </a:cubicBezTo>
                  <a:cubicBezTo>
                    <a:pt x="75" y="652"/>
                    <a:pt x="75" y="654"/>
                    <a:pt x="74" y="657"/>
                  </a:cubicBezTo>
                  <a:cubicBezTo>
                    <a:pt x="74" y="667"/>
                    <a:pt x="73" y="680"/>
                    <a:pt x="74" y="694"/>
                  </a:cubicBezTo>
                  <a:cubicBezTo>
                    <a:pt x="77" y="715"/>
                    <a:pt x="85" y="732"/>
                    <a:pt x="97" y="746"/>
                  </a:cubicBezTo>
                  <a:cubicBezTo>
                    <a:pt x="114" y="764"/>
                    <a:pt x="139" y="773"/>
                    <a:pt x="169" y="773"/>
                  </a:cubicBezTo>
                  <a:cubicBezTo>
                    <a:pt x="189" y="773"/>
                    <a:pt x="212" y="769"/>
                    <a:pt x="240" y="761"/>
                  </a:cubicBezTo>
                  <a:cubicBezTo>
                    <a:pt x="241" y="779"/>
                    <a:pt x="243" y="801"/>
                    <a:pt x="244" y="830"/>
                  </a:cubicBezTo>
                  <a:cubicBezTo>
                    <a:pt x="246" y="867"/>
                    <a:pt x="276" y="896"/>
                    <a:pt x="313" y="896"/>
                  </a:cubicBezTo>
                  <a:cubicBezTo>
                    <a:pt x="618" y="896"/>
                    <a:pt x="618" y="896"/>
                    <a:pt x="618" y="896"/>
                  </a:cubicBezTo>
                  <a:cubicBezTo>
                    <a:pt x="638" y="896"/>
                    <a:pt x="658" y="887"/>
                    <a:pt x="671" y="871"/>
                  </a:cubicBezTo>
                  <a:cubicBezTo>
                    <a:pt x="684" y="855"/>
                    <a:pt x="690" y="834"/>
                    <a:pt x="686" y="814"/>
                  </a:cubicBezTo>
                  <a:cubicBezTo>
                    <a:pt x="658" y="658"/>
                    <a:pt x="658" y="658"/>
                    <a:pt x="658" y="658"/>
                  </a:cubicBezTo>
                  <a:cubicBezTo>
                    <a:pt x="657" y="650"/>
                    <a:pt x="659" y="643"/>
                    <a:pt x="664" y="637"/>
                  </a:cubicBezTo>
                  <a:cubicBezTo>
                    <a:pt x="686" y="610"/>
                    <a:pt x="712" y="578"/>
                    <a:pt x="733" y="541"/>
                  </a:cubicBezTo>
                  <a:cubicBezTo>
                    <a:pt x="756" y="501"/>
                    <a:pt x="770" y="460"/>
                    <a:pt x="777" y="417"/>
                  </a:cubicBezTo>
                  <a:cubicBezTo>
                    <a:pt x="786" y="355"/>
                    <a:pt x="784" y="298"/>
                    <a:pt x="772" y="247"/>
                  </a:cubicBezTo>
                  <a:cubicBezTo>
                    <a:pt x="759" y="198"/>
                    <a:pt x="737" y="154"/>
                    <a:pt x="706" y="118"/>
                  </a:cubicBezTo>
                  <a:close/>
                  <a:moveTo>
                    <a:pt x="729" y="410"/>
                  </a:moveTo>
                  <a:cubicBezTo>
                    <a:pt x="717" y="491"/>
                    <a:pt x="674" y="550"/>
                    <a:pt x="627" y="606"/>
                  </a:cubicBezTo>
                  <a:cubicBezTo>
                    <a:pt x="613" y="622"/>
                    <a:pt x="607" y="645"/>
                    <a:pt x="611" y="666"/>
                  </a:cubicBezTo>
                  <a:cubicBezTo>
                    <a:pt x="639" y="823"/>
                    <a:pt x="639" y="823"/>
                    <a:pt x="639" y="823"/>
                  </a:cubicBezTo>
                  <a:cubicBezTo>
                    <a:pt x="640" y="829"/>
                    <a:pt x="638" y="835"/>
                    <a:pt x="634" y="840"/>
                  </a:cubicBezTo>
                  <a:cubicBezTo>
                    <a:pt x="630" y="845"/>
                    <a:pt x="624" y="847"/>
                    <a:pt x="618" y="847"/>
                  </a:cubicBezTo>
                  <a:cubicBezTo>
                    <a:pt x="313" y="847"/>
                    <a:pt x="313" y="847"/>
                    <a:pt x="313" y="847"/>
                  </a:cubicBezTo>
                  <a:cubicBezTo>
                    <a:pt x="302" y="847"/>
                    <a:pt x="293" y="839"/>
                    <a:pt x="292" y="827"/>
                  </a:cubicBezTo>
                  <a:cubicBezTo>
                    <a:pt x="290" y="774"/>
                    <a:pt x="286" y="742"/>
                    <a:pt x="284" y="724"/>
                  </a:cubicBezTo>
                  <a:cubicBezTo>
                    <a:pt x="284" y="715"/>
                    <a:pt x="272" y="706"/>
                    <a:pt x="260" y="706"/>
                  </a:cubicBezTo>
                  <a:cubicBezTo>
                    <a:pt x="258" y="706"/>
                    <a:pt x="256" y="706"/>
                    <a:pt x="254" y="707"/>
                  </a:cubicBezTo>
                  <a:cubicBezTo>
                    <a:pt x="216" y="720"/>
                    <a:pt x="189" y="725"/>
                    <a:pt x="169" y="725"/>
                  </a:cubicBezTo>
                  <a:cubicBezTo>
                    <a:pt x="95" y="725"/>
                    <a:pt x="134" y="648"/>
                    <a:pt x="120" y="629"/>
                  </a:cubicBezTo>
                  <a:cubicBezTo>
                    <a:pt x="101" y="604"/>
                    <a:pt x="101" y="604"/>
                    <a:pt x="101" y="604"/>
                  </a:cubicBezTo>
                  <a:cubicBezTo>
                    <a:pt x="96" y="597"/>
                    <a:pt x="96" y="589"/>
                    <a:pt x="100" y="583"/>
                  </a:cubicBezTo>
                  <a:cubicBezTo>
                    <a:pt x="110" y="568"/>
                    <a:pt x="110" y="568"/>
                    <a:pt x="110" y="568"/>
                  </a:cubicBezTo>
                  <a:cubicBezTo>
                    <a:pt x="98" y="565"/>
                    <a:pt x="98" y="565"/>
                    <a:pt x="98" y="565"/>
                  </a:cubicBezTo>
                  <a:cubicBezTo>
                    <a:pt x="93" y="563"/>
                    <a:pt x="89" y="560"/>
                    <a:pt x="86" y="555"/>
                  </a:cubicBezTo>
                  <a:cubicBezTo>
                    <a:pt x="84" y="550"/>
                    <a:pt x="84" y="545"/>
                    <a:pt x="86" y="540"/>
                  </a:cubicBezTo>
                  <a:cubicBezTo>
                    <a:pt x="94" y="519"/>
                    <a:pt x="94" y="519"/>
                    <a:pt x="94" y="519"/>
                  </a:cubicBezTo>
                  <a:cubicBezTo>
                    <a:pt x="95" y="517"/>
                    <a:pt x="94" y="514"/>
                    <a:pt x="92" y="513"/>
                  </a:cubicBezTo>
                  <a:cubicBezTo>
                    <a:pt x="65" y="501"/>
                    <a:pt x="65" y="501"/>
                    <a:pt x="65" y="501"/>
                  </a:cubicBezTo>
                  <a:cubicBezTo>
                    <a:pt x="59" y="499"/>
                    <a:pt x="54" y="493"/>
                    <a:pt x="52" y="487"/>
                  </a:cubicBezTo>
                  <a:cubicBezTo>
                    <a:pt x="50" y="480"/>
                    <a:pt x="51" y="473"/>
                    <a:pt x="55" y="467"/>
                  </a:cubicBezTo>
                  <a:cubicBezTo>
                    <a:pt x="55" y="466"/>
                    <a:pt x="55" y="466"/>
                    <a:pt x="55" y="466"/>
                  </a:cubicBezTo>
                  <a:cubicBezTo>
                    <a:pt x="73" y="438"/>
                    <a:pt x="97" y="412"/>
                    <a:pt x="112" y="381"/>
                  </a:cubicBezTo>
                  <a:cubicBezTo>
                    <a:pt x="118" y="368"/>
                    <a:pt x="118" y="368"/>
                    <a:pt x="118" y="368"/>
                  </a:cubicBezTo>
                  <a:cubicBezTo>
                    <a:pt x="122" y="359"/>
                    <a:pt x="117" y="345"/>
                    <a:pt x="115" y="335"/>
                  </a:cubicBezTo>
                  <a:cubicBezTo>
                    <a:pt x="112" y="325"/>
                    <a:pt x="112" y="325"/>
                    <a:pt x="112" y="325"/>
                  </a:cubicBezTo>
                  <a:cubicBezTo>
                    <a:pt x="107" y="301"/>
                    <a:pt x="108" y="271"/>
                    <a:pt x="114" y="248"/>
                  </a:cubicBezTo>
                  <a:cubicBezTo>
                    <a:pt x="146" y="120"/>
                    <a:pt x="286" y="48"/>
                    <a:pt x="425" y="48"/>
                  </a:cubicBezTo>
                  <a:cubicBezTo>
                    <a:pt x="597" y="48"/>
                    <a:pt x="767" y="158"/>
                    <a:pt x="729" y="4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4" name="Freeform 6"/>
            <p:cNvSpPr/>
            <p:nvPr/>
          </p:nvSpPr>
          <p:spPr bwMode="auto">
            <a:xfrm>
              <a:off x="5184776" y="2062163"/>
              <a:ext cx="2085975" cy="1700213"/>
            </a:xfrm>
            <a:custGeom>
              <a:avLst/>
              <a:gdLst>
                <a:gd name="T0" fmla="*/ 367 w 554"/>
                <a:gd name="T1" fmla="*/ 21 h 452"/>
                <a:gd name="T2" fmla="*/ 325 w 554"/>
                <a:gd name="T3" fmla="*/ 5 h 452"/>
                <a:gd name="T4" fmla="*/ 298 w 554"/>
                <a:gd name="T5" fmla="*/ 11 h 452"/>
                <a:gd name="T6" fmla="*/ 267 w 554"/>
                <a:gd name="T7" fmla="*/ 0 h 452"/>
                <a:gd name="T8" fmla="*/ 243 w 554"/>
                <a:gd name="T9" fmla="*/ 7 h 452"/>
                <a:gd name="T10" fmla="*/ 223 w 554"/>
                <a:gd name="T11" fmla="*/ 5 h 452"/>
                <a:gd name="T12" fmla="*/ 168 w 554"/>
                <a:gd name="T13" fmla="*/ 24 h 452"/>
                <a:gd name="T14" fmla="*/ 163 w 554"/>
                <a:gd name="T15" fmla="*/ 24 h 452"/>
                <a:gd name="T16" fmla="*/ 96 w 554"/>
                <a:gd name="T17" fmla="*/ 54 h 452"/>
                <a:gd name="T18" fmla="*/ 38 w 554"/>
                <a:gd name="T19" fmla="*/ 123 h 452"/>
                <a:gd name="T20" fmla="*/ 15 w 554"/>
                <a:gd name="T21" fmla="*/ 156 h 452"/>
                <a:gd name="T22" fmla="*/ 15 w 554"/>
                <a:gd name="T23" fmla="*/ 161 h 452"/>
                <a:gd name="T24" fmla="*/ 0 w 554"/>
                <a:gd name="T25" fmla="*/ 210 h 452"/>
                <a:gd name="T26" fmla="*/ 39 w 554"/>
                <a:gd name="T27" fmla="*/ 282 h 452"/>
                <a:gd name="T28" fmla="*/ 103 w 554"/>
                <a:gd name="T29" fmla="*/ 327 h 452"/>
                <a:gd name="T30" fmla="*/ 135 w 554"/>
                <a:gd name="T31" fmla="*/ 319 h 452"/>
                <a:gd name="T32" fmla="*/ 177 w 554"/>
                <a:gd name="T33" fmla="*/ 344 h 452"/>
                <a:gd name="T34" fmla="*/ 260 w 554"/>
                <a:gd name="T35" fmla="*/ 403 h 452"/>
                <a:gd name="T36" fmla="*/ 296 w 554"/>
                <a:gd name="T37" fmla="*/ 395 h 452"/>
                <a:gd name="T38" fmla="*/ 391 w 554"/>
                <a:gd name="T39" fmla="*/ 452 h 452"/>
                <a:gd name="T40" fmla="*/ 492 w 554"/>
                <a:gd name="T41" fmla="*/ 382 h 452"/>
                <a:gd name="T42" fmla="*/ 549 w 554"/>
                <a:gd name="T43" fmla="*/ 287 h 452"/>
                <a:gd name="T44" fmla="*/ 547 w 554"/>
                <a:gd name="T45" fmla="*/ 267 h 452"/>
                <a:gd name="T46" fmla="*/ 554 w 554"/>
                <a:gd name="T47" fmla="*/ 235 h 452"/>
                <a:gd name="T48" fmla="*/ 536 w 554"/>
                <a:gd name="T49" fmla="*/ 185 h 452"/>
                <a:gd name="T50" fmla="*/ 537 w 554"/>
                <a:gd name="T51" fmla="*/ 174 h 452"/>
                <a:gd name="T52" fmla="*/ 493 w 554"/>
                <a:gd name="T53" fmla="*/ 106 h 452"/>
                <a:gd name="T54" fmla="*/ 367 w 554"/>
                <a:gd name="T55" fmla="*/ 2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54" h="452">
                  <a:moveTo>
                    <a:pt x="367" y="21"/>
                  </a:moveTo>
                  <a:cubicBezTo>
                    <a:pt x="356" y="11"/>
                    <a:pt x="341" y="5"/>
                    <a:pt x="325" y="5"/>
                  </a:cubicBezTo>
                  <a:cubicBezTo>
                    <a:pt x="315" y="5"/>
                    <a:pt x="306" y="7"/>
                    <a:pt x="298" y="11"/>
                  </a:cubicBezTo>
                  <a:cubicBezTo>
                    <a:pt x="289" y="4"/>
                    <a:pt x="279" y="0"/>
                    <a:pt x="267" y="0"/>
                  </a:cubicBezTo>
                  <a:cubicBezTo>
                    <a:pt x="258" y="0"/>
                    <a:pt x="250" y="3"/>
                    <a:pt x="243" y="7"/>
                  </a:cubicBezTo>
                  <a:cubicBezTo>
                    <a:pt x="237" y="5"/>
                    <a:pt x="230" y="5"/>
                    <a:pt x="223" y="5"/>
                  </a:cubicBezTo>
                  <a:cubicBezTo>
                    <a:pt x="203" y="5"/>
                    <a:pt x="183" y="12"/>
                    <a:pt x="168" y="24"/>
                  </a:cubicBezTo>
                  <a:cubicBezTo>
                    <a:pt x="166" y="24"/>
                    <a:pt x="165" y="24"/>
                    <a:pt x="163" y="24"/>
                  </a:cubicBezTo>
                  <a:cubicBezTo>
                    <a:pt x="136" y="24"/>
                    <a:pt x="112" y="36"/>
                    <a:pt x="96" y="54"/>
                  </a:cubicBezTo>
                  <a:cubicBezTo>
                    <a:pt x="63" y="60"/>
                    <a:pt x="38" y="89"/>
                    <a:pt x="38" y="123"/>
                  </a:cubicBezTo>
                  <a:cubicBezTo>
                    <a:pt x="24" y="128"/>
                    <a:pt x="15" y="141"/>
                    <a:pt x="15" y="156"/>
                  </a:cubicBezTo>
                  <a:cubicBezTo>
                    <a:pt x="15" y="158"/>
                    <a:pt x="15" y="159"/>
                    <a:pt x="15" y="161"/>
                  </a:cubicBezTo>
                  <a:cubicBezTo>
                    <a:pt x="6" y="175"/>
                    <a:pt x="0" y="192"/>
                    <a:pt x="0" y="210"/>
                  </a:cubicBezTo>
                  <a:cubicBezTo>
                    <a:pt x="0" y="240"/>
                    <a:pt x="16" y="266"/>
                    <a:pt x="39" y="282"/>
                  </a:cubicBezTo>
                  <a:cubicBezTo>
                    <a:pt x="48" y="308"/>
                    <a:pt x="74" y="327"/>
                    <a:pt x="103" y="327"/>
                  </a:cubicBezTo>
                  <a:cubicBezTo>
                    <a:pt x="115" y="327"/>
                    <a:pt x="126" y="324"/>
                    <a:pt x="135" y="319"/>
                  </a:cubicBezTo>
                  <a:cubicBezTo>
                    <a:pt x="145" y="332"/>
                    <a:pt x="160" y="341"/>
                    <a:pt x="177" y="344"/>
                  </a:cubicBezTo>
                  <a:cubicBezTo>
                    <a:pt x="189" y="378"/>
                    <a:pt x="222" y="403"/>
                    <a:pt x="260" y="403"/>
                  </a:cubicBezTo>
                  <a:cubicBezTo>
                    <a:pt x="273" y="403"/>
                    <a:pt x="285" y="400"/>
                    <a:pt x="296" y="395"/>
                  </a:cubicBezTo>
                  <a:cubicBezTo>
                    <a:pt x="314" y="429"/>
                    <a:pt x="350" y="452"/>
                    <a:pt x="391" y="452"/>
                  </a:cubicBezTo>
                  <a:cubicBezTo>
                    <a:pt x="437" y="452"/>
                    <a:pt x="477" y="423"/>
                    <a:pt x="492" y="382"/>
                  </a:cubicBezTo>
                  <a:cubicBezTo>
                    <a:pt x="526" y="364"/>
                    <a:pt x="549" y="328"/>
                    <a:pt x="549" y="287"/>
                  </a:cubicBezTo>
                  <a:cubicBezTo>
                    <a:pt x="549" y="280"/>
                    <a:pt x="548" y="274"/>
                    <a:pt x="547" y="267"/>
                  </a:cubicBezTo>
                  <a:cubicBezTo>
                    <a:pt x="552" y="257"/>
                    <a:pt x="554" y="246"/>
                    <a:pt x="554" y="235"/>
                  </a:cubicBezTo>
                  <a:cubicBezTo>
                    <a:pt x="554" y="216"/>
                    <a:pt x="547" y="199"/>
                    <a:pt x="536" y="185"/>
                  </a:cubicBezTo>
                  <a:cubicBezTo>
                    <a:pt x="536" y="182"/>
                    <a:pt x="537" y="178"/>
                    <a:pt x="537" y="174"/>
                  </a:cubicBezTo>
                  <a:cubicBezTo>
                    <a:pt x="537" y="144"/>
                    <a:pt x="519" y="118"/>
                    <a:pt x="493" y="106"/>
                  </a:cubicBezTo>
                  <a:cubicBezTo>
                    <a:pt x="472" y="57"/>
                    <a:pt x="423" y="22"/>
                    <a:pt x="367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4245513" y="2273010"/>
            <a:ext cx="400024" cy="349856"/>
            <a:chOff x="2437300" y="2768688"/>
            <a:chExt cx="400024" cy="349856"/>
          </a:xfrm>
          <a:solidFill>
            <a:schemeClr val="bg1"/>
          </a:solidFill>
        </p:grpSpPr>
        <p:sp>
          <p:nvSpPr>
            <p:cNvPr id="76" name="Freeform 104"/>
            <p:cNvSpPr/>
            <p:nvPr/>
          </p:nvSpPr>
          <p:spPr bwMode="auto">
            <a:xfrm>
              <a:off x="2499350" y="2830738"/>
              <a:ext cx="143903" cy="93735"/>
            </a:xfrm>
            <a:custGeom>
              <a:avLst/>
              <a:gdLst>
                <a:gd name="T0" fmla="*/ 44 w 46"/>
                <a:gd name="T1" fmla="*/ 0 h 30"/>
                <a:gd name="T2" fmla="*/ 0 w 46"/>
                <a:gd name="T3" fmla="*/ 28 h 30"/>
                <a:gd name="T4" fmla="*/ 2 w 46"/>
                <a:gd name="T5" fmla="*/ 30 h 30"/>
                <a:gd name="T6" fmla="*/ 4 w 46"/>
                <a:gd name="T7" fmla="*/ 28 h 30"/>
                <a:gd name="T8" fmla="*/ 44 w 46"/>
                <a:gd name="T9" fmla="*/ 4 h 30"/>
                <a:gd name="T10" fmla="*/ 46 w 46"/>
                <a:gd name="T11" fmla="*/ 2 h 30"/>
                <a:gd name="T12" fmla="*/ 44 w 46"/>
                <a:gd name="T1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30">
                  <a:moveTo>
                    <a:pt x="44" y="0"/>
                  </a:moveTo>
                  <a:cubicBezTo>
                    <a:pt x="20" y="0"/>
                    <a:pt x="0" y="13"/>
                    <a:pt x="0" y="28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3" y="30"/>
                    <a:pt x="4" y="29"/>
                    <a:pt x="4" y="28"/>
                  </a:cubicBezTo>
                  <a:cubicBezTo>
                    <a:pt x="4" y="15"/>
                    <a:pt x="23" y="4"/>
                    <a:pt x="44" y="4"/>
                  </a:cubicBezTo>
                  <a:cubicBezTo>
                    <a:pt x="45" y="4"/>
                    <a:pt x="46" y="3"/>
                    <a:pt x="46" y="2"/>
                  </a:cubicBezTo>
                  <a:cubicBezTo>
                    <a:pt x="46" y="1"/>
                    <a:pt x="45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7" name="Freeform 105"/>
            <p:cNvSpPr>
              <a:spLocks noEditPoints="1"/>
            </p:cNvSpPr>
            <p:nvPr/>
          </p:nvSpPr>
          <p:spPr bwMode="auto">
            <a:xfrm>
              <a:off x="2437300" y="2768688"/>
              <a:ext cx="400024" cy="349856"/>
            </a:xfrm>
            <a:custGeom>
              <a:avLst/>
              <a:gdLst>
                <a:gd name="T0" fmla="*/ 64 w 128"/>
                <a:gd name="T1" fmla="*/ 0 h 112"/>
                <a:gd name="T2" fmla="*/ 0 w 128"/>
                <a:gd name="T3" fmla="*/ 48 h 112"/>
                <a:gd name="T4" fmla="*/ 28 w 128"/>
                <a:gd name="T5" fmla="*/ 88 h 112"/>
                <a:gd name="T6" fmla="*/ 28 w 128"/>
                <a:gd name="T7" fmla="*/ 88 h 112"/>
                <a:gd name="T8" fmla="*/ 20 w 128"/>
                <a:gd name="T9" fmla="*/ 107 h 112"/>
                <a:gd name="T10" fmla="*/ 20 w 128"/>
                <a:gd name="T11" fmla="*/ 107 h 112"/>
                <a:gd name="T12" fmla="*/ 20 w 128"/>
                <a:gd name="T13" fmla="*/ 108 h 112"/>
                <a:gd name="T14" fmla="*/ 24 w 128"/>
                <a:gd name="T15" fmla="*/ 112 h 112"/>
                <a:gd name="T16" fmla="*/ 25 w 128"/>
                <a:gd name="T17" fmla="*/ 112 h 112"/>
                <a:gd name="T18" fmla="*/ 52 w 128"/>
                <a:gd name="T19" fmla="*/ 95 h 112"/>
                <a:gd name="T20" fmla="*/ 64 w 128"/>
                <a:gd name="T21" fmla="*/ 96 h 112"/>
                <a:gd name="T22" fmla="*/ 128 w 128"/>
                <a:gd name="T23" fmla="*/ 48 h 112"/>
                <a:gd name="T24" fmla="*/ 64 w 128"/>
                <a:gd name="T25" fmla="*/ 0 h 112"/>
                <a:gd name="T26" fmla="*/ 64 w 128"/>
                <a:gd name="T27" fmla="*/ 88 h 112"/>
                <a:gd name="T28" fmla="*/ 53 w 128"/>
                <a:gd name="T29" fmla="*/ 87 h 112"/>
                <a:gd name="T30" fmla="*/ 52 w 128"/>
                <a:gd name="T31" fmla="*/ 87 h 112"/>
                <a:gd name="T32" fmla="*/ 45 w 128"/>
                <a:gd name="T33" fmla="*/ 90 h 112"/>
                <a:gd name="T34" fmla="*/ 33 w 128"/>
                <a:gd name="T35" fmla="*/ 100 h 112"/>
                <a:gd name="T36" fmla="*/ 36 w 128"/>
                <a:gd name="T37" fmla="*/ 88 h 112"/>
                <a:gd name="T38" fmla="*/ 36 w 128"/>
                <a:gd name="T39" fmla="*/ 88 h 112"/>
                <a:gd name="T40" fmla="*/ 32 w 128"/>
                <a:gd name="T41" fmla="*/ 81 h 112"/>
                <a:gd name="T42" fmla="*/ 8 w 128"/>
                <a:gd name="T43" fmla="*/ 48 h 112"/>
                <a:gd name="T44" fmla="*/ 64 w 128"/>
                <a:gd name="T45" fmla="*/ 8 h 112"/>
                <a:gd name="T46" fmla="*/ 120 w 128"/>
                <a:gd name="T47" fmla="*/ 48 h 112"/>
                <a:gd name="T48" fmla="*/ 64 w 128"/>
                <a:gd name="T49" fmla="*/ 8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112">
                  <a:moveTo>
                    <a:pt x="64" y="0"/>
                  </a:moveTo>
                  <a:cubicBezTo>
                    <a:pt x="29" y="0"/>
                    <a:pt x="0" y="21"/>
                    <a:pt x="0" y="48"/>
                  </a:cubicBezTo>
                  <a:cubicBezTo>
                    <a:pt x="0" y="65"/>
                    <a:pt x="11" y="79"/>
                    <a:pt x="28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95"/>
                    <a:pt x="23" y="103"/>
                    <a:pt x="20" y="107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0" y="107"/>
                    <a:pt x="20" y="108"/>
                    <a:pt x="20" y="108"/>
                  </a:cubicBezTo>
                  <a:cubicBezTo>
                    <a:pt x="20" y="110"/>
                    <a:pt x="22" y="112"/>
                    <a:pt x="24" y="112"/>
                  </a:cubicBezTo>
                  <a:cubicBezTo>
                    <a:pt x="24" y="112"/>
                    <a:pt x="25" y="112"/>
                    <a:pt x="25" y="112"/>
                  </a:cubicBezTo>
                  <a:cubicBezTo>
                    <a:pt x="37" y="110"/>
                    <a:pt x="49" y="98"/>
                    <a:pt x="52" y="95"/>
                  </a:cubicBezTo>
                  <a:cubicBezTo>
                    <a:pt x="56" y="96"/>
                    <a:pt x="60" y="96"/>
                    <a:pt x="64" y="96"/>
                  </a:cubicBezTo>
                  <a:cubicBezTo>
                    <a:pt x="99" y="96"/>
                    <a:pt x="128" y="75"/>
                    <a:pt x="128" y="48"/>
                  </a:cubicBezTo>
                  <a:cubicBezTo>
                    <a:pt x="128" y="21"/>
                    <a:pt x="99" y="0"/>
                    <a:pt x="64" y="0"/>
                  </a:cubicBezTo>
                  <a:close/>
                  <a:moveTo>
                    <a:pt x="64" y="88"/>
                  </a:moveTo>
                  <a:cubicBezTo>
                    <a:pt x="60" y="88"/>
                    <a:pt x="57" y="88"/>
                    <a:pt x="53" y="87"/>
                  </a:cubicBezTo>
                  <a:cubicBezTo>
                    <a:pt x="52" y="87"/>
                    <a:pt x="52" y="87"/>
                    <a:pt x="52" y="87"/>
                  </a:cubicBezTo>
                  <a:cubicBezTo>
                    <a:pt x="49" y="87"/>
                    <a:pt x="47" y="88"/>
                    <a:pt x="45" y="90"/>
                  </a:cubicBezTo>
                  <a:cubicBezTo>
                    <a:pt x="44" y="92"/>
                    <a:pt x="39" y="97"/>
                    <a:pt x="33" y="100"/>
                  </a:cubicBezTo>
                  <a:cubicBezTo>
                    <a:pt x="35" y="97"/>
                    <a:pt x="36" y="93"/>
                    <a:pt x="36" y="8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5"/>
                    <a:pt x="34" y="82"/>
                    <a:pt x="32" y="81"/>
                  </a:cubicBezTo>
                  <a:cubicBezTo>
                    <a:pt x="17" y="73"/>
                    <a:pt x="8" y="61"/>
                    <a:pt x="8" y="48"/>
                  </a:cubicBezTo>
                  <a:cubicBezTo>
                    <a:pt x="8" y="26"/>
                    <a:pt x="33" y="8"/>
                    <a:pt x="64" y="8"/>
                  </a:cubicBezTo>
                  <a:cubicBezTo>
                    <a:pt x="95" y="8"/>
                    <a:pt x="120" y="26"/>
                    <a:pt x="120" y="48"/>
                  </a:cubicBezTo>
                  <a:cubicBezTo>
                    <a:pt x="120" y="70"/>
                    <a:pt x="95" y="88"/>
                    <a:pt x="64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78" name="Freeform 113"/>
          <p:cNvSpPr>
            <a:spLocks noEditPoints="1"/>
          </p:cNvSpPr>
          <p:nvPr/>
        </p:nvSpPr>
        <p:spPr bwMode="auto">
          <a:xfrm>
            <a:off x="2205249" y="3718247"/>
            <a:ext cx="330037" cy="320517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4275944" y="5185402"/>
            <a:ext cx="339162" cy="339162"/>
            <a:chOff x="1637252" y="4342379"/>
            <a:chExt cx="400024" cy="400024"/>
          </a:xfrm>
          <a:solidFill>
            <a:schemeClr val="bg1"/>
          </a:solidFill>
        </p:grpSpPr>
        <p:sp>
          <p:nvSpPr>
            <p:cNvPr id="80" name="Freeform 57"/>
            <p:cNvSpPr>
              <a:spLocks noEditPoints="1"/>
            </p:cNvSpPr>
            <p:nvPr/>
          </p:nvSpPr>
          <p:spPr bwMode="auto">
            <a:xfrm>
              <a:off x="1637252" y="4342379"/>
              <a:ext cx="125420" cy="400024"/>
            </a:xfrm>
            <a:custGeom>
              <a:avLst/>
              <a:gdLst>
                <a:gd name="T0" fmla="*/ 32 w 40"/>
                <a:gd name="T1" fmla="*/ 24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24 h 128"/>
                <a:gd name="T10" fmla="*/ 0 w 40"/>
                <a:gd name="T11" fmla="*/ 40 h 128"/>
                <a:gd name="T12" fmla="*/ 8 w 40"/>
                <a:gd name="T13" fmla="*/ 56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56 h 128"/>
                <a:gd name="T22" fmla="*/ 40 w 40"/>
                <a:gd name="T23" fmla="*/ 40 h 128"/>
                <a:gd name="T24" fmla="*/ 32 w 40"/>
                <a:gd name="T25" fmla="*/ 24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20 h 128"/>
                <a:gd name="T34" fmla="*/ 20 w 40"/>
                <a:gd name="T35" fmla="*/ 20 h 128"/>
                <a:gd name="T36" fmla="*/ 16 w 40"/>
                <a:gd name="T37" fmla="*/ 20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60 h 128"/>
                <a:gd name="T48" fmla="*/ 20 w 40"/>
                <a:gd name="T49" fmla="*/ 60 h 128"/>
                <a:gd name="T50" fmla="*/ 24 w 40"/>
                <a:gd name="T51" fmla="*/ 60 h 128"/>
                <a:gd name="T52" fmla="*/ 24 w 40"/>
                <a:gd name="T53" fmla="*/ 116 h 128"/>
                <a:gd name="T54" fmla="*/ 31 w 40"/>
                <a:gd name="T55" fmla="*/ 43 h 128"/>
                <a:gd name="T56" fmla="*/ 31 w 40"/>
                <a:gd name="T57" fmla="*/ 44 h 128"/>
                <a:gd name="T58" fmla="*/ 30 w 40"/>
                <a:gd name="T59" fmla="*/ 47 h 128"/>
                <a:gd name="T60" fmla="*/ 30 w 40"/>
                <a:gd name="T61" fmla="*/ 47 h 128"/>
                <a:gd name="T62" fmla="*/ 27 w 40"/>
                <a:gd name="T63" fmla="*/ 50 h 128"/>
                <a:gd name="T64" fmla="*/ 27 w 40"/>
                <a:gd name="T65" fmla="*/ 50 h 128"/>
                <a:gd name="T66" fmla="*/ 24 w 40"/>
                <a:gd name="T67" fmla="*/ 51 h 128"/>
                <a:gd name="T68" fmla="*/ 20 w 40"/>
                <a:gd name="T69" fmla="*/ 52 h 128"/>
                <a:gd name="T70" fmla="*/ 16 w 40"/>
                <a:gd name="T71" fmla="*/ 51 h 128"/>
                <a:gd name="T72" fmla="*/ 13 w 40"/>
                <a:gd name="T73" fmla="*/ 50 h 128"/>
                <a:gd name="T74" fmla="*/ 13 w 40"/>
                <a:gd name="T75" fmla="*/ 50 h 128"/>
                <a:gd name="T76" fmla="*/ 10 w 40"/>
                <a:gd name="T77" fmla="*/ 47 h 128"/>
                <a:gd name="T78" fmla="*/ 10 w 40"/>
                <a:gd name="T79" fmla="*/ 47 h 128"/>
                <a:gd name="T80" fmla="*/ 9 w 40"/>
                <a:gd name="T81" fmla="*/ 44 h 128"/>
                <a:gd name="T82" fmla="*/ 9 w 40"/>
                <a:gd name="T83" fmla="*/ 43 h 128"/>
                <a:gd name="T84" fmla="*/ 8 w 40"/>
                <a:gd name="T85" fmla="*/ 40 h 128"/>
                <a:gd name="T86" fmla="*/ 9 w 40"/>
                <a:gd name="T87" fmla="*/ 37 h 128"/>
                <a:gd name="T88" fmla="*/ 9 w 40"/>
                <a:gd name="T89" fmla="*/ 36 h 128"/>
                <a:gd name="T90" fmla="*/ 10 w 40"/>
                <a:gd name="T91" fmla="*/ 33 h 128"/>
                <a:gd name="T92" fmla="*/ 10 w 40"/>
                <a:gd name="T93" fmla="*/ 33 h 128"/>
                <a:gd name="T94" fmla="*/ 13 w 40"/>
                <a:gd name="T95" fmla="*/ 30 h 128"/>
                <a:gd name="T96" fmla="*/ 13 w 40"/>
                <a:gd name="T97" fmla="*/ 30 h 128"/>
                <a:gd name="T98" fmla="*/ 16 w 40"/>
                <a:gd name="T99" fmla="*/ 29 h 128"/>
                <a:gd name="T100" fmla="*/ 20 w 40"/>
                <a:gd name="T101" fmla="*/ 28 h 128"/>
                <a:gd name="T102" fmla="*/ 24 w 40"/>
                <a:gd name="T103" fmla="*/ 29 h 128"/>
                <a:gd name="T104" fmla="*/ 27 w 40"/>
                <a:gd name="T105" fmla="*/ 30 h 128"/>
                <a:gd name="T106" fmla="*/ 27 w 40"/>
                <a:gd name="T107" fmla="*/ 30 h 128"/>
                <a:gd name="T108" fmla="*/ 30 w 40"/>
                <a:gd name="T109" fmla="*/ 33 h 128"/>
                <a:gd name="T110" fmla="*/ 30 w 40"/>
                <a:gd name="T111" fmla="*/ 33 h 128"/>
                <a:gd name="T112" fmla="*/ 31 w 40"/>
                <a:gd name="T113" fmla="*/ 36 h 128"/>
                <a:gd name="T114" fmla="*/ 31 w 40"/>
                <a:gd name="T115" fmla="*/ 37 h 128"/>
                <a:gd name="T116" fmla="*/ 32 w 40"/>
                <a:gd name="T117" fmla="*/ 40 h 128"/>
                <a:gd name="T118" fmla="*/ 31 w 40"/>
                <a:gd name="T119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24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3" y="28"/>
                    <a:pt x="0" y="33"/>
                    <a:pt x="0" y="40"/>
                  </a:cubicBezTo>
                  <a:cubicBezTo>
                    <a:pt x="0" y="47"/>
                    <a:pt x="3" y="52"/>
                    <a:pt x="8" y="5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7" y="52"/>
                    <a:pt x="40" y="47"/>
                    <a:pt x="40" y="40"/>
                  </a:cubicBezTo>
                  <a:cubicBezTo>
                    <a:pt x="40" y="33"/>
                    <a:pt x="37" y="28"/>
                    <a:pt x="32" y="24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1" y="20"/>
                    <a:pt x="20" y="20"/>
                  </a:cubicBezTo>
                  <a:cubicBezTo>
                    <a:pt x="19" y="20"/>
                    <a:pt x="17" y="20"/>
                    <a:pt x="16" y="20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7" y="60"/>
                    <a:pt x="19" y="60"/>
                    <a:pt x="20" y="60"/>
                  </a:cubicBezTo>
                  <a:cubicBezTo>
                    <a:pt x="21" y="60"/>
                    <a:pt x="23" y="60"/>
                    <a:pt x="24" y="60"/>
                  </a:cubicBezTo>
                  <a:lnTo>
                    <a:pt x="24" y="116"/>
                  </a:lnTo>
                  <a:close/>
                  <a:moveTo>
                    <a:pt x="31" y="43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0" y="46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29" y="48"/>
                    <a:pt x="28" y="49"/>
                    <a:pt x="27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6" y="50"/>
                    <a:pt x="25" y="51"/>
                    <a:pt x="24" y="51"/>
                  </a:cubicBezTo>
                  <a:cubicBezTo>
                    <a:pt x="23" y="52"/>
                    <a:pt x="21" y="52"/>
                    <a:pt x="20" y="52"/>
                  </a:cubicBezTo>
                  <a:cubicBezTo>
                    <a:pt x="19" y="52"/>
                    <a:pt x="17" y="52"/>
                    <a:pt x="16" y="51"/>
                  </a:cubicBezTo>
                  <a:cubicBezTo>
                    <a:pt x="15" y="51"/>
                    <a:pt x="14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49"/>
                    <a:pt x="11" y="48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4"/>
                    <a:pt x="9" y="44"/>
                    <a:pt x="9" y="43"/>
                  </a:cubicBezTo>
                  <a:cubicBezTo>
                    <a:pt x="8" y="42"/>
                    <a:pt x="8" y="41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5"/>
                    <a:pt x="10" y="34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2"/>
                    <a:pt x="12" y="31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5" y="29"/>
                    <a:pt x="16" y="29"/>
                  </a:cubicBezTo>
                  <a:cubicBezTo>
                    <a:pt x="17" y="28"/>
                    <a:pt x="19" y="28"/>
                    <a:pt x="20" y="28"/>
                  </a:cubicBezTo>
                  <a:cubicBezTo>
                    <a:pt x="21" y="28"/>
                    <a:pt x="23" y="28"/>
                    <a:pt x="24" y="29"/>
                  </a:cubicBezTo>
                  <a:cubicBezTo>
                    <a:pt x="25" y="29"/>
                    <a:pt x="26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31"/>
                    <a:pt x="29" y="32"/>
                    <a:pt x="30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4"/>
                    <a:pt x="31" y="35"/>
                    <a:pt x="31" y="36"/>
                  </a:cubicBezTo>
                  <a:cubicBezTo>
                    <a:pt x="31" y="36"/>
                    <a:pt x="31" y="36"/>
                    <a:pt x="31" y="37"/>
                  </a:cubicBezTo>
                  <a:cubicBezTo>
                    <a:pt x="32" y="38"/>
                    <a:pt x="32" y="39"/>
                    <a:pt x="32" y="40"/>
                  </a:cubicBezTo>
                  <a:cubicBezTo>
                    <a:pt x="32" y="41"/>
                    <a:pt x="32" y="42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1" name="Freeform 58"/>
            <p:cNvSpPr>
              <a:spLocks noEditPoints="1"/>
            </p:cNvSpPr>
            <p:nvPr/>
          </p:nvSpPr>
          <p:spPr bwMode="auto">
            <a:xfrm>
              <a:off x="1911856" y="4342379"/>
              <a:ext cx="125420" cy="400024"/>
            </a:xfrm>
            <a:custGeom>
              <a:avLst/>
              <a:gdLst>
                <a:gd name="T0" fmla="*/ 32 w 40"/>
                <a:gd name="T1" fmla="*/ 24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24 h 128"/>
                <a:gd name="T10" fmla="*/ 0 w 40"/>
                <a:gd name="T11" fmla="*/ 40 h 128"/>
                <a:gd name="T12" fmla="*/ 8 w 40"/>
                <a:gd name="T13" fmla="*/ 56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56 h 128"/>
                <a:gd name="T22" fmla="*/ 40 w 40"/>
                <a:gd name="T23" fmla="*/ 40 h 128"/>
                <a:gd name="T24" fmla="*/ 32 w 40"/>
                <a:gd name="T25" fmla="*/ 24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20 h 128"/>
                <a:gd name="T34" fmla="*/ 20 w 40"/>
                <a:gd name="T35" fmla="*/ 20 h 128"/>
                <a:gd name="T36" fmla="*/ 16 w 40"/>
                <a:gd name="T37" fmla="*/ 20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60 h 128"/>
                <a:gd name="T48" fmla="*/ 20 w 40"/>
                <a:gd name="T49" fmla="*/ 60 h 128"/>
                <a:gd name="T50" fmla="*/ 24 w 40"/>
                <a:gd name="T51" fmla="*/ 60 h 128"/>
                <a:gd name="T52" fmla="*/ 24 w 40"/>
                <a:gd name="T53" fmla="*/ 116 h 128"/>
                <a:gd name="T54" fmla="*/ 31 w 40"/>
                <a:gd name="T55" fmla="*/ 43 h 128"/>
                <a:gd name="T56" fmla="*/ 31 w 40"/>
                <a:gd name="T57" fmla="*/ 44 h 128"/>
                <a:gd name="T58" fmla="*/ 30 w 40"/>
                <a:gd name="T59" fmla="*/ 47 h 128"/>
                <a:gd name="T60" fmla="*/ 30 w 40"/>
                <a:gd name="T61" fmla="*/ 47 h 128"/>
                <a:gd name="T62" fmla="*/ 27 w 40"/>
                <a:gd name="T63" fmla="*/ 50 h 128"/>
                <a:gd name="T64" fmla="*/ 27 w 40"/>
                <a:gd name="T65" fmla="*/ 50 h 128"/>
                <a:gd name="T66" fmla="*/ 24 w 40"/>
                <a:gd name="T67" fmla="*/ 51 h 128"/>
                <a:gd name="T68" fmla="*/ 20 w 40"/>
                <a:gd name="T69" fmla="*/ 52 h 128"/>
                <a:gd name="T70" fmla="*/ 16 w 40"/>
                <a:gd name="T71" fmla="*/ 51 h 128"/>
                <a:gd name="T72" fmla="*/ 13 w 40"/>
                <a:gd name="T73" fmla="*/ 50 h 128"/>
                <a:gd name="T74" fmla="*/ 13 w 40"/>
                <a:gd name="T75" fmla="*/ 50 h 128"/>
                <a:gd name="T76" fmla="*/ 10 w 40"/>
                <a:gd name="T77" fmla="*/ 47 h 128"/>
                <a:gd name="T78" fmla="*/ 10 w 40"/>
                <a:gd name="T79" fmla="*/ 47 h 128"/>
                <a:gd name="T80" fmla="*/ 9 w 40"/>
                <a:gd name="T81" fmla="*/ 44 h 128"/>
                <a:gd name="T82" fmla="*/ 9 w 40"/>
                <a:gd name="T83" fmla="*/ 43 h 128"/>
                <a:gd name="T84" fmla="*/ 8 w 40"/>
                <a:gd name="T85" fmla="*/ 40 h 128"/>
                <a:gd name="T86" fmla="*/ 9 w 40"/>
                <a:gd name="T87" fmla="*/ 37 h 128"/>
                <a:gd name="T88" fmla="*/ 9 w 40"/>
                <a:gd name="T89" fmla="*/ 36 h 128"/>
                <a:gd name="T90" fmla="*/ 10 w 40"/>
                <a:gd name="T91" fmla="*/ 33 h 128"/>
                <a:gd name="T92" fmla="*/ 10 w 40"/>
                <a:gd name="T93" fmla="*/ 33 h 128"/>
                <a:gd name="T94" fmla="*/ 13 w 40"/>
                <a:gd name="T95" fmla="*/ 30 h 128"/>
                <a:gd name="T96" fmla="*/ 13 w 40"/>
                <a:gd name="T97" fmla="*/ 30 h 128"/>
                <a:gd name="T98" fmla="*/ 16 w 40"/>
                <a:gd name="T99" fmla="*/ 29 h 128"/>
                <a:gd name="T100" fmla="*/ 20 w 40"/>
                <a:gd name="T101" fmla="*/ 28 h 128"/>
                <a:gd name="T102" fmla="*/ 24 w 40"/>
                <a:gd name="T103" fmla="*/ 29 h 128"/>
                <a:gd name="T104" fmla="*/ 27 w 40"/>
                <a:gd name="T105" fmla="*/ 30 h 128"/>
                <a:gd name="T106" fmla="*/ 27 w 40"/>
                <a:gd name="T107" fmla="*/ 30 h 128"/>
                <a:gd name="T108" fmla="*/ 30 w 40"/>
                <a:gd name="T109" fmla="*/ 33 h 128"/>
                <a:gd name="T110" fmla="*/ 30 w 40"/>
                <a:gd name="T111" fmla="*/ 33 h 128"/>
                <a:gd name="T112" fmla="*/ 31 w 40"/>
                <a:gd name="T113" fmla="*/ 36 h 128"/>
                <a:gd name="T114" fmla="*/ 31 w 40"/>
                <a:gd name="T115" fmla="*/ 37 h 128"/>
                <a:gd name="T116" fmla="*/ 32 w 40"/>
                <a:gd name="T117" fmla="*/ 40 h 128"/>
                <a:gd name="T118" fmla="*/ 31 w 40"/>
                <a:gd name="T119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24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3" y="28"/>
                    <a:pt x="0" y="33"/>
                    <a:pt x="0" y="40"/>
                  </a:cubicBezTo>
                  <a:cubicBezTo>
                    <a:pt x="0" y="47"/>
                    <a:pt x="3" y="52"/>
                    <a:pt x="8" y="5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7" y="52"/>
                    <a:pt x="40" y="47"/>
                    <a:pt x="40" y="40"/>
                  </a:cubicBezTo>
                  <a:cubicBezTo>
                    <a:pt x="40" y="33"/>
                    <a:pt x="37" y="28"/>
                    <a:pt x="32" y="24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1" y="20"/>
                    <a:pt x="20" y="20"/>
                  </a:cubicBezTo>
                  <a:cubicBezTo>
                    <a:pt x="19" y="20"/>
                    <a:pt x="17" y="20"/>
                    <a:pt x="16" y="20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7" y="60"/>
                    <a:pt x="19" y="60"/>
                    <a:pt x="20" y="60"/>
                  </a:cubicBezTo>
                  <a:cubicBezTo>
                    <a:pt x="21" y="60"/>
                    <a:pt x="23" y="60"/>
                    <a:pt x="24" y="60"/>
                  </a:cubicBezTo>
                  <a:lnTo>
                    <a:pt x="24" y="116"/>
                  </a:lnTo>
                  <a:close/>
                  <a:moveTo>
                    <a:pt x="31" y="43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0" y="46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29" y="48"/>
                    <a:pt x="28" y="49"/>
                    <a:pt x="27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6" y="50"/>
                    <a:pt x="25" y="51"/>
                    <a:pt x="24" y="51"/>
                  </a:cubicBezTo>
                  <a:cubicBezTo>
                    <a:pt x="23" y="52"/>
                    <a:pt x="21" y="52"/>
                    <a:pt x="20" y="52"/>
                  </a:cubicBezTo>
                  <a:cubicBezTo>
                    <a:pt x="19" y="52"/>
                    <a:pt x="17" y="52"/>
                    <a:pt x="16" y="51"/>
                  </a:cubicBezTo>
                  <a:cubicBezTo>
                    <a:pt x="15" y="51"/>
                    <a:pt x="14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49"/>
                    <a:pt x="11" y="48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4"/>
                    <a:pt x="9" y="44"/>
                    <a:pt x="9" y="43"/>
                  </a:cubicBezTo>
                  <a:cubicBezTo>
                    <a:pt x="8" y="42"/>
                    <a:pt x="8" y="41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5"/>
                    <a:pt x="10" y="34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2"/>
                    <a:pt x="12" y="31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5" y="29"/>
                    <a:pt x="16" y="29"/>
                  </a:cubicBezTo>
                  <a:cubicBezTo>
                    <a:pt x="17" y="28"/>
                    <a:pt x="19" y="28"/>
                    <a:pt x="20" y="28"/>
                  </a:cubicBezTo>
                  <a:cubicBezTo>
                    <a:pt x="21" y="28"/>
                    <a:pt x="23" y="28"/>
                    <a:pt x="24" y="29"/>
                  </a:cubicBezTo>
                  <a:cubicBezTo>
                    <a:pt x="25" y="29"/>
                    <a:pt x="26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31"/>
                    <a:pt x="29" y="32"/>
                    <a:pt x="30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4"/>
                    <a:pt x="31" y="35"/>
                    <a:pt x="31" y="36"/>
                  </a:cubicBezTo>
                  <a:cubicBezTo>
                    <a:pt x="31" y="36"/>
                    <a:pt x="31" y="36"/>
                    <a:pt x="31" y="37"/>
                  </a:cubicBezTo>
                  <a:cubicBezTo>
                    <a:pt x="32" y="38"/>
                    <a:pt x="32" y="39"/>
                    <a:pt x="32" y="40"/>
                  </a:cubicBezTo>
                  <a:cubicBezTo>
                    <a:pt x="32" y="41"/>
                    <a:pt x="32" y="42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2" name="Freeform 59"/>
            <p:cNvSpPr>
              <a:spLocks noEditPoints="1"/>
            </p:cNvSpPr>
            <p:nvPr/>
          </p:nvSpPr>
          <p:spPr bwMode="auto">
            <a:xfrm>
              <a:off x="1774554" y="4342379"/>
              <a:ext cx="125420" cy="400024"/>
            </a:xfrm>
            <a:custGeom>
              <a:avLst/>
              <a:gdLst>
                <a:gd name="T0" fmla="*/ 32 w 40"/>
                <a:gd name="T1" fmla="*/ 72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72 h 128"/>
                <a:gd name="T10" fmla="*/ 0 w 40"/>
                <a:gd name="T11" fmla="*/ 88 h 128"/>
                <a:gd name="T12" fmla="*/ 8 w 40"/>
                <a:gd name="T13" fmla="*/ 104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104 h 128"/>
                <a:gd name="T22" fmla="*/ 40 w 40"/>
                <a:gd name="T23" fmla="*/ 88 h 128"/>
                <a:gd name="T24" fmla="*/ 32 w 40"/>
                <a:gd name="T25" fmla="*/ 72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68 h 128"/>
                <a:gd name="T34" fmla="*/ 20 w 40"/>
                <a:gd name="T35" fmla="*/ 68 h 128"/>
                <a:gd name="T36" fmla="*/ 16 w 40"/>
                <a:gd name="T37" fmla="*/ 68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108 h 128"/>
                <a:gd name="T48" fmla="*/ 20 w 40"/>
                <a:gd name="T49" fmla="*/ 108 h 128"/>
                <a:gd name="T50" fmla="*/ 24 w 40"/>
                <a:gd name="T51" fmla="*/ 108 h 128"/>
                <a:gd name="T52" fmla="*/ 24 w 40"/>
                <a:gd name="T53" fmla="*/ 116 h 128"/>
                <a:gd name="T54" fmla="*/ 31 w 40"/>
                <a:gd name="T55" fmla="*/ 91 h 128"/>
                <a:gd name="T56" fmla="*/ 31 w 40"/>
                <a:gd name="T57" fmla="*/ 92 h 128"/>
                <a:gd name="T58" fmla="*/ 30 w 40"/>
                <a:gd name="T59" fmla="*/ 95 h 128"/>
                <a:gd name="T60" fmla="*/ 30 w 40"/>
                <a:gd name="T61" fmla="*/ 95 h 128"/>
                <a:gd name="T62" fmla="*/ 27 w 40"/>
                <a:gd name="T63" fmla="*/ 98 h 128"/>
                <a:gd name="T64" fmla="*/ 27 w 40"/>
                <a:gd name="T65" fmla="*/ 98 h 128"/>
                <a:gd name="T66" fmla="*/ 24 w 40"/>
                <a:gd name="T67" fmla="*/ 99 h 128"/>
                <a:gd name="T68" fmla="*/ 20 w 40"/>
                <a:gd name="T69" fmla="*/ 100 h 128"/>
                <a:gd name="T70" fmla="*/ 16 w 40"/>
                <a:gd name="T71" fmla="*/ 99 h 128"/>
                <a:gd name="T72" fmla="*/ 13 w 40"/>
                <a:gd name="T73" fmla="*/ 98 h 128"/>
                <a:gd name="T74" fmla="*/ 13 w 40"/>
                <a:gd name="T75" fmla="*/ 98 h 128"/>
                <a:gd name="T76" fmla="*/ 10 w 40"/>
                <a:gd name="T77" fmla="*/ 95 h 128"/>
                <a:gd name="T78" fmla="*/ 10 w 40"/>
                <a:gd name="T79" fmla="*/ 95 h 128"/>
                <a:gd name="T80" fmla="*/ 9 w 40"/>
                <a:gd name="T81" fmla="*/ 92 h 128"/>
                <a:gd name="T82" fmla="*/ 9 w 40"/>
                <a:gd name="T83" fmla="*/ 91 h 128"/>
                <a:gd name="T84" fmla="*/ 8 w 40"/>
                <a:gd name="T85" fmla="*/ 88 h 128"/>
                <a:gd name="T86" fmla="*/ 9 w 40"/>
                <a:gd name="T87" fmla="*/ 85 h 128"/>
                <a:gd name="T88" fmla="*/ 9 w 40"/>
                <a:gd name="T89" fmla="*/ 84 h 128"/>
                <a:gd name="T90" fmla="*/ 10 w 40"/>
                <a:gd name="T91" fmla="*/ 81 h 128"/>
                <a:gd name="T92" fmla="*/ 10 w 40"/>
                <a:gd name="T93" fmla="*/ 81 h 128"/>
                <a:gd name="T94" fmla="*/ 13 w 40"/>
                <a:gd name="T95" fmla="*/ 78 h 128"/>
                <a:gd name="T96" fmla="*/ 13 w 40"/>
                <a:gd name="T97" fmla="*/ 78 h 128"/>
                <a:gd name="T98" fmla="*/ 16 w 40"/>
                <a:gd name="T99" fmla="*/ 77 h 128"/>
                <a:gd name="T100" fmla="*/ 20 w 40"/>
                <a:gd name="T101" fmla="*/ 76 h 128"/>
                <a:gd name="T102" fmla="*/ 24 w 40"/>
                <a:gd name="T103" fmla="*/ 77 h 128"/>
                <a:gd name="T104" fmla="*/ 27 w 40"/>
                <a:gd name="T105" fmla="*/ 78 h 128"/>
                <a:gd name="T106" fmla="*/ 27 w 40"/>
                <a:gd name="T107" fmla="*/ 78 h 128"/>
                <a:gd name="T108" fmla="*/ 30 w 40"/>
                <a:gd name="T109" fmla="*/ 81 h 128"/>
                <a:gd name="T110" fmla="*/ 30 w 40"/>
                <a:gd name="T111" fmla="*/ 81 h 128"/>
                <a:gd name="T112" fmla="*/ 31 w 40"/>
                <a:gd name="T113" fmla="*/ 84 h 128"/>
                <a:gd name="T114" fmla="*/ 31 w 40"/>
                <a:gd name="T115" fmla="*/ 85 h 128"/>
                <a:gd name="T116" fmla="*/ 32 w 40"/>
                <a:gd name="T117" fmla="*/ 88 h 128"/>
                <a:gd name="T118" fmla="*/ 31 w 40"/>
                <a:gd name="T119" fmla="*/ 9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72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3" y="76"/>
                    <a:pt x="0" y="81"/>
                    <a:pt x="0" y="88"/>
                  </a:cubicBezTo>
                  <a:cubicBezTo>
                    <a:pt x="0" y="95"/>
                    <a:pt x="3" y="100"/>
                    <a:pt x="8" y="104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37" y="100"/>
                    <a:pt x="40" y="95"/>
                    <a:pt x="40" y="88"/>
                  </a:cubicBezTo>
                  <a:cubicBezTo>
                    <a:pt x="40" y="81"/>
                    <a:pt x="37" y="76"/>
                    <a:pt x="32" y="72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3" y="68"/>
                    <a:pt x="21" y="68"/>
                    <a:pt x="20" y="68"/>
                  </a:cubicBezTo>
                  <a:cubicBezTo>
                    <a:pt x="19" y="68"/>
                    <a:pt x="17" y="68"/>
                    <a:pt x="16" y="68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17" y="108"/>
                    <a:pt x="19" y="108"/>
                    <a:pt x="20" y="108"/>
                  </a:cubicBezTo>
                  <a:cubicBezTo>
                    <a:pt x="21" y="108"/>
                    <a:pt x="23" y="108"/>
                    <a:pt x="24" y="108"/>
                  </a:cubicBezTo>
                  <a:lnTo>
                    <a:pt x="24" y="116"/>
                  </a:lnTo>
                  <a:close/>
                  <a:moveTo>
                    <a:pt x="31" y="91"/>
                  </a:moveTo>
                  <a:cubicBezTo>
                    <a:pt x="31" y="92"/>
                    <a:pt x="31" y="92"/>
                    <a:pt x="31" y="92"/>
                  </a:cubicBezTo>
                  <a:cubicBezTo>
                    <a:pt x="31" y="93"/>
                    <a:pt x="30" y="94"/>
                    <a:pt x="30" y="95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29" y="96"/>
                    <a:pt x="28" y="97"/>
                    <a:pt x="27" y="98"/>
                  </a:cubicBezTo>
                  <a:cubicBezTo>
                    <a:pt x="27" y="98"/>
                    <a:pt x="27" y="98"/>
                    <a:pt x="27" y="98"/>
                  </a:cubicBezTo>
                  <a:cubicBezTo>
                    <a:pt x="26" y="98"/>
                    <a:pt x="25" y="99"/>
                    <a:pt x="24" y="99"/>
                  </a:cubicBezTo>
                  <a:cubicBezTo>
                    <a:pt x="23" y="100"/>
                    <a:pt x="21" y="100"/>
                    <a:pt x="20" y="100"/>
                  </a:cubicBezTo>
                  <a:cubicBezTo>
                    <a:pt x="19" y="100"/>
                    <a:pt x="17" y="100"/>
                    <a:pt x="16" y="99"/>
                  </a:cubicBezTo>
                  <a:cubicBezTo>
                    <a:pt x="15" y="99"/>
                    <a:pt x="14" y="98"/>
                    <a:pt x="13" y="9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2" y="97"/>
                    <a:pt x="11" y="96"/>
                    <a:pt x="10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4"/>
                    <a:pt x="9" y="93"/>
                    <a:pt x="9" y="92"/>
                  </a:cubicBezTo>
                  <a:cubicBezTo>
                    <a:pt x="9" y="92"/>
                    <a:pt x="9" y="92"/>
                    <a:pt x="9" y="91"/>
                  </a:cubicBezTo>
                  <a:cubicBezTo>
                    <a:pt x="8" y="90"/>
                    <a:pt x="8" y="89"/>
                    <a:pt x="8" y="88"/>
                  </a:cubicBezTo>
                  <a:cubicBezTo>
                    <a:pt x="8" y="87"/>
                    <a:pt x="8" y="86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10" y="82"/>
                    <a:pt x="10" y="81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0"/>
                    <a:pt x="12" y="79"/>
                    <a:pt x="13" y="78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4" y="78"/>
                    <a:pt x="15" y="77"/>
                    <a:pt x="16" y="77"/>
                  </a:cubicBezTo>
                  <a:cubicBezTo>
                    <a:pt x="17" y="76"/>
                    <a:pt x="19" y="76"/>
                    <a:pt x="20" y="76"/>
                  </a:cubicBezTo>
                  <a:cubicBezTo>
                    <a:pt x="21" y="76"/>
                    <a:pt x="23" y="76"/>
                    <a:pt x="24" y="77"/>
                  </a:cubicBezTo>
                  <a:cubicBezTo>
                    <a:pt x="25" y="77"/>
                    <a:pt x="26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8" y="79"/>
                    <a:pt x="29" y="80"/>
                    <a:pt x="3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82"/>
                    <a:pt x="31" y="83"/>
                    <a:pt x="31" y="84"/>
                  </a:cubicBezTo>
                  <a:cubicBezTo>
                    <a:pt x="31" y="84"/>
                    <a:pt x="31" y="84"/>
                    <a:pt x="31" y="85"/>
                  </a:cubicBezTo>
                  <a:cubicBezTo>
                    <a:pt x="32" y="86"/>
                    <a:pt x="32" y="87"/>
                    <a:pt x="32" y="88"/>
                  </a:cubicBezTo>
                  <a:cubicBezTo>
                    <a:pt x="32" y="89"/>
                    <a:pt x="32" y="90"/>
                    <a:pt x="31" y="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2190237" y="5175548"/>
            <a:ext cx="360060" cy="358871"/>
            <a:chOff x="4037394" y="1144829"/>
            <a:chExt cx="400024" cy="398703"/>
          </a:xfrm>
          <a:solidFill>
            <a:schemeClr val="bg1"/>
          </a:solidFill>
        </p:grpSpPr>
        <p:sp>
          <p:nvSpPr>
            <p:cNvPr id="84" name="Freeform 124"/>
            <p:cNvSpPr>
              <a:spLocks noEditPoints="1"/>
            </p:cNvSpPr>
            <p:nvPr/>
          </p:nvSpPr>
          <p:spPr bwMode="auto">
            <a:xfrm>
              <a:off x="4037394" y="1144829"/>
              <a:ext cx="400024" cy="398703"/>
            </a:xfrm>
            <a:custGeom>
              <a:avLst/>
              <a:gdLst>
                <a:gd name="T0" fmla="*/ 109 w 128"/>
                <a:gd name="T1" fmla="*/ 48 h 128"/>
                <a:gd name="T2" fmla="*/ 114 w 128"/>
                <a:gd name="T3" fmla="*/ 33 h 128"/>
                <a:gd name="T4" fmla="*/ 105 w 128"/>
                <a:gd name="T5" fmla="*/ 15 h 128"/>
                <a:gd name="T6" fmla="*/ 95 w 128"/>
                <a:gd name="T7" fmla="*/ 14 h 128"/>
                <a:gd name="T8" fmla="*/ 80 w 128"/>
                <a:gd name="T9" fmla="*/ 19 h 128"/>
                <a:gd name="T10" fmla="*/ 69 w 128"/>
                <a:gd name="T11" fmla="*/ 0 h 128"/>
                <a:gd name="T12" fmla="*/ 51 w 128"/>
                <a:gd name="T13" fmla="*/ 6 h 128"/>
                <a:gd name="T14" fmla="*/ 43 w 128"/>
                <a:gd name="T15" fmla="*/ 21 h 128"/>
                <a:gd name="T16" fmla="*/ 28 w 128"/>
                <a:gd name="T17" fmla="*/ 13 h 128"/>
                <a:gd name="T18" fmla="*/ 15 w 128"/>
                <a:gd name="T19" fmla="*/ 23 h 128"/>
                <a:gd name="T20" fmla="*/ 21 w 128"/>
                <a:gd name="T21" fmla="*/ 43 h 128"/>
                <a:gd name="T22" fmla="*/ 6 w 128"/>
                <a:gd name="T23" fmla="*/ 51 h 128"/>
                <a:gd name="T24" fmla="*/ 0 w 128"/>
                <a:gd name="T25" fmla="*/ 69 h 128"/>
                <a:gd name="T26" fmla="*/ 19 w 128"/>
                <a:gd name="T27" fmla="*/ 80 h 128"/>
                <a:gd name="T28" fmla="*/ 14 w 128"/>
                <a:gd name="T29" fmla="*/ 95 h 128"/>
                <a:gd name="T30" fmla="*/ 23 w 128"/>
                <a:gd name="T31" fmla="*/ 113 h 128"/>
                <a:gd name="T32" fmla="*/ 33 w 128"/>
                <a:gd name="T33" fmla="*/ 114 h 128"/>
                <a:gd name="T34" fmla="*/ 48 w 128"/>
                <a:gd name="T35" fmla="*/ 109 h 128"/>
                <a:gd name="T36" fmla="*/ 59 w 128"/>
                <a:gd name="T37" fmla="*/ 128 h 128"/>
                <a:gd name="T38" fmla="*/ 77 w 128"/>
                <a:gd name="T39" fmla="*/ 122 h 128"/>
                <a:gd name="T40" fmla="*/ 85 w 128"/>
                <a:gd name="T41" fmla="*/ 107 h 128"/>
                <a:gd name="T42" fmla="*/ 100 w 128"/>
                <a:gd name="T43" fmla="*/ 115 h 128"/>
                <a:gd name="T44" fmla="*/ 113 w 128"/>
                <a:gd name="T45" fmla="*/ 105 h 128"/>
                <a:gd name="T46" fmla="*/ 107 w 128"/>
                <a:gd name="T47" fmla="*/ 85 h 128"/>
                <a:gd name="T48" fmla="*/ 122 w 128"/>
                <a:gd name="T49" fmla="*/ 77 h 128"/>
                <a:gd name="T50" fmla="*/ 128 w 128"/>
                <a:gd name="T51" fmla="*/ 59 h 128"/>
                <a:gd name="T52" fmla="*/ 108 w 128"/>
                <a:gd name="T53" fmla="*/ 72 h 128"/>
                <a:gd name="T54" fmla="*/ 100 w 128"/>
                <a:gd name="T55" fmla="*/ 81 h 128"/>
                <a:gd name="T56" fmla="*/ 107 w 128"/>
                <a:gd name="T57" fmla="*/ 100 h 128"/>
                <a:gd name="T58" fmla="*/ 89 w 128"/>
                <a:gd name="T59" fmla="*/ 101 h 128"/>
                <a:gd name="T60" fmla="*/ 81 w 128"/>
                <a:gd name="T61" fmla="*/ 100 h 128"/>
                <a:gd name="T62" fmla="*/ 72 w 128"/>
                <a:gd name="T63" fmla="*/ 108 h 128"/>
                <a:gd name="T64" fmla="*/ 59 w 128"/>
                <a:gd name="T65" fmla="*/ 120 h 128"/>
                <a:gd name="T66" fmla="*/ 51 w 128"/>
                <a:gd name="T67" fmla="*/ 102 h 128"/>
                <a:gd name="T68" fmla="*/ 43 w 128"/>
                <a:gd name="T69" fmla="*/ 99 h 128"/>
                <a:gd name="T70" fmla="*/ 28 w 128"/>
                <a:gd name="T71" fmla="*/ 107 h 128"/>
                <a:gd name="T72" fmla="*/ 27 w 128"/>
                <a:gd name="T73" fmla="*/ 89 h 128"/>
                <a:gd name="T74" fmla="*/ 26 w 128"/>
                <a:gd name="T75" fmla="*/ 77 h 128"/>
                <a:gd name="T76" fmla="*/ 8 w 128"/>
                <a:gd name="T77" fmla="*/ 69 h 128"/>
                <a:gd name="T78" fmla="*/ 20 w 128"/>
                <a:gd name="T79" fmla="*/ 56 h 128"/>
                <a:gd name="T80" fmla="*/ 28 w 128"/>
                <a:gd name="T81" fmla="*/ 47 h 128"/>
                <a:gd name="T82" fmla="*/ 21 w 128"/>
                <a:gd name="T83" fmla="*/ 28 h 128"/>
                <a:gd name="T84" fmla="*/ 39 w 128"/>
                <a:gd name="T85" fmla="*/ 27 h 128"/>
                <a:gd name="T86" fmla="*/ 47 w 128"/>
                <a:gd name="T87" fmla="*/ 28 h 128"/>
                <a:gd name="T88" fmla="*/ 56 w 128"/>
                <a:gd name="T89" fmla="*/ 20 h 128"/>
                <a:gd name="T90" fmla="*/ 69 w 128"/>
                <a:gd name="T91" fmla="*/ 8 h 128"/>
                <a:gd name="T92" fmla="*/ 77 w 128"/>
                <a:gd name="T93" fmla="*/ 26 h 128"/>
                <a:gd name="T94" fmla="*/ 85 w 128"/>
                <a:gd name="T95" fmla="*/ 29 h 128"/>
                <a:gd name="T96" fmla="*/ 100 w 128"/>
                <a:gd name="T97" fmla="*/ 21 h 128"/>
                <a:gd name="T98" fmla="*/ 101 w 128"/>
                <a:gd name="T99" fmla="*/ 39 h 128"/>
                <a:gd name="T100" fmla="*/ 102 w 128"/>
                <a:gd name="T101" fmla="*/ 51 h 128"/>
                <a:gd name="T102" fmla="*/ 120 w 128"/>
                <a:gd name="T103" fmla="*/ 59 h 128"/>
                <a:gd name="T104" fmla="*/ 108 w 128"/>
                <a:gd name="T105" fmla="*/ 7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8" h="128">
                  <a:moveTo>
                    <a:pt x="122" y="51"/>
                  </a:moveTo>
                  <a:cubicBezTo>
                    <a:pt x="109" y="48"/>
                    <a:pt x="109" y="48"/>
                    <a:pt x="109" y="48"/>
                  </a:cubicBezTo>
                  <a:cubicBezTo>
                    <a:pt x="109" y="46"/>
                    <a:pt x="108" y="45"/>
                    <a:pt x="107" y="43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16" y="30"/>
                    <a:pt x="116" y="25"/>
                    <a:pt x="113" y="23"/>
                  </a:cubicBezTo>
                  <a:cubicBezTo>
                    <a:pt x="105" y="15"/>
                    <a:pt x="105" y="15"/>
                    <a:pt x="105" y="15"/>
                  </a:cubicBezTo>
                  <a:cubicBezTo>
                    <a:pt x="104" y="13"/>
                    <a:pt x="102" y="13"/>
                    <a:pt x="100" y="13"/>
                  </a:cubicBezTo>
                  <a:cubicBezTo>
                    <a:pt x="98" y="13"/>
                    <a:pt x="97" y="13"/>
                    <a:pt x="95" y="14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3" y="20"/>
                    <a:pt x="82" y="19"/>
                    <a:pt x="80" y="19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3"/>
                    <a:pt x="73" y="0"/>
                    <a:pt x="6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5" y="0"/>
                    <a:pt x="51" y="3"/>
                    <a:pt x="51" y="6"/>
                  </a:cubicBezTo>
                  <a:cubicBezTo>
                    <a:pt x="48" y="19"/>
                    <a:pt x="48" y="19"/>
                    <a:pt x="48" y="19"/>
                  </a:cubicBezTo>
                  <a:cubicBezTo>
                    <a:pt x="46" y="19"/>
                    <a:pt x="45" y="20"/>
                    <a:pt x="43" y="21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1" y="13"/>
                    <a:pt x="30" y="13"/>
                    <a:pt x="28" y="13"/>
                  </a:cubicBezTo>
                  <a:cubicBezTo>
                    <a:pt x="26" y="13"/>
                    <a:pt x="24" y="13"/>
                    <a:pt x="23" y="15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2" y="25"/>
                    <a:pt x="12" y="30"/>
                    <a:pt x="14" y="3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19" y="46"/>
                    <a:pt x="19" y="48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55"/>
                    <a:pt x="0" y="5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3"/>
                    <a:pt x="3" y="77"/>
                    <a:pt x="6" y="77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9" y="82"/>
                    <a:pt x="20" y="83"/>
                    <a:pt x="21" y="8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2" y="98"/>
                    <a:pt x="12" y="103"/>
                    <a:pt x="15" y="105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4" y="115"/>
                    <a:pt x="26" y="115"/>
                    <a:pt x="28" y="115"/>
                  </a:cubicBezTo>
                  <a:cubicBezTo>
                    <a:pt x="30" y="115"/>
                    <a:pt x="31" y="115"/>
                    <a:pt x="33" y="114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45" y="108"/>
                    <a:pt x="46" y="109"/>
                    <a:pt x="48" y="109"/>
                  </a:cubicBezTo>
                  <a:cubicBezTo>
                    <a:pt x="51" y="122"/>
                    <a:pt x="51" y="122"/>
                    <a:pt x="51" y="122"/>
                  </a:cubicBezTo>
                  <a:cubicBezTo>
                    <a:pt x="51" y="125"/>
                    <a:pt x="55" y="128"/>
                    <a:pt x="59" y="128"/>
                  </a:cubicBezTo>
                  <a:cubicBezTo>
                    <a:pt x="69" y="128"/>
                    <a:pt x="69" y="128"/>
                    <a:pt x="69" y="128"/>
                  </a:cubicBezTo>
                  <a:cubicBezTo>
                    <a:pt x="73" y="128"/>
                    <a:pt x="77" y="125"/>
                    <a:pt x="77" y="122"/>
                  </a:cubicBezTo>
                  <a:cubicBezTo>
                    <a:pt x="80" y="109"/>
                    <a:pt x="80" y="109"/>
                    <a:pt x="80" y="109"/>
                  </a:cubicBezTo>
                  <a:cubicBezTo>
                    <a:pt x="82" y="109"/>
                    <a:pt x="83" y="108"/>
                    <a:pt x="85" y="107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97" y="115"/>
                    <a:pt x="98" y="115"/>
                    <a:pt x="100" y="115"/>
                  </a:cubicBezTo>
                  <a:cubicBezTo>
                    <a:pt x="102" y="115"/>
                    <a:pt x="104" y="115"/>
                    <a:pt x="105" y="113"/>
                  </a:cubicBezTo>
                  <a:cubicBezTo>
                    <a:pt x="113" y="105"/>
                    <a:pt x="113" y="105"/>
                    <a:pt x="113" y="105"/>
                  </a:cubicBezTo>
                  <a:cubicBezTo>
                    <a:pt x="116" y="103"/>
                    <a:pt x="116" y="98"/>
                    <a:pt x="114" y="9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8" y="83"/>
                    <a:pt x="109" y="82"/>
                    <a:pt x="109" y="80"/>
                  </a:cubicBezTo>
                  <a:cubicBezTo>
                    <a:pt x="122" y="77"/>
                    <a:pt x="122" y="77"/>
                    <a:pt x="122" y="77"/>
                  </a:cubicBezTo>
                  <a:cubicBezTo>
                    <a:pt x="125" y="77"/>
                    <a:pt x="128" y="73"/>
                    <a:pt x="128" y="69"/>
                  </a:cubicBezTo>
                  <a:cubicBezTo>
                    <a:pt x="128" y="59"/>
                    <a:pt x="128" y="59"/>
                    <a:pt x="128" y="59"/>
                  </a:cubicBezTo>
                  <a:cubicBezTo>
                    <a:pt x="128" y="55"/>
                    <a:pt x="125" y="51"/>
                    <a:pt x="122" y="51"/>
                  </a:cubicBezTo>
                  <a:close/>
                  <a:moveTo>
                    <a:pt x="108" y="72"/>
                  </a:moveTo>
                  <a:cubicBezTo>
                    <a:pt x="105" y="72"/>
                    <a:pt x="103" y="74"/>
                    <a:pt x="102" y="77"/>
                  </a:cubicBezTo>
                  <a:cubicBezTo>
                    <a:pt x="101" y="79"/>
                    <a:pt x="101" y="80"/>
                    <a:pt x="100" y="81"/>
                  </a:cubicBezTo>
                  <a:cubicBezTo>
                    <a:pt x="99" y="84"/>
                    <a:pt x="99" y="87"/>
                    <a:pt x="101" y="89"/>
                  </a:cubicBezTo>
                  <a:cubicBezTo>
                    <a:pt x="107" y="100"/>
                    <a:pt x="107" y="100"/>
                    <a:pt x="107" y="100"/>
                  </a:cubicBezTo>
                  <a:cubicBezTo>
                    <a:pt x="100" y="107"/>
                    <a:pt x="100" y="107"/>
                    <a:pt x="100" y="107"/>
                  </a:cubicBezTo>
                  <a:cubicBezTo>
                    <a:pt x="89" y="101"/>
                    <a:pt x="89" y="101"/>
                    <a:pt x="89" y="101"/>
                  </a:cubicBezTo>
                  <a:cubicBezTo>
                    <a:pt x="88" y="100"/>
                    <a:pt x="86" y="99"/>
                    <a:pt x="85" y="99"/>
                  </a:cubicBezTo>
                  <a:cubicBezTo>
                    <a:pt x="84" y="99"/>
                    <a:pt x="83" y="99"/>
                    <a:pt x="81" y="100"/>
                  </a:cubicBezTo>
                  <a:cubicBezTo>
                    <a:pt x="80" y="101"/>
                    <a:pt x="79" y="101"/>
                    <a:pt x="77" y="102"/>
                  </a:cubicBezTo>
                  <a:cubicBezTo>
                    <a:pt x="74" y="103"/>
                    <a:pt x="72" y="105"/>
                    <a:pt x="72" y="108"/>
                  </a:cubicBezTo>
                  <a:cubicBezTo>
                    <a:pt x="69" y="120"/>
                    <a:pt x="69" y="120"/>
                    <a:pt x="69" y="120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05"/>
                    <a:pt x="54" y="103"/>
                    <a:pt x="51" y="102"/>
                  </a:cubicBezTo>
                  <a:cubicBezTo>
                    <a:pt x="49" y="101"/>
                    <a:pt x="48" y="101"/>
                    <a:pt x="47" y="100"/>
                  </a:cubicBezTo>
                  <a:cubicBezTo>
                    <a:pt x="45" y="99"/>
                    <a:pt x="44" y="99"/>
                    <a:pt x="43" y="99"/>
                  </a:cubicBezTo>
                  <a:cubicBezTo>
                    <a:pt x="42" y="99"/>
                    <a:pt x="40" y="100"/>
                    <a:pt x="39" y="101"/>
                  </a:cubicBezTo>
                  <a:cubicBezTo>
                    <a:pt x="28" y="107"/>
                    <a:pt x="28" y="107"/>
                    <a:pt x="28" y="107"/>
                  </a:cubicBezTo>
                  <a:cubicBezTo>
                    <a:pt x="21" y="100"/>
                    <a:pt x="21" y="100"/>
                    <a:pt x="21" y="100"/>
                  </a:cubicBezTo>
                  <a:cubicBezTo>
                    <a:pt x="27" y="89"/>
                    <a:pt x="27" y="89"/>
                    <a:pt x="27" y="89"/>
                  </a:cubicBezTo>
                  <a:cubicBezTo>
                    <a:pt x="29" y="87"/>
                    <a:pt x="29" y="84"/>
                    <a:pt x="28" y="81"/>
                  </a:cubicBezTo>
                  <a:cubicBezTo>
                    <a:pt x="27" y="80"/>
                    <a:pt x="27" y="79"/>
                    <a:pt x="26" y="77"/>
                  </a:cubicBezTo>
                  <a:cubicBezTo>
                    <a:pt x="25" y="74"/>
                    <a:pt x="23" y="72"/>
                    <a:pt x="20" y="72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3" y="56"/>
                    <a:pt x="25" y="54"/>
                    <a:pt x="26" y="51"/>
                  </a:cubicBezTo>
                  <a:cubicBezTo>
                    <a:pt x="27" y="49"/>
                    <a:pt x="27" y="48"/>
                    <a:pt x="28" y="47"/>
                  </a:cubicBezTo>
                  <a:cubicBezTo>
                    <a:pt x="29" y="44"/>
                    <a:pt x="29" y="41"/>
                    <a:pt x="27" y="39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8"/>
                    <a:pt x="42" y="29"/>
                    <a:pt x="43" y="29"/>
                  </a:cubicBezTo>
                  <a:cubicBezTo>
                    <a:pt x="44" y="29"/>
                    <a:pt x="45" y="29"/>
                    <a:pt x="47" y="28"/>
                  </a:cubicBezTo>
                  <a:cubicBezTo>
                    <a:pt x="48" y="27"/>
                    <a:pt x="49" y="27"/>
                    <a:pt x="51" y="26"/>
                  </a:cubicBezTo>
                  <a:cubicBezTo>
                    <a:pt x="54" y="25"/>
                    <a:pt x="56" y="23"/>
                    <a:pt x="56" y="20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23"/>
                    <a:pt x="74" y="25"/>
                    <a:pt x="77" y="26"/>
                  </a:cubicBezTo>
                  <a:cubicBezTo>
                    <a:pt x="79" y="27"/>
                    <a:pt x="80" y="27"/>
                    <a:pt x="81" y="28"/>
                  </a:cubicBezTo>
                  <a:cubicBezTo>
                    <a:pt x="83" y="29"/>
                    <a:pt x="84" y="29"/>
                    <a:pt x="85" y="29"/>
                  </a:cubicBezTo>
                  <a:cubicBezTo>
                    <a:pt x="86" y="29"/>
                    <a:pt x="88" y="28"/>
                    <a:pt x="89" y="27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7" y="28"/>
                    <a:pt x="107" y="28"/>
                    <a:pt x="107" y="28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99" y="41"/>
                    <a:pt x="99" y="44"/>
                    <a:pt x="100" y="47"/>
                  </a:cubicBezTo>
                  <a:cubicBezTo>
                    <a:pt x="101" y="48"/>
                    <a:pt x="101" y="49"/>
                    <a:pt x="102" y="51"/>
                  </a:cubicBezTo>
                  <a:cubicBezTo>
                    <a:pt x="103" y="54"/>
                    <a:pt x="105" y="56"/>
                    <a:pt x="108" y="56"/>
                  </a:cubicBezTo>
                  <a:cubicBezTo>
                    <a:pt x="120" y="59"/>
                    <a:pt x="120" y="59"/>
                    <a:pt x="120" y="59"/>
                  </a:cubicBezTo>
                  <a:cubicBezTo>
                    <a:pt x="120" y="69"/>
                    <a:pt x="120" y="69"/>
                    <a:pt x="120" y="69"/>
                  </a:cubicBezTo>
                  <a:lnTo>
                    <a:pt x="108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5" name="Freeform 125"/>
            <p:cNvSpPr>
              <a:spLocks noEditPoints="1"/>
            </p:cNvSpPr>
            <p:nvPr/>
          </p:nvSpPr>
          <p:spPr bwMode="auto">
            <a:xfrm>
              <a:off x="4149612" y="1257048"/>
              <a:ext cx="174268" cy="174268"/>
            </a:xfrm>
            <a:custGeom>
              <a:avLst/>
              <a:gdLst>
                <a:gd name="T0" fmla="*/ 28 w 56"/>
                <a:gd name="T1" fmla="*/ 0 h 56"/>
                <a:gd name="T2" fmla="*/ 0 w 56"/>
                <a:gd name="T3" fmla="*/ 28 h 56"/>
                <a:gd name="T4" fmla="*/ 28 w 56"/>
                <a:gd name="T5" fmla="*/ 56 h 56"/>
                <a:gd name="T6" fmla="*/ 56 w 56"/>
                <a:gd name="T7" fmla="*/ 28 h 56"/>
                <a:gd name="T8" fmla="*/ 28 w 56"/>
                <a:gd name="T9" fmla="*/ 0 h 56"/>
                <a:gd name="T10" fmla="*/ 28 w 56"/>
                <a:gd name="T11" fmla="*/ 53 h 56"/>
                <a:gd name="T12" fmla="*/ 4 w 56"/>
                <a:gd name="T13" fmla="*/ 28 h 56"/>
                <a:gd name="T14" fmla="*/ 28 w 56"/>
                <a:gd name="T15" fmla="*/ 4 h 56"/>
                <a:gd name="T16" fmla="*/ 53 w 56"/>
                <a:gd name="T17" fmla="*/ 28 h 56"/>
                <a:gd name="T18" fmla="*/ 28 w 56"/>
                <a:gd name="T19" fmla="*/ 5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  <a:moveTo>
                    <a:pt x="28" y="53"/>
                  </a:moveTo>
                  <a:cubicBezTo>
                    <a:pt x="14" y="53"/>
                    <a:pt x="4" y="42"/>
                    <a:pt x="4" y="28"/>
                  </a:cubicBezTo>
                  <a:cubicBezTo>
                    <a:pt x="4" y="14"/>
                    <a:pt x="14" y="4"/>
                    <a:pt x="28" y="4"/>
                  </a:cubicBezTo>
                  <a:cubicBezTo>
                    <a:pt x="42" y="4"/>
                    <a:pt x="53" y="14"/>
                    <a:pt x="53" y="28"/>
                  </a:cubicBezTo>
                  <a:cubicBezTo>
                    <a:pt x="53" y="42"/>
                    <a:pt x="42" y="53"/>
                    <a:pt x="28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6" name="Freeform 126"/>
            <p:cNvSpPr>
              <a:spLocks noEditPoints="1"/>
            </p:cNvSpPr>
            <p:nvPr/>
          </p:nvSpPr>
          <p:spPr bwMode="auto">
            <a:xfrm>
              <a:off x="4186578" y="1294013"/>
              <a:ext cx="100336" cy="100336"/>
            </a:xfrm>
            <a:custGeom>
              <a:avLst/>
              <a:gdLst>
                <a:gd name="T0" fmla="*/ 16 w 32"/>
                <a:gd name="T1" fmla="*/ 0 h 32"/>
                <a:gd name="T2" fmla="*/ 0 w 32"/>
                <a:gd name="T3" fmla="*/ 16 h 32"/>
                <a:gd name="T4" fmla="*/ 16 w 32"/>
                <a:gd name="T5" fmla="*/ 32 h 32"/>
                <a:gd name="T6" fmla="*/ 32 w 32"/>
                <a:gd name="T7" fmla="*/ 16 h 32"/>
                <a:gd name="T8" fmla="*/ 16 w 32"/>
                <a:gd name="T9" fmla="*/ 0 h 32"/>
                <a:gd name="T10" fmla="*/ 16 w 32"/>
                <a:gd name="T11" fmla="*/ 28 h 32"/>
                <a:gd name="T12" fmla="*/ 4 w 32"/>
                <a:gd name="T13" fmla="*/ 16 h 32"/>
                <a:gd name="T14" fmla="*/ 16 w 32"/>
                <a:gd name="T15" fmla="*/ 4 h 32"/>
                <a:gd name="T16" fmla="*/ 28 w 32"/>
                <a:gd name="T17" fmla="*/ 16 h 32"/>
                <a:gd name="T18" fmla="*/ 16 w 32"/>
                <a:gd name="T19" fmla="*/ 2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ubicBezTo>
                    <a:pt x="25" y="32"/>
                    <a:pt x="32" y="25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lose/>
                  <a:moveTo>
                    <a:pt x="16" y="28"/>
                  </a:moveTo>
                  <a:cubicBezTo>
                    <a:pt x="9" y="28"/>
                    <a:pt x="4" y="23"/>
                    <a:pt x="4" y="16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23" y="4"/>
                    <a:pt x="28" y="9"/>
                    <a:pt x="28" y="16"/>
                  </a:cubicBezTo>
                  <a:cubicBezTo>
                    <a:pt x="28" y="23"/>
                    <a:pt x="23" y="28"/>
                    <a:pt x="1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7453298" y="2292812"/>
            <a:ext cx="356477" cy="310253"/>
            <a:chOff x="6009735" y="4805391"/>
            <a:chExt cx="356477" cy="310253"/>
          </a:xfrm>
          <a:solidFill>
            <a:schemeClr val="bg1"/>
          </a:solidFill>
        </p:grpSpPr>
        <p:sp>
          <p:nvSpPr>
            <p:cNvPr id="88" name="Freeform 98"/>
            <p:cNvSpPr/>
            <p:nvPr/>
          </p:nvSpPr>
          <p:spPr bwMode="auto">
            <a:xfrm>
              <a:off x="6009735" y="4980104"/>
              <a:ext cx="78347" cy="135540"/>
            </a:xfrm>
            <a:custGeom>
              <a:avLst/>
              <a:gdLst>
                <a:gd name="T0" fmla="*/ 100 w 100"/>
                <a:gd name="T1" fmla="*/ 173 h 173"/>
                <a:gd name="T2" fmla="*/ 100 w 100"/>
                <a:gd name="T3" fmla="*/ 0 h 173"/>
                <a:gd name="T4" fmla="*/ 10 w 100"/>
                <a:gd name="T5" fmla="*/ 92 h 173"/>
                <a:gd name="T6" fmla="*/ 0 w 100"/>
                <a:gd name="T7" fmla="*/ 83 h 173"/>
                <a:gd name="T8" fmla="*/ 0 w 100"/>
                <a:gd name="T9" fmla="*/ 173 h 173"/>
                <a:gd name="T10" fmla="*/ 100 w 100"/>
                <a:gd name="T1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" h="173">
                  <a:moveTo>
                    <a:pt x="100" y="173"/>
                  </a:moveTo>
                  <a:lnTo>
                    <a:pt x="100" y="0"/>
                  </a:lnTo>
                  <a:lnTo>
                    <a:pt x="10" y="92"/>
                  </a:lnTo>
                  <a:lnTo>
                    <a:pt x="0" y="83"/>
                  </a:lnTo>
                  <a:lnTo>
                    <a:pt x="0" y="173"/>
                  </a:lnTo>
                  <a:lnTo>
                    <a:pt x="100" y="1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9" name="Freeform 99"/>
            <p:cNvSpPr/>
            <p:nvPr/>
          </p:nvSpPr>
          <p:spPr bwMode="auto">
            <a:xfrm>
              <a:off x="6102967" y="4940931"/>
              <a:ext cx="77563" cy="174713"/>
            </a:xfrm>
            <a:custGeom>
              <a:avLst/>
              <a:gdLst>
                <a:gd name="T0" fmla="*/ 99 w 99"/>
                <a:gd name="T1" fmla="*/ 223 h 223"/>
                <a:gd name="T2" fmla="*/ 99 w 99"/>
                <a:gd name="T3" fmla="*/ 78 h 223"/>
                <a:gd name="T4" fmla="*/ 28 w 99"/>
                <a:gd name="T5" fmla="*/ 0 h 223"/>
                <a:gd name="T6" fmla="*/ 0 w 99"/>
                <a:gd name="T7" fmla="*/ 26 h 223"/>
                <a:gd name="T8" fmla="*/ 0 w 99"/>
                <a:gd name="T9" fmla="*/ 223 h 223"/>
                <a:gd name="T10" fmla="*/ 99 w 99"/>
                <a:gd name="T11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223">
                  <a:moveTo>
                    <a:pt x="99" y="223"/>
                  </a:moveTo>
                  <a:lnTo>
                    <a:pt x="99" y="78"/>
                  </a:lnTo>
                  <a:lnTo>
                    <a:pt x="28" y="0"/>
                  </a:lnTo>
                  <a:lnTo>
                    <a:pt x="0" y="26"/>
                  </a:lnTo>
                  <a:lnTo>
                    <a:pt x="0" y="223"/>
                  </a:lnTo>
                  <a:lnTo>
                    <a:pt x="99" y="2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0" name="Freeform 100"/>
            <p:cNvSpPr/>
            <p:nvPr/>
          </p:nvSpPr>
          <p:spPr bwMode="auto">
            <a:xfrm>
              <a:off x="6195416" y="4969136"/>
              <a:ext cx="77563" cy="146508"/>
            </a:xfrm>
            <a:custGeom>
              <a:avLst/>
              <a:gdLst>
                <a:gd name="T0" fmla="*/ 99 w 99"/>
                <a:gd name="T1" fmla="*/ 187 h 187"/>
                <a:gd name="T2" fmla="*/ 99 w 99"/>
                <a:gd name="T3" fmla="*/ 0 h 187"/>
                <a:gd name="T4" fmla="*/ 14 w 99"/>
                <a:gd name="T5" fmla="*/ 78 h 187"/>
                <a:gd name="T6" fmla="*/ 0 w 99"/>
                <a:gd name="T7" fmla="*/ 61 h 187"/>
                <a:gd name="T8" fmla="*/ 0 w 99"/>
                <a:gd name="T9" fmla="*/ 187 h 187"/>
                <a:gd name="T10" fmla="*/ 99 w 99"/>
                <a:gd name="T11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187">
                  <a:moveTo>
                    <a:pt x="99" y="187"/>
                  </a:moveTo>
                  <a:lnTo>
                    <a:pt x="99" y="0"/>
                  </a:lnTo>
                  <a:lnTo>
                    <a:pt x="14" y="78"/>
                  </a:lnTo>
                  <a:lnTo>
                    <a:pt x="0" y="61"/>
                  </a:lnTo>
                  <a:lnTo>
                    <a:pt x="0" y="187"/>
                  </a:lnTo>
                  <a:lnTo>
                    <a:pt x="99" y="1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1" name="Freeform 101"/>
            <p:cNvSpPr/>
            <p:nvPr/>
          </p:nvSpPr>
          <p:spPr bwMode="auto">
            <a:xfrm>
              <a:off x="6287865" y="4883738"/>
              <a:ext cx="78347" cy="231906"/>
            </a:xfrm>
            <a:custGeom>
              <a:avLst/>
              <a:gdLst>
                <a:gd name="T0" fmla="*/ 100 w 100"/>
                <a:gd name="T1" fmla="*/ 296 h 296"/>
                <a:gd name="T2" fmla="*/ 100 w 100"/>
                <a:gd name="T3" fmla="*/ 0 h 296"/>
                <a:gd name="T4" fmla="*/ 0 w 100"/>
                <a:gd name="T5" fmla="*/ 92 h 296"/>
                <a:gd name="T6" fmla="*/ 0 w 100"/>
                <a:gd name="T7" fmla="*/ 296 h 296"/>
                <a:gd name="T8" fmla="*/ 100 w 100"/>
                <a:gd name="T9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296">
                  <a:moveTo>
                    <a:pt x="100" y="296"/>
                  </a:moveTo>
                  <a:lnTo>
                    <a:pt x="100" y="0"/>
                  </a:lnTo>
                  <a:lnTo>
                    <a:pt x="0" y="92"/>
                  </a:lnTo>
                  <a:lnTo>
                    <a:pt x="0" y="296"/>
                  </a:lnTo>
                  <a:lnTo>
                    <a:pt x="100" y="29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2" name="Freeform 102"/>
            <p:cNvSpPr/>
            <p:nvPr/>
          </p:nvSpPr>
          <p:spPr bwMode="auto">
            <a:xfrm>
              <a:off x="6009735" y="4805391"/>
              <a:ext cx="356477" cy="213103"/>
            </a:xfrm>
            <a:custGeom>
              <a:avLst/>
              <a:gdLst>
                <a:gd name="T0" fmla="*/ 191 w 192"/>
                <a:gd name="T1" fmla="*/ 0 h 115"/>
                <a:gd name="T2" fmla="*/ 108 w 192"/>
                <a:gd name="T3" fmla="*/ 76 h 115"/>
                <a:gd name="T4" fmla="*/ 69 w 192"/>
                <a:gd name="T5" fmla="*/ 36 h 115"/>
                <a:gd name="T6" fmla="*/ 62 w 192"/>
                <a:gd name="T7" fmla="*/ 33 h 115"/>
                <a:gd name="T8" fmla="*/ 56 w 192"/>
                <a:gd name="T9" fmla="*/ 36 h 115"/>
                <a:gd name="T10" fmla="*/ 0 w 192"/>
                <a:gd name="T11" fmla="*/ 92 h 115"/>
                <a:gd name="T12" fmla="*/ 0 w 192"/>
                <a:gd name="T13" fmla="*/ 112 h 115"/>
                <a:gd name="T14" fmla="*/ 4 w 192"/>
                <a:gd name="T15" fmla="*/ 115 h 115"/>
                <a:gd name="T16" fmla="*/ 62 w 192"/>
                <a:gd name="T17" fmla="*/ 56 h 115"/>
                <a:gd name="T18" fmla="*/ 101 w 192"/>
                <a:gd name="T19" fmla="*/ 95 h 115"/>
                <a:gd name="T20" fmla="*/ 114 w 192"/>
                <a:gd name="T21" fmla="*/ 96 h 115"/>
                <a:gd name="T22" fmla="*/ 192 w 192"/>
                <a:gd name="T23" fmla="*/ 24 h 115"/>
                <a:gd name="T24" fmla="*/ 192 w 192"/>
                <a:gd name="T25" fmla="*/ 1 h 115"/>
                <a:gd name="T26" fmla="*/ 191 w 192"/>
                <a:gd name="T2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2" h="115">
                  <a:moveTo>
                    <a:pt x="191" y="0"/>
                  </a:moveTo>
                  <a:cubicBezTo>
                    <a:pt x="108" y="76"/>
                    <a:pt x="108" y="76"/>
                    <a:pt x="108" y="76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67" y="34"/>
                    <a:pt x="65" y="33"/>
                    <a:pt x="62" y="33"/>
                  </a:cubicBezTo>
                  <a:cubicBezTo>
                    <a:pt x="60" y="33"/>
                    <a:pt x="57" y="34"/>
                    <a:pt x="56" y="36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4" y="115"/>
                    <a:pt x="4" y="115"/>
                    <a:pt x="4" y="115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104" y="99"/>
                    <a:pt x="110" y="99"/>
                    <a:pt x="114" y="96"/>
                  </a:cubicBezTo>
                  <a:cubicBezTo>
                    <a:pt x="192" y="24"/>
                    <a:pt x="192" y="24"/>
                    <a:pt x="192" y="24"/>
                  </a:cubicBezTo>
                  <a:cubicBezTo>
                    <a:pt x="192" y="1"/>
                    <a:pt x="192" y="1"/>
                    <a:pt x="192" y="1"/>
                  </a:cubicBezTo>
                  <a:lnTo>
                    <a:pt x="1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9541248" y="3670574"/>
            <a:ext cx="305693" cy="415863"/>
            <a:chOff x="7523163" y="1893888"/>
            <a:chExt cx="801688" cy="1090612"/>
          </a:xfrm>
          <a:solidFill>
            <a:schemeClr val="bg1"/>
          </a:solidFill>
        </p:grpSpPr>
        <p:sp>
          <p:nvSpPr>
            <p:cNvPr id="94" name="Freeform 17"/>
            <p:cNvSpPr/>
            <p:nvPr/>
          </p:nvSpPr>
          <p:spPr bwMode="auto">
            <a:xfrm>
              <a:off x="7823201" y="2260600"/>
              <a:ext cx="247650" cy="60325"/>
            </a:xfrm>
            <a:custGeom>
              <a:avLst/>
              <a:gdLst>
                <a:gd name="T0" fmla="*/ 58 w 65"/>
                <a:gd name="T1" fmla="*/ 0 h 16"/>
                <a:gd name="T2" fmla="*/ 7 w 65"/>
                <a:gd name="T3" fmla="*/ 0 h 16"/>
                <a:gd name="T4" fmla="*/ 0 w 65"/>
                <a:gd name="T5" fmla="*/ 8 h 16"/>
                <a:gd name="T6" fmla="*/ 7 w 65"/>
                <a:gd name="T7" fmla="*/ 16 h 16"/>
                <a:gd name="T8" fmla="*/ 58 w 65"/>
                <a:gd name="T9" fmla="*/ 16 h 16"/>
                <a:gd name="T10" fmla="*/ 65 w 65"/>
                <a:gd name="T11" fmla="*/ 8 h 16"/>
                <a:gd name="T12" fmla="*/ 58 w 65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6">
                  <a:moveTo>
                    <a:pt x="5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62" y="16"/>
                    <a:pt x="65" y="12"/>
                    <a:pt x="65" y="8"/>
                  </a:cubicBezTo>
                  <a:cubicBezTo>
                    <a:pt x="65" y="4"/>
                    <a:pt x="62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5" name="Freeform 18"/>
            <p:cNvSpPr/>
            <p:nvPr/>
          </p:nvSpPr>
          <p:spPr bwMode="auto">
            <a:xfrm>
              <a:off x="7823201" y="2427288"/>
              <a:ext cx="247650" cy="60325"/>
            </a:xfrm>
            <a:custGeom>
              <a:avLst/>
              <a:gdLst>
                <a:gd name="T0" fmla="*/ 65 w 65"/>
                <a:gd name="T1" fmla="*/ 8 h 16"/>
                <a:gd name="T2" fmla="*/ 58 w 65"/>
                <a:gd name="T3" fmla="*/ 0 h 16"/>
                <a:gd name="T4" fmla="*/ 7 w 65"/>
                <a:gd name="T5" fmla="*/ 0 h 16"/>
                <a:gd name="T6" fmla="*/ 0 w 65"/>
                <a:gd name="T7" fmla="*/ 8 h 16"/>
                <a:gd name="T8" fmla="*/ 7 w 65"/>
                <a:gd name="T9" fmla="*/ 16 h 16"/>
                <a:gd name="T10" fmla="*/ 58 w 65"/>
                <a:gd name="T11" fmla="*/ 16 h 16"/>
                <a:gd name="T12" fmla="*/ 65 w 65"/>
                <a:gd name="T13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6">
                  <a:moveTo>
                    <a:pt x="65" y="8"/>
                  </a:moveTo>
                  <a:cubicBezTo>
                    <a:pt x="65" y="4"/>
                    <a:pt x="62" y="0"/>
                    <a:pt x="5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62" y="16"/>
                    <a:pt x="65" y="12"/>
                    <a:pt x="6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6" name="Freeform 19"/>
            <p:cNvSpPr>
              <a:spLocks noEditPoints="1"/>
            </p:cNvSpPr>
            <p:nvPr/>
          </p:nvSpPr>
          <p:spPr bwMode="auto">
            <a:xfrm>
              <a:off x="7694613" y="2238375"/>
              <a:ext cx="103188" cy="104775"/>
            </a:xfrm>
            <a:custGeom>
              <a:avLst/>
              <a:gdLst>
                <a:gd name="T0" fmla="*/ 65 w 65"/>
                <a:gd name="T1" fmla="*/ 0 h 66"/>
                <a:gd name="T2" fmla="*/ 0 w 65"/>
                <a:gd name="T3" fmla="*/ 0 h 66"/>
                <a:gd name="T4" fmla="*/ 0 w 65"/>
                <a:gd name="T5" fmla="*/ 66 h 66"/>
                <a:gd name="T6" fmla="*/ 65 w 65"/>
                <a:gd name="T7" fmla="*/ 66 h 66"/>
                <a:gd name="T8" fmla="*/ 65 w 65"/>
                <a:gd name="T9" fmla="*/ 0 h 66"/>
                <a:gd name="T10" fmla="*/ 48 w 65"/>
                <a:gd name="T11" fmla="*/ 50 h 66"/>
                <a:gd name="T12" fmla="*/ 17 w 65"/>
                <a:gd name="T13" fmla="*/ 50 h 66"/>
                <a:gd name="T14" fmla="*/ 17 w 65"/>
                <a:gd name="T15" fmla="*/ 19 h 66"/>
                <a:gd name="T16" fmla="*/ 48 w 65"/>
                <a:gd name="T17" fmla="*/ 19 h 66"/>
                <a:gd name="T18" fmla="*/ 48 w 65"/>
                <a:gd name="T1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65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65" y="66"/>
                  </a:lnTo>
                  <a:lnTo>
                    <a:pt x="65" y="0"/>
                  </a:lnTo>
                  <a:close/>
                  <a:moveTo>
                    <a:pt x="48" y="50"/>
                  </a:moveTo>
                  <a:lnTo>
                    <a:pt x="17" y="50"/>
                  </a:lnTo>
                  <a:lnTo>
                    <a:pt x="17" y="19"/>
                  </a:lnTo>
                  <a:lnTo>
                    <a:pt x="48" y="19"/>
                  </a:lnTo>
                  <a:lnTo>
                    <a:pt x="48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7" name="Freeform 20"/>
            <p:cNvSpPr>
              <a:spLocks noEditPoints="1"/>
            </p:cNvSpPr>
            <p:nvPr/>
          </p:nvSpPr>
          <p:spPr bwMode="auto">
            <a:xfrm>
              <a:off x="7694613" y="2405063"/>
              <a:ext cx="103188" cy="104775"/>
            </a:xfrm>
            <a:custGeom>
              <a:avLst/>
              <a:gdLst>
                <a:gd name="T0" fmla="*/ 65 w 65"/>
                <a:gd name="T1" fmla="*/ 0 h 66"/>
                <a:gd name="T2" fmla="*/ 0 w 65"/>
                <a:gd name="T3" fmla="*/ 0 h 66"/>
                <a:gd name="T4" fmla="*/ 0 w 65"/>
                <a:gd name="T5" fmla="*/ 66 h 66"/>
                <a:gd name="T6" fmla="*/ 65 w 65"/>
                <a:gd name="T7" fmla="*/ 66 h 66"/>
                <a:gd name="T8" fmla="*/ 65 w 65"/>
                <a:gd name="T9" fmla="*/ 0 h 66"/>
                <a:gd name="T10" fmla="*/ 48 w 65"/>
                <a:gd name="T11" fmla="*/ 47 h 66"/>
                <a:gd name="T12" fmla="*/ 17 w 65"/>
                <a:gd name="T13" fmla="*/ 47 h 66"/>
                <a:gd name="T14" fmla="*/ 17 w 65"/>
                <a:gd name="T15" fmla="*/ 16 h 66"/>
                <a:gd name="T16" fmla="*/ 48 w 65"/>
                <a:gd name="T17" fmla="*/ 16 h 66"/>
                <a:gd name="T18" fmla="*/ 48 w 65"/>
                <a:gd name="T19" fmla="*/ 4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65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65" y="66"/>
                  </a:lnTo>
                  <a:lnTo>
                    <a:pt x="65" y="0"/>
                  </a:lnTo>
                  <a:close/>
                  <a:moveTo>
                    <a:pt x="48" y="47"/>
                  </a:moveTo>
                  <a:lnTo>
                    <a:pt x="17" y="47"/>
                  </a:lnTo>
                  <a:lnTo>
                    <a:pt x="17" y="16"/>
                  </a:lnTo>
                  <a:lnTo>
                    <a:pt x="48" y="16"/>
                  </a:lnTo>
                  <a:lnTo>
                    <a:pt x="48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8" name="Freeform 21"/>
            <p:cNvSpPr>
              <a:spLocks noEditPoints="1"/>
            </p:cNvSpPr>
            <p:nvPr/>
          </p:nvSpPr>
          <p:spPr bwMode="auto">
            <a:xfrm>
              <a:off x="7694613" y="2571750"/>
              <a:ext cx="103188" cy="104775"/>
            </a:xfrm>
            <a:custGeom>
              <a:avLst/>
              <a:gdLst>
                <a:gd name="T0" fmla="*/ 0 w 65"/>
                <a:gd name="T1" fmla="*/ 66 h 66"/>
                <a:gd name="T2" fmla="*/ 65 w 65"/>
                <a:gd name="T3" fmla="*/ 66 h 66"/>
                <a:gd name="T4" fmla="*/ 65 w 65"/>
                <a:gd name="T5" fmla="*/ 0 h 66"/>
                <a:gd name="T6" fmla="*/ 0 w 65"/>
                <a:gd name="T7" fmla="*/ 0 h 66"/>
                <a:gd name="T8" fmla="*/ 0 w 65"/>
                <a:gd name="T9" fmla="*/ 66 h 66"/>
                <a:gd name="T10" fmla="*/ 17 w 65"/>
                <a:gd name="T11" fmla="*/ 16 h 66"/>
                <a:gd name="T12" fmla="*/ 48 w 65"/>
                <a:gd name="T13" fmla="*/ 16 h 66"/>
                <a:gd name="T14" fmla="*/ 48 w 65"/>
                <a:gd name="T15" fmla="*/ 47 h 66"/>
                <a:gd name="T16" fmla="*/ 17 w 65"/>
                <a:gd name="T17" fmla="*/ 47 h 66"/>
                <a:gd name="T18" fmla="*/ 17 w 65"/>
                <a:gd name="T19" fmla="*/ 1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0" y="66"/>
                  </a:moveTo>
                  <a:lnTo>
                    <a:pt x="65" y="66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66"/>
                  </a:lnTo>
                  <a:close/>
                  <a:moveTo>
                    <a:pt x="17" y="16"/>
                  </a:moveTo>
                  <a:lnTo>
                    <a:pt x="48" y="16"/>
                  </a:lnTo>
                  <a:lnTo>
                    <a:pt x="48" y="47"/>
                  </a:lnTo>
                  <a:lnTo>
                    <a:pt x="17" y="47"/>
                  </a:lnTo>
                  <a:lnTo>
                    <a:pt x="17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9" name="Freeform 22"/>
            <p:cNvSpPr/>
            <p:nvPr/>
          </p:nvSpPr>
          <p:spPr bwMode="auto">
            <a:xfrm>
              <a:off x="7823201" y="2593975"/>
              <a:ext cx="201613" cy="57150"/>
            </a:xfrm>
            <a:custGeom>
              <a:avLst/>
              <a:gdLst>
                <a:gd name="T0" fmla="*/ 0 w 53"/>
                <a:gd name="T1" fmla="*/ 8 h 15"/>
                <a:gd name="T2" fmla="*/ 7 w 53"/>
                <a:gd name="T3" fmla="*/ 15 h 15"/>
                <a:gd name="T4" fmla="*/ 35 w 53"/>
                <a:gd name="T5" fmla="*/ 15 h 15"/>
                <a:gd name="T6" fmla="*/ 53 w 53"/>
                <a:gd name="T7" fmla="*/ 0 h 15"/>
                <a:gd name="T8" fmla="*/ 7 w 53"/>
                <a:gd name="T9" fmla="*/ 0 h 15"/>
                <a:gd name="T10" fmla="*/ 0 w 53"/>
                <a:gd name="T11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15">
                  <a:moveTo>
                    <a:pt x="0" y="8"/>
                  </a:moveTo>
                  <a:cubicBezTo>
                    <a:pt x="0" y="12"/>
                    <a:pt x="3" y="15"/>
                    <a:pt x="7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40" y="9"/>
                    <a:pt x="46" y="4"/>
                    <a:pt x="5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0" name="Freeform 23"/>
            <p:cNvSpPr>
              <a:spLocks noEditPoints="1"/>
            </p:cNvSpPr>
            <p:nvPr/>
          </p:nvSpPr>
          <p:spPr bwMode="auto">
            <a:xfrm>
              <a:off x="7523163" y="1893888"/>
              <a:ext cx="719138" cy="1006475"/>
            </a:xfrm>
            <a:custGeom>
              <a:avLst/>
              <a:gdLst>
                <a:gd name="T0" fmla="*/ 48 w 189"/>
                <a:gd name="T1" fmla="*/ 244 h 266"/>
                <a:gd name="T2" fmla="*/ 22 w 189"/>
                <a:gd name="T3" fmla="*/ 218 h 266"/>
                <a:gd name="T4" fmla="*/ 22 w 189"/>
                <a:gd name="T5" fmla="*/ 80 h 266"/>
                <a:gd name="T6" fmla="*/ 48 w 189"/>
                <a:gd name="T7" fmla="*/ 54 h 266"/>
                <a:gd name="T8" fmla="*/ 57 w 189"/>
                <a:gd name="T9" fmla="*/ 54 h 266"/>
                <a:gd name="T10" fmla="*/ 69 w 189"/>
                <a:gd name="T11" fmla="*/ 63 h 266"/>
                <a:gd name="T12" fmla="*/ 121 w 189"/>
                <a:gd name="T13" fmla="*/ 63 h 266"/>
                <a:gd name="T14" fmla="*/ 133 w 189"/>
                <a:gd name="T15" fmla="*/ 54 h 266"/>
                <a:gd name="T16" fmla="*/ 141 w 189"/>
                <a:gd name="T17" fmla="*/ 54 h 266"/>
                <a:gd name="T18" fmla="*/ 167 w 189"/>
                <a:gd name="T19" fmla="*/ 80 h 266"/>
                <a:gd name="T20" fmla="*/ 167 w 189"/>
                <a:gd name="T21" fmla="*/ 178 h 266"/>
                <a:gd name="T22" fmla="*/ 189 w 189"/>
                <a:gd name="T23" fmla="*/ 184 h 266"/>
                <a:gd name="T24" fmla="*/ 189 w 189"/>
                <a:gd name="T25" fmla="*/ 80 h 266"/>
                <a:gd name="T26" fmla="*/ 141 w 189"/>
                <a:gd name="T27" fmla="*/ 32 h 266"/>
                <a:gd name="T28" fmla="*/ 133 w 189"/>
                <a:gd name="T29" fmla="*/ 32 h 266"/>
                <a:gd name="T30" fmla="*/ 121 w 189"/>
                <a:gd name="T31" fmla="*/ 22 h 266"/>
                <a:gd name="T32" fmla="*/ 117 w 189"/>
                <a:gd name="T33" fmla="*/ 22 h 266"/>
                <a:gd name="T34" fmla="*/ 95 w 189"/>
                <a:gd name="T35" fmla="*/ 0 h 266"/>
                <a:gd name="T36" fmla="*/ 72 w 189"/>
                <a:gd name="T37" fmla="*/ 22 h 266"/>
                <a:gd name="T38" fmla="*/ 69 w 189"/>
                <a:gd name="T39" fmla="*/ 22 h 266"/>
                <a:gd name="T40" fmla="*/ 56 w 189"/>
                <a:gd name="T41" fmla="*/ 32 h 266"/>
                <a:gd name="T42" fmla="*/ 48 w 189"/>
                <a:gd name="T43" fmla="*/ 32 h 266"/>
                <a:gd name="T44" fmla="*/ 0 w 189"/>
                <a:gd name="T45" fmla="*/ 80 h 266"/>
                <a:gd name="T46" fmla="*/ 0 w 189"/>
                <a:gd name="T47" fmla="*/ 218 h 266"/>
                <a:gd name="T48" fmla="*/ 48 w 189"/>
                <a:gd name="T49" fmla="*/ 266 h 266"/>
                <a:gd name="T50" fmla="*/ 107 w 189"/>
                <a:gd name="T51" fmla="*/ 266 h 266"/>
                <a:gd name="T52" fmla="*/ 101 w 189"/>
                <a:gd name="T53" fmla="*/ 244 h 266"/>
                <a:gd name="T54" fmla="*/ 48 w 189"/>
                <a:gd name="T55" fmla="*/ 244 h 266"/>
                <a:gd name="T56" fmla="*/ 95 w 189"/>
                <a:gd name="T57" fmla="*/ 14 h 266"/>
                <a:gd name="T58" fmla="*/ 103 w 189"/>
                <a:gd name="T59" fmla="*/ 22 h 266"/>
                <a:gd name="T60" fmla="*/ 86 w 189"/>
                <a:gd name="T61" fmla="*/ 22 h 266"/>
                <a:gd name="T62" fmla="*/ 95 w 189"/>
                <a:gd name="T63" fmla="*/ 14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9" h="266">
                  <a:moveTo>
                    <a:pt x="48" y="244"/>
                  </a:moveTo>
                  <a:cubicBezTo>
                    <a:pt x="34" y="244"/>
                    <a:pt x="22" y="232"/>
                    <a:pt x="22" y="218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22" y="65"/>
                    <a:pt x="34" y="54"/>
                    <a:pt x="48" y="54"/>
                  </a:cubicBezTo>
                  <a:cubicBezTo>
                    <a:pt x="57" y="54"/>
                    <a:pt x="57" y="54"/>
                    <a:pt x="57" y="54"/>
                  </a:cubicBezTo>
                  <a:cubicBezTo>
                    <a:pt x="58" y="59"/>
                    <a:pt x="63" y="63"/>
                    <a:pt x="69" y="63"/>
                  </a:cubicBezTo>
                  <a:cubicBezTo>
                    <a:pt x="121" y="63"/>
                    <a:pt x="121" y="63"/>
                    <a:pt x="121" y="63"/>
                  </a:cubicBezTo>
                  <a:cubicBezTo>
                    <a:pt x="126" y="63"/>
                    <a:pt x="131" y="59"/>
                    <a:pt x="133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55" y="54"/>
                    <a:pt x="167" y="65"/>
                    <a:pt x="167" y="80"/>
                  </a:cubicBezTo>
                  <a:cubicBezTo>
                    <a:pt x="167" y="178"/>
                    <a:pt x="167" y="178"/>
                    <a:pt x="167" y="178"/>
                  </a:cubicBezTo>
                  <a:cubicBezTo>
                    <a:pt x="175" y="179"/>
                    <a:pt x="182" y="181"/>
                    <a:pt x="189" y="184"/>
                  </a:cubicBezTo>
                  <a:cubicBezTo>
                    <a:pt x="189" y="80"/>
                    <a:pt x="189" y="80"/>
                    <a:pt x="189" y="80"/>
                  </a:cubicBezTo>
                  <a:cubicBezTo>
                    <a:pt x="189" y="53"/>
                    <a:pt x="167" y="32"/>
                    <a:pt x="141" y="32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31" y="26"/>
                    <a:pt x="126" y="22"/>
                    <a:pt x="121" y="22"/>
                  </a:cubicBezTo>
                  <a:cubicBezTo>
                    <a:pt x="117" y="22"/>
                    <a:pt x="117" y="22"/>
                    <a:pt x="117" y="22"/>
                  </a:cubicBezTo>
                  <a:cubicBezTo>
                    <a:pt x="117" y="10"/>
                    <a:pt x="107" y="0"/>
                    <a:pt x="95" y="0"/>
                  </a:cubicBezTo>
                  <a:cubicBezTo>
                    <a:pt x="82" y="0"/>
                    <a:pt x="72" y="10"/>
                    <a:pt x="72" y="22"/>
                  </a:cubicBezTo>
                  <a:cubicBezTo>
                    <a:pt x="69" y="22"/>
                    <a:pt x="69" y="22"/>
                    <a:pt x="69" y="22"/>
                  </a:cubicBezTo>
                  <a:cubicBezTo>
                    <a:pt x="63" y="22"/>
                    <a:pt x="58" y="26"/>
                    <a:pt x="56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22" y="32"/>
                    <a:pt x="0" y="53"/>
                    <a:pt x="0" y="80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244"/>
                    <a:pt x="22" y="266"/>
                    <a:pt x="48" y="266"/>
                  </a:cubicBezTo>
                  <a:cubicBezTo>
                    <a:pt x="107" y="266"/>
                    <a:pt x="107" y="266"/>
                    <a:pt x="107" y="266"/>
                  </a:cubicBezTo>
                  <a:cubicBezTo>
                    <a:pt x="104" y="259"/>
                    <a:pt x="102" y="252"/>
                    <a:pt x="101" y="244"/>
                  </a:cubicBezTo>
                  <a:lnTo>
                    <a:pt x="48" y="244"/>
                  </a:lnTo>
                  <a:close/>
                  <a:moveTo>
                    <a:pt x="95" y="14"/>
                  </a:moveTo>
                  <a:cubicBezTo>
                    <a:pt x="99" y="14"/>
                    <a:pt x="103" y="17"/>
                    <a:pt x="103" y="22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6" y="17"/>
                    <a:pt x="90" y="14"/>
                    <a:pt x="95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1" name="Freeform 24"/>
            <p:cNvSpPr>
              <a:spLocks noEditPoints="1"/>
            </p:cNvSpPr>
            <p:nvPr/>
          </p:nvSpPr>
          <p:spPr bwMode="auto">
            <a:xfrm>
              <a:off x="7948613" y="2605088"/>
              <a:ext cx="376238" cy="379412"/>
            </a:xfrm>
            <a:custGeom>
              <a:avLst/>
              <a:gdLst>
                <a:gd name="T0" fmla="*/ 49 w 99"/>
                <a:gd name="T1" fmla="*/ 0 h 100"/>
                <a:gd name="T2" fmla="*/ 0 w 99"/>
                <a:gd name="T3" fmla="*/ 50 h 100"/>
                <a:gd name="T4" fmla="*/ 49 w 99"/>
                <a:gd name="T5" fmla="*/ 100 h 100"/>
                <a:gd name="T6" fmla="*/ 99 w 99"/>
                <a:gd name="T7" fmla="*/ 50 h 100"/>
                <a:gd name="T8" fmla="*/ 49 w 99"/>
                <a:gd name="T9" fmla="*/ 0 h 100"/>
                <a:gd name="T10" fmla="*/ 45 w 99"/>
                <a:gd name="T11" fmla="*/ 77 h 100"/>
                <a:gd name="T12" fmla="*/ 37 w 99"/>
                <a:gd name="T13" fmla="*/ 77 h 100"/>
                <a:gd name="T14" fmla="*/ 23 w 99"/>
                <a:gd name="T15" fmla="*/ 49 h 100"/>
                <a:gd name="T16" fmla="*/ 31 w 99"/>
                <a:gd name="T17" fmla="*/ 44 h 100"/>
                <a:gd name="T18" fmla="*/ 39 w 99"/>
                <a:gd name="T19" fmla="*/ 62 h 100"/>
                <a:gd name="T20" fmla="*/ 60 w 99"/>
                <a:gd name="T21" fmla="*/ 23 h 100"/>
                <a:gd name="T22" fmla="*/ 75 w 99"/>
                <a:gd name="T23" fmla="*/ 23 h 100"/>
                <a:gd name="T24" fmla="*/ 45 w 99"/>
                <a:gd name="T25" fmla="*/ 7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9" h="100">
                  <a:moveTo>
                    <a:pt x="49" y="0"/>
                  </a:moveTo>
                  <a:cubicBezTo>
                    <a:pt x="22" y="0"/>
                    <a:pt x="0" y="23"/>
                    <a:pt x="0" y="50"/>
                  </a:cubicBezTo>
                  <a:cubicBezTo>
                    <a:pt x="0" y="77"/>
                    <a:pt x="22" y="100"/>
                    <a:pt x="49" y="100"/>
                  </a:cubicBezTo>
                  <a:cubicBezTo>
                    <a:pt x="76" y="100"/>
                    <a:pt x="99" y="77"/>
                    <a:pt x="99" y="50"/>
                  </a:cubicBezTo>
                  <a:cubicBezTo>
                    <a:pt x="99" y="23"/>
                    <a:pt x="76" y="0"/>
                    <a:pt x="49" y="0"/>
                  </a:cubicBezTo>
                  <a:close/>
                  <a:moveTo>
                    <a:pt x="45" y="77"/>
                  </a:moveTo>
                  <a:cubicBezTo>
                    <a:pt x="37" y="77"/>
                    <a:pt x="37" y="77"/>
                    <a:pt x="37" y="77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45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9505529" y="2269849"/>
            <a:ext cx="377130" cy="356178"/>
            <a:chOff x="10261600" y="2471738"/>
            <a:chExt cx="514350" cy="485775"/>
          </a:xfrm>
          <a:solidFill>
            <a:schemeClr val="bg1"/>
          </a:solidFill>
        </p:grpSpPr>
        <p:sp>
          <p:nvSpPr>
            <p:cNvPr id="103" name="Freeform 16"/>
            <p:cNvSpPr/>
            <p:nvPr/>
          </p:nvSpPr>
          <p:spPr bwMode="auto">
            <a:xfrm>
              <a:off x="10261600" y="2722563"/>
              <a:ext cx="476250" cy="234950"/>
            </a:xfrm>
            <a:custGeom>
              <a:avLst/>
              <a:gdLst>
                <a:gd name="T0" fmla="*/ 121 w 124"/>
                <a:gd name="T1" fmla="*/ 19 h 61"/>
                <a:gd name="T2" fmla="*/ 116 w 124"/>
                <a:gd name="T3" fmla="*/ 21 h 61"/>
                <a:gd name="T4" fmla="*/ 66 w 124"/>
                <a:gd name="T5" fmla="*/ 53 h 61"/>
                <a:gd name="T6" fmla="*/ 19 w 124"/>
                <a:gd name="T7" fmla="*/ 25 h 61"/>
                <a:gd name="T8" fmla="*/ 29 w 124"/>
                <a:gd name="T9" fmla="*/ 19 h 61"/>
                <a:gd name="T10" fmla="*/ 29 w 124"/>
                <a:gd name="T11" fmla="*/ 16 h 61"/>
                <a:gd name="T12" fmla="*/ 3 w 124"/>
                <a:gd name="T13" fmla="*/ 1 h 61"/>
                <a:gd name="T14" fmla="*/ 0 w 124"/>
                <a:gd name="T15" fmla="*/ 2 h 61"/>
                <a:gd name="T16" fmla="*/ 0 w 124"/>
                <a:gd name="T17" fmla="*/ 32 h 61"/>
                <a:gd name="T18" fmla="*/ 3 w 124"/>
                <a:gd name="T19" fmla="*/ 34 h 61"/>
                <a:gd name="T20" fmla="*/ 12 w 124"/>
                <a:gd name="T21" fmla="*/ 29 h 61"/>
                <a:gd name="T22" fmla="*/ 66 w 124"/>
                <a:gd name="T23" fmla="*/ 61 h 61"/>
                <a:gd name="T24" fmla="*/ 123 w 124"/>
                <a:gd name="T25" fmla="*/ 24 h 61"/>
                <a:gd name="T26" fmla="*/ 121 w 124"/>
                <a:gd name="T27" fmla="*/ 19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4" h="61">
                  <a:moveTo>
                    <a:pt x="121" y="19"/>
                  </a:moveTo>
                  <a:cubicBezTo>
                    <a:pt x="119" y="18"/>
                    <a:pt x="117" y="19"/>
                    <a:pt x="116" y="21"/>
                  </a:cubicBezTo>
                  <a:cubicBezTo>
                    <a:pt x="108" y="41"/>
                    <a:pt x="88" y="53"/>
                    <a:pt x="66" y="53"/>
                  </a:cubicBezTo>
                  <a:cubicBezTo>
                    <a:pt x="46" y="53"/>
                    <a:pt x="28" y="42"/>
                    <a:pt x="19" y="25"/>
                  </a:cubicBezTo>
                  <a:cubicBezTo>
                    <a:pt x="24" y="22"/>
                    <a:pt x="29" y="20"/>
                    <a:pt x="29" y="19"/>
                  </a:cubicBezTo>
                  <a:cubicBezTo>
                    <a:pt x="31" y="18"/>
                    <a:pt x="31" y="17"/>
                    <a:pt x="29" y="16"/>
                  </a:cubicBezTo>
                  <a:cubicBezTo>
                    <a:pt x="28" y="15"/>
                    <a:pt x="4" y="1"/>
                    <a:pt x="3" y="1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4"/>
                    <a:pt x="0" y="30"/>
                    <a:pt x="0" y="32"/>
                  </a:cubicBezTo>
                  <a:cubicBezTo>
                    <a:pt x="0" y="34"/>
                    <a:pt x="1" y="35"/>
                    <a:pt x="3" y="34"/>
                  </a:cubicBezTo>
                  <a:cubicBezTo>
                    <a:pt x="3" y="34"/>
                    <a:pt x="7" y="32"/>
                    <a:pt x="12" y="29"/>
                  </a:cubicBezTo>
                  <a:cubicBezTo>
                    <a:pt x="23" y="49"/>
                    <a:pt x="43" y="61"/>
                    <a:pt x="66" y="61"/>
                  </a:cubicBezTo>
                  <a:cubicBezTo>
                    <a:pt x="91" y="61"/>
                    <a:pt x="114" y="47"/>
                    <a:pt x="123" y="24"/>
                  </a:cubicBezTo>
                  <a:cubicBezTo>
                    <a:pt x="124" y="22"/>
                    <a:pt x="123" y="20"/>
                    <a:pt x="121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4" name="Freeform 17"/>
            <p:cNvSpPr/>
            <p:nvPr/>
          </p:nvSpPr>
          <p:spPr bwMode="auto">
            <a:xfrm>
              <a:off x="10296525" y="2471738"/>
              <a:ext cx="479425" cy="239712"/>
            </a:xfrm>
            <a:custGeom>
              <a:avLst/>
              <a:gdLst>
                <a:gd name="T0" fmla="*/ 125 w 125"/>
                <a:gd name="T1" fmla="*/ 29 h 62"/>
                <a:gd name="T2" fmla="*/ 122 w 125"/>
                <a:gd name="T3" fmla="*/ 28 h 62"/>
                <a:gd name="T4" fmla="*/ 112 w 125"/>
                <a:gd name="T5" fmla="*/ 33 h 62"/>
                <a:gd name="T6" fmla="*/ 57 w 125"/>
                <a:gd name="T7" fmla="*/ 0 h 62"/>
                <a:gd name="T8" fmla="*/ 0 w 125"/>
                <a:gd name="T9" fmla="*/ 38 h 62"/>
                <a:gd name="T10" fmla="*/ 2 w 125"/>
                <a:gd name="T11" fmla="*/ 43 h 62"/>
                <a:gd name="T12" fmla="*/ 8 w 125"/>
                <a:gd name="T13" fmla="*/ 41 h 62"/>
                <a:gd name="T14" fmla="*/ 57 w 125"/>
                <a:gd name="T15" fmla="*/ 8 h 62"/>
                <a:gd name="T16" fmla="*/ 106 w 125"/>
                <a:gd name="T17" fmla="*/ 37 h 62"/>
                <a:gd name="T18" fmla="*/ 96 w 125"/>
                <a:gd name="T19" fmla="*/ 43 h 62"/>
                <a:gd name="T20" fmla="*/ 96 w 125"/>
                <a:gd name="T21" fmla="*/ 46 h 62"/>
                <a:gd name="T22" fmla="*/ 122 w 125"/>
                <a:gd name="T23" fmla="*/ 61 h 62"/>
                <a:gd name="T24" fmla="*/ 125 w 125"/>
                <a:gd name="T25" fmla="*/ 60 h 62"/>
                <a:gd name="T26" fmla="*/ 125 w 125"/>
                <a:gd name="T27" fmla="*/ 2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62">
                  <a:moveTo>
                    <a:pt x="125" y="29"/>
                  </a:moveTo>
                  <a:cubicBezTo>
                    <a:pt x="125" y="28"/>
                    <a:pt x="124" y="27"/>
                    <a:pt x="122" y="28"/>
                  </a:cubicBezTo>
                  <a:cubicBezTo>
                    <a:pt x="122" y="28"/>
                    <a:pt x="118" y="30"/>
                    <a:pt x="112" y="33"/>
                  </a:cubicBezTo>
                  <a:cubicBezTo>
                    <a:pt x="103" y="13"/>
                    <a:pt x="82" y="0"/>
                    <a:pt x="57" y="0"/>
                  </a:cubicBezTo>
                  <a:cubicBezTo>
                    <a:pt x="32" y="0"/>
                    <a:pt x="10" y="15"/>
                    <a:pt x="0" y="38"/>
                  </a:cubicBezTo>
                  <a:cubicBezTo>
                    <a:pt x="0" y="40"/>
                    <a:pt x="0" y="42"/>
                    <a:pt x="2" y="43"/>
                  </a:cubicBezTo>
                  <a:cubicBezTo>
                    <a:pt x="5" y="44"/>
                    <a:pt x="7" y="43"/>
                    <a:pt x="8" y="41"/>
                  </a:cubicBezTo>
                  <a:cubicBezTo>
                    <a:pt x="16" y="21"/>
                    <a:pt x="36" y="8"/>
                    <a:pt x="57" y="8"/>
                  </a:cubicBezTo>
                  <a:cubicBezTo>
                    <a:pt x="79" y="8"/>
                    <a:pt x="97" y="19"/>
                    <a:pt x="106" y="37"/>
                  </a:cubicBezTo>
                  <a:cubicBezTo>
                    <a:pt x="101" y="40"/>
                    <a:pt x="96" y="43"/>
                    <a:pt x="96" y="43"/>
                  </a:cubicBezTo>
                  <a:cubicBezTo>
                    <a:pt x="94" y="44"/>
                    <a:pt x="94" y="46"/>
                    <a:pt x="96" y="46"/>
                  </a:cubicBezTo>
                  <a:cubicBezTo>
                    <a:pt x="97" y="47"/>
                    <a:pt x="121" y="60"/>
                    <a:pt x="122" y="61"/>
                  </a:cubicBezTo>
                  <a:cubicBezTo>
                    <a:pt x="124" y="62"/>
                    <a:pt x="125" y="61"/>
                    <a:pt x="125" y="60"/>
                  </a:cubicBezTo>
                  <a:cubicBezTo>
                    <a:pt x="125" y="57"/>
                    <a:pt x="125" y="31"/>
                    <a:pt x="125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7470865" y="3729074"/>
            <a:ext cx="321343" cy="298862"/>
            <a:chOff x="3338513" y="696913"/>
            <a:chExt cx="771525" cy="717550"/>
          </a:xfrm>
          <a:solidFill>
            <a:schemeClr val="bg1"/>
          </a:solidFill>
        </p:grpSpPr>
        <p:sp>
          <p:nvSpPr>
            <p:cNvPr id="106" name="Freeform 23"/>
            <p:cNvSpPr/>
            <p:nvPr/>
          </p:nvSpPr>
          <p:spPr bwMode="auto">
            <a:xfrm>
              <a:off x="3586163" y="696913"/>
              <a:ext cx="523875" cy="717550"/>
            </a:xfrm>
            <a:custGeom>
              <a:avLst/>
              <a:gdLst>
                <a:gd name="T0" fmla="*/ 115 w 125"/>
                <a:gd name="T1" fmla="*/ 63 h 171"/>
                <a:gd name="T2" fmla="*/ 69 w 125"/>
                <a:gd name="T3" fmla="*/ 63 h 171"/>
                <a:gd name="T4" fmla="*/ 85 w 125"/>
                <a:gd name="T5" fmla="*/ 32 h 171"/>
                <a:gd name="T6" fmla="*/ 74 w 125"/>
                <a:gd name="T7" fmla="*/ 0 h 171"/>
                <a:gd name="T8" fmla="*/ 61 w 125"/>
                <a:gd name="T9" fmla="*/ 21 h 171"/>
                <a:gd name="T10" fmla="*/ 37 w 125"/>
                <a:gd name="T11" fmla="*/ 53 h 171"/>
                <a:gd name="T12" fmla="*/ 0 w 125"/>
                <a:gd name="T13" fmla="*/ 70 h 171"/>
                <a:gd name="T14" fmla="*/ 0 w 125"/>
                <a:gd name="T15" fmla="*/ 71 h 171"/>
                <a:gd name="T16" fmla="*/ 0 w 125"/>
                <a:gd name="T17" fmla="*/ 148 h 171"/>
                <a:gd name="T18" fmla="*/ 26 w 125"/>
                <a:gd name="T19" fmla="*/ 155 h 171"/>
                <a:gd name="T20" fmla="*/ 76 w 125"/>
                <a:gd name="T21" fmla="*/ 171 h 171"/>
                <a:gd name="T22" fmla="*/ 91 w 125"/>
                <a:gd name="T23" fmla="*/ 147 h 171"/>
                <a:gd name="T24" fmla="*/ 103 w 125"/>
                <a:gd name="T25" fmla="*/ 121 h 171"/>
                <a:gd name="T26" fmla="*/ 107 w 125"/>
                <a:gd name="T27" fmla="*/ 91 h 171"/>
                <a:gd name="T28" fmla="*/ 115 w 125"/>
                <a:gd name="T29" fmla="*/ 63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5" h="171">
                  <a:moveTo>
                    <a:pt x="115" y="63"/>
                  </a:moveTo>
                  <a:cubicBezTo>
                    <a:pt x="105" y="57"/>
                    <a:pt x="69" y="63"/>
                    <a:pt x="69" y="63"/>
                  </a:cubicBezTo>
                  <a:cubicBezTo>
                    <a:pt x="75" y="59"/>
                    <a:pt x="85" y="38"/>
                    <a:pt x="85" y="32"/>
                  </a:cubicBezTo>
                  <a:cubicBezTo>
                    <a:pt x="86" y="19"/>
                    <a:pt x="83" y="0"/>
                    <a:pt x="74" y="0"/>
                  </a:cubicBezTo>
                  <a:cubicBezTo>
                    <a:pt x="64" y="0"/>
                    <a:pt x="62" y="16"/>
                    <a:pt x="61" y="21"/>
                  </a:cubicBezTo>
                  <a:cubicBezTo>
                    <a:pt x="59" y="35"/>
                    <a:pt x="46" y="48"/>
                    <a:pt x="37" y="53"/>
                  </a:cubicBezTo>
                  <a:cubicBezTo>
                    <a:pt x="25" y="60"/>
                    <a:pt x="16" y="66"/>
                    <a:pt x="0" y="70"/>
                  </a:cubicBezTo>
                  <a:cubicBezTo>
                    <a:pt x="0" y="70"/>
                    <a:pt x="0" y="71"/>
                    <a:pt x="0" y="71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9" y="148"/>
                    <a:pt x="18" y="150"/>
                    <a:pt x="26" y="155"/>
                  </a:cubicBezTo>
                  <a:cubicBezTo>
                    <a:pt x="43" y="164"/>
                    <a:pt x="56" y="171"/>
                    <a:pt x="76" y="171"/>
                  </a:cubicBezTo>
                  <a:cubicBezTo>
                    <a:pt x="106" y="171"/>
                    <a:pt x="103" y="148"/>
                    <a:pt x="91" y="147"/>
                  </a:cubicBezTo>
                  <a:cubicBezTo>
                    <a:pt x="115" y="148"/>
                    <a:pt x="117" y="128"/>
                    <a:pt x="103" y="121"/>
                  </a:cubicBezTo>
                  <a:cubicBezTo>
                    <a:pt x="125" y="121"/>
                    <a:pt x="122" y="93"/>
                    <a:pt x="107" y="91"/>
                  </a:cubicBezTo>
                  <a:cubicBezTo>
                    <a:pt x="124" y="92"/>
                    <a:pt x="125" y="70"/>
                    <a:pt x="115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7" name="Rectangle 24"/>
            <p:cNvSpPr>
              <a:spLocks noChangeArrowheads="1"/>
            </p:cNvSpPr>
            <p:nvPr/>
          </p:nvSpPr>
          <p:spPr bwMode="auto">
            <a:xfrm>
              <a:off x="3338513" y="960438"/>
              <a:ext cx="163513" cy="390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0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5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500"/>
                            </p:stCondLst>
                            <p:childTnLst>
                              <p:par>
                                <p:cTn id="1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9000"/>
                            </p:stCondLst>
                            <p:childTnLst>
                              <p:par>
                                <p:cTn id="1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9500"/>
                            </p:stCondLst>
                            <p:childTnLst>
                              <p:par>
                                <p:cTn id="1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500"/>
                            </p:stCondLst>
                            <p:childTnLst>
                              <p:par>
                                <p:cTn id="1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1000"/>
                            </p:stCondLst>
                            <p:childTnLst>
                              <p:par>
                                <p:cTn id="1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1500"/>
                            </p:stCondLst>
                            <p:childTnLst>
                              <p:par>
                                <p:cTn id="1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500"/>
                            </p:stCondLst>
                            <p:childTnLst>
                              <p:par>
                                <p:cTn id="1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3500"/>
                            </p:stCondLst>
                            <p:childTnLst>
                              <p:par>
                                <p:cTn id="1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4000"/>
                            </p:stCondLst>
                            <p:childTnLst>
                              <p:par>
                                <p:cTn id="1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6" grpId="0" animBg="1"/>
      <p:bldP spid="7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Cycle Process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5 Cycle Process</a:t>
            </a:r>
            <a:endParaRPr lang="id-ID" dirty="0"/>
          </a:p>
        </p:txBody>
      </p:sp>
      <p:sp>
        <p:nvSpPr>
          <p:cNvPr id="4" name="Freeform 6"/>
          <p:cNvSpPr/>
          <p:nvPr/>
        </p:nvSpPr>
        <p:spPr bwMode="auto">
          <a:xfrm>
            <a:off x="1054359" y="3463103"/>
            <a:ext cx="2304635" cy="1153066"/>
          </a:xfrm>
          <a:custGeom>
            <a:avLst/>
            <a:gdLst>
              <a:gd name="T0" fmla="*/ 632 w 746"/>
              <a:gd name="T1" fmla="*/ 0 h 372"/>
              <a:gd name="T2" fmla="*/ 373 w 746"/>
              <a:gd name="T3" fmla="*/ 258 h 372"/>
              <a:gd name="T4" fmla="*/ 114 w 746"/>
              <a:gd name="T5" fmla="*/ 0 h 372"/>
              <a:gd name="T6" fmla="*/ 0 w 746"/>
              <a:gd name="T7" fmla="*/ 0 h 372"/>
              <a:gd name="T8" fmla="*/ 373 w 746"/>
              <a:gd name="T9" fmla="*/ 372 h 372"/>
              <a:gd name="T10" fmla="*/ 746 w 746"/>
              <a:gd name="T11" fmla="*/ 0 h 372"/>
              <a:gd name="T12" fmla="*/ 632 w 746"/>
              <a:gd name="T13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6" h="372">
                <a:moveTo>
                  <a:pt x="632" y="0"/>
                </a:moveTo>
                <a:cubicBezTo>
                  <a:pt x="631" y="142"/>
                  <a:pt x="515" y="258"/>
                  <a:pt x="373" y="258"/>
                </a:cubicBezTo>
                <a:cubicBezTo>
                  <a:pt x="231" y="258"/>
                  <a:pt x="115" y="142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206"/>
                  <a:pt x="167" y="372"/>
                  <a:pt x="373" y="372"/>
                </a:cubicBezTo>
                <a:cubicBezTo>
                  <a:pt x="579" y="372"/>
                  <a:pt x="745" y="206"/>
                  <a:pt x="746" y="0"/>
                </a:cubicBezTo>
                <a:lnTo>
                  <a:pt x="632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33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Freeform 7"/>
          <p:cNvSpPr/>
          <p:nvPr/>
        </p:nvSpPr>
        <p:spPr bwMode="auto">
          <a:xfrm>
            <a:off x="3007084" y="2302550"/>
            <a:ext cx="2306132" cy="1153066"/>
          </a:xfrm>
          <a:custGeom>
            <a:avLst/>
            <a:gdLst>
              <a:gd name="T0" fmla="*/ 114 w 746"/>
              <a:gd name="T1" fmla="*/ 372 h 372"/>
              <a:gd name="T2" fmla="*/ 373 w 746"/>
              <a:gd name="T3" fmla="*/ 114 h 372"/>
              <a:gd name="T4" fmla="*/ 631 w 746"/>
              <a:gd name="T5" fmla="*/ 372 h 372"/>
              <a:gd name="T6" fmla="*/ 746 w 746"/>
              <a:gd name="T7" fmla="*/ 372 h 372"/>
              <a:gd name="T8" fmla="*/ 373 w 746"/>
              <a:gd name="T9" fmla="*/ 0 h 372"/>
              <a:gd name="T10" fmla="*/ 0 w 746"/>
              <a:gd name="T11" fmla="*/ 372 h 372"/>
              <a:gd name="T12" fmla="*/ 114 w 746"/>
              <a:gd name="T13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6" h="372">
                <a:moveTo>
                  <a:pt x="114" y="372"/>
                </a:moveTo>
                <a:cubicBezTo>
                  <a:pt x="115" y="230"/>
                  <a:pt x="230" y="114"/>
                  <a:pt x="373" y="114"/>
                </a:cubicBezTo>
                <a:cubicBezTo>
                  <a:pt x="515" y="114"/>
                  <a:pt x="631" y="230"/>
                  <a:pt x="631" y="372"/>
                </a:cubicBezTo>
                <a:cubicBezTo>
                  <a:pt x="746" y="372"/>
                  <a:pt x="746" y="372"/>
                  <a:pt x="746" y="372"/>
                </a:cubicBezTo>
                <a:cubicBezTo>
                  <a:pt x="745" y="166"/>
                  <a:pt x="578" y="0"/>
                  <a:pt x="373" y="0"/>
                </a:cubicBezTo>
                <a:cubicBezTo>
                  <a:pt x="167" y="0"/>
                  <a:pt x="0" y="166"/>
                  <a:pt x="0" y="372"/>
                </a:cubicBezTo>
                <a:lnTo>
                  <a:pt x="114" y="372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33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Freeform 10"/>
          <p:cNvSpPr/>
          <p:nvPr/>
        </p:nvSpPr>
        <p:spPr bwMode="auto">
          <a:xfrm>
            <a:off x="4950824" y="3463103"/>
            <a:ext cx="2306132" cy="1153066"/>
          </a:xfrm>
          <a:custGeom>
            <a:avLst/>
            <a:gdLst>
              <a:gd name="T0" fmla="*/ 632 w 746"/>
              <a:gd name="T1" fmla="*/ 0 h 372"/>
              <a:gd name="T2" fmla="*/ 373 w 746"/>
              <a:gd name="T3" fmla="*/ 258 h 372"/>
              <a:gd name="T4" fmla="*/ 114 w 746"/>
              <a:gd name="T5" fmla="*/ 0 h 372"/>
              <a:gd name="T6" fmla="*/ 0 w 746"/>
              <a:gd name="T7" fmla="*/ 0 h 372"/>
              <a:gd name="T8" fmla="*/ 373 w 746"/>
              <a:gd name="T9" fmla="*/ 372 h 372"/>
              <a:gd name="T10" fmla="*/ 746 w 746"/>
              <a:gd name="T11" fmla="*/ 0 h 372"/>
              <a:gd name="T12" fmla="*/ 632 w 746"/>
              <a:gd name="T13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6" h="372">
                <a:moveTo>
                  <a:pt x="632" y="0"/>
                </a:moveTo>
                <a:cubicBezTo>
                  <a:pt x="631" y="142"/>
                  <a:pt x="515" y="258"/>
                  <a:pt x="373" y="258"/>
                </a:cubicBezTo>
                <a:cubicBezTo>
                  <a:pt x="231" y="258"/>
                  <a:pt x="115" y="142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206"/>
                  <a:pt x="167" y="372"/>
                  <a:pt x="373" y="372"/>
                </a:cubicBezTo>
                <a:cubicBezTo>
                  <a:pt x="579" y="372"/>
                  <a:pt x="745" y="206"/>
                  <a:pt x="746" y="0"/>
                </a:cubicBezTo>
                <a:lnTo>
                  <a:pt x="632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33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Freeform 12"/>
          <p:cNvSpPr/>
          <p:nvPr/>
        </p:nvSpPr>
        <p:spPr bwMode="auto">
          <a:xfrm>
            <a:off x="6903549" y="2302550"/>
            <a:ext cx="2306132" cy="1153066"/>
          </a:xfrm>
          <a:custGeom>
            <a:avLst/>
            <a:gdLst>
              <a:gd name="T0" fmla="*/ 114 w 746"/>
              <a:gd name="T1" fmla="*/ 372 h 372"/>
              <a:gd name="T2" fmla="*/ 373 w 746"/>
              <a:gd name="T3" fmla="*/ 114 h 372"/>
              <a:gd name="T4" fmla="*/ 631 w 746"/>
              <a:gd name="T5" fmla="*/ 372 h 372"/>
              <a:gd name="T6" fmla="*/ 746 w 746"/>
              <a:gd name="T7" fmla="*/ 372 h 372"/>
              <a:gd name="T8" fmla="*/ 373 w 746"/>
              <a:gd name="T9" fmla="*/ 0 h 372"/>
              <a:gd name="T10" fmla="*/ 0 w 746"/>
              <a:gd name="T11" fmla="*/ 372 h 372"/>
              <a:gd name="T12" fmla="*/ 114 w 746"/>
              <a:gd name="T13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6" h="372">
                <a:moveTo>
                  <a:pt x="114" y="372"/>
                </a:moveTo>
                <a:cubicBezTo>
                  <a:pt x="115" y="230"/>
                  <a:pt x="230" y="114"/>
                  <a:pt x="373" y="114"/>
                </a:cubicBezTo>
                <a:cubicBezTo>
                  <a:pt x="515" y="114"/>
                  <a:pt x="631" y="230"/>
                  <a:pt x="631" y="372"/>
                </a:cubicBezTo>
                <a:cubicBezTo>
                  <a:pt x="746" y="372"/>
                  <a:pt x="746" y="372"/>
                  <a:pt x="746" y="372"/>
                </a:cubicBezTo>
                <a:cubicBezTo>
                  <a:pt x="745" y="166"/>
                  <a:pt x="578" y="0"/>
                  <a:pt x="373" y="0"/>
                </a:cubicBezTo>
                <a:cubicBezTo>
                  <a:pt x="167" y="0"/>
                  <a:pt x="0" y="166"/>
                  <a:pt x="0" y="372"/>
                </a:cubicBezTo>
                <a:lnTo>
                  <a:pt x="114" y="372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33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8854778" y="3463103"/>
            <a:ext cx="2304635" cy="1153066"/>
          </a:xfrm>
          <a:custGeom>
            <a:avLst/>
            <a:gdLst>
              <a:gd name="T0" fmla="*/ 632 w 746"/>
              <a:gd name="T1" fmla="*/ 0 h 372"/>
              <a:gd name="T2" fmla="*/ 373 w 746"/>
              <a:gd name="T3" fmla="*/ 258 h 372"/>
              <a:gd name="T4" fmla="*/ 115 w 746"/>
              <a:gd name="T5" fmla="*/ 0 h 372"/>
              <a:gd name="T6" fmla="*/ 0 w 746"/>
              <a:gd name="T7" fmla="*/ 0 h 372"/>
              <a:gd name="T8" fmla="*/ 373 w 746"/>
              <a:gd name="T9" fmla="*/ 372 h 372"/>
              <a:gd name="T10" fmla="*/ 746 w 746"/>
              <a:gd name="T11" fmla="*/ 0 h 372"/>
              <a:gd name="T12" fmla="*/ 632 w 746"/>
              <a:gd name="T13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6" h="372">
                <a:moveTo>
                  <a:pt x="632" y="0"/>
                </a:moveTo>
                <a:cubicBezTo>
                  <a:pt x="631" y="142"/>
                  <a:pt x="515" y="258"/>
                  <a:pt x="373" y="258"/>
                </a:cubicBezTo>
                <a:cubicBezTo>
                  <a:pt x="231" y="258"/>
                  <a:pt x="115" y="142"/>
                  <a:pt x="115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206"/>
                  <a:pt x="168" y="372"/>
                  <a:pt x="373" y="372"/>
                </a:cubicBezTo>
                <a:cubicBezTo>
                  <a:pt x="579" y="372"/>
                  <a:pt x="746" y="206"/>
                  <a:pt x="746" y="0"/>
                </a:cubicBezTo>
                <a:lnTo>
                  <a:pt x="632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33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Content Placeholder 19"/>
          <p:cNvSpPr txBox="1"/>
          <p:nvPr/>
        </p:nvSpPr>
        <p:spPr>
          <a:xfrm>
            <a:off x="1175994" y="5146071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Content Placeholder 19"/>
          <p:cNvSpPr txBox="1"/>
          <p:nvPr/>
        </p:nvSpPr>
        <p:spPr>
          <a:xfrm>
            <a:off x="3074246" y="5146071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Content Placeholder 19"/>
          <p:cNvSpPr txBox="1"/>
          <p:nvPr/>
        </p:nvSpPr>
        <p:spPr>
          <a:xfrm>
            <a:off x="6994653" y="5146071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Content Placeholder 19"/>
          <p:cNvSpPr txBox="1"/>
          <p:nvPr/>
        </p:nvSpPr>
        <p:spPr>
          <a:xfrm>
            <a:off x="9045671" y="5146071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17406" y="4864343"/>
            <a:ext cx="546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Brief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39327" y="4864343"/>
            <a:ext cx="8996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Research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97030" y="4864343"/>
            <a:ext cx="1225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Development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14760" y="4864343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Approval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Content Placeholder 19"/>
          <p:cNvSpPr txBox="1"/>
          <p:nvPr/>
        </p:nvSpPr>
        <p:spPr>
          <a:xfrm>
            <a:off x="5118217" y="5146071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72266" y="4864343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Design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938193" y="3124401"/>
            <a:ext cx="558800" cy="546100"/>
            <a:chOff x="4913313" y="1749426"/>
            <a:chExt cx="558800" cy="546100"/>
          </a:xfrm>
          <a:solidFill>
            <a:schemeClr val="accent1"/>
          </a:solidFill>
        </p:grpSpPr>
        <p:sp>
          <p:nvSpPr>
            <p:cNvPr id="20" name="Freeform 80"/>
            <p:cNvSpPr/>
            <p:nvPr/>
          </p:nvSpPr>
          <p:spPr bwMode="auto">
            <a:xfrm>
              <a:off x="4913313" y="1795463"/>
              <a:ext cx="463550" cy="500063"/>
            </a:xfrm>
            <a:custGeom>
              <a:avLst/>
              <a:gdLst>
                <a:gd name="T0" fmla="*/ 200 w 208"/>
                <a:gd name="T1" fmla="*/ 224 h 224"/>
                <a:gd name="T2" fmla="*/ 8 w 208"/>
                <a:gd name="T3" fmla="*/ 224 h 224"/>
                <a:gd name="T4" fmla="*/ 0 w 208"/>
                <a:gd name="T5" fmla="*/ 216 h 224"/>
                <a:gd name="T6" fmla="*/ 0 w 208"/>
                <a:gd name="T7" fmla="*/ 8 h 224"/>
                <a:gd name="T8" fmla="*/ 8 w 208"/>
                <a:gd name="T9" fmla="*/ 0 h 224"/>
                <a:gd name="T10" fmla="*/ 169 w 208"/>
                <a:gd name="T11" fmla="*/ 0 h 224"/>
                <a:gd name="T12" fmla="*/ 177 w 208"/>
                <a:gd name="T13" fmla="*/ 8 h 224"/>
                <a:gd name="T14" fmla="*/ 169 w 208"/>
                <a:gd name="T15" fmla="*/ 16 h 224"/>
                <a:gd name="T16" fmla="*/ 16 w 208"/>
                <a:gd name="T17" fmla="*/ 16 h 224"/>
                <a:gd name="T18" fmla="*/ 16 w 208"/>
                <a:gd name="T19" fmla="*/ 208 h 224"/>
                <a:gd name="T20" fmla="*/ 192 w 208"/>
                <a:gd name="T21" fmla="*/ 208 h 224"/>
                <a:gd name="T22" fmla="*/ 192 w 208"/>
                <a:gd name="T23" fmla="*/ 90 h 224"/>
                <a:gd name="T24" fmla="*/ 200 w 208"/>
                <a:gd name="T25" fmla="*/ 82 h 224"/>
                <a:gd name="T26" fmla="*/ 208 w 208"/>
                <a:gd name="T27" fmla="*/ 90 h 224"/>
                <a:gd name="T28" fmla="*/ 208 w 208"/>
                <a:gd name="T29" fmla="*/ 216 h 224"/>
                <a:gd name="T30" fmla="*/ 200 w 208"/>
                <a:gd name="T31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8" h="224">
                  <a:moveTo>
                    <a:pt x="200" y="224"/>
                  </a:moveTo>
                  <a:cubicBezTo>
                    <a:pt x="8" y="224"/>
                    <a:pt x="8" y="224"/>
                    <a:pt x="8" y="224"/>
                  </a:cubicBezTo>
                  <a:cubicBezTo>
                    <a:pt x="4" y="224"/>
                    <a:pt x="0" y="220"/>
                    <a:pt x="0" y="21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74" y="0"/>
                    <a:pt x="177" y="4"/>
                    <a:pt x="177" y="8"/>
                  </a:cubicBezTo>
                  <a:cubicBezTo>
                    <a:pt x="177" y="12"/>
                    <a:pt x="174" y="16"/>
                    <a:pt x="169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208"/>
                    <a:pt x="16" y="208"/>
                    <a:pt x="16" y="208"/>
                  </a:cubicBezTo>
                  <a:cubicBezTo>
                    <a:pt x="192" y="208"/>
                    <a:pt x="192" y="208"/>
                    <a:pt x="192" y="208"/>
                  </a:cubicBezTo>
                  <a:cubicBezTo>
                    <a:pt x="192" y="90"/>
                    <a:pt x="192" y="90"/>
                    <a:pt x="192" y="90"/>
                  </a:cubicBezTo>
                  <a:cubicBezTo>
                    <a:pt x="192" y="85"/>
                    <a:pt x="196" y="82"/>
                    <a:pt x="200" y="82"/>
                  </a:cubicBezTo>
                  <a:cubicBezTo>
                    <a:pt x="204" y="82"/>
                    <a:pt x="208" y="85"/>
                    <a:pt x="208" y="90"/>
                  </a:cubicBezTo>
                  <a:cubicBezTo>
                    <a:pt x="208" y="216"/>
                    <a:pt x="208" y="216"/>
                    <a:pt x="208" y="216"/>
                  </a:cubicBezTo>
                  <a:cubicBezTo>
                    <a:pt x="208" y="220"/>
                    <a:pt x="204" y="224"/>
                    <a:pt x="200" y="2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1" name="Freeform 81"/>
            <p:cNvSpPr>
              <a:spLocks noEditPoints="1"/>
            </p:cNvSpPr>
            <p:nvPr/>
          </p:nvSpPr>
          <p:spPr bwMode="auto">
            <a:xfrm>
              <a:off x="5114925" y="1749426"/>
              <a:ext cx="357188" cy="354013"/>
            </a:xfrm>
            <a:custGeom>
              <a:avLst/>
              <a:gdLst>
                <a:gd name="T0" fmla="*/ 6 w 160"/>
                <a:gd name="T1" fmla="*/ 159 h 159"/>
                <a:gd name="T2" fmla="*/ 2 w 160"/>
                <a:gd name="T3" fmla="*/ 157 h 159"/>
                <a:gd name="T4" fmla="*/ 1 w 160"/>
                <a:gd name="T5" fmla="*/ 151 h 159"/>
                <a:gd name="T6" fmla="*/ 14 w 160"/>
                <a:gd name="T7" fmla="*/ 118 h 159"/>
                <a:gd name="T8" fmla="*/ 16 w 160"/>
                <a:gd name="T9" fmla="*/ 116 h 159"/>
                <a:gd name="T10" fmla="*/ 127 w 160"/>
                <a:gd name="T11" fmla="*/ 5 h 159"/>
                <a:gd name="T12" fmla="*/ 139 w 160"/>
                <a:gd name="T13" fmla="*/ 0 h 159"/>
                <a:gd name="T14" fmla="*/ 158 w 160"/>
                <a:gd name="T15" fmla="*/ 13 h 159"/>
                <a:gd name="T16" fmla="*/ 154 w 160"/>
                <a:gd name="T17" fmla="*/ 32 h 159"/>
                <a:gd name="T18" fmla="*/ 43 w 160"/>
                <a:gd name="T19" fmla="*/ 143 h 159"/>
                <a:gd name="T20" fmla="*/ 41 w 160"/>
                <a:gd name="T21" fmla="*/ 145 h 159"/>
                <a:gd name="T22" fmla="*/ 8 w 160"/>
                <a:gd name="T23" fmla="*/ 159 h 159"/>
                <a:gd name="T24" fmla="*/ 6 w 160"/>
                <a:gd name="T25" fmla="*/ 159 h 159"/>
                <a:gd name="T26" fmla="*/ 25 w 160"/>
                <a:gd name="T27" fmla="*/ 124 h 159"/>
                <a:gd name="T28" fmla="*/ 18 w 160"/>
                <a:gd name="T29" fmla="*/ 142 h 159"/>
                <a:gd name="T30" fmla="*/ 35 w 160"/>
                <a:gd name="T31" fmla="*/ 134 h 159"/>
                <a:gd name="T32" fmla="*/ 145 w 160"/>
                <a:gd name="T33" fmla="*/ 24 h 159"/>
                <a:gd name="T34" fmla="*/ 146 w 160"/>
                <a:gd name="T35" fmla="*/ 18 h 159"/>
                <a:gd name="T36" fmla="*/ 139 w 160"/>
                <a:gd name="T37" fmla="*/ 12 h 159"/>
                <a:gd name="T38" fmla="*/ 135 w 160"/>
                <a:gd name="T39" fmla="*/ 14 h 159"/>
                <a:gd name="T40" fmla="*/ 25 w 160"/>
                <a:gd name="T41" fmla="*/ 124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0" h="159">
                  <a:moveTo>
                    <a:pt x="6" y="159"/>
                  </a:moveTo>
                  <a:cubicBezTo>
                    <a:pt x="5" y="159"/>
                    <a:pt x="3" y="158"/>
                    <a:pt x="2" y="157"/>
                  </a:cubicBezTo>
                  <a:cubicBezTo>
                    <a:pt x="0" y="156"/>
                    <a:pt x="0" y="153"/>
                    <a:pt x="1" y="151"/>
                  </a:cubicBezTo>
                  <a:cubicBezTo>
                    <a:pt x="14" y="118"/>
                    <a:pt x="14" y="118"/>
                    <a:pt x="14" y="118"/>
                  </a:cubicBezTo>
                  <a:cubicBezTo>
                    <a:pt x="15" y="118"/>
                    <a:pt x="15" y="117"/>
                    <a:pt x="16" y="116"/>
                  </a:cubicBezTo>
                  <a:cubicBezTo>
                    <a:pt x="127" y="5"/>
                    <a:pt x="127" y="5"/>
                    <a:pt x="127" y="5"/>
                  </a:cubicBezTo>
                  <a:cubicBezTo>
                    <a:pt x="130" y="2"/>
                    <a:pt x="134" y="0"/>
                    <a:pt x="139" y="0"/>
                  </a:cubicBezTo>
                  <a:cubicBezTo>
                    <a:pt x="147" y="0"/>
                    <a:pt x="154" y="6"/>
                    <a:pt x="158" y="13"/>
                  </a:cubicBezTo>
                  <a:cubicBezTo>
                    <a:pt x="160" y="20"/>
                    <a:pt x="159" y="27"/>
                    <a:pt x="154" y="32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2" y="144"/>
                    <a:pt x="42" y="144"/>
                    <a:pt x="41" y="145"/>
                  </a:cubicBezTo>
                  <a:cubicBezTo>
                    <a:pt x="8" y="159"/>
                    <a:pt x="8" y="159"/>
                    <a:pt x="8" y="159"/>
                  </a:cubicBezTo>
                  <a:cubicBezTo>
                    <a:pt x="8" y="159"/>
                    <a:pt x="7" y="159"/>
                    <a:pt x="6" y="159"/>
                  </a:cubicBezTo>
                  <a:close/>
                  <a:moveTo>
                    <a:pt x="25" y="124"/>
                  </a:moveTo>
                  <a:cubicBezTo>
                    <a:pt x="18" y="142"/>
                    <a:pt x="18" y="142"/>
                    <a:pt x="18" y="142"/>
                  </a:cubicBezTo>
                  <a:cubicBezTo>
                    <a:pt x="35" y="134"/>
                    <a:pt x="35" y="134"/>
                    <a:pt x="35" y="134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6" y="23"/>
                    <a:pt x="148" y="21"/>
                    <a:pt x="146" y="18"/>
                  </a:cubicBezTo>
                  <a:cubicBezTo>
                    <a:pt x="145" y="15"/>
                    <a:pt x="142" y="12"/>
                    <a:pt x="139" y="12"/>
                  </a:cubicBezTo>
                  <a:cubicBezTo>
                    <a:pt x="138" y="12"/>
                    <a:pt x="136" y="13"/>
                    <a:pt x="135" y="14"/>
                  </a:cubicBezTo>
                  <a:lnTo>
                    <a:pt x="25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2" name="Freeform 82"/>
            <p:cNvSpPr/>
            <p:nvPr/>
          </p:nvSpPr>
          <p:spPr bwMode="auto">
            <a:xfrm>
              <a:off x="5367338" y="1790701"/>
              <a:ext cx="60325" cy="60325"/>
            </a:xfrm>
            <a:custGeom>
              <a:avLst/>
              <a:gdLst>
                <a:gd name="T0" fmla="*/ 27 w 38"/>
                <a:gd name="T1" fmla="*/ 38 h 38"/>
                <a:gd name="T2" fmla="*/ 0 w 38"/>
                <a:gd name="T3" fmla="*/ 13 h 38"/>
                <a:gd name="T4" fmla="*/ 12 w 38"/>
                <a:gd name="T5" fmla="*/ 0 h 38"/>
                <a:gd name="T6" fmla="*/ 38 w 38"/>
                <a:gd name="T7" fmla="*/ 27 h 38"/>
                <a:gd name="T8" fmla="*/ 27 w 38"/>
                <a:gd name="T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27" y="38"/>
                  </a:moveTo>
                  <a:lnTo>
                    <a:pt x="0" y="13"/>
                  </a:lnTo>
                  <a:lnTo>
                    <a:pt x="12" y="0"/>
                  </a:lnTo>
                  <a:lnTo>
                    <a:pt x="38" y="27"/>
                  </a:lnTo>
                  <a:lnTo>
                    <a:pt x="27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827785" y="3084231"/>
            <a:ext cx="657220" cy="650901"/>
            <a:chOff x="6389688" y="4192588"/>
            <a:chExt cx="495300" cy="490538"/>
          </a:xfrm>
          <a:solidFill>
            <a:schemeClr val="accent2"/>
          </a:solidFill>
        </p:grpSpPr>
        <p:sp>
          <p:nvSpPr>
            <p:cNvPr id="24" name="Freeform 86"/>
            <p:cNvSpPr>
              <a:spLocks noEditPoints="1"/>
            </p:cNvSpPr>
            <p:nvPr/>
          </p:nvSpPr>
          <p:spPr bwMode="auto">
            <a:xfrm>
              <a:off x="6389688" y="4238626"/>
              <a:ext cx="452438" cy="444500"/>
            </a:xfrm>
            <a:custGeom>
              <a:avLst/>
              <a:gdLst>
                <a:gd name="T0" fmla="*/ 84 w 118"/>
                <a:gd name="T1" fmla="*/ 3 h 116"/>
                <a:gd name="T2" fmla="*/ 77 w 118"/>
                <a:gd name="T3" fmla="*/ 0 h 116"/>
                <a:gd name="T4" fmla="*/ 70 w 118"/>
                <a:gd name="T5" fmla="*/ 3 h 116"/>
                <a:gd name="T6" fmla="*/ 64 w 118"/>
                <a:gd name="T7" fmla="*/ 9 h 116"/>
                <a:gd name="T8" fmla="*/ 61 w 118"/>
                <a:gd name="T9" fmla="*/ 16 h 116"/>
                <a:gd name="T10" fmla="*/ 62 w 118"/>
                <a:gd name="T11" fmla="*/ 21 h 116"/>
                <a:gd name="T12" fmla="*/ 8 w 118"/>
                <a:gd name="T13" fmla="*/ 43 h 116"/>
                <a:gd name="T14" fmla="*/ 1 w 118"/>
                <a:gd name="T15" fmla="*/ 51 h 116"/>
                <a:gd name="T16" fmla="*/ 5 w 118"/>
                <a:gd name="T17" fmla="*/ 62 h 116"/>
                <a:gd name="T18" fmla="*/ 55 w 118"/>
                <a:gd name="T19" fmla="*/ 112 h 116"/>
                <a:gd name="T20" fmla="*/ 64 w 118"/>
                <a:gd name="T21" fmla="*/ 116 h 116"/>
                <a:gd name="T22" fmla="*/ 64 w 118"/>
                <a:gd name="T23" fmla="*/ 116 h 116"/>
                <a:gd name="T24" fmla="*/ 66 w 118"/>
                <a:gd name="T25" fmla="*/ 116 h 116"/>
                <a:gd name="T26" fmla="*/ 75 w 118"/>
                <a:gd name="T27" fmla="*/ 108 h 116"/>
                <a:gd name="T28" fmla="*/ 96 w 118"/>
                <a:gd name="T29" fmla="*/ 55 h 116"/>
                <a:gd name="T30" fmla="*/ 102 w 118"/>
                <a:gd name="T31" fmla="*/ 57 h 116"/>
                <a:gd name="T32" fmla="*/ 109 w 118"/>
                <a:gd name="T33" fmla="*/ 54 h 116"/>
                <a:gd name="T34" fmla="*/ 115 w 118"/>
                <a:gd name="T35" fmla="*/ 48 h 116"/>
                <a:gd name="T36" fmla="*/ 118 w 118"/>
                <a:gd name="T37" fmla="*/ 41 h 116"/>
                <a:gd name="T38" fmla="*/ 115 w 118"/>
                <a:gd name="T39" fmla="*/ 34 h 116"/>
                <a:gd name="T40" fmla="*/ 84 w 118"/>
                <a:gd name="T41" fmla="*/ 3 h 116"/>
                <a:gd name="T42" fmla="*/ 68 w 118"/>
                <a:gd name="T43" fmla="*/ 105 h 116"/>
                <a:gd name="T44" fmla="*/ 65 w 118"/>
                <a:gd name="T45" fmla="*/ 108 h 116"/>
                <a:gd name="T46" fmla="*/ 64 w 118"/>
                <a:gd name="T47" fmla="*/ 108 h 116"/>
                <a:gd name="T48" fmla="*/ 61 w 118"/>
                <a:gd name="T49" fmla="*/ 107 h 116"/>
                <a:gd name="T50" fmla="*/ 10 w 118"/>
                <a:gd name="T51" fmla="*/ 56 h 116"/>
                <a:gd name="T52" fmla="*/ 9 w 118"/>
                <a:gd name="T53" fmla="*/ 53 h 116"/>
                <a:gd name="T54" fmla="*/ 11 w 118"/>
                <a:gd name="T55" fmla="*/ 50 h 116"/>
                <a:gd name="T56" fmla="*/ 36 w 118"/>
                <a:gd name="T57" fmla="*/ 40 h 116"/>
                <a:gd name="T58" fmla="*/ 87 w 118"/>
                <a:gd name="T59" fmla="*/ 58 h 116"/>
                <a:gd name="T60" fmla="*/ 68 w 118"/>
                <a:gd name="T61" fmla="*/ 105 h 116"/>
                <a:gd name="T62" fmla="*/ 109 w 118"/>
                <a:gd name="T63" fmla="*/ 42 h 116"/>
                <a:gd name="T64" fmla="*/ 103 w 118"/>
                <a:gd name="T65" fmla="*/ 48 h 116"/>
                <a:gd name="T66" fmla="*/ 100 w 118"/>
                <a:gd name="T67" fmla="*/ 48 h 116"/>
                <a:gd name="T68" fmla="*/ 93 w 118"/>
                <a:gd name="T69" fmla="*/ 41 h 116"/>
                <a:gd name="T70" fmla="*/ 88 w 118"/>
                <a:gd name="T71" fmla="*/ 55 h 116"/>
                <a:gd name="T72" fmla="*/ 88 w 118"/>
                <a:gd name="T73" fmla="*/ 54 h 116"/>
                <a:gd name="T74" fmla="*/ 53 w 118"/>
                <a:gd name="T75" fmla="*/ 39 h 116"/>
                <a:gd name="T76" fmla="*/ 42 w 118"/>
                <a:gd name="T77" fmla="*/ 38 h 116"/>
                <a:gd name="T78" fmla="*/ 76 w 118"/>
                <a:gd name="T79" fmla="*/ 24 h 116"/>
                <a:gd name="T80" fmla="*/ 70 w 118"/>
                <a:gd name="T81" fmla="*/ 17 h 116"/>
                <a:gd name="T82" fmla="*/ 70 w 118"/>
                <a:gd name="T83" fmla="*/ 14 h 116"/>
                <a:gd name="T84" fmla="*/ 75 w 118"/>
                <a:gd name="T85" fmla="*/ 9 h 116"/>
                <a:gd name="T86" fmla="*/ 78 w 118"/>
                <a:gd name="T87" fmla="*/ 9 h 116"/>
                <a:gd name="T88" fmla="*/ 109 w 118"/>
                <a:gd name="T89" fmla="*/ 39 h 116"/>
                <a:gd name="T90" fmla="*/ 109 w 118"/>
                <a:gd name="T91" fmla="*/ 4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6">
                  <a:moveTo>
                    <a:pt x="84" y="3"/>
                  </a:moveTo>
                  <a:cubicBezTo>
                    <a:pt x="82" y="1"/>
                    <a:pt x="79" y="0"/>
                    <a:pt x="77" y="0"/>
                  </a:cubicBezTo>
                  <a:cubicBezTo>
                    <a:pt x="74" y="0"/>
                    <a:pt x="71" y="1"/>
                    <a:pt x="70" y="3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2" y="10"/>
                    <a:pt x="61" y="13"/>
                    <a:pt x="61" y="16"/>
                  </a:cubicBezTo>
                  <a:cubicBezTo>
                    <a:pt x="61" y="18"/>
                    <a:pt x="62" y="19"/>
                    <a:pt x="62" y="21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5" y="44"/>
                    <a:pt x="2" y="48"/>
                    <a:pt x="1" y="51"/>
                  </a:cubicBezTo>
                  <a:cubicBezTo>
                    <a:pt x="0" y="55"/>
                    <a:pt x="2" y="59"/>
                    <a:pt x="5" y="62"/>
                  </a:cubicBezTo>
                  <a:cubicBezTo>
                    <a:pt x="55" y="112"/>
                    <a:pt x="55" y="112"/>
                    <a:pt x="55" y="112"/>
                  </a:cubicBezTo>
                  <a:cubicBezTo>
                    <a:pt x="58" y="115"/>
                    <a:pt x="61" y="116"/>
                    <a:pt x="64" y="116"/>
                  </a:cubicBezTo>
                  <a:cubicBezTo>
                    <a:pt x="64" y="116"/>
                    <a:pt x="64" y="116"/>
                    <a:pt x="64" y="116"/>
                  </a:cubicBezTo>
                  <a:cubicBezTo>
                    <a:pt x="65" y="116"/>
                    <a:pt x="66" y="116"/>
                    <a:pt x="66" y="116"/>
                  </a:cubicBezTo>
                  <a:cubicBezTo>
                    <a:pt x="70" y="115"/>
                    <a:pt x="74" y="112"/>
                    <a:pt x="75" y="108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8" y="56"/>
                    <a:pt x="100" y="57"/>
                    <a:pt x="102" y="57"/>
                  </a:cubicBezTo>
                  <a:cubicBezTo>
                    <a:pt x="105" y="57"/>
                    <a:pt x="107" y="56"/>
                    <a:pt x="109" y="54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7" y="46"/>
                    <a:pt x="118" y="44"/>
                    <a:pt x="118" y="41"/>
                  </a:cubicBezTo>
                  <a:cubicBezTo>
                    <a:pt x="118" y="38"/>
                    <a:pt x="117" y="36"/>
                    <a:pt x="115" y="34"/>
                  </a:cubicBezTo>
                  <a:lnTo>
                    <a:pt x="84" y="3"/>
                  </a:lnTo>
                  <a:close/>
                  <a:moveTo>
                    <a:pt x="68" y="105"/>
                  </a:moveTo>
                  <a:cubicBezTo>
                    <a:pt x="67" y="107"/>
                    <a:pt x="66" y="108"/>
                    <a:pt x="65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3" y="108"/>
                    <a:pt x="62" y="108"/>
                    <a:pt x="61" y="107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9" y="56"/>
                    <a:pt x="9" y="54"/>
                    <a:pt x="9" y="53"/>
                  </a:cubicBezTo>
                  <a:cubicBezTo>
                    <a:pt x="9" y="52"/>
                    <a:pt x="10" y="51"/>
                    <a:pt x="11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53" y="46"/>
                    <a:pt x="70" y="40"/>
                    <a:pt x="87" y="58"/>
                  </a:cubicBezTo>
                  <a:lnTo>
                    <a:pt x="68" y="105"/>
                  </a:lnTo>
                  <a:close/>
                  <a:moveTo>
                    <a:pt x="109" y="42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3" y="49"/>
                    <a:pt x="101" y="49"/>
                    <a:pt x="100" y="48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76" y="42"/>
                    <a:pt x="64" y="41"/>
                    <a:pt x="53" y="39"/>
                  </a:cubicBezTo>
                  <a:cubicBezTo>
                    <a:pt x="49" y="39"/>
                    <a:pt x="46" y="38"/>
                    <a:pt x="42" y="38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9" y="16"/>
                    <a:pt x="69" y="15"/>
                    <a:pt x="70" y="14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76" y="8"/>
                    <a:pt x="77" y="8"/>
                    <a:pt x="78" y="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0" y="40"/>
                    <a:pt x="110" y="42"/>
                    <a:pt x="109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5" name="Freeform 87"/>
            <p:cNvSpPr>
              <a:spLocks noEditPoints="1"/>
            </p:cNvSpPr>
            <p:nvPr/>
          </p:nvSpPr>
          <p:spPr bwMode="auto">
            <a:xfrm>
              <a:off x="6608763" y="4438651"/>
              <a:ext cx="76200" cy="76200"/>
            </a:xfrm>
            <a:custGeom>
              <a:avLst/>
              <a:gdLst>
                <a:gd name="T0" fmla="*/ 10 w 20"/>
                <a:gd name="T1" fmla="*/ 20 h 20"/>
                <a:gd name="T2" fmla="*/ 20 w 20"/>
                <a:gd name="T3" fmla="*/ 10 h 20"/>
                <a:gd name="T4" fmla="*/ 10 w 20"/>
                <a:gd name="T5" fmla="*/ 0 h 20"/>
                <a:gd name="T6" fmla="*/ 0 w 20"/>
                <a:gd name="T7" fmla="*/ 10 h 20"/>
                <a:gd name="T8" fmla="*/ 10 w 20"/>
                <a:gd name="T9" fmla="*/ 20 h 20"/>
                <a:gd name="T10" fmla="*/ 10 w 20"/>
                <a:gd name="T11" fmla="*/ 4 h 20"/>
                <a:gd name="T12" fmla="*/ 16 w 20"/>
                <a:gd name="T13" fmla="*/ 10 h 20"/>
                <a:gd name="T14" fmla="*/ 10 w 20"/>
                <a:gd name="T15" fmla="*/ 16 h 20"/>
                <a:gd name="T16" fmla="*/ 4 w 20"/>
                <a:gd name="T17" fmla="*/ 10 h 20"/>
                <a:gd name="T18" fmla="*/ 10 w 20"/>
                <a:gd name="T19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6" name="Freeform 88"/>
            <p:cNvSpPr>
              <a:spLocks noEditPoints="1"/>
            </p:cNvSpPr>
            <p:nvPr/>
          </p:nvSpPr>
          <p:spPr bwMode="auto">
            <a:xfrm>
              <a:off x="6808788" y="4192588"/>
              <a:ext cx="76200" cy="76200"/>
            </a:xfrm>
            <a:custGeom>
              <a:avLst/>
              <a:gdLst>
                <a:gd name="T0" fmla="*/ 10 w 20"/>
                <a:gd name="T1" fmla="*/ 0 h 20"/>
                <a:gd name="T2" fmla="*/ 0 w 20"/>
                <a:gd name="T3" fmla="*/ 10 h 20"/>
                <a:gd name="T4" fmla="*/ 10 w 20"/>
                <a:gd name="T5" fmla="*/ 20 h 20"/>
                <a:gd name="T6" fmla="*/ 20 w 20"/>
                <a:gd name="T7" fmla="*/ 10 h 20"/>
                <a:gd name="T8" fmla="*/ 10 w 20"/>
                <a:gd name="T9" fmla="*/ 0 h 20"/>
                <a:gd name="T10" fmla="*/ 10 w 20"/>
                <a:gd name="T11" fmla="*/ 16 h 20"/>
                <a:gd name="T12" fmla="*/ 4 w 20"/>
                <a:gd name="T13" fmla="*/ 10 h 20"/>
                <a:gd name="T14" fmla="*/ 10 w 20"/>
                <a:gd name="T15" fmla="*/ 4 h 20"/>
                <a:gd name="T16" fmla="*/ 16 w 20"/>
                <a:gd name="T17" fmla="*/ 10 h 20"/>
                <a:gd name="T18" fmla="*/ 10 w 20"/>
                <a:gd name="T1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0"/>
                  </a:move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  <a:moveTo>
                    <a:pt x="10" y="16"/>
                  </a:move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" name="Freeform 89"/>
            <p:cNvSpPr>
              <a:spLocks noEditPoints="1"/>
            </p:cNvSpPr>
            <p:nvPr/>
          </p:nvSpPr>
          <p:spPr bwMode="auto">
            <a:xfrm>
              <a:off x="6516688" y="4422776"/>
              <a:ext cx="61913" cy="61913"/>
            </a:xfrm>
            <a:custGeom>
              <a:avLst/>
              <a:gdLst>
                <a:gd name="T0" fmla="*/ 0 w 16"/>
                <a:gd name="T1" fmla="*/ 8 h 16"/>
                <a:gd name="T2" fmla="*/ 8 w 16"/>
                <a:gd name="T3" fmla="*/ 16 h 16"/>
                <a:gd name="T4" fmla="*/ 16 w 16"/>
                <a:gd name="T5" fmla="*/ 8 h 16"/>
                <a:gd name="T6" fmla="*/ 8 w 16"/>
                <a:gd name="T7" fmla="*/ 0 h 16"/>
                <a:gd name="T8" fmla="*/ 0 w 16"/>
                <a:gd name="T9" fmla="*/ 8 h 16"/>
                <a:gd name="T10" fmla="*/ 8 w 16"/>
                <a:gd name="T11" fmla="*/ 4 h 16"/>
                <a:gd name="T12" fmla="*/ 12 w 16"/>
                <a:gd name="T13" fmla="*/ 8 h 16"/>
                <a:gd name="T14" fmla="*/ 8 w 16"/>
                <a:gd name="T15" fmla="*/ 12 h 16"/>
                <a:gd name="T16" fmla="*/ 4 w 16"/>
                <a:gd name="T17" fmla="*/ 8 h 16"/>
                <a:gd name="T18" fmla="*/ 8 w 16"/>
                <a:gd name="T19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6">
                  <a:moveTo>
                    <a:pt x="0" y="8"/>
                  </a:moveTo>
                  <a:cubicBezTo>
                    <a:pt x="0" y="12"/>
                    <a:pt x="4" y="16"/>
                    <a:pt x="8" y="16"/>
                  </a:cubicBezTo>
                  <a:cubicBezTo>
                    <a:pt x="12" y="16"/>
                    <a:pt x="16" y="12"/>
                    <a:pt x="16" y="8"/>
                  </a:cubicBezTo>
                  <a:cubicBezTo>
                    <a:pt x="16" y="4"/>
                    <a:pt x="12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lose/>
                  <a:moveTo>
                    <a:pt x="8" y="4"/>
                  </a:moveTo>
                  <a:cubicBezTo>
                    <a:pt x="10" y="4"/>
                    <a:pt x="12" y="6"/>
                    <a:pt x="12" y="8"/>
                  </a:cubicBez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4" y="10"/>
                    <a:pt x="4" y="8"/>
                  </a:cubicBezTo>
                  <a:cubicBezTo>
                    <a:pt x="4" y="6"/>
                    <a:pt x="6" y="4"/>
                    <a:pt x="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8" name="Oval 90"/>
            <p:cNvSpPr>
              <a:spLocks noChangeArrowheads="1"/>
            </p:cNvSpPr>
            <p:nvPr/>
          </p:nvSpPr>
          <p:spPr bwMode="auto">
            <a:xfrm>
              <a:off x="6578601" y="4530726"/>
              <a:ext cx="30163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9" name="Oval 91"/>
            <p:cNvSpPr>
              <a:spLocks noChangeArrowheads="1"/>
            </p:cNvSpPr>
            <p:nvPr/>
          </p:nvSpPr>
          <p:spPr bwMode="auto">
            <a:xfrm>
              <a:off x="6823076" y="4300538"/>
              <a:ext cx="31750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 rot="21036247">
            <a:off x="7641748" y="3194168"/>
            <a:ext cx="772901" cy="490011"/>
            <a:chOff x="7726363" y="1603045"/>
            <a:chExt cx="876914" cy="555955"/>
          </a:xfrm>
          <a:solidFill>
            <a:schemeClr val="accent4"/>
          </a:solidFill>
        </p:grpSpPr>
        <p:grpSp>
          <p:nvGrpSpPr>
            <p:cNvPr id="31" name="Group 30"/>
            <p:cNvGrpSpPr/>
            <p:nvPr/>
          </p:nvGrpSpPr>
          <p:grpSpPr>
            <a:xfrm>
              <a:off x="7726363" y="1666875"/>
              <a:ext cx="492125" cy="492125"/>
              <a:chOff x="7726363" y="1666875"/>
              <a:chExt cx="492125" cy="492125"/>
            </a:xfrm>
            <a:grpFill/>
          </p:grpSpPr>
          <p:sp>
            <p:nvSpPr>
              <p:cNvPr id="36" name="Freeform 10"/>
              <p:cNvSpPr>
                <a:spLocks noEditPoints="1"/>
              </p:cNvSpPr>
              <p:nvPr/>
            </p:nvSpPr>
            <p:spPr bwMode="auto">
              <a:xfrm>
                <a:off x="7726363" y="1666875"/>
                <a:ext cx="492125" cy="492125"/>
              </a:xfrm>
              <a:custGeom>
                <a:avLst/>
                <a:gdLst>
                  <a:gd name="T0" fmla="*/ 109 w 128"/>
                  <a:gd name="T1" fmla="*/ 48 h 128"/>
                  <a:gd name="T2" fmla="*/ 114 w 128"/>
                  <a:gd name="T3" fmla="*/ 33 h 128"/>
                  <a:gd name="T4" fmla="*/ 105 w 128"/>
                  <a:gd name="T5" fmla="*/ 15 h 128"/>
                  <a:gd name="T6" fmla="*/ 95 w 128"/>
                  <a:gd name="T7" fmla="*/ 14 h 128"/>
                  <a:gd name="T8" fmla="*/ 80 w 128"/>
                  <a:gd name="T9" fmla="*/ 19 h 128"/>
                  <a:gd name="T10" fmla="*/ 69 w 128"/>
                  <a:gd name="T11" fmla="*/ 0 h 128"/>
                  <a:gd name="T12" fmla="*/ 51 w 128"/>
                  <a:gd name="T13" fmla="*/ 6 h 128"/>
                  <a:gd name="T14" fmla="*/ 43 w 128"/>
                  <a:gd name="T15" fmla="*/ 21 h 128"/>
                  <a:gd name="T16" fmla="*/ 28 w 128"/>
                  <a:gd name="T17" fmla="*/ 13 h 128"/>
                  <a:gd name="T18" fmla="*/ 15 w 128"/>
                  <a:gd name="T19" fmla="*/ 23 h 128"/>
                  <a:gd name="T20" fmla="*/ 21 w 128"/>
                  <a:gd name="T21" fmla="*/ 43 h 128"/>
                  <a:gd name="T22" fmla="*/ 6 w 128"/>
                  <a:gd name="T23" fmla="*/ 51 h 128"/>
                  <a:gd name="T24" fmla="*/ 0 w 128"/>
                  <a:gd name="T25" fmla="*/ 69 h 128"/>
                  <a:gd name="T26" fmla="*/ 19 w 128"/>
                  <a:gd name="T27" fmla="*/ 80 h 128"/>
                  <a:gd name="T28" fmla="*/ 14 w 128"/>
                  <a:gd name="T29" fmla="*/ 95 h 128"/>
                  <a:gd name="T30" fmla="*/ 23 w 128"/>
                  <a:gd name="T31" fmla="*/ 113 h 128"/>
                  <a:gd name="T32" fmla="*/ 33 w 128"/>
                  <a:gd name="T33" fmla="*/ 114 h 128"/>
                  <a:gd name="T34" fmla="*/ 48 w 128"/>
                  <a:gd name="T35" fmla="*/ 109 h 128"/>
                  <a:gd name="T36" fmla="*/ 59 w 128"/>
                  <a:gd name="T37" fmla="*/ 128 h 128"/>
                  <a:gd name="T38" fmla="*/ 77 w 128"/>
                  <a:gd name="T39" fmla="*/ 122 h 128"/>
                  <a:gd name="T40" fmla="*/ 85 w 128"/>
                  <a:gd name="T41" fmla="*/ 107 h 128"/>
                  <a:gd name="T42" fmla="*/ 100 w 128"/>
                  <a:gd name="T43" fmla="*/ 115 h 128"/>
                  <a:gd name="T44" fmla="*/ 113 w 128"/>
                  <a:gd name="T45" fmla="*/ 105 h 128"/>
                  <a:gd name="T46" fmla="*/ 107 w 128"/>
                  <a:gd name="T47" fmla="*/ 85 h 128"/>
                  <a:gd name="T48" fmla="*/ 122 w 128"/>
                  <a:gd name="T49" fmla="*/ 77 h 128"/>
                  <a:gd name="T50" fmla="*/ 128 w 128"/>
                  <a:gd name="T51" fmla="*/ 59 h 128"/>
                  <a:gd name="T52" fmla="*/ 108 w 128"/>
                  <a:gd name="T53" fmla="*/ 72 h 128"/>
                  <a:gd name="T54" fmla="*/ 100 w 128"/>
                  <a:gd name="T55" fmla="*/ 81 h 128"/>
                  <a:gd name="T56" fmla="*/ 107 w 128"/>
                  <a:gd name="T57" fmla="*/ 100 h 128"/>
                  <a:gd name="T58" fmla="*/ 89 w 128"/>
                  <a:gd name="T59" fmla="*/ 101 h 128"/>
                  <a:gd name="T60" fmla="*/ 81 w 128"/>
                  <a:gd name="T61" fmla="*/ 100 h 128"/>
                  <a:gd name="T62" fmla="*/ 72 w 128"/>
                  <a:gd name="T63" fmla="*/ 108 h 128"/>
                  <a:gd name="T64" fmla="*/ 59 w 128"/>
                  <a:gd name="T65" fmla="*/ 120 h 128"/>
                  <a:gd name="T66" fmla="*/ 51 w 128"/>
                  <a:gd name="T67" fmla="*/ 102 h 128"/>
                  <a:gd name="T68" fmla="*/ 43 w 128"/>
                  <a:gd name="T69" fmla="*/ 99 h 128"/>
                  <a:gd name="T70" fmla="*/ 28 w 128"/>
                  <a:gd name="T71" fmla="*/ 107 h 128"/>
                  <a:gd name="T72" fmla="*/ 27 w 128"/>
                  <a:gd name="T73" fmla="*/ 89 h 128"/>
                  <a:gd name="T74" fmla="*/ 26 w 128"/>
                  <a:gd name="T75" fmla="*/ 77 h 128"/>
                  <a:gd name="T76" fmla="*/ 8 w 128"/>
                  <a:gd name="T77" fmla="*/ 69 h 128"/>
                  <a:gd name="T78" fmla="*/ 20 w 128"/>
                  <a:gd name="T79" fmla="*/ 56 h 128"/>
                  <a:gd name="T80" fmla="*/ 28 w 128"/>
                  <a:gd name="T81" fmla="*/ 47 h 128"/>
                  <a:gd name="T82" fmla="*/ 21 w 128"/>
                  <a:gd name="T83" fmla="*/ 28 h 128"/>
                  <a:gd name="T84" fmla="*/ 39 w 128"/>
                  <a:gd name="T85" fmla="*/ 27 h 128"/>
                  <a:gd name="T86" fmla="*/ 47 w 128"/>
                  <a:gd name="T87" fmla="*/ 28 h 128"/>
                  <a:gd name="T88" fmla="*/ 56 w 128"/>
                  <a:gd name="T89" fmla="*/ 20 h 128"/>
                  <a:gd name="T90" fmla="*/ 69 w 128"/>
                  <a:gd name="T91" fmla="*/ 8 h 128"/>
                  <a:gd name="T92" fmla="*/ 77 w 128"/>
                  <a:gd name="T93" fmla="*/ 26 h 128"/>
                  <a:gd name="T94" fmla="*/ 85 w 128"/>
                  <a:gd name="T95" fmla="*/ 29 h 128"/>
                  <a:gd name="T96" fmla="*/ 100 w 128"/>
                  <a:gd name="T97" fmla="*/ 21 h 128"/>
                  <a:gd name="T98" fmla="*/ 101 w 128"/>
                  <a:gd name="T99" fmla="*/ 39 h 128"/>
                  <a:gd name="T100" fmla="*/ 102 w 128"/>
                  <a:gd name="T101" fmla="*/ 51 h 128"/>
                  <a:gd name="T102" fmla="*/ 120 w 128"/>
                  <a:gd name="T103" fmla="*/ 59 h 128"/>
                  <a:gd name="T104" fmla="*/ 108 w 128"/>
                  <a:gd name="T105" fmla="*/ 7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8" h="128">
                    <a:moveTo>
                      <a:pt x="122" y="51"/>
                    </a:moveTo>
                    <a:cubicBezTo>
                      <a:pt x="109" y="48"/>
                      <a:pt x="109" y="48"/>
                      <a:pt x="109" y="48"/>
                    </a:cubicBezTo>
                    <a:cubicBezTo>
                      <a:pt x="109" y="46"/>
                      <a:pt x="108" y="45"/>
                      <a:pt x="107" y="43"/>
                    </a:cubicBezTo>
                    <a:cubicBezTo>
                      <a:pt x="114" y="33"/>
                      <a:pt x="114" y="33"/>
                      <a:pt x="114" y="33"/>
                    </a:cubicBezTo>
                    <a:cubicBezTo>
                      <a:pt x="116" y="30"/>
                      <a:pt x="116" y="25"/>
                      <a:pt x="113" y="23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104" y="13"/>
                      <a:pt x="102" y="13"/>
                      <a:pt x="100" y="13"/>
                    </a:cubicBezTo>
                    <a:cubicBezTo>
                      <a:pt x="98" y="13"/>
                      <a:pt x="97" y="13"/>
                      <a:pt x="95" y="14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3" y="20"/>
                      <a:pt x="82" y="19"/>
                      <a:pt x="80" y="19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3"/>
                      <a:pt x="73" y="0"/>
                      <a:pt x="6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5" y="0"/>
                      <a:pt x="51" y="3"/>
                      <a:pt x="51" y="6"/>
                    </a:cubicBezTo>
                    <a:cubicBezTo>
                      <a:pt x="48" y="19"/>
                      <a:pt x="48" y="19"/>
                      <a:pt x="48" y="19"/>
                    </a:cubicBezTo>
                    <a:cubicBezTo>
                      <a:pt x="46" y="19"/>
                      <a:pt x="45" y="20"/>
                      <a:pt x="43" y="21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1" y="13"/>
                      <a:pt x="30" y="13"/>
                      <a:pt x="28" y="13"/>
                    </a:cubicBezTo>
                    <a:cubicBezTo>
                      <a:pt x="26" y="13"/>
                      <a:pt x="24" y="13"/>
                      <a:pt x="23" y="1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2" y="25"/>
                      <a:pt x="12" y="30"/>
                      <a:pt x="14" y="33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0" y="45"/>
                      <a:pt x="19" y="46"/>
                      <a:pt x="19" y="48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3" y="51"/>
                      <a:pt x="0" y="55"/>
                      <a:pt x="0" y="5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7"/>
                      <a:pt x="6" y="77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9" y="82"/>
                      <a:pt x="20" y="83"/>
                      <a:pt x="21" y="8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2" y="98"/>
                      <a:pt x="12" y="103"/>
                      <a:pt x="15" y="105"/>
                    </a:cubicBezTo>
                    <a:cubicBezTo>
                      <a:pt x="23" y="113"/>
                      <a:pt x="23" y="113"/>
                      <a:pt x="23" y="113"/>
                    </a:cubicBezTo>
                    <a:cubicBezTo>
                      <a:pt x="24" y="115"/>
                      <a:pt x="26" y="115"/>
                      <a:pt x="28" y="115"/>
                    </a:cubicBezTo>
                    <a:cubicBezTo>
                      <a:pt x="30" y="115"/>
                      <a:pt x="31" y="115"/>
                      <a:pt x="33" y="114"/>
                    </a:cubicBezTo>
                    <a:cubicBezTo>
                      <a:pt x="43" y="107"/>
                      <a:pt x="43" y="107"/>
                      <a:pt x="43" y="107"/>
                    </a:cubicBezTo>
                    <a:cubicBezTo>
                      <a:pt x="45" y="108"/>
                      <a:pt x="46" y="109"/>
                      <a:pt x="48" y="109"/>
                    </a:cubicBezTo>
                    <a:cubicBezTo>
                      <a:pt x="51" y="122"/>
                      <a:pt x="51" y="122"/>
                      <a:pt x="51" y="122"/>
                    </a:cubicBezTo>
                    <a:cubicBezTo>
                      <a:pt x="51" y="125"/>
                      <a:pt x="55" y="128"/>
                      <a:pt x="59" y="128"/>
                    </a:cubicBezTo>
                    <a:cubicBezTo>
                      <a:pt x="69" y="128"/>
                      <a:pt x="69" y="128"/>
                      <a:pt x="69" y="128"/>
                    </a:cubicBezTo>
                    <a:cubicBezTo>
                      <a:pt x="73" y="128"/>
                      <a:pt x="77" y="125"/>
                      <a:pt x="77" y="122"/>
                    </a:cubicBezTo>
                    <a:cubicBezTo>
                      <a:pt x="80" y="109"/>
                      <a:pt x="80" y="109"/>
                      <a:pt x="80" y="109"/>
                    </a:cubicBezTo>
                    <a:cubicBezTo>
                      <a:pt x="82" y="109"/>
                      <a:pt x="83" y="108"/>
                      <a:pt x="85" y="107"/>
                    </a:cubicBezTo>
                    <a:cubicBezTo>
                      <a:pt x="95" y="114"/>
                      <a:pt x="95" y="114"/>
                      <a:pt x="95" y="114"/>
                    </a:cubicBezTo>
                    <a:cubicBezTo>
                      <a:pt x="97" y="115"/>
                      <a:pt x="98" y="115"/>
                      <a:pt x="100" y="115"/>
                    </a:cubicBezTo>
                    <a:cubicBezTo>
                      <a:pt x="102" y="115"/>
                      <a:pt x="104" y="115"/>
                      <a:pt x="105" y="113"/>
                    </a:cubicBezTo>
                    <a:cubicBezTo>
                      <a:pt x="113" y="105"/>
                      <a:pt x="113" y="105"/>
                      <a:pt x="113" y="105"/>
                    </a:cubicBezTo>
                    <a:cubicBezTo>
                      <a:pt x="116" y="103"/>
                      <a:pt x="116" y="98"/>
                      <a:pt x="114" y="95"/>
                    </a:cubicBezTo>
                    <a:cubicBezTo>
                      <a:pt x="107" y="85"/>
                      <a:pt x="107" y="85"/>
                      <a:pt x="107" y="85"/>
                    </a:cubicBezTo>
                    <a:cubicBezTo>
                      <a:pt x="108" y="83"/>
                      <a:pt x="109" y="82"/>
                      <a:pt x="109" y="80"/>
                    </a:cubicBezTo>
                    <a:cubicBezTo>
                      <a:pt x="122" y="77"/>
                      <a:pt x="122" y="77"/>
                      <a:pt x="122" y="77"/>
                    </a:cubicBezTo>
                    <a:cubicBezTo>
                      <a:pt x="125" y="77"/>
                      <a:pt x="128" y="73"/>
                      <a:pt x="128" y="69"/>
                    </a:cubicBezTo>
                    <a:cubicBezTo>
                      <a:pt x="128" y="59"/>
                      <a:pt x="128" y="59"/>
                      <a:pt x="128" y="59"/>
                    </a:cubicBezTo>
                    <a:cubicBezTo>
                      <a:pt x="128" y="55"/>
                      <a:pt x="125" y="51"/>
                      <a:pt x="122" y="51"/>
                    </a:cubicBezTo>
                    <a:close/>
                    <a:moveTo>
                      <a:pt x="108" y="72"/>
                    </a:moveTo>
                    <a:cubicBezTo>
                      <a:pt x="105" y="72"/>
                      <a:pt x="103" y="74"/>
                      <a:pt x="102" y="77"/>
                    </a:cubicBezTo>
                    <a:cubicBezTo>
                      <a:pt x="101" y="79"/>
                      <a:pt x="101" y="80"/>
                      <a:pt x="100" y="81"/>
                    </a:cubicBezTo>
                    <a:cubicBezTo>
                      <a:pt x="99" y="84"/>
                      <a:pt x="99" y="87"/>
                      <a:pt x="101" y="89"/>
                    </a:cubicBezTo>
                    <a:cubicBezTo>
                      <a:pt x="107" y="100"/>
                      <a:pt x="107" y="100"/>
                      <a:pt x="107" y="100"/>
                    </a:cubicBezTo>
                    <a:cubicBezTo>
                      <a:pt x="100" y="107"/>
                      <a:pt x="100" y="107"/>
                      <a:pt x="100" y="107"/>
                    </a:cubicBezTo>
                    <a:cubicBezTo>
                      <a:pt x="89" y="101"/>
                      <a:pt x="89" y="101"/>
                      <a:pt x="89" y="101"/>
                    </a:cubicBezTo>
                    <a:cubicBezTo>
                      <a:pt x="88" y="100"/>
                      <a:pt x="86" y="99"/>
                      <a:pt x="85" y="99"/>
                    </a:cubicBezTo>
                    <a:cubicBezTo>
                      <a:pt x="84" y="99"/>
                      <a:pt x="83" y="99"/>
                      <a:pt x="81" y="100"/>
                    </a:cubicBezTo>
                    <a:cubicBezTo>
                      <a:pt x="80" y="101"/>
                      <a:pt x="79" y="101"/>
                      <a:pt x="77" y="102"/>
                    </a:cubicBezTo>
                    <a:cubicBezTo>
                      <a:pt x="74" y="103"/>
                      <a:pt x="72" y="105"/>
                      <a:pt x="72" y="108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59" y="120"/>
                      <a:pt x="59" y="120"/>
                      <a:pt x="59" y="120"/>
                    </a:cubicBezTo>
                    <a:cubicBezTo>
                      <a:pt x="56" y="108"/>
                      <a:pt x="56" y="108"/>
                      <a:pt x="56" y="108"/>
                    </a:cubicBezTo>
                    <a:cubicBezTo>
                      <a:pt x="56" y="105"/>
                      <a:pt x="54" y="103"/>
                      <a:pt x="51" y="102"/>
                    </a:cubicBezTo>
                    <a:cubicBezTo>
                      <a:pt x="49" y="101"/>
                      <a:pt x="48" y="101"/>
                      <a:pt x="47" y="100"/>
                    </a:cubicBezTo>
                    <a:cubicBezTo>
                      <a:pt x="45" y="99"/>
                      <a:pt x="44" y="99"/>
                      <a:pt x="43" y="99"/>
                    </a:cubicBezTo>
                    <a:cubicBezTo>
                      <a:pt x="42" y="99"/>
                      <a:pt x="40" y="100"/>
                      <a:pt x="39" y="101"/>
                    </a:cubicBezTo>
                    <a:cubicBezTo>
                      <a:pt x="28" y="107"/>
                      <a:pt x="28" y="107"/>
                      <a:pt x="28" y="107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7" y="89"/>
                      <a:pt x="27" y="89"/>
                      <a:pt x="27" y="89"/>
                    </a:cubicBezTo>
                    <a:cubicBezTo>
                      <a:pt x="29" y="87"/>
                      <a:pt x="29" y="84"/>
                      <a:pt x="28" y="81"/>
                    </a:cubicBezTo>
                    <a:cubicBezTo>
                      <a:pt x="27" y="80"/>
                      <a:pt x="27" y="79"/>
                      <a:pt x="26" y="77"/>
                    </a:cubicBezTo>
                    <a:cubicBezTo>
                      <a:pt x="25" y="74"/>
                      <a:pt x="23" y="72"/>
                      <a:pt x="20" y="72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3" y="56"/>
                      <a:pt x="25" y="54"/>
                      <a:pt x="26" y="51"/>
                    </a:cubicBezTo>
                    <a:cubicBezTo>
                      <a:pt x="27" y="49"/>
                      <a:pt x="27" y="48"/>
                      <a:pt x="28" y="47"/>
                    </a:cubicBezTo>
                    <a:cubicBezTo>
                      <a:pt x="29" y="44"/>
                      <a:pt x="29" y="41"/>
                      <a:pt x="27" y="3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40" y="28"/>
                      <a:pt x="42" y="29"/>
                      <a:pt x="43" y="29"/>
                    </a:cubicBezTo>
                    <a:cubicBezTo>
                      <a:pt x="44" y="29"/>
                      <a:pt x="45" y="29"/>
                      <a:pt x="47" y="28"/>
                    </a:cubicBezTo>
                    <a:cubicBezTo>
                      <a:pt x="48" y="27"/>
                      <a:pt x="49" y="27"/>
                      <a:pt x="51" y="26"/>
                    </a:cubicBezTo>
                    <a:cubicBezTo>
                      <a:pt x="54" y="25"/>
                      <a:pt x="56" y="23"/>
                      <a:pt x="56" y="20"/>
                    </a:cubicBezTo>
                    <a:cubicBezTo>
                      <a:pt x="59" y="8"/>
                      <a:pt x="59" y="8"/>
                      <a:pt x="59" y="8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3"/>
                      <a:pt x="74" y="25"/>
                      <a:pt x="77" y="26"/>
                    </a:cubicBezTo>
                    <a:cubicBezTo>
                      <a:pt x="79" y="27"/>
                      <a:pt x="80" y="27"/>
                      <a:pt x="81" y="28"/>
                    </a:cubicBezTo>
                    <a:cubicBezTo>
                      <a:pt x="83" y="29"/>
                      <a:pt x="84" y="29"/>
                      <a:pt x="85" y="29"/>
                    </a:cubicBezTo>
                    <a:cubicBezTo>
                      <a:pt x="86" y="29"/>
                      <a:pt x="88" y="28"/>
                      <a:pt x="89" y="27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7" y="28"/>
                      <a:pt x="107" y="28"/>
                      <a:pt x="107" y="28"/>
                    </a:cubicBezTo>
                    <a:cubicBezTo>
                      <a:pt x="101" y="39"/>
                      <a:pt x="101" y="39"/>
                      <a:pt x="101" y="39"/>
                    </a:cubicBezTo>
                    <a:cubicBezTo>
                      <a:pt x="99" y="41"/>
                      <a:pt x="99" y="44"/>
                      <a:pt x="100" y="47"/>
                    </a:cubicBezTo>
                    <a:cubicBezTo>
                      <a:pt x="101" y="48"/>
                      <a:pt x="101" y="49"/>
                      <a:pt x="102" y="51"/>
                    </a:cubicBezTo>
                    <a:cubicBezTo>
                      <a:pt x="103" y="54"/>
                      <a:pt x="105" y="56"/>
                      <a:pt x="108" y="56"/>
                    </a:cubicBezTo>
                    <a:cubicBezTo>
                      <a:pt x="120" y="59"/>
                      <a:pt x="120" y="59"/>
                      <a:pt x="120" y="59"/>
                    </a:cubicBezTo>
                    <a:cubicBezTo>
                      <a:pt x="120" y="69"/>
                      <a:pt x="120" y="69"/>
                      <a:pt x="120" y="69"/>
                    </a:cubicBezTo>
                    <a:lnTo>
                      <a:pt x="108" y="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7" name="Freeform 11"/>
              <p:cNvSpPr>
                <a:spLocks noEditPoints="1"/>
              </p:cNvSpPr>
              <p:nvPr/>
            </p:nvSpPr>
            <p:spPr bwMode="auto">
              <a:xfrm>
                <a:off x="7866063" y="1806575"/>
                <a:ext cx="214313" cy="214313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3 h 56"/>
                  <a:gd name="T12" fmla="*/ 4 w 56"/>
                  <a:gd name="T13" fmla="*/ 28 h 56"/>
                  <a:gd name="T14" fmla="*/ 28 w 56"/>
                  <a:gd name="T15" fmla="*/ 4 h 56"/>
                  <a:gd name="T16" fmla="*/ 53 w 56"/>
                  <a:gd name="T17" fmla="*/ 28 h 56"/>
                  <a:gd name="T18" fmla="*/ 28 w 56"/>
                  <a:gd name="T19" fmla="*/ 5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3"/>
                    </a:moveTo>
                    <a:cubicBezTo>
                      <a:pt x="14" y="53"/>
                      <a:pt x="4" y="42"/>
                      <a:pt x="4" y="28"/>
                    </a:cubicBezTo>
                    <a:cubicBezTo>
                      <a:pt x="4" y="14"/>
                      <a:pt x="14" y="4"/>
                      <a:pt x="28" y="4"/>
                    </a:cubicBezTo>
                    <a:cubicBezTo>
                      <a:pt x="42" y="4"/>
                      <a:pt x="53" y="14"/>
                      <a:pt x="53" y="28"/>
                    </a:cubicBezTo>
                    <a:cubicBezTo>
                      <a:pt x="53" y="42"/>
                      <a:pt x="42" y="53"/>
                      <a:pt x="28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8" name="Freeform 12"/>
              <p:cNvSpPr>
                <a:spLocks noEditPoints="1"/>
              </p:cNvSpPr>
              <p:nvPr/>
            </p:nvSpPr>
            <p:spPr bwMode="auto">
              <a:xfrm>
                <a:off x="7912101" y="1852613"/>
                <a:ext cx="122238" cy="122238"/>
              </a:xfrm>
              <a:custGeom>
                <a:avLst/>
                <a:gdLst>
                  <a:gd name="T0" fmla="*/ 16 w 32"/>
                  <a:gd name="T1" fmla="*/ 0 h 32"/>
                  <a:gd name="T2" fmla="*/ 0 w 32"/>
                  <a:gd name="T3" fmla="*/ 16 h 32"/>
                  <a:gd name="T4" fmla="*/ 16 w 32"/>
                  <a:gd name="T5" fmla="*/ 32 h 32"/>
                  <a:gd name="T6" fmla="*/ 32 w 32"/>
                  <a:gd name="T7" fmla="*/ 16 h 32"/>
                  <a:gd name="T8" fmla="*/ 16 w 32"/>
                  <a:gd name="T9" fmla="*/ 0 h 32"/>
                  <a:gd name="T10" fmla="*/ 16 w 32"/>
                  <a:gd name="T11" fmla="*/ 28 h 32"/>
                  <a:gd name="T12" fmla="*/ 4 w 32"/>
                  <a:gd name="T13" fmla="*/ 16 h 32"/>
                  <a:gd name="T14" fmla="*/ 16 w 32"/>
                  <a:gd name="T15" fmla="*/ 4 h 32"/>
                  <a:gd name="T16" fmla="*/ 28 w 32"/>
                  <a:gd name="T17" fmla="*/ 16 h 32"/>
                  <a:gd name="T18" fmla="*/ 16 w 32"/>
                  <a:gd name="T19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  <a:moveTo>
                      <a:pt x="16" y="28"/>
                    </a:moveTo>
                    <a:cubicBezTo>
                      <a:pt x="9" y="28"/>
                      <a:pt x="4" y="23"/>
                      <a:pt x="4" y="16"/>
                    </a:cubicBezTo>
                    <a:cubicBezTo>
                      <a:pt x="4" y="9"/>
                      <a:pt x="9" y="4"/>
                      <a:pt x="16" y="4"/>
                    </a:cubicBezTo>
                    <a:cubicBezTo>
                      <a:pt x="23" y="4"/>
                      <a:pt x="28" y="9"/>
                      <a:pt x="28" y="16"/>
                    </a:cubicBezTo>
                    <a:cubicBezTo>
                      <a:pt x="28" y="23"/>
                      <a:pt x="23" y="28"/>
                      <a:pt x="16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8191089" y="1603045"/>
              <a:ext cx="412188" cy="412188"/>
              <a:chOff x="7726363" y="1666875"/>
              <a:chExt cx="492125" cy="492125"/>
            </a:xfrm>
            <a:grpFill/>
          </p:grpSpPr>
          <p:sp>
            <p:nvSpPr>
              <p:cNvPr id="33" name="Freeform 10"/>
              <p:cNvSpPr>
                <a:spLocks noEditPoints="1"/>
              </p:cNvSpPr>
              <p:nvPr/>
            </p:nvSpPr>
            <p:spPr bwMode="auto">
              <a:xfrm>
                <a:off x="7726363" y="1666875"/>
                <a:ext cx="492125" cy="492125"/>
              </a:xfrm>
              <a:custGeom>
                <a:avLst/>
                <a:gdLst>
                  <a:gd name="T0" fmla="*/ 109 w 128"/>
                  <a:gd name="T1" fmla="*/ 48 h 128"/>
                  <a:gd name="T2" fmla="*/ 114 w 128"/>
                  <a:gd name="T3" fmla="*/ 33 h 128"/>
                  <a:gd name="T4" fmla="*/ 105 w 128"/>
                  <a:gd name="T5" fmla="*/ 15 h 128"/>
                  <a:gd name="T6" fmla="*/ 95 w 128"/>
                  <a:gd name="T7" fmla="*/ 14 h 128"/>
                  <a:gd name="T8" fmla="*/ 80 w 128"/>
                  <a:gd name="T9" fmla="*/ 19 h 128"/>
                  <a:gd name="T10" fmla="*/ 69 w 128"/>
                  <a:gd name="T11" fmla="*/ 0 h 128"/>
                  <a:gd name="T12" fmla="*/ 51 w 128"/>
                  <a:gd name="T13" fmla="*/ 6 h 128"/>
                  <a:gd name="T14" fmla="*/ 43 w 128"/>
                  <a:gd name="T15" fmla="*/ 21 h 128"/>
                  <a:gd name="T16" fmla="*/ 28 w 128"/>
                  <a:gd name="T17" fmla="*/ 13 h 128"/>
                  <a:gd name="T18" fmla="*/ 15 w 128"/>
                  <a:gd name="T19" fmla="*/ 23 h 128"/>
                  <a:gd name="T20" fmla="*/ 21 w 128"/>
                  <a:gd name="T21" fmla="*/ 43 h 128"/>
                  <a:gd name="T22" fmla="*/ 6 w 128"/>
                  <a:gd name="T23" fmla="*/ 51 h 128"/>
                  <a:gd name="T24" fmla="*/ 0 w 128"/>
                  <a:gd name="T25" fmla="*/ 69 h 128"/>
                  <a:gd name="T26" fmla="*/ 19 w 128"/>
                  <a:gd name="T27" fmla="*/ 80 h 128"/>
                  <a:gd name="T28" fmla="*/ 14 w 128"/>
                  <a:gd name="T29" fmla="*/ 95 h 128"/>
                  <a:gd name="T30" fmla="*/ 23 w 128"/>
                  <a:gd name="T31" fmla="*/ 113 h 128"/>
                  <a:gd name="T32" fmla="*/ 33 w 128"/>
                  <a:gd name="T33" fmla="*/ 114 h 128"/>
                  <a:gd name="T34" fmla="*/ 48 w 128"/>
                  <a:gd name="T35" fmla="*/ 109 h 128"/>
                  <a:gd name="T36" fmla="*/ 59 w 128"/>
                  <a:gd name="T37" fmla="*/ 128 h 128"/>
                  <a:gd name="T38" fmla="*/ 77 w 128"/>
                  <a:gd name="T39" fmla="*/ 122 h 128"/>
                  <a:gd name="T40" fmla="*/ 85 w 128"/>
                  <a:gd name="T41" fmla="*/ 107 h 128"/>
                  <a:gd name="T42" fmla="*/ 100 w 128"/>
                  <a:gd name="T43" fmla="*/ 115 h 128"/>
                  <a:gd name="T44" fmla="*/ 113 w 128"/>
                  <a:gd name="T45" fmla="*/ 105 h 128"/>
                  <a:gd name="T46" fmla="*/ 107 w 128"/>
                  <a:gd name="T47" fmla="*/ 85 h 128"/>
                  <a:gd name="T48" fmla="*/ 122 w 128"/>
                  <a:gd name="T49" fmla="*/ 77 h 128"/>
                  <a:gd name="T50" fmla="*/ 128 w 128"/>
                  <a:gd name="T51" fmla="*/ 59 h 128"/>
                  <a:gd name="T52" fmla="*/ 108 w 128"/>
                  <a:gd name="T53" fmla="*/ 72 h 128"/>
                  <a:gd name="T54" fmla="*/ 100 w 128"/>
                  <a:gd name="T55" fmla="*/ 81 h 128"/>
                  <a:gd name="T56" fmla="*/ 107 w 128"/>
                  <a:gd name="T57" fmla="*/ 100 h 128"/>
                  <a:gd name="T58" fmla="*/ 89 w 128"/>
                  <a:gd name="T59" fmla="*/ 101 h 128"/>
                  <a:gd name="T60" fmla="*/ 81 w 128"/>
                  <a:gd name="T61" fmla="*/ 100 h 128"/>
                  <a:gd name="T62" fmla="*/ 72 w 128"/>
                  <a:gd name="T63" fmla="*/ 108 h 128"/>
                  <a:gd name="T64" fmla="*/ 59 w 128"/>
                  <a:gd name="T65" fmla="*/ 120 h 128"/>
                  <a:gd name="T66" fmla="*/ 51 w 128"/>
                  <a:gd name="T67" fmla="*/ 102 h 128"/>
                  <a:gd name="T68" fmla="*/ 43 w 128"/>
                  <a:gd name="T69" fmla="*/ 99 h 128"/>
                  <a:gd name="T70" fmla="*/ 28 w 128"/>
                  <a:gd name="T71" fmla="*/ 107 h 128"/>
                  <a:gd name="T72" fmla="*/ 27 w 128"/>
                  <a:gd name="T73" fmla="*/ 89 h 128"/>
                  <a:gd name="T74" fmla="*/ 26 w 128"/>
                  <a:gd name="T75" fmla="*/ 77 h 128"/>
                  <a:gd name="T76" fmla="*/ 8 w 128"/>
                  <a:gd name="T77" fmla="*/ 69 h 128"/>
                  <a:gd name="T78" fmla="*/ 20 w 128"/>
                  <a:gd name="T79" fmla="*/ 56 h 128"/>
                  <a:gd name="T80" fmla="*/ 28 w 128"/>
                  <a:gd name="T81" fmla="*/ 47 h 128"/>
                  <a:gd name="T82" fmla="*/ 21 w 128"/>
                  <a:gd name="T83" fmla="*/ 28 h 128"/>
                  <a:gd name="T84" fmla="*/ 39 w 128"/>
                  <a:gd name="T85" fmla="*/ 27 h 128"/>
                  <a:gd name="T86" fmla="*/ 47 w 128"/>
                  <a:gd name="T87" fmla="*/ 28 h 128"/>
                  <a:gd name="T88" fmla="*/ 56 w 128"/>
                  <a:gd name="T89" fmla="*/ 20 h 128"/>
                  <a:gd name="T90" fmla="*/ 69 w 128"/>
                  <a:gd name="T91" fmla="*/ 8 h 128"/>
                  <a:gd name="T92" fmla="*/ 77 w 128"/>
                  <a:gd name="T93" fmla="*/ 26 h 128"/>
                  <a:gd name="T94" fmla="*/ 85 w 128"/>
                  <a:gd name="T95" fmla="*/ 29 h 128"/>
                  <a:gd name="T96" fmla="*/ 100 w 128"/>
                  <a:gd name="T97" fmla="*/ 21 h 128"/>
                  <a:gd name="T98" fmla="*/ 101 w 128"/>
                  <a:gd name="T99" fmla="*/ 39 h 128"/>
                  <a:gd name="T100" fmla="*/ 102 w 128"/>
                  <a:gd name="T101" fmla="*/ 51 h 128"/>
                  <a:gd name="T102" fmla="*/ 120 w 128"/>
                  <a:gd name="T103" fmla="*/ 59 h 128"/>
                  <a:gd name="T104" fmla="*/ 108 w 128"/>
                  <a:gd name="T105" fmla="*/ 7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8" h="128">
                    <a:moveTo>
                      <a:pt x="122" y="51"/>
                    </a:moveTo>
                    <a:cubicBezTo>
                      <a:pt x="109" y="48"/>
                      <a:pt x="109" y="48"/>
                      <a:pt x="109" y="48"/>
                    </a:cubicBezTo>
                    <a:cubicBezTo>
                      <a:pt x="109" y="46"/>
                      <a:pt x="108" y="45"/>
                      <a:pt x="107" y="43"/>
                    </a:cubicBezTo>
                    <a:cubicBezTo>
                      <a:pt x="114" y="33"/>
                      <a:pt x="114" y="33"/>
                      <a:pt x="114" y="33"/>
                    </a:cubicBezTo>
                    <a:cubicBezTo>
                      <a:pt x="116" y="30"/>
                      <a:pt x="116" y="25"/>
                      <a:pt x="113" y="23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104" y="13"/>
                      <a:pt x="102" y="13"/>
                      <a:pt x="100" y="13"/>
                    </a:cubicBezTo>
                    <a:cubicBezTo>
                      <a:pt x="98" y="13"/>
                      <a:pt x="97" y="13"/>
                      <a:pt x="95" y="14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3" y="20"/>
                      <a:pt x="82" y="19"/>
                      <a:pt x="80" y="19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3"/>
                      <a:pt x="73" y="0"/>
                      <a:pt x="6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5" y="0"/>
                      <a:pt x="51" y="3"/>
                      <a:pt x="51" y="6"/>
                    </a:cubicBezTo>
                    <a:cubicBezTo>
                      <a:pt x="48" y="19"/>
                      <a:pt x="48" y="19"/>
                      <a:pt x="48" y="19"/>
                    </a:cubicBezTo>
                    <a:cubicBezTo>
                      <a:pt x="46" y="19"/>
                      <a:pt x="45" y="20"/>
                      <a:pt x="43" y="21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1" y="13"/>
                      <a:pt x="30" y="13"/>
                      <a:pt x="28" y="13"/>
                    </a:cubicBezTo>
                    <a:cubicBezTo>
                      <a:pt x="26" y="13"/>
                      <a:pt x="24" y="13"/>
                      <a:pt x="23" y="1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2" y="25"/>
                      <a:pt x="12" y="30"/>
                      <a:pt x="14" y="33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0" y="45"/>
                      <a:pt x="19" y="46"/>
                      <a:pt x="19" y="48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3" y="51"/>
                      <a:pt x="0" y="55"/>
                      <a:pt x="0" y="5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7"/>
                      <a:pt x="6" y="77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9" y="82"/>
                      <a:pt x="20" y="83"/>
                      <a:pt x="21" y="8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2" y="98"/>
                      <a:pt x="12" y="103"/>
                      <a:pt x="15" y="105"/>
                    </a:cubicBezTo>
                    <a:cubicBezTo>
                      <a:pt x="23" y="113"/>
                      <a:pt x="23" y="113"/>
                      <a:pt x="23" y="113"/>
                    </a:cubicBezTo>
                    <a:cubicBezTo>
                      <a:pt x="24" y="115"/>
                      <a:pt x="26" y="115"/>
                      <a:pt x="28" y="115"/>
                    </a:cubicBezTo>
                    <a:cubicBezTo>
                      <a:pt x="30" y="115"/>
                      <a:pt x="31" y="115"/>
                      <a:pt x="33" y="114"/>
                    </a:cubicBezTo>
                    <a:cubicBezTo>
                      <a:pt x="43" y="107"/>
                      <a:pt x="43" y="107"/>
                      <a:pt x="43" y="107"/>
                    </a:cubicBezTo>
                    <a:cubicBezTo>
                      <a:pt x="45" y="108"/>
                      <a:pt x="46" y="109"/>
                      <a:pt x="48" y="109"/>
                    </a:cubicBezTo>
                    <a:cubicBezTo>
                      <a:pt x="51" y="122"/>
                      <a:pt x="51" y="122"/>
                      <a:pt x="51" y="122"/>
                    </a:cubicBezTo>
                    <a:cubicBezTo>
                      <a:pt x="51" y="125"/>
                      <a:pt x="55" y="128"/>
                      <a:pt x="59" y="128"/>
                    </a:cubicBezTo>
                    <a:cubicBezTo>
                      <a:pt x="69" y="128"/>
                      <a:pt x="69" y="128"/>
                      <a:pt x="69" y="128"/>
                    </a:cubicBezTo>
                    <a:cubicBezTo>
                      <a:pt x="73" y="128"/>
                      <a:pt x="77" y="125"/>
                      <a:pt x="77" y="122"/>
                    </a:cubicBezTo>
                    <a:cubicBezTo>
                      <a:pt x="80" y="109"/>
                      <a:pt x="80" y="109"/>
                      <a:pt x="80" y="109"/>
                    </a:cubicBezTo>
                    <a:cubicBezTo>
                      <a:pt x="82" y="109"/>
                      <a:pt x="83" y="108"/>
                      <a:pt x="85" y="107"/>
                    </a:cubicBezTo>
                    <a:cubicBezTo>
                      <a:pt x="95" y="114"/>
                      <a:pt x="95" y="114"/>
                      <a:pt x="95" y="114"/>
                    </a:cubicBezTo>
                    <a:cubicBezTo>
                      <a:pt x="97" y="115"/>
                      <a:pt x="98" y="115"/>
                      <a:pt x="100" y="115"/>
                    </a:cubicBezTo>
                    <a:cubicBezTo>
                      <a:pt x="102" y="115"/>
                      <a:pt x="104" y="115"/>
                      <a:pt x="105" y="113"/>
                    </a:cubicBezTo>
                    <a:cubicBezTo>
                      <a:pt x="113" y="105"/>
                      <a:pt x="113" y="105"/>
                      <a:pt x="113" y="105"/>
                    </a:cubicBezTo>
                    <a:cubicBezTo>
                      <a:pt x="116" y="103"/>
                      <a:pt x="116" y="98"/>
                      <a:pt x="114" y="95"/>
                    </a:cubicBezTo>
                    <a:cubicBezTo>
                      <a:pt x="107" y="85"/>
                      <a:pt x="107" y="85"/>
                      <a:pt x="107" y="85"/>
                    </a:cubicBezTo>
                    <a:cubicBezTo>
                      <a:pt x="108" y="83"/>
                      <a:pt x="109" y="82"/>
                      <a:pt x="109" y="80"/>
                    </a:cubicBezTo>
                    <a:cubicBezTo>
                      <a:pt x="122" y="77"/>
                      <a:pt x="122" y="77"/>
                      <a:pt x="122" y="77"/>
                    </a:cubicBezTo>
                    <a:cubicBezTo>
                      <a:pt x="125" y="77"/>
                      <a:pt x="128" y="73"/>
                      <a:pt x="128" y="69"/>
                    </a:cubicBezTo>
                    <a:cubicBezTo>
                      <a:pt x="128" y="59"/>
                      <a:pt x="128" y="59"/>
                      <a:pt x="128" y="59"/>
                    </a:cubicBezTo>
                    <a:cubicBezTo>
                      <a:pt x="128" y="55"/>
                      <a:pt x="125" y="51"/>
                      <a:pt x="122" y="51"/>
                    </a:cubicBezTo>
                    <a:close/>
                    <a:moveTo>
                      <a:pt x="108" y="72"/>
                    </a:moveTo>
                    <a:cubicBezTo>
                      <a:pt x="105" y="72"/>
                      <a:pt x="103" y="74"/>
                      <a:pt x="102" y="77"/>
                    </a:cubicBezTo>
                    <a:cubicBezTo>
                      <a:pt x="101" y="79"/>
                      <a:pt x="101" y="80"/>
                      <a:pt x="100" y="81"/>
                    </a:cubicBezTo>
                    <a:cubicBezTo>
                      <a:pt x="99" y="84"/>
                      <a:pt x="99" y="87"/>
                      <a:pt x="101" y="89"/>
                    </a:cubicBezTo>
                    <a:cubicBezTo>
                      <a:pt x="107" y="100"/>
                      <a:pt x="107" y="100"/>
                      <a:pt x="107" y="100"/>
                    </a:cubicBezTo>
                    <a:cubicBezTo>
                      <a:pt x="100" y="107"/>
                      <a:pt x="100" y="107"/>
                      <a:pt x="100" y="107"/>
                    </a:cubicBezTo>
                    <a:cubicBezTo>
                      <a:pt x="89" y="101"/>
                      <a:pt x="89" y="101"/>
                      <a:pt x="89" y="101"/>
                    </a:cubicBezTo>
                    <a:cubicBezTo>
                      <a:pt x="88" y="100"/>
                      <a:pt x="86" y="99"/>
                      <a:pt x="85" y="99"/>
                    </a:cubicBezTo>
                    <a:cubicBezTo>
                      <a:pt x="84" y="99"/>
                      <a:pt x="83" y="99"/>
                      <a:pt x="81" y="100"/>
                    </a:cubicBezTo>
                    <a:cubicBezTo>
                      <a:pt x="80" y="101"/>
                      <a:pt x="79" y="101"/>
                      <a:pt x="77" y="102"/>
                    </a:cubicBezTo>
                    <a:cubicBezTo>
                      <a:pt x="74" y="103"/>
                      <a:pt x="72" y="105"/>
                      <a:pt x="72" y="108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59" y="120"/>
                      <a:pt x="59" y="120"/>
                      <a:pt x="59" y="120"/>
                    </a:cubicBezTo>
                    <a:cubicBezTo>
                      <a:pt x="56" y="108"/>
                      <a:pt x="56" y="108"/>
                      <a:pt x="56" y="108"/>
                    </a:cubicBezTo>
                    <a:cubicBezTo>
                      <a:pt x="56" y="105"/>
                      <a:pt x="54" y="103"/>
                      <a:pt x="51" y="102"/>
                    </a:cubicBezTo>
                    <a:cubicBezTo>
                      <a:pt x="49" y="101"/>
                      <a:pt x="48" y="101"/>
                      <a:pt x="47" y="100"/>
                    </a:cubicBezTo>
                    <a:cubicBezTo>
                      <a:pt x="45" y="99"/>
                      <a:pt x="44" y="99"/>
                      <a:pt x="43" y="99"/>
                    </a:cubicBezTo>
                    <a:cubicBezTo>
                      <a:pt x="42" y="99"/>
                      <a:pt x="40" y="100"/>
                      <a:pt x="39" y="101"/>
                    </a:cubicBezTo>
                    <a:cubicBezTo>
                      <a:pt x="28" y="107"/>
                      <a:pt x="28" y="107"/>
                      <a:pt x="28" y="107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7" y="89"/>
                      <a:pt x="27" y="89"/>
                      <a:pt x="27" y="89"/>
                    </a:cubicBezTo>
                    <a:cubicBezTo>
                      <a:pt x="29" y="87"/>
                      <a:pt x="29" y="84"/>
                      <a:pt x="28" y="81"/>
                    </a:cubicBezTo>
                    <a:cubicBezTo>
                      <a:pt x="27" y="80"/>
                      <a:pt x="27" y="79"/>
                      <a:pt x="26" y="77"/>
                    </a:cubicBezTo>
                    <a:cubicBezTo>
                      <a:pt x="25" y="74"/>
                      <a:pt x="23" y="72"/>
                      <a:pt x="20" y="72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3" y="56"/>
                      <a:pt x="25" y="54"/>
                      <a:pt x="26" y="51"/>
                    </a:cubicBezTo>
                    <a:cubicBezTo>
                      <a:pt x="27" y="49"/>
                      <a:pt x="27" y="48"/>
                      <a:pt x="28" y="47"/>
                    </a:cubicBezTo>
                    <a:cubicBezTo>
                      <a:pt x="29" y="44"/>
                      <a:pt x="29" y="41"/>
                      <a:pt x="27" y="3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40" y="28"/>
                      <a:pt x="42" y="29"/>
                      <a:pt x="43" y="29"/>
                    </a:cubicBezTo>
                    <a:cubicBezTo>
                      <a:pt x="44" y="29"/>
                      <a:pt x="45" y="29"/>
                      <a:pt x="47" y="28"/>
                    </a:cubicBezTo>
                    <a:cubicBezTo>
                      <a:pt x="48" y="27"/>
                      <a:pt x="49" y="27"/>
                      <a:pt x="51" y="26"/>
                    </a:cubicBezTo>
                    <a:cubicBezTo>
                      <a:pt x="54" y="25"/>
                      <a:pt x="56" y="23"/>
                      <a:pt x="56" y="20"/>
                    </a:cubicBezTo>
                    <a:cubicBezTo>
                      <a:pt x="59" y="8"/>
                      <a:pt x="59" y="8"/>
                      <a:pt x="59" y="8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3"/>
                      <a:pt x="74" y="25"/>
                      <a:pt x="77" y="26"/>
                    </a:cubicBezTo>
                    <a:cubicBezTo>
                      <a:pt x="79" y="27"/>
                      <a:pt x="80" y="27"/>
                      <a:pt x="81" y="28"/>
                    </a:cubicBezTo>
                    <a:cubicBezTo>
                      <a:pt x="83" y="29"/>
                      <a:pt x="84" y="29"/>
                      <a:pt x="85" y="29"/>
                    </a:cubicBezTo>
                    <a:cubicBezTo>
                      <a:pt x="86" y="29"/>
                      <a:pt x="88" y="28"/>
                      <a:pt x="89" y="27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7" y="28"/>
                      <a:pt x="107" y="28"/>
                      <a:pt x="107" y="28"/>
                    </a:cubicBezTo>
                    <a:cubicBezTo>
                      <a:pt x="101" y="39"/>
                      <a:pt x="101" y="39"/>
                      <a:pt x="101" y="39"/>
                    </a:cubicBezTo>
                    <a:cubicBezTo>
                      <a:pt x="99" y="41"/>
                      <a:pt x="99" y="44"/>
                      <a:pt x="100" y="47"/>
                    </a:cubicBezTo>
                    <a:cubicBezTo>
                      <a:pt x="101" y="48"/>
                      <a:pt x="101" y="49"/>
                      <a:pt x="102" y="51"/>
                    </a:cubicBezTo>
                    <a:cubicBezTo>
                      <a:pt x="103" y="54"/>
                      <a:pt x="105" y="56"/>
                      <a:pt x="108" y="56"/>
                    </a:cubicBezTo>
                    <a:cubicBezTo>
                      <a:pt x="120" y="59"/>
                      <a:pt x="120" y="59"/>
                      <a:pt x="120" y="59"/>
                    </a:cubicBezTo>
                    <a:cubicBezTo>
                      <a:pt x="120" y="69"/>
                      <a:pt x="120" y="69"/>
                      <a:pt x="120" y="69"/>
                    </a:cubicBezTo>
                    <a:lnTo>
                      <a:pt x="108" y="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4" name="Freeform 11"/>
              <p:cNvSpPr>
                <a:spLocks noEditPoints="1"/>
              </p:cNvSpPr>
              <p:nvPr/>
            </p:nvSpPr>
            <p:spPr bwMode="auto">
              <a:xfrm>
                <a:off x="7866063" y="1806575"/>
                <a:ext cx="214313" cy="214313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3 h 56"/>
                  <a:gd name="T12" fmla="*/ 4 w 56"/>
                  <a:gd name="T13" fmla="*/ 28 h 56"/>
                  <a:gd name="T14" fmla="*/ 28 w 56"/>
                  <a:gd name="T15" fmla="*/ 4 h 56"/>
                  <a:gd name="T16" fmla="*/ 53 w 56"/>
                  <a:gd name="T17" fmla="*/ 28 h 56"/>
                  <a:gd name="T18" fmla="*/ 28 w 56"/>
                  <a:gd name="T19" fmla="*/ 5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3"/>
                    </a:moveTo>
                    <a:cubicBezTo>
                      <a:pt x="14" y="53"/>
                      <a:pt x="4" y="42"/>
                      <a:pt x="4" y="28"/>
                    </a:cubicBezTo>
                    <a:cubicBezTo>
                      <a:pt x="4" y="14"/>
                      <a:pt x="14" y="4"/>
                      <a:pt x="28" y="4"/>
                    </a:cubicBezTo>
                    <a:cubicBezTo>
                      <a:pt x="42" y="4"/>
                      <a:pt x="53" y="14"/>
                      <a:pt x="53" y="28"/>
                    </a:cubicBezTo>
                    <a:cubicBezTo>
                      <a:pt x="53" y="42"/>
                      <a:pt x="42" y="53"/>
                      <a:pt x="28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5" name="Freeform 12"/>
              <p:cNvSpPr>
                <a:spLocks noEditPoints="1"/>
              </p:cNvSpPr>
              <p:nvPr/>
            </p:nvSpPr>
            <p:spPr bwMode="auto">
              <a:xfrm>
                <a:off x="7912101" y="1852613"/>
                <a:ext cx="122238" cy="122238"/>
              </a:xfrm>
              <a:custGeom>
                <a:avLst/>
                <a:gdLst>
                  <a:gd name="T0" fmla="*/ 16 w 32"/>
                  <a:gd name="T1" fmla="*/ 0 h 32"/>
                  <a:gd name="T2" fmla="*/ 0 w 32"/>
                  <a:gd name="T3" fmla="*/ 16 h 32"/>
                  <a:gd name="T4" fmla="*/ 16 w 32"/>
                  <a:gd name="T5" fmla="*/ 32 h 32"/>
                  <a:gd name="T6" fmla="*/ 32 w 32"/>
                  <a:gd name="T7" fmla="*/ 16 h 32"/>
                  <a:gd name="T8" fmla="*/ 16 w 32"/>
                  <a:gd name="T9" fmla="*/ 0 h 32"/>
                  <a:gd name="T10" fmla="*/ 16 w 32"/>
                  <a:gd name="T11" fmla="*/ 28 h 32"/>
                  <a:gd name="T12" fmla="*/ 4 w 32"/>
                  <a:gd name="T13" fmla="*/ 16 h 32"/>
                  <a:gd name="T14" fmla="*/ 16 w 32"/>
                  <a:gd name="T15" fmla="*/ 4 h 32"/>
                  <a:gd name="T16" fmla="*/ 28 w 32"/>
                  <a:gd name="T17" fmla="*/ 16 h 32"/>
                  <a:gd name="T18" fmla="*/ 16 w 32"/>
                  <a:gd name="T19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  <a:moveTo>
                      <a:pt x="16" y="28"/>
                    </a:moveTo>
                    <a:cubicBezTo>
                      <a:pt x="9" y="28"/>
                      <a:pt x="4" y="23"/>
                      <a:pt x="4" y="16"/>
                    </a:cubicBezTo>
                    <a:cubicBezTo>
                      <a:pt x="4" y="9"/>
                      <a:pt x="9" y="4"/>
                      <a:pt x="16" y="4"/>
                    </a:cubicBezTo>
                    <a:cubicBezTo>
                      <a:pt x="23" y="4"/>
                      <a:pt x="28" y="9"/>
                      <a:pt x="28" y="16"/>
                    </a:cubicBezTo>
                    <a:cubicBezTo>
                      <a:pt x="28" y="23"/>
                      <a:pt x="23" y="28"/>
                      <a:pt x="16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Group 38"/>
          <p:cNvGrpSpPr/>
          <p:nvPr/>
        </p:nvGrpSpPr>
        <p:grpSpPr>
          <a:xfrm>
            <a:off x="9741926" y="3016409"/>
            <a:ext cx="535929" cy="706043"/>
            <a:chOff x="4157663" y="1930400"/>
            <a:chExt cx="565150" cy="744538"/>
          </a:xfrm>
          <a:solidFill>
            <a:schemeClr val="accent5"/>
          </a:solidFill>
        </p:grpSpPr>
        <p:sp>
          <p:nvSpPr>
            <p:cNvPr id="40" name="Freeform 5"/>
            <p:cNvSpPr>
              <a:spLocks noEditPoints="1"/>
            </p:cNvSpPr>
            <p:nvPr/>
          </p:nvSpPr>
          <p:spPr bwMode="auto">
            <a:xfrm>
              <a:off x="4157663" y="1930400"/>
              <a:ext cx="565150" cy="744538"/>
            </a:xfrm>
            <a:custGeom>
              <a:avLst/>
              <a:gdLst>
                <a:gd name="T0" fmla="*/ 192 w 210"/>
                <a:gd name="T1" fmla="*/ 45 h 278"/>
                <a:gd name="T2" fmla="*/ 155 w 210"/>
                <a:gd name="T3" fmla="*/ 45 h 278"/>
                <a:gd name="T4" fmla="*/ 155 w 210"/>
                <a:gd name="T5" fmla="*/ 41 h 278"/>
                <a:gd name="T6" fmla="*/ 146 w 210"/>
                <a:gd name="T7" fmla="*/ 32 h 278"/>
                <a:gd name="T8" fmla="*/ 125 w 210"/>
                <a:gd name="T9" fmla="*/ 32 h 278"/>
                <a:gd name="T10" fmla="*/ 128 w 210"/>
                <a:gd name="T11" fmla="*/ 22 h 278"/>
                <a:gd name="T12" fmla="*/ 105 w 210"/>
                <a:gd name="T13" fmla="*/ 0 h 278"/>
                <a:gd name="T14" fmla="*/ 83 w 210"/>
                <a:gd name="T15" fmla="*/ 22 h 278"/>
                <a:gd name="T16" fmla="*/ 85 w 210"/>
                <a:gd name="T17" fmla="*/ 32 h 278"/>
                <a:gd name="T18" fmla="*/ 65 w 210"/>
                <a:gd name="T19" fmla="*/ 32 h 278"/>
                <a:gd name="T20" fmla="*/ 55 w 210"/>
                <a:gd name="T21" fmla="*/ 41 h 278"/>
                <a:gd name="T22" fmla="*/ 55 w 210"/>
                <a:gd name="T23" fmla="*/ 45 h 278"/>
                <a:gd name="T24" fmla="*/ 19 w 210"/>
                <a:gd name="T25" fmla="*/ 45 h 278"/>
                <a:gd name="T26" fmla="*/ 0 w 210"/>
                <a:gd name="T27" fmla="*/ 64 h 278"/>
                <a:gd name="T28" fmla="*/ 0 w 210"/>
                <a:gd name="T29" fmla="*/ 259 h 278"/>
                <a:gd name="T30" fmla="*/ 19 w 210"/>
                <a:gd name="T31" fmla="*/ 278 h 278"/>
                <a:gd name="T32" fmla="*/ 192 w 210"/>
                <a:gd name="T33" fmla="*/ 278 h 278"/>
                <a:gd name="T34" fmla="*/ 210 w 210"/>
                <a:gd name="T35" fmla="*/ 259 h 278"/>
                <a:gd name="T36" fmla="*/ 210 w 210"/>
                <a:gd name="T37" fmla="*/ 64 h 278"/>
                <a:gd name="T38" fmla="*/ 192 w 210"/>
                <a:gd name="T39" fmla="*/ 45 h 278"/>
                <a:gd name="T40" fmla="*/ 105 w 210"/>
                <a:gd name="T41" fmla="*/ 13 h 278"/>
                <a:gd name="T42" fmla="*/ 115 w 210"/>
                <a:gd name="T43" fmla="*/ 22 h 278"/>
                <a:gd name="T44" fmla="*/ 105 w 210"/>
                <a:gd name="T45" fmla="*/ 32 h 278"/>
                <a:gd name="T46" fmla="*/ 96 w 210"/>
                <a:gd name="T47" fmla="*/ 22 h 278"/>
                <a:gd name="T48" fmla="*/ 105 w 210"/>
                <a:gd name="T49" fmla="*/ 13 h 278"/>
                <a:gd name="T50" fmla="*/ 196 w 210"/>
                <a:gd name="T51" fmla="*/ 259 h 278"/>
                <a:gd name="T52" fmla="*/ 192 w 210"/>
                <a:gd name="T53" fmla="*/ 263 h 278"/>
                <a:gd name="T54" fmla="*/ 19 w 210"/>
                <a:gd name="T55" fmla="*/ 263 h 278"/>
                <a:gd name="T56" fmla="*/ 15 w 210"/>
                <a:gd name="T57" fmla="*/ 259 h 278"/>
                <a:gd name="T58" fmla="*/ 15 w 210"/>
                <a:gd name="T59" fmla="*/ 64 h 278"/>
                <a:gd name="T60" fmla="*/ 19 w 210"/>
                <a:gd name="T61" fmla="*/ 59 h 278"/>
                <a:gd name="T62" fmla="*/ 25 w 210"/>
                <a:gd name="T63" fmla="*/ 59 h 278"/>
                <a:gd name="T64" fmla="*/ 32 w 210"/>
                <a:gd name="T65" fmla="*/ 59 h 278"/>
                <a:gd name="T66" fmla="*/ 55 w 210"/>
                <a:gd name="T67" fmla="*/ 59 h 278"/>
                <a:gd name="T68" fmla="*/ 55 w 210"/>
                <a:gd name="T69" fmla="*/ 63 h 278"/>
                <a:gd name="T70" fmla="*/ 65 w 210"/>
                <a:gd name="T71" fmla="*/ 72 h 278"/>
                <a:gd name="T72" fmla="*/ 146 w 210"/>
                <a:gd name="T73" fmla="*/ 72 h 278"/>
                <a:gd name="T74" fmla="*/ 155 w 210"/>
                <a:gd name="T75" fmla="*/ 63 h 278"/>
                <a:gd name="T76" fmla="*/ 155 w 210"/>
                <a:gd name="T77" fmla="*/ 59 h 278"/>
                <a:gd name="T78" fmla="*/ 179 w 210"/>
                <a:gd name="T79" fmla="*/ 59 h 278"/>
                <a:gd name="T80" fmla="*/ 186 w 210"/>
                <a:gd name="T81" fmla="*/ 59 h 278"/>
                <a:gd name="T82" fmla="*/ 192 w 210"/>
                <a:gd name="T83" fmla="*/ 59 h 278"/>
                <a:gd name="T84" fmla="*/ 196 w 210"/>
                <a:gd name="T85" fmla="*/ 64 h 278"/>
                <a:gd name="T86" fmla="*/ 196 w 210"/>
                <a:gd name="T87" fmla="*/ 259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0" h="278">
                  <a:moveTo>
                    <a:pt x="192" y="45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5" y="41"/>
                    <a:pt x="155" y="41"/>
                    <a:pt x="155" y="41"/>
                  </a:cubicBezTo>
                  <a:cubicBezTo>
                    <a:pt x="155" y="36"/>
                    <a:pt x="151" y="32"/>
                    <a:pt x="146" y="32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27" y="29"/>
                    <a:pt x="128" y="26"/>
                    <a:pt x="128" y="22"/>
                  </a:cubicBezTo>
                  <a:cubicBezTo>
                    <a:pt x="128" y="10"/>
                    <a:pt x="118" y="0"/>
                    <a:pt x="105" y="0"/>
                  </a:cubicBezTo>
                  <a:cubicBezTo>
                    <a:pt x="93" y="0"/>
                    <a:pt x="83" y="10"/>
                    <a:pt x="83" y="22"/>
                  </a:cubicBezTo>
                  <a:cubicBezTo>
                    <a:pt x="83" y="26"/>
                    <a:pt x="84" y="29"/>
                    <a:pt x="85" y="32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59" y="32"/>
                    <a:pt x="55" y="36"/>
                    <a:pt x="55" y="41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8" y="45"/>
                    <a:pt x="0" y="53"/>
                    <a:pt x="0" y="64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70"/>
                    <a:pt x="8" y="278"/>
                    <a:pt x="19" y="278"/>
                  </a:cubicBezTo>
                  <a:cubicBezTo>
                    <a:pt x="192" y="278"/>
                    <a:pt x="192" y="278"/>
                    <a:pt x="192" y="278"/>
                  </a:cubicBezTo>
                  <a:cubicBezTo>
                    <a:pt x="202" y="278"/>
                    <a:pt x="210" y="270"/>
                    <a:pt x="210" y="259"/>
                  </a:cubicBezTo>
                  <a:cubicBezTo>
                    <a:pt x="210" y="64"/>
                    <a:pt x="210" y="64"/>
                    <a:pt x="210" y="64"/>
                  </a:cubicBezTo>
                  <a:cubicBezTo>
                    <a:pt x="210" y="53"/>
                    <a:pt x="202" y="45"/>
                    <a:pt x="192" y="45"/>
                  </a:cubicBezTo>
                  <a:close/>
                  <a:moveTo>
                    <a:pt x="105" y="13"/>
                  </a:moveTo>
                  <a:cubicBezTo>
                    <a:pt x="111" y="13"/>
                    <a:pt x="115" y="17"/>
                    <a:pt x="115" y="22"/>
                  </a:cubicBezTo>
                  <a:cubicBezTo>
                    <a:pt x="115" y="28"/>
                    <a:pt x="111" y="32"/>
                    <a:pt x="105" y="32"/>
                  </a:cubicBezTo>
                  <a:cubicBezTo>
                    <a:pt x="100" y="32"/>
                    <a:pt x="96" y="28"/>
                    <a:pt x="96" y="22"/>
                  </a:cubicBezTo>
                  <a:cubicBezTo>
                    <a:pt x="96" y="17"/>
                    <a:pt x="100" y="13"/>
                    <a:pt x="105" y="13"/>
                  </a:cubicBezTo>
                  <a:close/>
                  <a:moveTo>
                    <a:pt x="196" y="259"/>
                  </a:moveTo>
                  <a:cubicBezTo>
                    <a:pt x="196" y="261"/>
                    <a:pt x="194" y="263"/>
                    <a:pt x="192" y="263"/>
                  </a:cubicBezTo>
                  <a:cubicBezTo>
                    <a:pt x="19" y="263"/>
                    <a:pt x="19" y="263"/>
                    <a:pt x="19" y="263"/>
                  </a:cubicBezTo>
                  <a:cubicBezTo>
                    <a:pt x="17" y="263"/>
                    <a:pt x="15" y="261"/>
                    <a:pt x="15" y="259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5" y="61"/>
                    <a:pt x="17" y="59"/>
                    <a:pt x="19" y="59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55" y="68"/>
                    <a:pt x="59" y="72"/>
                    <a:pt x="65" y="72"/>
                  </a:cubicBezTo>
                  <a:cubicBezTo>
                    <a:pt x="146" y="72"/>
                    <a:pt x="146" y="72"/>
                    <a:pt x="146" y="72"/>
                  </a:cubicBezTo>
                  <a:cubicBezTo>
                    <a:pt x="151" y="72"/>
                    <a:pt x="155" y="68"/>
                    <a:pt x="155" y="63"/>
                  </a:cubicBezTo>
                  <a:cubicBezTo>
                    <a:pt x="155" y="59"/>
                    <a:pt x="155" y="59"/>
                    <a:pt x="155" y="59"/>
                  </a:cubicBezTo>
                  <a:cubicBezTo>
                    <a:pt x="179" y="59"/>
                    <a:pt x="179" y="59"/>
                    <a:pt x="179" y="59"/>
                  </a:cubicBezTo>
                  <a:cubicBezTo>
                    <a:pt x="186" y="59"/>
                    <a:pt x="186" y="59"/>
                    <a:pt x="186" y="59"/>
                  </a:cubicBezTo>
                  <a:cubicBezTo>
                    <a:pt x="192" y="59"/>
                    <a:pt x="192" y="59"/>
                    <a:pt x="192" y="59"/>
                  </a:cubicBezTo>
                  <a:cubicBezTo>
                    <a:pt x="194" y="59"/>
                    <a:pt x="196" y="61"/>
                    <a:pt x="196" y="64"/>
                  </a:cubicBezTo>
                  <a:lnTo>
                    <a:pt x="196" y="2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1" name="Freeform 6"/>
            <p:cNvSpPr/>
            <p:nvPr/>
          </p:nvSpPr>
          <p:spPr bwMode="auto">
            <a:xfrm>
              <a:off x="4268788" y="2192338"/>
              <a:ext cx="342900" cy="311150"/>
            </a:xfrm>
            <a:custGeom>
              <a:avLst/>
              <a:gdLst>
                <a:gd name="T0" fmla="*/ 122 w 128"/>
                <a:gd name="T1" fmla="*/ 4 h 116"/>
                <a:gd name="T2" fmla="*/ 105 w 128"/>
                <a:gd name="T3" fmla="*/ 6 h 116"/>
                <a:gd name="T4" fmla="*/ 44 w 128"/>
                <a:gd name="T5" fmla="*/ 81 h 116"/>
                <a:gd name="T6" fmla="*/ 24 w 128"/>
                <a:gd name="T7" fmla="*/ 58 h 116"/>
                <a:gd name="T8" fmla="*/ 7 w 128"/>
                <a:gd name="T9" fmla="*/ 56 h 116"/>
                <a:gd name="T10" fmla="*/ 5 w 128"/>
                <a:gd name="T11" fmla="*/ 71 h 116"/>
                <a:gd name="T12" fmla="*/ 45 w 128"/>
                <a:gd name="T13" fmla="*/ 116 h 116"/>
                <a:gd name="T14" fmla="*/ 124 w 128"/>
                <a:gd name="T15" fmla="*/ 19 h 116"/>
                <a:gd name="T16" fmla="*/ 122 w 128"/>
                <a:gd name="T17" fmla="*/ 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" h="116">
                  <a:moveTo>
                    <a:pt x="122" y="4"/>
                  </a:moveTo>
                  <a:cubicBezTo>
                    <a:pt x="116" y="0"/>
                    <a:pt x="109" y="1"/>
                    <a:pt x="105" y="6"/>
                  </a:cubicBezTo>
                  <a:cubicBezTo>
                    <a:pt x="44" y="81"/>
                    <a:pt x="44" y="81"/>
                    <a:pt x="44" y="81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19" y="53"/>
                    <a:pt x="12" y="52"/>
                    <a:pt x="7" y="56"/>
                  </a:cubicBezTo>
                  <a:cubicBezTo>
                    <a:pt x="1" y="60"/>
                    <a:pt x="0" y="66"/>
                    <a:pt x="5" y="71"/>
                  </a:cubicBezTo>
                  <a:cubicBezTo>
                    <a:pt x="45" y="116"/>
                    <a:pt x="45" y="116"/>
                    <a:pt x="45" y="116"/>
                  </a:cubicBezTo>
                  <a:cubicBezTo>
                    <a:pt x="124" y="19"/>
                    <a:pt x="124" y="19"/>
                    <a:pt x="124" y="19"/>
                  </a:cubicBezTo>
                  <a:cubicBezTo>
                    <a:pt x="128" y="14"/>
                    <a:pt x="127" y="7"/>
                    <a:pt x="12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42" name="Freeform 95"/>
          <p:cNvSpPr>
            <a:spLocks noEditPoints="1"/>
          </p:cNvSpPr>
          <p:nvPr/>
        </p:nvSpPr>
        <p:spPr bwMode="auto">
          <a:xfrm>
            <a:off x="5846018" y="3129455"/>
            <a:ext cx="569970" cy="550377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8854778" y="2302550"/>
            <a:ext cx="2475570" cy="1530575"/>
            <a:chOff x="8854778" y="2035850"/>
            <a:chExt cx="2475570" cy="1530575"/>
          </a:xfrm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44" name="Freeform 13"/>
            <p:cNvSpPr/>
            <p:nvPr/>
          </p:nvSpPr>
          <p:spPr bwMode="auto">
            <a:xfrm>
              <a:off x="8854778" y="2035850"/>
              <a:ext cx="2304635" cy="1153066"/>
            </a:xfrm>
            <a:custGeom>
              <a:avLst/>
              <a:gdLst>
                <a:gd name="T0" fmla="*/ 115 w 746"/>
                <a:gd name="T1" fmla="*/ 372 h 372"/>
                <a:gd name="T2" fmla="*/ 373 w 746"/>
                <a:gd name="T3" fmla="*/ 114 h 372"/>
                <a:gd name="T4" fmla="*/ 632 w 746"/>
                <a:gd name="T5" fmla="*/ 372 h 372"/>
                <a:gd name="T6" fmla="*/ 746 w 746"/>
                <a:gd name="T7" fmla="*/ 372 h 372"/>
                <a:gd name="T8" fmla="*/ 373 w 746"/>
                <a:gd name="T9" fmla="*/ 0 h 372"/>
                <a:gd name="T10" fmla="*/ 0 w 746"/>
                <a:gd name="T11" fmla="*/ 372 h 372"/>
                <a:gd name="T12" fmla="*/ 115 w 746"/>
                <a:gd name="T13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6" h="372">
                  <a:moveTo>
                    <a:pt x="115" y="372"/>
                  </a:moveTo>
                  <a:cubicBezTo>
                    <a:pt x="115" y="230"/>
                    <a:pt x="231" y="114"/>
                    <a:pt x="373" y="114"/>
                  </a:cubicBezTo>
                  <a:cubicBezTo>
                    <a:pt x="515" y="114"/>
                    <a:pt x="631" y="230"/>
                    <a:pt x="632" y="372"/>
                  </a:cubicBezTo>
                  <a:cubicBezTo>
                    <a:pt x="746" y="372"/>
                    <a:pt x="746" y="372"/>
                    <a:pt x="746" y="372"/>
                  </a:cubicBezTo>
                  <a:cubicBezTo>
                    <a:pt x="746" y="166"/>
                    <a:pt x="579" y="0"/>
                    <a:pt x="373" y="0"/>
                  </a:cubicBezTo>
                  <a:cubicBezTo>
                    <a:pt x="168" y="0"/>
                    <a:pt x="1" y="166"/>
                    <a:pt x="0" y="372"/>
                  </a:cubicBezTo>
                  <a:lnTo>
                    <a:pt x="115" y="37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5" name="Isosceles Triangle 44"/>
            <p:cNvSpPr/>
            <p:nvPr/>
          </p:nvSpPr>
          <p:spPr>
            <a:xfrm rot="10800000">
              <a:off x="10651765" y="3126889"/>
              <a:ext cx="678583" cy="43953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903549" y="3084232"/>
            <a:ext cx="2485165" cy="1531937"/>
            <a:chOff x="6903549" y="2817532"/>
            <a:chExt cx="2485165" cy="1531937"/>
          </a:xfrm>
          <a:effectLst>
            <a:outerShdw blurRad="50800" dist="38100" dir="16200000" rotWithShape="0">
              <a:prstClr val="black">
                <a:alpha val="25000"/>
              </a:prstClr>
            </a:outerShdw>
          </a:effectLst>
        </p:grpSpPr>
        <p:sp>
          <p:nvSpPr>
            <p:cNvPr id="47" name="Freeform 11"/>
            <p:cNvSpPr/>
            <p:nvPr/>
          </p:nvSpPr>
          <p:spPr bwMode="auto">
            <a:xfrm>
              <a:off x="6903549" y="3196403"/>
              <a:ext cx="2306132" cy="1153066"/>
            </a:xfrm>
            <a:custGeom>
              <a:avLst/>
              <a:gdLst>
                <a:gd name="T0" fmla="*/ 631 w 746"/>
                <a:gd name="T1" fmla="*/ 0 h 372"/>
                <a:gd name="T2" fmla="*/ 373 w 746"/>
                <a:gd name="T3" fmla="*/ 258 h 372"/>
                <a:gd name="T4" fmla="*/ 114 w 746"/>
                <a:gd name="T5" fmla="*/ 0 h 372"/>
                <a:gd name="T6" fmla="*/ 0 w 746"/>
                <a:gd name="T7" fmla="*/ 0 h 372"/>
                <a:gd name="T8" fmla="*/ 373 w 746"/>
                <a:gd name="T9" fmla="*/ 372 h 372"/>
                <a:gd name="T10" fmla="*/ 746 w 746"/>
                <a:gd name="T11" fmla="*/ 0 h 372"/>
                <a:gd name="T12" fmla="*/ 631 w 746"/>
                <a:gd name="T13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6" h="372">
                  <a:moveTo>
                    <a:pt x="631" y="0"/>
                  </a:moveTo>
                  <a:cubicBezTo>
                    <a:pt x="631" y="142"/>
                    <a:pt x="515" y="258"/>
                    <a:pt x="373" y="258"/>
                  </a:cubicBezTo>
                  <a:cubicBezTo>
                    <a:pt x="230" y="258"/>
                    <a:pt x="115" y="142"/>
                    <a:pt x="1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6"/>
                    <a:pt x="167" y="372"/>
                    <a:pt x="373" y="372"/>
                  </a:cubicBezTo>
                  <a:cubicBezTo>
                    <a:pt x="578" y="372"/>
                    <a:pt x="745" y="206"/>
                    <a:pt x="746" y="0"/>
                  </a:cubicBezTo>
                  <a:lnTo>
                    <a:pt x="6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8" name="Isosceles Triangle 47"/>
            <p:cNvSpPr/>
            <p:nvPr/>
          </p:nvSpPr>
          <p:spPr>
            <a:xfrm>
              <a:off x="8710131" y="2817532"/>
              <a:ext cx="678583" cy="43953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4950824" y="2302550"/>
            <a:ext cx="2478858" cy="1530574"/>
            <a:chOff x="4950824" y="2035850"/>
            <a:chExt cx="2478858" cy="1530574"/>
          </a:xfrm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50" name="Freeform 49"/>
            <p:cNvSpPr/>
            <p:nvPr/>
          </p:nvSpPr>
          <p:spPr bwMode="auto">
            <a:xfrm>
              <a:off x="4950824" y="2035850"/>
              <a:ext cx="2306132" cy="1153066"/>
            </a:xfrm>
            <a:custGeom>
              <a:avLst/>
              <a:gdLst>
                <a:gd name="T0" fmla="*/ 114 w 746"/>
                <a:gd name="T1" fmla="*/ 372 h 372"/>
                <a:gd name="T2" fmla="*/ 373 w 746"/>
                <a:gd name="T3" fmla="*/ 114 h 372"/>
                <a:gd name="T4" fmla="*/ 632 w 746"/>
                <a:gd name="T5" fmla="*/ 372 h 372"/>
                <a:gd name="T6" fmla="*/ 746 w 746"/>
                <a:gd name="T7" fmla="*/ 372 h 372"/>
                <a:gd name="T8" fmla="*/ 373 w 746"/>
                <a:gd name="T9" fmla="*/ 0 h 372"/>
                <a:gd name="T10" fmla="*/ 0 w 746"/>
                <a:gd name="T11" fmla="*/ 372 h 372"/>
                <a:gd name="T12" fmla="*/ 114 w 746"/>
                <a:gd name="T13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6" h="372">
                  <a:moveTo>
                    <a:pt x="114" y="372"/>
                  </a:moveTo>
                  <a:cubicBezTo>
                    <a:pt x="115" y="230"/>
                    <a:pt x="231" y="114"/>
                    <a:pt x="373" y="114"/>
                  </a:cubicBezTo>
                  <a:cubicBezTo>
                    <a:pt x="515" y="114"/>
                    <a:pt x="631" y="230"/>
                    <a:pt x="632" y="372"/>
                  </a:cubicBezTo>
                  <a:cubicBezTo>
                    <a:pt x="746" y="372"/>
                    <a:pt x="746" y="372"/>
                    <a:pt x="746" y="372"/>
                  </a:cubicBezTo>
                  <a:cubicBezTo>
                    <a:pt x="745" y="166"/>
                    <a:pt x="579" y="0"/>
                    <a:pt x="373" y="0"/>
                  </a:cubicBezTo>
                  <a:cubicBezTo>
                    <a:pt x="167" y="0"/>
                    <a:pt x="1" y="166"/>
                    <a:pt x="0" y="372"/>
                  </a:cubicBezTo>
                  <a:lnTo>
                    <a:pt x="114" y="37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Isosceles Triangle 50"/>
            <p:cNvSpPr/>
            <p:nvPr/>
          </p:nvSpPr>
          <p:spPr>
            <a:xfrm rot="10800000">
              <a:off x="6751099" y="3126888"/>
              <a:ext cx="678583" cy="43953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007084" y="3084231"/>
            <a:ext cx="2490391" cy="1531938"/>
            <a:chOff x="3007084" y="2817531"/>
            <a:chExt cx="2490391" cy="1531938"/>
          </a:xfrm>
          <a:effectLst>
            <a:outerShdw blurRad="50800" dist="38100" dir="16200000" rotWithShape="0">
              <a:prstClr val="black">
                <a:alpha val="25000"/>
              </a:prstClr>
            </a:outerShdw>
          </a:effectLst>
        </p:grpSpPr>
        <p:sp>
          <p:nvSpPr>
            <p:cNvPr id="53" name="Freeform 52"/>
            <p:cNvSpPr/>
            <p:nvPr/>
          </p:nvSpPr>
          <p:spPr bwMode="auto">
            <a:xfrm>
              <a:off x="3007084" y="3196403"/>
              <a:ext cx="2306132" cy="1153066"/>
            </a:xfrm>
            <a:custGeom>
              <a:avLst/>
              <a:gdLst>
                <a:gd name="T0" fmla="*/ 631 w 746"/>
                <a:gd name="T1" fmla="*/ 0 h 372"/>
                <a:gd name="T2" fmla="*/ 373 w 746"/>
                <a:gd name="T3" fmla="*/ 258 h 372"/>
                <a:gd name="T4" fmla="*/ 114 w 746"/>
                <a:gd name="T5" fmla="*/ 0 h 372"/>
                <a:gd name="T6" fmla="*/ 0 w 746"/>
                <a:gd name="T7" fmla="*/ 0 h 372"/>
                <a:gd name="T8" fmla="*/ 373 w 746"/>
                <a:gd name="T9" fmla="*/ 372 h 372"/>
                <a:gd name="T10" fmla="*/ 746 w 746"/>
                <a:gd name="T11" fmla="*/ 0 h 372"/>
                <a:gd name="T12" fmla="*/ 631 w 746"/>
                <a:gd name="T13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6" h="372">
                  <a:moveTo>
                    <a:pt x="631" y="0"/>
                  </a:moveTo>
                  <a:cubicBezTo>
                    <a:pt x="631" y="142"/>
                    <a:pt x="515" y="258"/>
                    <a:pt x="373" y="258"/>
                  </a:cubicBezTo>
                  <a:cubicBezTo>
                    <a:pt x="230" y="258"/>
                    <a:pt x="115" y="142"/>
                    <a:pt x="1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6"/>
                    <a:pt x="167" y="372"/>
                    <a:pt x="373" y="372"/>
                  </a:cubicBezTo>
                  <a:cubicBezTo>
                    <a:pt x="578" y="372"/>
                    <a:pt x="745" y="206"/>
                    <a:pt x="746" y="0"/>
                  </a:cubicBezTo>
                  <a:lnTo>
                    <a:pt x="6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4" name="Isosceles Triangle 53"/>
            <p:cNvSpPr/>
            <p:nvPr/>
          </p:nvSpPr>
          <p:spPr>
            <a:xfrm>
              <a:off x="4818892" y="2817531"/>
              <a:ext cx="678583" cy="43953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054359" y="2302550"/>
            <a:ext cx="2469782" cy="1530574"/>
            <a:chOff x="1054359" y="2035850"/>
            <a:chExt cx="2469782" cy="1530574"/>
          </a:xfrm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grpSpPr>
        <p:sp>
          <p:nvSpPr>
            <p:cNvPr id="56" name="Freeform 5"/>
            <p:cNvSpPr/>
            <p:nvPr/>
          </p:nvSpPr>
          <p:spPr bwMode="auto">
            <a:xfrm>
              <a:off x="1054359" y="2035850"/>
              <a:ext cx="2304635" cy="1153066"/>
            </a:xfrm>
            <a:custGeom>
              <a:avLst/>
              <a:gdLst>
                <a:gd name="T0" fmla="*/ 114 w 746"/>
                <a:gd name="T1" fmla="*/ 372 h 372"/>
                <a:gd name="T2" fmla="*/ 373 w 746"/>
                <a:gd name="T3" fmla="*/ 114 h 372"/>
                <a:gd name="T4" fmla="*/ 632 w 746"/>
                <a:gd name="T5" fmla="*/ 372 h 372"/>
                <a:gd name="T6" fmla="*/ 746 w 746"/>
                <a:gd name="T7" fmla="*/ 372 h 372"/>
                <a:gd name="T8" fmla="*/ 373 w 746"/>
                <a:gd name="T9" fmla="*/ 0 h 372"/>
                <a:gd name="T10" fmla="*/ 0 w 746"/>
                <a:gd name="T11" fmla="*/ 372 h 372"/>
                <a:gd name="T12" fmla="*/ 114 w 746"/>
                <a:gd name="T13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6" h="372">
                  <a:moveTo>
                    <a:pt x="114" y="372"/>
                  </a:moveTo>
                  <a:cubicBezTo>
                    <a:pt x="115" y="230"/>
                    <a:pt x="231" y="114"/>
                    <a:pt x="373" y="114"/>
                  </a:cubicBezTo>
                  <a:cubicBezTo>
                    <a:pt x="515" y="114"/>
                    <a:pt x="631" y="230"/>
                    <a:pt x="632" y="372"/>
                  </a:cubicBezTo>
                  <a:cubicBezTo>
                    <a:pt x="746" y="372"/>
                    <a:pt x="746" y="372"/>
                    <a:pt x="746" y="372"/>
                  </a:cubicBezTo>
                  <a:cubicBezTo>
                    <a:pt x="745" y="166"/>
                    <a:pt x="579" y="0"/>
                    <a:pt x="373" y="0"/>
                  </a:cubicBezTo>
                  <a:cubicBezTo>
                    <a:pt x="167" y="0"/>
                    <a:pt x="1" y="166"/>
                    <a:pt x="0" y="372"/>
                  </a:cubicBezTo>
                  <a:lnTo>
                    <a:pt x="114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7" name="Isosceles Triangle 56"/>
            <p:cNvSpPr/>
            <p:nvPr/>
          </p:nvSpPr>
          <p:spPr>
            <a:xfrm rot="10800000">
              <a:off x="2845558" y="3126888"/>
              <a:ext cx="678583" cy="439536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58" name="Isosceles Triangle 57"/>
          <p:cNvSpPr/>
          <p:nvPr/>
        </p:nvSpPr>
        <p:spPr>
          <a:xfrm>
            <a:off x="898708" y="3109541"/>
            <a:ext cx="678583" cy="439536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500"/>
                            </p:stCondLst>
                            <p:childTnLst>
                              <p:par>
                                <p:cTn id="8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9500"/>
                            </p:stCondLst>
                            <p:childTnLst>
                              <p:par>
                                <p:cTn id="10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42" grpId="0" animBg="1"/>
      <p:bldP spid="5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55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Step-by-Step Process</a:t>
            </a:r>
            <a:endParaRPr lang="id-ID" dirty="0"/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Plane with Ribbon</a:t>
            </a:r>
            <a:endParaRPr lang="id-ID" dirty="0"/>
          </a:p>
        </p:txBody>
      </p:sp>
      <p:sp>
        <p:nvSpPr>
          <p:cNvPr id="11" name="Freeform 5"/>
          <p:cNvSpPr/>
          <p:nvPr/>
        </p:nvSpPr>
        <p:spPr bwMode="auto">
          <a:xfrm>
            <a:off x="241953" y="1937027"/>
            <a:ext cx="1028999" cy="671406"/>
          </a:xfrm>
          <a:custGeom>
            <a:avLst/>
            <a:gdLst>
              <a:gd name="T0" fmla="*/ 589 w 589"/>
              <a:gd name="T1" fmla="*/ 0 h 371"/>
              <a:gd name="T2" fmla="*/ 589 w 589"/>
              <a:gd name="T3" fmla="*/ 371 h 371"/>
              <a:gd name="T4" fmla="*/ 0 w 589"/>
              <a:gd name="T5" fmla="*/ 371 h 371"/>
              <a:gd name="T6" fmla="*/ 113 w 589"/>
              <a:gd name="T7" fmla="*/ 186 h 371"/>
              <a:gd name="T8" fmla="*/ 0 w 589"/>
              <a:gd name="T9" fmla="*/ 0 h 371"/>
              <a:gd name="T10" fmla="*/ 589 w 589"/>
              <a:gd name="T11" fmla="*/ 0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9" h="371">
                <a:moveTo>
                  <a:pt x="589" y="0"/>
                </a:moveTo>
                <a:lnTo>
                  <a:pt x="589" y="371"/>
                </a:lnTo>
                <a:lnTo>
                  <a:pt x="0" y="371"/>
                </a:lnTo>
                <a:lnTo>
                  <a:pt x="113" y="186"/>
                </a:lnTo>
                <a:lnTo>
                  <a:pt x="0" y="0"/>
                </a:lnTo>
                <a:lnTo>
                  <a:pt x="58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Freeform 6"/>
          <p:cNvSpPr/>
          <p:nvPr/>
        </p:nvSpPr>
        <p:spPr bwMode="auto">
          <a:xfrm>
            <a:off x="919800" y="1937027"/>
            <a:ext cx="351153" cy="349277"/>
          </a:xfrm>
          <a:custGeom>
            <a:avLst/>
            <a:gdLst>
              <a:gd name="T0" fmla="*/ 201 w 201"/>
              <a:gd name="T1" fmla="*/ 193 h 193"/>
              <a:gd name="T2" fmla="*/ 201 w 201"/>
              <a:gd name="T3" fmla="*/ 0 h 193"/>
              <a:gd name="T4" fmla="*/ 0 w 201"/>
              <a:gd name="T5" fmla="*/ 178 h 193"/>
              <a:gd name="T6" fmla="*/ 201 w 201"/>
              <a:gd name="T7" fmla="*/ 193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" h="193">
                <a:moveTo>
                  <a:pt x="201" y="193"/>
                </a:moveTo>
                <a:lnTo>
                  <a:pt x="201" y="0"/>
                </a:lnTo>
                <a:lnTo>
                  <a:pt x="0" y="178"/>
                </a:lnTo>
                <a:lnTo>
                  <a:pt x="201" y="19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3000">
                <a:schemeClr val="accent1">
                  <a:lumMod val="75000"/>
                </a:schemeClr>
              </a:gs>
            </a:gsLst>
            <a:lin ang="189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Freeform 12"/>
          <p:cNvSpPr/>
          <p:nvPr/>
        </p:nvSpPr>
        <p:spPr bwMode="auto">
          <a:xfrm>
            <a:off x="1994721" y="2240540"/>
            <a:ext cx="4388919" cy="1652290"/>
          </a:xfrm>
          <a:custGeom>
            <a:avLst/>
            <a:gdLst>
              <a:gd name="T0" fmla="*/ 0 w 3467"/>
              <a:gd name="T1" fmla="*/ 1260 h 1260"/>
              <a:gd name="T2" fmla="*/ 3467 w 3467"/>
              <a:gd name="T3" fmla="*/ 512 h 1260"/>
              <a:gd name="T4" fmla="*/ 3467 w 3467"/>
              <a:gd name="T5" fmla="*/ 0 h 1260"/>
              <a:gd name="T6" fmla="*/ 0 w 3467"/>
              <a:gd name="T7" fmla="*/ 745 h 1260"/>
              <a:gd name="T8" fmla="*/ 0 w 3467"/>
              <a:gd name="T9" fmla="*/ 1260 h 1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67" h="1260">
                <a:moveTo>
                  <a:pt x="0" y="1260"/>
                </a:moveTo>
                <a:lnTo>
                  <a:pt x="3467" y="512"/>
                </a:lnTo>
                <a:lnTo>
                  <a:pt x="3467" y="0"/>
                </a:lnTo>
                <a:lnTo>
                  <a:pt x="0" y="745"/>
                </a:lnTo>
                <a:lnTo>
                  <a:pt x="0" y="12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3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Freeform 13"/>
          <p:cNvSpPr/>
          <p:nvPr/>
        </p:nvSpPr>
        <p:spPr bwMode="auto">
          <a:xfrm>
            <a:off x="2608688" y="3220111"/>
            <a:ext cx="4016741" cy="1652290"/>
          </a:xfrm>
          <a:custGeom>
            <a:avLst/>
            <a:gdLst>
              <a:gd name="T0" fmla="*/ 2 w 3173"/>
              <a:gd name="T1" fmla="*/ 1260 h 1260"/>
              <a:gd name="T2" fmla="*/ 3173 w 3173"/>
              <a:gd name="T3" fmla="*/ 515 h 1260"/>
              <a:gd name="T4" fmla="*/ 3173 w 3173"/>
              <a:gd name="T5" fmla="*/ 0 h 1260"/>
              <a:gd name="T6" fmla="*/ 0 w 3173"/>
              <a:gd name="T7" fmla="*/ 748 h 1260"/>
              <a:gd name="T8" fmla="*/ 2 w 3173"/>
              <a:gd name="T9" fmla="*/ 1260 h 1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73" h="1260">
                <a:moveTo>
                  <a:pt x="2" y="1260"/>
                </a:moveTo>
                <a:lnTo>
                  <a:pt x="3173" y="515"/>
                </a:lnTo>
                <a:lnTo>
                  <a:pt x="3173" y="0"/>
                </a:lnTo>
                <a:lnTo>
                  <a:pt x="0" y="748"/>
                </a:lnTo>
                <a:lnTo>
                  <a:pt x="2" y="126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53000">
                <a:schemeClr val="accent2">
                  <a:lumMod val="75000"/>
                </a:schemeClr>
              </a:gs>
            </a:gsLst>
            <a:lin ang="189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Freeform 14"/>
          <p:cNvSpPr/>
          <p:nvPr/>
        </p:nvSpPr>
        <p:spPr bwMode="auto">
          <a:xfrm>
            <a:off x="3225188" y="4200994"/>
            <a:ext cx="4030665" cy="1675894"/>
          </a:xfrm>
          <a:custGeom>
            <a:avLst/>
            <a:gdLst>
              <a:gd name="T0" fmla="*/ 2 w 3184"/>
              <a:gd name="T1" fmla="*/ 1278 h 1278"/>
              <a:gd name="T2" fmla="*/ 3184 w 3184"/>
              <a:gd name="T3" fmla="*/ 512 h 1278"/>
              <a:gd name="T4" fmla="*/ 3184 w 3184"/>
              <a:gd name="T5" fmla="*/ 0 h 1278"/>
              <a:gd name="T6" fmla="*/ 0 w 3184"/>
              <a:gd name="T7" fmla="*/ 766 h 1278"/>
              <a:gd name="T8" fmla="*/ 2 w 3184"/>
              <a:gd name="T9" fmla="*/ 1278 h 1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84" h="1278">
                <a:moveTo>
                  <a:pt x="2" y="1278"/>
                </a:moveTo>
                <a:lnTo>
                  <a:pt x="3184" y="512"/>
                </a:lnTo>
                <a:lnTo>
                  <a:pt x="3184" y="0"/>
                </a:lnTo>
                <a:lnTo>
                  <a:pt x="0" y="766"/>
                </a:lnTo>
                <a:lnTo>
                  <a:pt x="2" y="127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53000">
                <a:schemeClr val="accent3">
                  <a:lumMod val="75000"/>
                </a:schemeClr>
              </a:gs>
            </a:gsLst>
            <a:lin ang="189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3225188" y="5202859"/>
            <a:ext cx="6553629" cy="67402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16000">
                <a:schemeClr val="accent4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927933" y="2240540"/>
            <a:ext cx="5455705" cy="67140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6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992189" y="3217488"/>
            <a:ext cx="4645899" cy="675341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6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608688" y="4200994"/>
            <a:ext cx="4647165" cy="671406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6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87668" y="2244961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187668" y="2445307"/>
            <a:ext cx="2474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68157" y="3243262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668157" y="3443608"/>
            <a:ext cx="2474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25829" y="4225794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325829" y="4426141"/>
            <a:ext cx="2474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50570" y="522332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150570" y="5423672"/>
            <a:ext cx="2474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2272590" y="3432651"/>
            <a:ext cx="301287" cy="259646"/>
            <a:chOff x="11266488" y="4143375"/>
            <a:chExt cx="377825" cy="314326"/>
          </a:xfrm>
          <a:solidFill>
            <a:schemeClr val="bg1"/>
          </a:solidFill>
        </p:grpSpPr>
        <p:sp>
          <p:nvSpPr>
            <p:cNvPr id="29" name="Oval 9"/>
            <p:cNvSpPr>
              <a:spLocks noChangeArrowheads="1"/>
            </p:cNvSpPr>
            <p:nvPr/>
          </p:nvSpPr>
          <p:spPr bwMode="auto">
            <a:xfrm>
              <a:off x="11417301" y="4379913"/>
              <a:ext cx="76200" cy="777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0" name="Freeform 10"/>
            <p:cNvSpPr/>
            <p:nvPr/>
          </p:nvSpPr>
          <p:spPr bwMode="auto">
            <a:xfrm>
              <a:off x="11350626" y="4291013"/>
              <a:ext cx="209550" cy="77788"/>
            </a:xfrm>
            <a:custGeom>
              <a:avLst/>
              <a:gdLst>
                <a:gd name="T0" fmla="*/ 50 w 54"/>
                <a:gd name="T1" fmla="*/ 20 h 20"/>
                <a:gd name="T2" fmla="*/ 46 w 54"/>
                <a:gd name="T3" fmla="*/ 18 h 20"/>
                <a:gd name="T4" fmla="*/ 27 w 54"/>
                <a:gd name="T5" fmla="*/ 8 h 20"/>
                <a:gd name="T6" fmla="*/ 8 w 54"/>
                <a:gd name="T7" fmla="*/ 18 h 20"/>
                <a:gd name="T8" fmla="*/ 2 w 54"/>
                <a:gd name="T9" fmla="*/ 19 h 20"/>
                <a:gd name="T10" fmla="*/ 1 w 54"/>
                <a:gd name="T11" fmla="*/ 13 h 20"/>
                <a:gd name="T12" fmla="*/ 27 w 54"/>
                <a:gd name="T13" fmla="*/ 0 h 20"/>
                <a:gd name="T14" fmla="*/ 53 w 54"/>
                <a:gd name="T15" fmla="*/ 13 h 20"/>
                <a:gd name="T16" fmla="*/ 52 w 54"/>
                <a:gd name="T17" fmla="*/ 19 h 20"/>
                <a:gd name="T18" fmla="*/ 50 w 54"/>
                <a:gd name="T1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20">
                  <a:moveTo>
                    <a:pt x="50" y="20"/>
                  </a:moveTo>
                  <a:cubicBezTo>
                    <a:pt x="48" y="20"/>
                    <a:pt x="47" y="19"/>
                    <a:pt x="46" y="18"/>
                  </a:cubicBezTo>
                  <a:cubicBezTo>
                    <a:pt x="42" y="12"/>
                    <a:pt x="35" y="8"/>
                    <a:pt x="27" y="8"/>
                  </a:cubicBezTo>
                  <a:cubicBezTo>
                    <a:pt x="19" y="8"/>
                    <a:pt x="12" y="12"/>
                    <a:pt x="8" y="18"/>
                  </a:cubicBezTo>
                  <a:cubicBezTo>
                    <a:pt x="6" y="20"/>
                    <a:pt x="4" y="20"/>
                    <a:pt x="2" y="19"/>
                  </a:cubicBezTo>
                  <a:cubicBezTo>
                    <a:pt x="0" y="17"/>
                    <a:pt x="0" y="15"/>
                    <a:pt x="1" y="13"/>
                  </a:cubicBezTo>
                  <a:cubicBezTo>
                    <a:pt x="7" y="5"/>
                    <a:pt x="17" y="0"/>
                    <a:pt x="27" y="0"/>
                  </a:cubicBezTo>
                  <a:cubicBezTo>
                    <a:pt x="37" y="0"/>
                    <a:pt x="47" y="5"/>
                    <a:pt x="53" y="13"/>
                  </a:cubicBezTo>
                  <a:cubicBezTo>
                    <a:pt x="54" y="15"/>
                    <a:pt x="54" y="17"/>
                    <a:pt x="52" y="19"/>
                  </a:cubicBezTo>
                  <a:cubicBezTo>
                    <a:pt x="51" y="19"/>
                    <a:pt x="50" y="20"/>
                    <a:pt x="5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1" name="Freeform 11"/>
            <p:cNvSpPr/>
            <p:nvPr/>
          </p:nvSpPr>
          <p:spPr bwMode="auto">
            <a:xfrm>
              <a:off x="11266488" y="4143375"/>
              <a:ext cx="377825" cy="100013"/>
            </a:xfrm>
            <a:custGeom>
              <a:avLst/>
              <a:gdLst>
                <a:gd name="T0" fmla="*/ 4 w 98"/>
                <a:gd name="T1" fmla="*/ 26 h 26"/>
                <a:gd name="T2" fmla="*/ 1 w 98"/>
                <a:gd name="T3" fmla="*/ 25 h 26"/>
                <a:gd name="T4" fmla="*/ 2 w 98"/>
                <a:gd name="T5" fmla="*/ 19 h 26"/>
                <a:gd name="T6" fmla="*/ 49 w 98"/>
                <a:gd name="T7" fmla="*/ 0 h 26"/>
                <a:gd name="T8" fmla="*/ 96 w 98"/>
                <a:gd name="T9" fmla="*/ 19 h 26"/>
                <a:gd name="T10" fmla="*/ 97 w 98"/>
                <a:gd name="T11" fmla="*/ 25 h 26"/>
                <a:gd name="T12" fmla="*/ 91 w 98"/>
                <a:gd name="T13" fmla="*/ 25 h 26"/>
                <a:gd name="T14" fmla="*/ 49 w 98"/>
                <a:gd name="T15" fmla="*/ 8 h 26"/>
                <a:gd name="T16" fmla="*/ 7 w 98"/>
                <a:gd name="T17" fmla="*/ 25 h 26"/>
                <a:gd name="T18" fmla="*/ 4 w 98"/>
                <a:gd name="T1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" h="26">
                  <a:moveTo>
                    <a:pt x="4" y="26"/>
                  </a:moveTo>
                  <a:cubicBezTo>
                    <a:pt x="3" y="26"/>
                    <a:pt x="2" y="25"/>
                    <a:pt x="1" y="25"/>
                  </a:cubicBezTo>
                  <a:cubicBezTo>
                    <a:pt x="0" y="23"/>
                    <a:pt x="0" y="20"/>
                    <a:pt x="2" y="19"/>
                  </a:cubicBezTo>
                  <a:cubicBezTo>
                    <a:pt x="15" y="7"/>
                    <a:pt x="31" y="0"/>
                    <a:pt x="49" y="0"/>
                  </a:cubicBezTo>
                  <a:cubicBezTo>
                    <a:pt x="67" y="0"/>
                    <a:pt x="83" y="7"/>
                    <a:pt x="96" y="19"/>
                  </a:cubicBezTo>
                  <a:cubicBezTo>
                    <a:pt x="98" y="20"/>
                    <a:pt x="98" y="23"/>
                    <a:pt x="97" y="25"/>
                  </a:cubicBezTo>
                  <a:cubicBezTo>
                    <a:pt x="95" y="26"/>
                    <a:pt x="93" y="26"/>
                    <a:pt x="91" y="25"/>
                  </a:cubicBezTo>
                  <a:cubicBezTo>
                    <a:pt x="79" y="14"/>
                    <a:pt x="65" y="8"/>
                    <a:pt x="49" y="8"/>
                  </a:cubicBezTo>
                  <a:cubicBezTo>
                    <a:pt x="33" y="8"/>
                    <a:pt x="19" y="14"/>
                    <a:pt x="7" y="25"/>
                  </a:cubicBezTo>
                  <a:cubicBezTo>
                    <a:pt x="6" y="26"/>
                    <a:pt x="5" y="26"/>
                    <a:pt x="4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2" name="Freeform 12"/>
            <p:cNvSpPr/>
            <p:nvPr/>
          </p:nvSpPr>
          <p:spPr bwMode="auto">
            <a:xfrm>
              <a:off x="11307763" y="4216400"/>
              <a:ext cx="295275" cy="90488"/>
            </a:xfrm>
            <a:custGeom>
              <a:avLst/>
              <a:gdLst>
                <a:gd name="T0" fmla="*/ 72 w 76"/>
                <a:gd name="T1" fmla="*/ 22 h 23"/>
                <a:gd name="T2" fmla="*/ 69 w 76"/>
                <a:gd name="T3" fmla="*/ 21 h 23"/>
                <a:gd name="T4" fmla="*/ 38 w 76"/>
                <a:gd name="T5" fmla="*/ 8 h 23"/>
                <a:gd name="T6" fmla="*/ 7 w 76"/>
                <a:gd name="T7" fmla="*/ 21 h 23"/>
                <a:gd name="T8" fmla="*/ 1 w 76"/>
                <a:gd name="T9" fmla="*/ 21 h 23"/>
                <a:gd name="T10" fmla="*/ 1 w 76"/>
                <a:gd name="T11" fmla="*/ 15 h 23"/>
                <a:gd name="T12" fmla="*/ 38 w 76"/>
                <a:gd name="T13" fmla="*/ 0 h 23"/>
                <a:gd name="T14" fmla="*/ 75 w 76"/>
                <a:gd name="T15" fmla="*/ 15 h 23"/>
                <a:gd name="T16" fmla="*/ 75 w 76"/>
                <a:gd name="T17" fmla="*/ 21 h 23"/>
                <a:gd name="T18" fmla="*/ 72 w 76"/>
                <a:gd name="T19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23">
                  <a:moveTo>
                    <a:pt x="72" y="22"/>
                  </a:moveTo>
                  <a:cubicBezTo>
                    <a:pt x="71" y="22"/>
                    <a:pt x="70" y="22"/>
                    <a:pt x="69" y="21"/>
                  </a:cubicBezTo>
                  <a:cubicBezTo>
                    <a:pt x="61" y="13"/>
                    <a:pt x="50" y="8"/>
                    <a:pt x="38" y="8"/>
                  </a:cubicBezTo>
                  <a:cubicBezTo>
                    <a:pt x="26" y="8"/>
                    <a:pt x="15" y="13"/>
                    <a:pt x="7" y="21"/>
                  </a:cubicBezTo>
                  <a:cubicBezTo>
                    <a:pt x="5" y="23"/>
                    <a:pt x="3" y="23"/>
                    <a:pt x="1" y="21"/>
                  </a:cubicBezTo>
                  <a:cubicBezTo>
                    <a:pt x="0" y="19"/>
                    <a:pt x="0" y="17"/>
                    <a:pt x="1" y="15"/>
                  </a:cubicBezTo>
                  <a:cubicBezTo>
                    <a:pt x="11" y="6"/>
                    <a:pt x="24" y="0"/>
                    <a:pt x="38" y="0"/>
                  </a:cubicBezTo>
                  <a:cubicBezTo>
                    <a:pt x="52" y="0"/>
                    <a:pt x="65" y="6"/>
                    <a:pt x="75" y="15"/>
                  </a:cubicBezTo>
                  <a:cubicBezTo>
                    <a:pt x="76" y="17"/>
                    <a:pt x="76" y="19"/>
                    <a:pt x="75" y="21"/>
                  </a:cubicBezTo>
                  <a:cubicBezTo>
                    <a:pt x="74" y="22"/>
                    <a:pt x="73" y="22"/>
                    <a:pt x="7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 rot="21545399">
            <a:off x="1849431" y="2358373"/>
            <a:ext cx="254252" cy="397548"/>
            <a:chOff x="2289175" y="1751013"/>
            <a:chExt cx="168275" cy="254001"/>
          </a:xfrm>
          <a:solidFill>
            <a:schemeClr val="bg1"/>
          </a:solidFill>
        </p:grpSpPr>
        <p:sp>
          <p:nvSpPr>
            <p:cNvPr id="34" name="Freeform 110"/>
            <p:cNvSpPr>
              <a:spLocks noEditPoints="1"/>
            </p:cNvSpPr>
            <p:nvPr/>
          </p:nvSpPr>
          <p:spPr bwMode="auto">
            <a:xfrm>
              <a:off x="2289175" y="1812926"/>
              <a:ext cx="168275" cy="192088"/>
            </a:xfrm>
            <a:custGeom>
              <a:avLst/>
              <a:gdLst>
                <a:gd name="T0" fmla="*/ 32 w 63"/>
                <a:gd name="T1" fmla="*/ 56 h 72"/>
                <a:gd name="T2" fmla="*/ 48 w 63"/>
                <a:gd name="T3" fmla="*/ 72 h 72"/>
                <a:gd name="T4" fmla="*/ 63 w 63"/>
                <a:gd name="T5" fmla="*/ 72 h 72"/>
                <a:gd name="T6" fmla="*/ 33 w 63"/>
                <a:gd name="T7" fmla="*/ 15 h 72"/>
                <a:gd name="T8" fmla="*/ 39 w 63"/>
                <a:gd name="T9" fmla="*/ 7 h 72"/>
                <a:gd name="T10" fmla="*/ 32 w 63"/>
                <a:gd name="T11" fmla="*/ 0 h 72"/>
                <a:gd name="T12" fmla="*/ 24 w 63"/>
                <a:gd name="T13" fmla="*/ 7 h 72"/>
                <a:gd name="T14" fmla="*/ 31 w 63"/>
                <a:gd name="T15" fmla="*/ 15 h 72"/>
                <a:gd name="T16" fmla="*/ 0 w 63"/>
                <a:gd name="T17" fmla="*/ 72 h 72"/>
                <a:gd name="T18" fmla="*/ 16 w 63"/>
                <a:gd name="T19" fmla="*/ 72 h 72"/>
                <a:gd name="T20" fmla="*/ 32 w 63"/>
                <a:gd name="T21" fmla="*/ 56 h 72"/>
                <a:gd name="T22" fmla="*/ 32 w 63"/>
                <a:gd name="T23" fmla="*/ 33 h 72"/>
                <a:gd name="T24" fmla="*/ 32 w 63"/>
                <a:gd name="T25" fmla="*/ 32 h 72"/>
                <a:gd name="T26" fmla="*/ 32 w 63"/>
                <a:gd name="T27" fmla="*/ 33 h 72"/>
                <a:gd name="T28" fmla="*/ 41 w 63"/>
                <a:gd name="T29" fmla="*/ 52 h 72"/>
                <a:gd name="T30" fmla="*/ 32 w 63"/>
                <a:gd name="T31" fmla="*/ 50 h 72"/>
                <a:gd name="T32" fmla="*/ 23 w 63"/>
                <a:gd name="T33" fmla="*/ 52 h 72"/>
                <a:gd name="T34" fmla="*/ 32 w 63"/>
                <a:gd name="T35" fmla="*/ 3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" h="72">
                  <a:moveTo>
                    <a:pt x="32" y="56"/>
                  </a:moveTo>
                  <a:cubicBezTo>
                    <a:pt x="41" y="56"/>
                    <a:pt x="48" y="63"/>
                    <a:pt x="48" y="7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44" y="51"/>
                    <a:pt x="36" y="26"/>
                    <a:pt x="33" y="15"/>
                  </a:cubicBezTo>
                  <a:cubicBezTo>
                    <a:pt x="37" y="14"/>
                    <a:pt x="39" y="11"/>
                    <a:pt x="39" y="7"/>
                  </a:cubicBezTo>
                  <a:cubicBezTo>
                    <a:pt x="39" y="3"/>
                    <a:pt x="36" y="0"/>
                    <a:pt x="32" y="0"/>
                  </a:cubicBezTo>
                  <a:cubicBezTo>
                    <a:pt x="28" y="0"/>
                    <a:pt x="24" y="3"/>
                    <a:pt x="24" y="7"/>
                  </a:cubicBezTo>
                  <a:cubicBezTo>
                    <a:pt x="24" y="11"/>
                    <a:pt x="27" y="14"/>
                    <a:pt x="31" y="15"/>
                  </a:cubicBezTo>
                  <a:cubicBezTo>
                    <a:pt x="28" y="26"/>
                    <a:pt x="20" y="51"/>
                    <a:pt x="0" y="72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63"/>
                    <a:pt x="23" y="56"/>
                    <a:pt x="32" y="56"/>
                  </a:cubicBezTo>
                  <a:close/>
                  <a:moveTo>
                    <a:pt x="32" y="33"/>
                  </a:move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2"/>
                    <a:pt x="32" y="33"/>
                  </a:cubicBezTo>
                  <a:cubicBezTo>
                    <a:pt x="35" y="39"/>
                    <a:pt x="38" y="46"/>
                    <a:pt x="41" y="52"/>
                  </a:cubicBezTo>
                  <a:cubicBezTo>
                    <a:pt x="38" y="50"/>
                    <a:pt x="35" y="50"/>
                    <a:pt x="32" y="50"/>
                  </a:cubicBezTo>
                  <a:cubicBezTo>
                    <a:pt x="29" y="50"/>
                    <a:pt x="26" y="50"/>
                    <a:pt x="23" y="52"/>
                  </a:cubicBezTo>
                  <a:cubicBezTo>
                    <a:pt x="26" y="46"/>
                    <a:pt x="29" y="39"/>
                    <a:pt x="32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5" name="Freeform 111"/>
            <p:cNvSpPr/>
            <p:nvPr/>
          </p:nvSpPr>
          <p:spPr bwMode="auto">
            <a:xfrm>
              <a:off x="2290763" y="1751013"/>
              <a:ext cx="166687" cy="155575"/>
            </a:xfrm>
            <a:custGeom>
              <a:avLst/>
              <a:gdLst>
                <a:gd name="T0" fmla="*/ 15 w 62"/>
                <a:gd name="T1" fmla="*/ 57 h 58"/>
                <a:gd name="T2" fmla="*/ 18 w 62"/>
                <a:gd name="T3" fmla="*/ 57 h 58"/>
                <a:gd name="T4" fmla="*/ 17 w 62"/>
                <a:gd name="T5" fmla="*/ 54 h 58"/>
                <a:gd name="T6" fmla="*/ 3 w 62"/>
                <a:gd name="T7" fmla="*/ 30 h 58"/>
                <a:gd name="T8" fmla="*/ 31 w 62"/>
                <a:gd name="T9" fmla="*/ 3 h 58"/>
                <a:gd name="T10" fmla="*/ 59 w 62"/>
                <a:gd name="T11" fmla="*/ 30 h 58"/>
                <a:gd name="T12" fmla="*/ 45 w 62"/>
                <a:gd name="T13" fmla="*/ 54 h 58"/>
                <a:gd name="T14" fmla="*/ 44 w 62"/>
                <a:gd name="T15" fmla="*/ 57 h 58"/>
                <a:gd name="T16" fmla="*/ 45 w 62"/>
                <a:gd name="T17" fmla="*/ 57 h 58"/>
                <a:gd name="T18" fmla="*/ 46 w 62"/>
                <a:gd name="T19" fmla="*/ 57 h 58"/>
                <a:gd name="T20" fmla="*/ 57 w 62"/>
                <a:gd name="T21" fmla="*/ 46 h 58"/>
                <a:gd name="T22" fmla="*/ 62 w 62"/>
                <a:gd name="T23" fmla="*/ 30 h 58"/>
                <a:gd name="T24" fmla="*/ 31 w 62"/>
                <a:gd name="T25" fmla="*/ 0 h 58"/>
                <a:gd name="T26" fmla="*/ 0 w 62"/>
                <a:gd name="T27" fmla="*/ 30 h 58"/>
                <a:gd name="T28" fmla="*/ 4 w 62"/>
                <a:gd name="T29" fmla="*/ 46 h 58"/>
                <a:gd name="T30" fmla="*/ 15 w 62"/>
                <a:gd name="T31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2" h="58">
                  <a:moveTo>
                    <a:pt x="15" y="57"/>
                  </a:moveTo>
                  <a:cubicBezTo>
                    <a:pt x="16" y="58"/>
                    <a:pt x="17" y="57"/>
                    <a:pt x="18" y="57"/>
                  </a:cubicBezTo>
                  <a:cubicBezTo>
                    <a:pt x="18" y="56"/>
                    <a:pt x="18" y="55"/>
                    <a:pt x="17" y="54"/>
                  </a:cubicBezTo>
                  <a:cubicBezTo>
                    <a:pt x="8" y="50"/>
                    <a:pt x="3" y="40"/>
                    <a:pt x="3" y="30"/>
                  </a:cubicBezTo>
                  <a:cubicBezTo>
                    <a:pt x="3" y="15"/>
                    <a:pt x="16" y="3"/>
                    <a:pt x="31" y="3"/>
                  </a:cubicBezTo>
                  <a:cubicBezTo>
                    <a:pt x="46" y="3"/>
                    <a:pt x="59" y="15"/>
                    <a:pt x="59" y="30"/>
                  </a:cubicBezTo>
                  <a:cubicBezTo>
                    <a:pt x="59" y="40"/>
                    <a:pt x="53" y="50"/>
                    <a:pt x="45" y="54"/>
                  </a:cubicBezTo>
                  <a:cubicBezTo>
                    <a:pt x="44" y="55"/>
                    <a:pt x="44" y="56"/>
                    <a:pt x="44" y="57"/>
                  </a:cubicBezTo>
                  <a:cubicBezTo>
                    <a:pt x="44" y="57"/>
                    <a:pt x="45" y="57"/>
                    <a:pt x="45" y="57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1" y="54"/>
                    <a:pt x="55" y="51"/>
                    <a:pt x="57" y="46"/>
                  </a:cubicBezTo>
                  <a:cubicBezTo>
                    <a:pt x="60" y="41"/>
                    <a:pt x="62" y="36"/>
                    <a:pt x="62" y="30"/>
                  </a:cubicBezTo>
                  <a:cubicBezTo>
                    <a:pt x="62" y="14"/>
                    <a:pt x="48" y="0"/>
                    <a:pt x="31" y="0"/>
                  </a:cubicBezTo>
                  <a:cubicBezTo>
                    <a:pt x="14" y="0"/>
                    <a:pt x="0" y="14"/>
                    <a:pt x="0" y="30"/>
                  </a:cubicBezTo>
                  <a:cubicBezTo>
                    <a:pt x="0" y="36"/>
                    <a:pt x="2" y="41"/>
                    <a:pt x="4" y="46"/>
                  </a:cubicBezTo>
                  <a:cubicBezTo>
                    <a:pt x="7" y="51"/>
                    <a:pt x="11" y="54"/>
                    <a:pt x="15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6" name="Freeform 112"/>
            <p:cNvSpPr/>
            <p:nvPr/>
          </p:nvSpPr>
          <p:spPr bwMode="auto">
            <a:xfrm>
              <a:off x="2309813" y="1770063"/>
              <a:ext cx="125412" cy="117475"/>
            </a:xfrm>
            <a:custGeom>
              <a:avLst/>
              <a:gdLst>
                <a:gd name="T0" fmla="*/ 36 w 47"/>
                <a:gd name="T1" fmla="*/ 44 h 44"/>
                <a:gd name="T2" fmla="*/ 44 w 47"/>
                <a:gd name="T3" fmla="*/ 35 h 44"/>
                <a:gd name="T4" fmla="*/ 47 w 47"/>
                <a:gd name="T5" fmla="*/ 23 h 44"/>
                <a:gd name="T6" fmla="*/ 24 w 47"/>
                <a:gd name="T7" fmla="*/ 0 h 44"/>
                <a:gd name="T8" fmla="*/ 0 w 47"/>
                <a:gd name="T9" fmla="*/ 23 h 44"/>
                <a:gd name="T10" fmla="*/ 3 w 47"/>
                <a:gd name="T11" fmla="*/ 35 h 44"/>
                <a:gd name="T12" fmla="*/ 11 w 47"/>
                <a:gd name="T13" fmla="*/ 44 h 44"/>
                <a:gd name="T14" fmla="*/ 12 w 47"/>
                <a:gd name="T15" fmla="*/ 44 h 44"/>
                <a:gd name="T16" fmla="*/ 14 w 47"/>
                <a:gd name="T17" fmla="*/ 43 h 44"/>
                <a:gd name="T18" fmla="*/ 13 w 47"/>
                <a:gd name="T19" fmla="*/ 41 h 44"/>
                <a:gd name="T20" fmla="*/ 3 w 47"/>
                <a:gd name="T21" fmla="*/ 23 h 44"/>
                <a:gd name="T22" fmla="*/ 24 w 47"/>
                <a:gd name="T23" fmla="*/ 3 h 44"/>
                <a:gd name="T24" fmla="*/ 44 w 47"/>
                <a:gd name="T25" fmla="*/ 23 h 44"/>
                <a:gd name="T26" fmla="*/ 35 w 47"/>
                <a:gd name="T27" fmla="*/ 41 h 44"/>
                <a:gd name="T28" fmla="*/ 34 w 47"/>
                <a:gd name="T29" fmla="*/ 43 h 44"/>
                <a:gd name="T30" fmla="*/ 36 w 47"/>
                <a:gd name="T31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44">
                  <a:moveTo>
                    <a:pt x="36" y="44"/>
                  </a:moveTo>
                  <a:cubicBezTo>
                    <a:pt x="40" y="41"/>
                    <a:pt x="42" y="39"/>
                    <a:pt x="44" y="35"/>
                  </a:cubicBezTo>
                  <a:cubicBezTo>
                    <a:pt x="46" y="32"/>
                    <a:pt x="47" y="28"/>
                    <a:pt x="47" y="23"/>
                  </a:cubicBezTo>
                  <a:cubicBezTo>
                    <a:pt x="47" y="11"/>
                    <a:pt x="37" y="0"/>
                    <a:pt x="24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28"/>
                    <a:pt x="1" y="32"/>
                    <a:pt x="3" y="35"/>
                  </a:cubicBezTo>
                  <a:cubicBezTo>
                    <a:pt x="5" y="39"/>
                    <a:pt x="8" y="41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3"/>
                    <a:pt x="14" y="43"/>
                  </a:cubicBezTo>
                  <a:cubicBezTo>
                    <a:pt x="14" y="42"/>
                    <a:pt x="14" y="41"/>
                    <a:pt x="13" y="41"/>
                  </a:cubicBezTo>
                  <a:cubicBezTo>
                    <a:pt x="7" y="37"/>
                    <a:pt x="3" y="31"/>
                    <a:pt x="3" y="23"/>
                  </a:cubicBezTo>
                  <a:cubicBezTo>
                    <a:pt x="3" y="12"/>
                    <a:pt x="13" y="3"/>
                    <a:pt x="24" y="3"/>
                  </a:cubicBezTo>
                  <a:cubicBezTo>
                    <a:pt x="35" y="3"/>
                    <a:pt x="44" y="12"/>
                    <a:pt x="44" y="23"/>
                  </a:cubicBezTo>
                  <a:cubicBezTo>
                    <a:pt x="44" y="31"/>
                    <a:pt x="41" y="37"/>
                    <a:pt x="35" y="41"/>
                  </a:cubicBezTo>
                  <a:cubicBezTo>
                    <a:pt x="34" y="41"/>
                    <a:pt x="34" y="42"/>
                    <a:pt x="34" y="43"/>
                  </a:cubicBezTo>
                  <a:cubicBezTo>
                    <a:pt x="35" y="44"/>
                    <a:pt x="35" y="44"/>
                    <a:pt x="36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113"/>
            <p:cNvSpPr/>
            <p:nvPr/>
          </p:nvSpPr>
          <p:spPr bwMode="auto">
            <a:xfrm>
              <a:off x="2332038" y="1789113"/>
              <a:ext cx="85725" cy="79375"/>
            </a:xfrm>
            <a:custGeom>
              <a:avLst/>
              <a:gdLst>
                <a:gd name="T0" fmla="*/ 24 w 32"/>
                <a:gd name="T1" fmla="*/ 27 h 30"/>
                <a:gd name="T2" fmla="*/ 23 w 32"/>
                <a:gd name="T3" fmla="*/ 29 h 30"/>
                <a:gd name="T4" fmla="*/ 25 w 32"/>
                <a:gd name="T5" fmla="*/ 30 h 30"/>
                <a:gd name="T6" fmla="*/ 25 w 32"/>
                <a:gd name="T7" fmla="*/ 30 h 30"/>
                <a:gd name="T8" fmla="*/ 32 w 32"/>
                <a:gd name="T9" fmla="*/ 16 h 30"/>
                <a:gd name="T10" fmla="*/ 16 w 32"/>
                <a:gd name="T11" fmla="*/ 0 h 30"/>
                <a:gd name="T12" fmla="*/ 0 w 32"/>
                <a:gd name="T13" fmla="*/ 16 h 30"/>
                <a:gd name="T14" fmla="*/ 6 w 32"/>
                <a:gd name="T15" fmla="*/ 30 h 30"/>
                <a:gd name="T16" fmla="*/ 8 w 32"/>
                <a:gd name="T17" fmla="*/ 29 h 30"/>
                <a:gd name="T18" fmla="*/ 8 w 32"/>
                <a:gd name="T19" fmla="*/ 27 h 30"/>
                <a:gd name="T20" fmla="*/ 3 w 32"/>
                <a:gd name="T21" fmla="*/ 16 h 30"/>
                <a:gd name="T22" fmla="*/ 16 w 32"/>
                <a:gd name="T23" fmla="*/ 3 h 30"/>
                <a:gd name="T24" fmla="*/ 29 w 32"/>
                <a:gd name="T25" fmla="*/ 16 h 30"/>
                <a:gd name="T26" fmla="*/ 24 w 32"/>
                <a:gd name="T27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30">
                  <a:moveTo>
                    <a:pt x="24" y="27"/>
                  </a:moveTo>
                  <a:cubicBezTo>
                    <a:pt x="23" y="28"/>
                    <a:pt x="23" y="29"/>
                    <a:pt x="23" y="29"/>
                  </a:cubicBezTo>
                  <a:cubicBezTo>
                    <a:pt x="24" y="30"/>
                    <a:pt x="24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30" y="27"/>
                    <a:pt x="32" y="22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2"/>
                    <a:pt x="2" y="27"/>
                    <a:pt x="6" y="30"/>
                  </a:cubicBezTo>
                  <a:cubicBezTo>
                    <a:pt x="7" y="30"/>
                    <a:pt x="8" y="30"/>
                    <a:pt x="8" y="29"/>
                  </a:cubicBezTo>
                  <a:cubicBezTo>
                    <a:pt x="9" y="29"/>
                    <a:pt x="9" y="28"/>
                    <a:pt x="8" y="27"/>
                  </a:cubicBezTo>
                  <a:cubicBezTo>
                    <a:pt x="5" y="25"/>
                    <a:pt x="3" y="21"/>
                    <a:pt x="3" y="16"/>
                  </a:cubicBezTo>
                  <a:cubicBezTo>
                    <a:pt x="3" y="9"/>
                    <a:pt x="9" y="3"/>
                    <a:pt x="16" y="3"/>
                  </a:cubicBezTo>
                  <a:cubicBezTo>
                    <a:pt x="23" y="3"/>
                    <a:pt x="29" y="9"/>
                    <a:pt x="29" y="16"/>
                  </a:cubicBezTo>
                  <a:cubicBezTo>
                    <a:pt x="29" y="21"/>
                    <a:pt x="27" y="25"/>
                    <a:pt x="24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 rot="21545399">
            <a:off x="3796131" y="5367673"/>
            <a:ext cx="237959" cy="393226"/>
            <a:chOff x="3286125" y="3303588"/>
            <a:chExt cx="266700" cy="425451"/>
          </a:xfrm>
          <a:solidFill>
            <a:schemeClr val="bg1"/>
          </a:solidFill>
        </p:grpSpPr>
        <p:sp>
          <p:nvSpPr>
            <p:cNvPr id="39" name="Freeform 47"/>
            <p:cNvSpPr>
              <a:spLocks noEditPoints="1"/>
            </p:cNvSpPr>
            <p:nvPr/>
          </p:nvSpPr>
          <p:spPr bwMode="auto">
            <a:xfrm>
              <a:off x="3286125" y="3384551"/>
              <a:ext cx="266700" cy="265113"/>
            </a:xfrm>
            <a:custGeom>
              <a:avLst/>
              <a:gdLst>
                <a:gd name="T0" fmla="*/ 50 w 100"/>
                <a:gd name="T1" fmla="*/ 0 h 99"/>
                <a:gd name="T2" fmla="*/ 0 w 100"/>
                <a:gd name="T3" fmla="*/ 50 h 99"/>
                <a:gd name="T4" fmla="*/ 50 w 100"/>
                <a:gd name="T5" fmla="*/ 99 h 99"/>
                <a:gd name="T6" fmla="*/ 100 w 100"/>
                <a:gd name="T7" fmla="*/ 50 h 99"/>
                <a:gd name="T8" fmla="*/ 50 w 100"/>
                <a:gd name="T9" fmla="*/ 0 h 99"/>
                <a:gd name="T10" fmla="*/ 50 w 100"/>
                <a:gd name="T11" fmla="*/ 90 h 99"/>
                <a:gd name="T12" fmla="*/ 10 w 100"/>
                <a:gd name="T13" fmla="*/ 50 h 99"/>
                <a:gd name="T14" fmla="*/ 50 w 100"/>
                <a:gd name="T15" fmla="*/ 10 h 99"/>
                <a:gd name="T16" fmla="*/ 90 w 100"/>
                <a:gd name="T17" fmla="*/ 50 h 99"/>
                <a:gd name="T18" fmla="*/ 50 w 100"/>
                <a:gd name="T19" fmla="*/ 9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" h="99">
                  <a:moveTo>
                    <a:pt x="50" y="0"/>
                  </a:moveTo>
                  <a:cubicBezTo>
                    <a:pt x="23" y="0"/>
                    <a:pt x="0" y="22"/>
                    <a:pt x="0" y="50"/>
                  </a:cubicBezTo>
                  <a:cubicBezTo>
                    <a:pt x="0" y="77"/>
                    <a:pt x="23" y="99"/>
                    <a:pt x="50" y="99"/>
                  </a:cubicBezTo>
                  <a:cubicBezTo>
                    <a:pt x="78" y="99"/>
                    <a:pt x="100" y="77"/>
                    <a:pt x="100" y="50"/>
                  </a:cubicBezTo>
                  <a:cubicBezTo>
                    <a:pt x="100" y="22"/>
                    <a:pt x="78" y="0"/>
                    <a:pt x="50" y="0"/>
                  </a:cubicBezTo>
                  <a:close/>
                  <a:moveTo>
                    <a:pt x="50" y="90"/>
                  </a:moveTo>
                  <a:cubicBezTo>
                    <a:pt x="28" y="90"/>
                    <a:pt x="10" y="72"/>
                    <a:pt x="10" y="50"/>
                  </a:cubicBezTo>
                  <a:cubicBezTo>
                    <a:pt x="10" y="28"/>
                    <a:pt x="28" y="10"/>
                    <a:pt x="50" y="10"/>
                  </a:cubicBezTo>
                  <a:cubicBezTo>
                    <a:pt x="72" y="10"/>
                    <a:pt x="90" y="28"/>
                    <a:pt x="90" y="50"/>
                  </a:cubicBezTo>
                  <a:cubicBezTo>
                    <a:pt x="90" y="72"/>
                    <a:pt x="72" y="90"/>
                    <a:pt x="50" y="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0" name="Freeform 48"/>
            <p:cNvSpPr/>
            <p:nvPr/>
          </p:nvSpPr>
          <p:spPr bwMode="auto">
            <a:xfrm>
              <a:off x="3338513" y="3303588"/>
              <a:ext cx="161925" cy="74613"/>
            </a:xfrm>
            <a:custGeom>
              <a:avLst/>
              <a:gdLst>
                <a:gd name="T0" fmla="*/ 30 w 60"/>
                <a:gd name="T1" fmla="*/ 20 h 28"/>
                <a:gd name="T2" fmla="*/ 59 w 60"/>
                <a:gd name="T3" fmla="*/ 28 h 28"/>
                <a:gd name="T4" fmla="*/ 60 w 60"/>
                <a:gd name="T5" fmla="*/ 25 h 28"/>
                <a:gd name="T6" fmla="*/ 60 w 60"/>
                <a:gd name="T7" fmla="*/ 10 h 28"/>
                <a:gd name="T8" fmla="*/ 50 w 60"/>
                <a:gd name="T9" fmla="*/ 0 h 28"/>
                <a:gd name="T10" fmla="*/ 10 w 60"/>
                <a:gd name="T11" fmla="*/ 0 h 28"/>
                <a:gd name="T12" fmla="*/ 0 w 60"/>
                <a:gd name="T13" fmla="*/ 10 h 28"/>
                <a:gd name="T14" fmla="*/ 0 w 60"/>
                <a:gd name="T15" fmla="*/ 25 h 28"/>
                <a:gd name="T16" fmla="*/ 1 w 60"/>
                <a:gd name="T17" fmla="*/ 28 h 28"/>
                <a:gd name="T18" fmla="*/ 30 w 60"/>
                <a:gd name="T1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28">
                  <a:moveTo>
                    <a:pt x="30" y="20"/>
                  </a:moveTo>
                  <a:cubicBezTo>
                    <a:pt x="41" y="20"/>
                    <a:pt x="51" y="23"/>
                    <a:pt x="59" y="28"/>
                  </a:cubicBezTo>
                  <a:cubicBezTo>
                    <a:pt x="60" y="27"/>
                    <a:pt x="60" y="26"/>
                    <a:pt x="60" y="25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5"/>
                    <a:pt x="55" y="0"/>
                    <a:pt x="5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7"/>
                    <a:pt x="1" y="28"/>
                  </a:cubicBezTo>
                  <a:cubicBezTo>
                    <a:pt x="9" y="23"/>
                    <a:pt x="19" y="20"/>
                    <a:pt x="30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1" name="Freeform 49"/>
            <p:cNvSpPr/>
            <p:nvPr/>
          </p:nvSpPr>
          <p:spPr bwMode="auto">
            <a:xfrm>
              <a:off x="3338513" y="3657601"/>
              <a:ext cx="161925" cy="71438"/>
            </a:xfrm>
            <a:custGeom>
              <a:avLst/>
              <a:gdLst>
                <a:gd name="T0" fmla="*/ 30 w 60"/>
                <a:gd name="T1" fmla="*/ 7 h 27"/>
                <a:gd name="T2" fmla="*/ 1 w 60"/>
                <a:gd name="T3" fmla="*/ 0 h 27"/>
                <a:gd name="T4" fmla="*/ 0 w 60"/>
                <a:gd name="T5" fmla="*/ 2 h 27"/>
                <a:gd name="T6" fmla="*/ 0 w 60"/>
                <a:gd name="T7" fmla="*/ 17 h 27"/>
                <a:gd name="T8" fmla="*/ 10 w 60"/>
                <a:gd name="T9" fmla="*/ 27 h 27"/>
                <a:gd name="T10" fmla="*/ 50 w 60"/>
                <a:gd name="T11" fmla="*/ 27 h 27"/>
                <a:gd name="T12" fmla="*/ 60 w 60"/>
                <a:gd name="T13" fmla="*/ 17 h 27"/>
                <a:gd name="T14" fmla="*/ 60 w 60"/>
                <a:gd name="T15" fmla="*/ 2 h 27"/>
                <a:gd name="T16" fmla="*/ 59 w 60"/>
                <a:gd name="T17" fmla="*/ 0 h 27"/>
                <a:gd name="T18" fmla="*/ 30 w 60"/>
                <a:gd name="T19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27">
                  <a:moveTo>
                    <a:pt x="30" y="7"/>
                  </a:moveTo>
                  <a:cubicBezTo>
                    <a:pt x="19" y="7"/>
                    <a:pt x="9" y="5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3"/>
                    <a:pt x="5" y="27"/>
                    <a:pt x="10" y="27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55" y="27"/>
                    <a:pt x="60" y="23"/>
                    <a:pt x="60" y="17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0" y="1"/>
                    <a:pt x="59" y="0"/>
                  </a:cubicBezTo>
                  <a:cubicBezTo>
                    <a:pt x="51" y="5"/>
                    <a:pt x="41" y="7"/>
                    <a:pt x="30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2" name="Freeform 50"/>
            <p:cNvSpPr/>
            <p:nvPr/>
          </p:nvSpPr>
          <p:spPr bwMode="auto">
            <a:xfrm>
              <a:off x="3408363" y="3440113"/>
              <a:ext cx="68262" cy="93663"/>
            </a:xfrm>
            <a:custGeom>
              <a:avLst/>
              <a:gdLst>
                <a:gd name="T0" fmla="*/ 20 w 25"/>
                <a:gd name="T1" fmla="*/ 25 h 35"/>
                <a:gd name="T2" fmla="*/ 10 w 25"/>
                <a:gd name="T3" fmla="*/ 25 h 35"/>
                <a:gd name="T4" fmla="*/ 10 w 25"/>
                <a:gd name="T5" fmla="*/ 5 h 35"/>
                <a:gd name="T6" fmla="*/ 5 w 25"/>
                <a:gd name="T7" fmla="*/ 0 h 35"/>
                <a:gd name="T8" fmla="*/ 0 w 25"/>
                <a:gd name="T9" fmla="*/ 5 h 35"/>
                <a:gd name="T10" fmla="*/ 0 w 25"/>
                <a:gd name="T11" fmla="*/ 30 h 35"/>
                <a:gd name="T12" fmla="*/ 5 w 25"/>
                <a:gd name="T13" fmla="*/ 35 h 35"/>
                <a:gd name="T14" fmla="*/ 20 w 25"/>
                <a:gd name="T15" fmla="*/ 35 h 35"/>
                <a:gd name="T16" fmla="*/ 25 w 25"/>
                <a:gd name="T17" fmla="*/ 30 h 35"/>
                <a:gd name="T18" fmla="*/ 20 w 25"/>
                <a:gd name="T19" fmla="*/ 2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35">
                  <a:moveTo>
                    <a:pt x="2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2"/>
                    <a:pt x="8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2"/>
                    <a:pt x="2" y="35"/>
                    <a:pt x="5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3" y="35"/>
                    <a:pt x="25" y="32"/>
                    <a:pt x="25" y="30"/>
                  </a:cubicBezTo>
                  <a:cubicBezTo>
                    <a:pt x="25" y="27"/>
                    <a:pt x="23" y="25"/>
                    <a:pt x="20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 rot="2700000">
            <a:off x="2941327" y="4333546"/>
            <a:ext cx="261462" cy="439856"/>
            <a:chOff x="4732338" y="4783138"/>
            <a:chExt cx="703263" cy="1225550"/>
          </a:xfrm>
          <a:solidFill>
            <a:schemeClr val="bg1"/>
          </a:solidFill>
        </p:grpSpPr>
        <p:sp>
          <p:nvSpPr>
            <p:cNvPr id="44" name="Freeform 30"/>
            <p:cNvSpPr>
              <a:spLocks noEditPoints="1"/>
            </p:cNvSpPr>
            <p:nvPr/>
          </p:nvSpPr>
          <p:spPr bwMode="auto">
            <a:xfrm>
              <a:off x="4732338" y="4783138"/>
              <a:ext cx="703263" cy="1173163"/>
            </a:xfrm>
            <a:custGeom>
              <a:avLst/>
              <a:gdLst>
                <a:gd name="T0" fmla="*/ 50 w 184"/>
                <a:gd name="T1" fmla="*/ 310 h 310"/>
                <a:gd name="T2" fmla="*/ 32 w 184"/>
                <a:gd name="T3" fmla="*/ 282 h 310"/>
                <a:gd name="T4" fmla="*/ 10 w 184"/>
                <a:gd name="T5" fmla="*/ 199 h 310"/>
                <a:gd name="T6" fmla="*/ 39 w 184"/>
                <a:gd name="T7" fmla="*/ 171 h 310"/>
                <a:gd name="T8" fmla="*/ 30 w 184"/>
                <a:gd name="T9" fmla="*/ 116 h 310"/>
                <a:gd name="T10" fmla="*/ 36 w 184"/>
                <a:gd name="T11" fmla="*/ 73 h 310"/>
                <a:gd name="T12" fmla="*/ 36 w 184"/>
                <a:gd name="T13" fmla="*/ 72 h 310"/>
                <a:gd name="T14" fmla="*/ 92 w 184"/>
                <a:gd name="T15" fmla="*/ 0 h 310"/>
                <a:gd name="T16" fmla="*/ 148 w 184"/>
                <a:gd name="T17" fmla="*/ 72 h 310"/>
                <a:gd name="T18" fmla="*/ 148 w 184"/>
                <a:gd name="T19" fmla="*/ 73 h 310"/>
                <a:gd name="T20" fmla="*/ 155 w 184"/>
                <a:gd name="T21" fmla="*/ 116 h 310"/>
                <a:gd name="T22" fmla="*/ 145 w 184"/>
                <a:gd name="T23" fmla="*/ 171 h 310"/>
                <a:gd name="T24" fmla="*/ 174 w 184"/>
                <a:gd name="T25" fmla="*/ 199 h 310"/>
                <a:gd name="T26" fmla="*/ 153 w 184"/>
                <a:gd name="T27" fmla="*/ 282 h 310"/>
                <a:gd name="T28" fmla="*/ 134 w 184"/>
                <a:gd name="T29" fmla="*/ 310 h 310"/>
                <a:gd name="T30" fmla="*/ 134 w 184"/>
                <a:gd name="T31" fmla="*/ 276 h 310"/>
                <a:gd name="T32" fmla="*/ 118 w 184"/>
                <a:gd name="T33" fmla="*/ 239 h 310"/>
                <a:gd name="T34" fmla="*/ 118 w 184"/>
                <a:gd name="T35" fmla="*/ 240 h 310"/>
                <a:gd name="T36" fmla="*/ 115 w 184"/>
                <a:gd name="T37" fmla="*/ 246 h 310"/>
                <a:gd name="T38" fmla="*/ 108 w 184"/>
                <a:gd name="T39" fmla="*/ 245 h 310"/>
                <a:gd name="T40" fmla="*/ 76 w 184"/>
                <a:gd name="T41" fmla="*/ 245 h 310"/>
                <a:gd name="T42" fmla="*/ 69 w 184"/>
                <a:gd name="T43" fmla="*/ 246 h 310"/>
                <a:gd name="T44" fmla="*/ 66 w 184"/>
                <a:gd name="T45" fmla="*/ 240 h 310"/>
                <a:gd name="T46" fmla="*/ 66 w 184"/>
                <a:gd name="T47" fmla="*/ 239 h 310"/>
                <a:gd name="T48" fmla="*/ 50 w 184"/>
                <a:gd name="T49" fmla="*/ 276 h 310"/>
                <a:gd name="T50" fmla="*/ 50 w 184"/>
                <a:gd name="T51" fmla="*/ 310 h 310"/>
                <a:gd name="T52" fmla="*/ 55 w 184"/>
                <a:gd name="T53" fmla="*/ 79 h 310"/>
                <a:gd name="T54" fmla="*/ 50 w 184"/>
                <a:gd name="T55" fmla="*/ 116 h 310"/>
                <a:gd name="T56" fmla="*/ 61 w 184"/>
                <a:gd name="T57" fmla="*/ 174 h 310"/>
                <a:gd name="T58" fmla="*/ 64 w 184"/>
                <a:gd name="T59" fmla="*/ 184 h 310"/>
                <a:gd name="T60" fmla="*/ 54 w 184"/>
                <a:gd name="T61" fmla="*/ 187 h 310"/>
                <a:gd name="T62" fmla="*/ 29 w 184"/>
                <a:gd name="T63" fmla="*/ 205 h 310"/>
                <a:gd name="T64" fmla="*/ 36 w 184"/>
                <a:gd name="T65" fmla="*/ 247 h 310"/>
                <a:gd name="T66" fmla="*/ 65 w 184"/>
                <a:gd name="T67" fmla="*/ 215 h 310"/>
                <a:gd name="T68" fmla="*/ 74 w 184"/>
                <a:gd name="T69" fmla="*/ 209 h 310"/>
                <a:gd name="T70" fmla="*/ 79 w 184"/>
                <a:gd name="T71" fmla="*/ 219 h 310"/>
                <a:gd name="T72" fmla="*/ 82 w 184"/>
                <a:gd name="T73" fmla="*/ 225 h 310"/>
                <a:gd name="T74" fmla="*/ 103 w 184"/>
                <a:gd name="T75" fmla="*/ 225 h 310"/>
                <a:gd name="T76" fmla="*/ 105 w 184"/>
                <a:gd name="T77" fmla="*/ 219 h 310"/>
                <a:gd name="T78" fmla="*/ 110 w 184"/>
                <a:gd name="T79" fmla="*/ 209 h 310"/>
                <a:gd name="T80" fmla="*/ 120 w 184"/>
                <a:gd name="T81" fmla="*/ 215 h 310"/>
                <a:gd name="T82" fmla="*/ 148 w 184"/>
                <a:gd name="T83" fmla="*/ 247 h 310"/>
                <a:gd name="T84" fmla="*/ 155 w 184"/>
                <a:gd name="T85" fmla="*/ 205 h 310"/>
                <a:gd name="T86" fmla="*/ 130 w 184"/>
                <a:gd name="T87" fmla="*/ 187 h 310"/>
                <a:gd name="T88" fmla="*/ 120 w 184"/>
                <a:gd name="T89" fmla="*/ 184 h 310"/>
                <a:gd name="T90" fmla="*/ 123 w 184"/>
                <a:gd name="T91" fmla="*/ 174 h 310"/>
                <a:gd name="T92" fmla="*/ 135 w 184"/>
                <a:gd name="T93" fmla="*/ 116 h 310"/>
                <a:gd name="T94" fmla="*/ 129 w 184"/>
                <a:gd name="T95" fmla="*/ 79 h 310"/>
                <a:gd name="T96" fmla="*/ 92 w 184"/>
                <a:gd name="T97" fmla="*/ 21 h 310"/>
                <a:gd name="T98" fmla="*/ 55 w 184"/>
                <a:gd name="T99" fmla="*/ 79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4" h="310">
                  <a:moveTo>
                    <a:pt x="50" y="310"/>
                  </a:moveTo>
                  <a:cubicBezTo>
                    <a:pt x="32" y="282"/>
                    <a:pt x="32" y="282"/>
                    <a:pt x="32" y="282"/>
                  </a:cubicBezTo>
                  <a:cubicBezTo>
                    <a:pt x="28" y="276"/>
                    <a:pt x="0" y="230"/>
                    <a:pt x="10" y="199"/>
                  </a:cubicBezTo>
                  <a:cubicBezTo>
                    <a:pt x="14" y="187"/>
                    <a:pt x="24" y="178"/>
                    <a:pt x="39" y="171"/>
                  </a:cubicBezTo>
                  <a:cubicBezTo>
                    <a:pt x="33" y="151"/>
                    <a:pt x="30" y="132"/>
                    <a:pt x="30" y="116"/>
                  </a:cubicBezTo>
                  <a:cubicBezTo>
                    <a:pt x="30" y="102"/>
                    <a:pt x="32" y="87"/>
                    <a:pt x="36" y="73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50" y="35"/>
                    <a:pt x="77" y="0"/>
                    <a:pt x="92" y="0"/>
                  </a:cubicBezTo>
                  <a:cubicBezTo>
                    <a:pt x="107" y="0"/>
                    <a:pt x="134" y="35"/>
                    <a:pt x="148" y="72"/>
                  </a:cubicBezTo>
                  <a:cubicBezTo>
                    <a:pt x="148" y="73"/>
                    <a:pt x="148" y="73"/>
                    <a:pt x="148" y="73"/>
                  </a:cubicBezTo>
                  <a:cubicBezTo>
                    <a:pt x="152" y="87"/>
                    <a:pt x="155" y="102"/>
                    <a:pt x="155" y="116"/>
                  </a:cubicBezTo>
                  <a:cubicBezTo>
                    <a:pt x="155" y="132"/>
                    <a:pt x="152" y="151"/>
                    <a:pt x="145" y="171"/>
                  </a:cubicBezTo>
                  <a:cubicBezTo>
                    <a:pt x="160" y="178"/>
                    <a:pt x="170" y="187"/>
                    <a:pt x="174" y="199"/>
                  </a:cubicBezTo>
                  <a:cubicBezTo>
                    <a:pt x="184" y="230"/>
                    <a:pt x="156" y="276"/>
                    <a:pt x="153" y="282"/>
                  </a:cubicBezTo>
                  <a:cubicBezTo>
                    <a:pt x="134" y="310"/>
                    <a:pt x="134" y="310"/>
                    <a:pt x="134" y="310"/>
                  </a:cubicBezTo>
                  <a:cubicBezTo>
                    <a:pt x="134" y="276"/>
                    <a:pt x="134" y="276"/>
                    <a:pt x="134" y="276"/>
                  </a:cubicBezTo>
                  <a:cubicBezTo>
                    <a:pt x="134" y="262"/>
                    <a:pt x="128" y="248"/>
                    <a:pt x="118" y="239"/>
                  </a:cubicBezTo>
                  <a:cubicBezTo>
                    <a:pt x="118" y="239"/>
                    <a:pt x="118" y="239"/>
                    <a:pt x="118" y="240"/>
                  </a:cubicBezTo>
                  <a:cubicBezTo>
                    <a:pt x="115" y="246"/>
                    <a:pt x="115" y="246"/>
                    <a:pt x="115" y="246"/>
                  </a:cubicBezTo>
                  <a:cubicBezTo>
                    <a:pt x="108" y="245"/>
                    <a:pt x="108" y="245"/>
                    <a:pt x="108" y="245"/>
                  </a:cubicBezTo>
                  <a:cubicBezTo>
                    <a:pt x="98" y="245"/>
                    <a:pt x="87" y="245"/>
                    <a:pt x="76" y="245"/>
                  </a:cubicBezTo>
                  <a:cubicBezTo>
                    <a:pt x="69" y="246"/>
                    <a:pt x="69" y="246"/>
                    <a:pt x="69" y="246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39"/>
                    <a:pt x="66" y="239"/>
                    <a:pt x="66" y="239"/>
                  </a:cubicBezTo>
                  <a:cubicBezTo>
                    <a:pt x="56" y="249"/>
                    <a:pt x="50" y="262"/>
                    <a:pt x="50" y="276"/>
                  </a:cubicBezTo>
                  <a:lnTo>
                    <a:pt x="50" y="310"/>
                  </a:lnTo>
                  <a:close/>
                  <a:moveTo>
                    <a:pt x="55" y="79"/>
                  </a:moveTo>
                  <a:cubicBezTo>
                    <a:pt x="52" y="91"/>
                    <a:pt x="50" y="104"/>
                    <a:pt x="50" y="116"/>
                  </a:cubicBezTo>
                  <a:cubicBezTo>
                    <a:pt x="50" y="132"/>
                    <a:pt x="53" y="152"/>
                    <a:pt x="61" y="174"/>
                  </a:cubicBezTo>
                  <a:cubicBezTo>
                    <a:pt x="64" y="184"/>
                    <a:pt x="64" y="184"/>
                    <a:pt x="64" y="184"/>
                  </a:cubicBezTo>
                  <a:cubicBezTo>
                    <a:pt x="54" y="187"/>
                    <a:pt x="54" y="187"/>
                    <a:pt x="54" y="187"/>
                  </a:cubicBezTo>
                  <a:cubicBezTo>
                    <a:pt x="45" y="190"/>
                    <a:pt x="33" y="196"/>
                    <a:pt x="29" y="205"/>
                  </a:cubicBezTo>
                  <a:cubicBezTo>
                    <a:pt x="26" y="216"/>
                    <a:pt x="30" y="233"/>
                    <a:pt x="36" y="247"/>
                  </a:cubicBezTo>
                  <a:cubicBezTo>
                    <a:pt x="42" y="234"/>
                    <a:pt x="52" y="223"/>
                    <a:pt x="65" y="215"/>
                  </a:cubicBezTo>
                  <a:cubicBezTo>
                    <a:pt x="74" y="209"/>
                    <a:pt x="74" y="209"/>
                    <a:pt x="74" y="209"/>
                  </a:cubicBezTo>
                  <a:cubicBezTo>
                    <a:pt x="79" y="219"/>
                    <a:pt x="79" y="219"/>
                    <a:pt x="79" y="219"/>
                  </a:cubicBezTo>
                  <a:cubicBezTo>
                    <a:pt x="80" y="221"/>
                    <a:pt x="81" y="223"/>
                    <a:pt x="82" y="225"/>
                  </a:cubicBezTo>
                  <a:cubicBezTo>
                    <a:pt x="89" y="225"/>
                    <a:pt x="96" y="225"/>
                    <a:pt x="103" y="225"/>
                  </a:cubicBezTo>
                  <a:cubicBezTo>
                    <a:pt x="104" y="223"/>
                    <a:pt x="105" y="221"/>
                    <a:pt x="105" y="219"/>
                  </a:cubicBezTo>
                  <a:cubicBezTo>
                    <a:pt x="110" y="209"/>
                    <a:pt x="110" y="209"/>
                    <a:pt x="110" y="209"/>
                  </a:cubicBezTo>
                  <a:cubicBezTo>
                    <a:pt x="120" y="215"/>
                    <a:pt x="120" y="215"/>
                    <a:pt x="120" y="215"/>
                  </a:cubicBezTo>
                  <a:cubicBezTo>
                    <a:pt x="133" y="223"/>
                    <a:pt x="142" y="234"/>
                    <a:pt x="148" y="247"/>
                  </a:cubicBezTo>
                  <a:cubicBezTo>
                    <a:pt x="154" y="233"/>
                    <a:pt x="159" y="216"/>
                    <a:pt x="155" y="205"/>
                  </a:cubicBezTo>
                  <a:cubicBezTo>
                    <a:pt x="152" y="196"/>
                    <a:pt x="140" y="190"/>
                    <a:pt x="130" y="187"/>
                  </a:cubicBezTo>
                  <a:cubicBezTo>
                    <a:pt x="120" y="184"/>
                    <a:pt x="120" y="184"/>
                    <a:pt x="120" y="184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31" y="152"/>
                    <a:pt x="135" y="132"/>
                    <a:pt x="135" y="116"/>
                  </a:cubicBezTo>
                  <a:cubicBezTo>
                    <a:pt x="135" y="104"/>
                    <a:pt x="133" y="91"/>
                    <a:pt x="129" y="79"/>
                  </a:cubicBezTo>
                  <a:cubicBezTo>
                    <a:pt x="117" y="47"/>
                    <a:pt x="99" y="26"/>
                    <a:pt x="92" y="21"/>
                  </a:cubicBezTo>
                  <a:cubicBezTo>
                    <a:pt x="85" y="26"/>
                    <a:pt x="67" y="47"/>
                    <a:pt x="55" y="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5" name="Freeform 31"/>
            <p:cNvSpPr>
              <a:spLocks noEditPoints="1"/>
            </p:cNvSpPr>
            <p:nvPr/>
          </p:nvSpPr>
          <p:spPr bwMode="auto">
            <a:xfrm>
              <a:off x="4960938" y="5127626"/>
              <a:ext cx="244475" cy="241300"/>
            </a:xfrm>
            <a:custGeom>
              <a:avLst/>
              <a:gdLst>
                <a:gd name="T0" fmla="*/ 32 w 64"/>
                <a:gd name="T1" fmla="*/ 64 h 64"/>
                <a:gd name="T2" fmla="*/ 0 w 64"/>
                <a:gd name="T3" fmla="*/ 32 h 64"/>
                <a:gd name="T4" fmla="*/ 32 w 64"/>
                <a:gd name="T5" fmla="*/ 0 h 64"/>
                <a:gd name="T6" fmla="*/ 64 w 64"/>
                <a:gd name="T7" fmla="*/ 32 h 64"/>
                <a:gd name="T8" fmla="*/ 32 w 64"/>
                <a:gd name="T9" fmla="*/ 64 h 64"/>
                <a:gd name="T10" fmla="*/ 32 w 64"/>
                <a:gd name="T11" fmla="*/ 12 h 64"/>
                <a:gd name="T12" fmla="*/ 12 w 64"/>
                <a:gd name="T13" fmla="*/ 32 h 64"/>
                <a:gd name="T14" fmla="*/ 32 w 64"/>
                <a:gd name="T15" fmla="*/ 52 h 64"/>
                <a:gd name="T16" fmla="*/ 52 w 64"/>
                <a:gd name="T17" fmla="*/ 32 h 64"/>
                <a:gd name="T18" fmla="*/ 32 w 64"/>
                <a:gd name="T19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64"/>
                  </a:moveTo>
                  <a:cubicBezTo>
                    <a:pt x="14" y="64"/>
                    <a:pt x="0" y="50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50" y="0"/>
                    <a:pt x="64" y="14"/>
                    <a:pt x="64" y="32"/>
                  </a:cubicBezTo>
                  <a:cubicBezTo>
                    <a:pt x="64" y="50"/>
                    <a:pt x="50" y="64"/>
                    <a:pt x="32" y="64"/>
                  </a:cubicBezTo>
                  <a:close/>
                  <a:moveTo>
                    <a:pt x="32" y="12"/>
                  </a:moveTo>
                  <a:cubicBezTo>
                    <a:pt x="21" y="12"/>
                    <a:pt x="12" y="21"/>
                    <a:pt x="12" y="32"/>
                  </a:cubicBezTo>
                  <a:cubicBezTo>
                    <a:pt x="12" y="43"/>
                    <a:pt x="21" y="52"/>
                    <a:pt x="32" y="52"/>
                  </a:cubicBezTo>
                  <a:cubicBezTo>
                    <a:pt x="43" y="52"/>
                    <a:pt x="52" y="43"/>
                    <a:pt x="52" y="32"/>
                  </a:cubicBezTo>
                  <a:cubicBezTo>
                    <a:pt x="52" y="21"/>
                    <a:pt x="43" y="12"/>
                    <a:pt x="3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6" name="Freeform 32"/>
            <p:cNvSpPr>
              <a:spLocks noEditPoints="1"/>
            </p:cNvSpPr>
            <p:nvPr/>
          </p:nvSpPr>
          <p:spPr bwMode="auto">
            <a:xfrm>
              <a:off x="4973638" y="5649913"/>
              <a:ext cx="225425" cy="358775"/>
            </a:xfrm>
            <a:custGeom>
              <a:avLst/>
              <a:gdLst>
                <a:gd name="T0" fmla="*/ 29 w 59"/>
                <a:gd name="T1" fmla="*/ 95 h 95"/>
                <a:gd name="T2" fmla="*/ 24 w 59"/>
                <a:gd name="T3" fmla="*/ 85 h 95"/>
                <a:gd name="T4" fmla="*/ 0 w 59"/>
                <a:gd name="T5" fmla="*/ 26 h 95"/>
                <a:gd name="T6" fmla="*/ 29 w 59"/>
                <a:gd name="T7" fmla="*/ 0 h 95"/>
                <a:gd name="T8" fmla="*/ 59 w 59"/>
                <a:gd name="T9" fmla="*/ 26 h 95"/>
                <a:gd name="T10" fmla="*/ 34 w 59"/>
                <a:gd name="T11" fmla="*/ 85 h 95"/>
                <a:gd name="T12" fmla="*/ 29 w 59"/>
                <a:gd name="T13" fmla="*/ 95 h 95"/>
                <a:gd name="T14" fmla="*/ 29 w 59"/>
                <a:gd name="T15" fmla="*/ 12 h 95"/>
                <a:gd name="T16" fmla="*/ 12 w 59"/>
                <a:gd name="T17" fmla="*/ 26 h 95"/>
                <a:gd name="T18" fmla="*/ 29 w 59"/>
                <a:gd name="T19" fmla="*/ 69 h 95"/>
                <a:gd name="T20" fmla="*/ 47 w 59"/>
                <a:gd name="T21" fmla="*/ 26 h 95"/>
                <a:gd name="T22" fmla="*/ 29 w 59"/>
                <a:gd name="T23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" h="95">
                  <a:moveTo>
                    <a:pt x="29" y="95"/>
                  </a:moveTo>
                  <a:cubicBezTo>
                    <a:pt x="24" y="85"/>
                    <a:pt x="24" y="85"/>
                    <a:pt x="24" y="85"/>
                  </a:cubicBezTo>
                  <a:cubicBezTo>
                    <a:pt x="20" y="77"/>
                    <a:pt x="0" y="38"/>
                    <a:pt x="0" y="26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9" y="12"/>
                    <a:pt x="59" y="26"/>
                  </a:cubicBezTo>
                  <a:cubicBezTo>
                    <a:pt x="59" y="38"/>
                    <a:pt x="39" y="77"/>
                    <a:pt x="34" y="85"/>
                  </a:cubicBezTo>
                  <a:lnTo>
                    <a:pt x="29" y="95"/>
                  </a:lnTo>
                  <a:close/>
                  <a:moveTo>
                    <a:pt x="29" y="12"/>
                  </a:moveTo>
                  <a:cubicBezTo>
                    <a:pt x="19" y="12"/>
                    <a:pt x="12" y="18"/>
                    <a:pt x="12" y="26"/>
                  </a:cubicBezTo>
                  <a:cubicBezTo>
                    <a:pt x="12" y="31"/>
                    <a:pt x="20" y="50"/>
                    <a:pt x="29" y="69"/>
                  </a:cubicBezTo>
                  <a:cubicBezTo>
                    <a:pt x="38" y="50"/>
                    <a:pt x="47" y="31"/>
                    <a:pt x="47" y="26"/>
                  </a:cubicBezTo>
                  <a:cubicBezTo>
                    <a:pt x="47" y="18"/>
                    <a:pt x="39" y="12"/>
                    <a:pt x="2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9778817" y="5075725"/>
            <a:ext cx="1463591" cy="971614"/>
            <a:chOff x="7707313" y="2535238"/>
            <a:chExt cx="2824162" cy="1874837"/>
          </a:xfrm>
          <a:solidFill>
            <a:schemeClr val="tx2"/>
          </a:solidFill>
        </p:grpSpPr>
        <p:sp>
          <p:nvSpPr>
            <p:cNvPr id="52" name="Rectangle 11"/>
            <p:cNvSpPr>
              <a:spLocks noChangeArrowheads="1"/>
            </p:cNvSpPr>
            <p:nvPr/>
          </p:nvSpPr>
          <p:spPr bwMode="auto">
            <a:xfrm>
              <a:off x="7712075" y="2674938"/>
              <a:ext cx="55562" cy="15605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3" name="Freeform 12"/>
            <p:cNvSpPr/>
            <p:nvPr/>
          </p:nvSpPr>
          <p:spPr bwMode="auto">
            <a:xfrm>
              <a:off x="7707313" y="2708275"/>
              <a:ext cx="1246187" cy="1482725"/>
            </a:xfrm>
            <a:custGeom>
              <a:avLst/>
              <a:gdLst>
                <a:gd name="T0" fmla="*/ 5 w 785"/>
                <a:gd name="T1" fmla="*/ 910 h 934"/>
                <a:gd name="T2" fmla="*/ 731 w 785"/>
                <a:gd name="T3" fmla="*/ 480 h 934"/>
                <a:gd name="T4" fmla="*/ 0 w 785"/>
                <a:gd name="T5" fmla="*/ 24 h 934"/>
                <a:gd name="T6" fmla="*/ 17 w 785"/>
                <a:gd name="T7" fmla="*/ 0 h 934"/>
                <a:gd name="T8" fmla="*/ 785 w 785"/>
                <a:gd name="T9" fmla="*/ 483 h 934"/>
                <a:gd name="T10" fmla="*/ 19 w 785"/>
                <a:gd name="T11" fmla="*/ 934 h 934"/>
                <a:gd name="T12" fmla="*/ 5 w 785"/>
                <a:gd name="T13" fmla="*/ 910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5" h="934">
                  <a:moveTo>
                    <a:pt x="5" y="910"/>
                  </a:moveTo>
                  <a:lnTo>
                    <a:pt x="731" y="480"/>
                  </a:lnTo>
                  <a:lnTo>
                    <a:pt x="0" y="24"/>
                  </a:lnTo>
                  <a:lnTo>
                    <a:pt x="17" y="0"/>
                  </a:lnTo>
                  <a:lnTo>
                    <a:pt x="785" y="483"/>
                  </a:lnTo>
                  <a:lnTo>
                    <a:pt x="19" y="934"/>
                  </a:lnTo>
                  <a:lnTo>
                    <a:pt x="5" y="9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4" name="Freeform 13"/>
            <p:cNvSpPr/>
            <p:nvPr/>
          </p:nvSpPr>
          <p:spPr bwMode="auto">
            <a:xfrm>
              <a:off x="8893175" y="2535238"/>
              <a:ext cx="1638300" cy="1874837"/>
            </a:xfrm>
            <a:custGeom>
              <a:avLst/>
              <a:gdLst>
                <a:gd name="T0" fmla="*/ 15 w 435"/>
                <a:gd name="T1" fmla="*/ 256 h 497"/>
                <a:gd name="T2" fmla="*/ 20 w 435"/>
                <a:gd name="T3" fmla="*/ 303 h 497"/>
                <a:gd name="T4" fmla="*/ 28 w 435"/>
                <a:gd name="T5" fmla="*/ 347 h 497"/>
                <a:gd name="T6" fmla="*/ 47 w 435"/>
                <a:gd name="T7" fmla="*/ 358 h 497"/>
                <a:gd name="T8" fmla="*/ 54 w 435"/>
                <a:gd name="T9" fmla="*/ 359 h 497"/>
                <a:gd name="T10" fmla="*/ 67 w 435"/>
                <a:gd name="T11" fmla="*/ 355 h 497"/>
                <a:gd name="T12" fmla="*/ 73 w 435"/>
                <a:gd name="T13" fmla="*/ 342 h 497"/>
                <a:gd name="T14" fmla="*/ 77 w 435"/>
                <a:gd name="T15" fmla="*/ 314 h 497"/>
                <a:gd name="T16" fmla="*/ 79 w 435"/>
                <a:gd name="T17" fmla="*/ 278 h 497"/>
                <a:gd name="T18" fmla="*/ 92 w 435"/>
                <a:gd name="T19" fmla="*/ 266 h 497"/>
                <a:gd name="T20" fmla="*/ 121 w 435"/>
                <a:gd name="T21" fmla="*/ 270 h 497"/>
                <a:gd name="T22" fmla="*/ 173 w 435"/>
                <a:gd name="T23" fmla="*/ 276 h 497"/>
                <a:gd name="T24" fmla="*/ 217 w 435"/>
                <a:gd name="T25" fmla="*/ 279 h 497"/>
                <a:gd name="T26" fmla="*/ 226 w 435"/>
                <a:gd name="T27" fmla="*/ 313 h 497"/>
                <a:gd name="T28" fmla="*/ 257 w 435"/>
                <a:gd name="T29" fmla="*/ 489 h 497"/>
                <a:gd name="T30" fmla="*/ 285 w 435"/>
                <a:gd name="T31" fmla="*/ 497 h 497"/>
                <a:gd name="T32" fmla="*/ 312 w 435"/>
                <a:gd name="T33" fmla="*/ 492 h 497"/>
                <a:gd name="T34" fmla="*/ 318 w 435"/>
                <a:gd name="T35" fmla="*/ 464 h 497"/>
                <a:gd name="T36" fmla="*/ 331 w 435"/>
                <a:gd name="T37" fmla="*/ 294 h 497"/>
                <a:gd name="T38" fmla="*/ 347 w 435"/>
                <a:gd name="T39" fmla="*/ 280 h 497"/>
                <a:gd name="T40" fmla="*/ 379 w 435"/>
                <a:gd name="T41" fmla="*/ 278 h 497"/>
                <a:gd name="T42" fmla="*/ 403 w 435"/>
                <a:gd name="T43" fmla="*/ 274 h 497"/>
                <a:gd name="T44" fmla="*/ 412 w 435"/>
                <a:gd name="T45" fmla="*/ 265 h 497"/>
                <a:gd name="T46" fmla="*/ 413 w 435"/>
                <a:gd name="T47" fmla="*/ 271 h 497"/>
                <a:gd name="T48" fmla="*/ 416 w 435"/>
                <a:gd name="T49" fmla="*/ 288 h 497"/>
                <a:gd name="T50" fmla="*/ 420 w 435"/>
                <a:gd name="T51" fmla="*/ 288 h 497"/>
                <a:gd name="T52" fmla="*/ 421 w 435"/>
                <a:gd name="T53" fmla="*/ 278 h 497"/>
                <a:gd name="T54" fmla="*/ 424 w 435"/>
                <a:gd name="T55" fmla="*/ 263 h 497"/>
                <a:gd name="T56" fmla="*/ 433 w 435"/>
                <a:gd name="T57" fmla="*/ 253 h 497"/>
                <a:gd name="T58" fmla="*/ 433 w 435"/>
                <a:gd name="T59" fmla="*/ 244 h 497"/>
                <a:gd name="T60" fmla="*/ 424 w 435"/>
                <a:gd name="T61" fmla="*/ 234 h 497"/>
                <a:gd name="T62" fmla="*/ 420 w 435"/>
                <a:gd name="T63" fmla="*/ 232 h 497"/>
                <a:gd name="T64" fmla="*/ 419 w 435"/>
                <a:gd name="T65" fmla="*/ 208 h 497"/>
                <a:gd name="T66" fmla="*/ 415 w 435"/>
                <a:gd name="T67" fmla="*/ 196 h 497"/>
                <a:gd name="T68" fmla="*/ 411 w 435"/>
                <a:gd name="T69" fmla="*/ 208 h 497"/>
                <a:gd name="T70" fmla="*/ 410 w 435"/>
                <a:gd name="T71" fmla="*/ 228 h 497"/>
                <a:gd name="T72" fmla="*/ 404 w 435"/>
                <a:gd name="T73" fmla="*/ 223 h 497"/>
                <a:gd name="T74" fmla="*/ 379 w 435"/>
                <a:gd name="T75" fmla="*/ 219 h 497"/>
                <a:gd name="T76" fmla="*/ 347 w 435"/>
                <a:gd name="T77" fmla="*/ 217 h 497"/>
                <a:gd name="T78" fmla="*/ 331 w 435"/>
                <a:gd name="T79" fmla="*/ 203 h 497"/>
                <a:gd name="T80" fmla="*/ 318 w 435"/>
                <a:gd name="T81" fmla="*/ 33 h 497"/>
                <a:gd name="T82" fmla="*/ 312 w 435"/>
                <a:gd name="T83" fmla="*/ 5 h 497"/>
                <a:gd name="T84" fmla="*/ 293 w 435"/>
                <a:gd name="T85" fmla="*/ 0 h 497"/>
                <a:gd name="T86" fmla="*/ 268 w 435"/>
                <a:gd name="T87" fmla="*/ 4 h 497"/>
                <a:gd name="T88" fmla="*/ 253 w 435"/>
                <a:gd name="T89" fmla="*/ 23 h 497"/>
                <a:gd name="T90" fmla="*/ 221 w 435"/>
                <a:gd name="T91" fmla="*/ 207 h 497"/>
                <a:gd name="T92" fmla="*/ 209 w 435"/>
                <a:gd name="T93" fmla="*/ 219 h 497"/>
                <a:gd name="T94" fmla="*/ 148 w 435"/>
                <a:gd name="T95" fmla="*/ 224 h 497"/>
                <a:gd name="T96" fmla="*/ 97 w 435"/>
                <a:gd name="T97" fmla="*/ 231 h 497"/>
                <a:gd name="T98" fmla="*/ 80 w 435"/>
                <a:gd name="T99" fmla="*/ 234 h 497"/>
                <a:gd name="T100" fmla="*/ 79 w 435"/>
                <a:gd name="T101" fmla="*/ 208 h 497"/>
                <a:gd name="T102" fmla="*/ 75 w 435"/>
                <a:gd name="T103" fmla="*/ 171 h 497"/>
                <a:gd name="T104" fmla="*/ 72 w 435"/>
                <a:gd name="T105" fmla="*/ 147 h 497"/>
                <a:gd name="T106" fmla="*/ 60 w 435"/>
                <a:gd name="T107" fmla="*/ 139 h 497"/>
                <a:gd name="T108" fmla="*/ 50 w 435"/>
                <a:gd name="T109" fmla="*/ 139 h 497"/>
                <a:gd name="T110" fmla="*/ 36 w 435"/>
                <a:gd name="T111" fmla="*/ 142 h 497"/>
                <a:gd name="T112" fmla="*/ 22 w 435"/>
                <a:gd name="T113" fmla="*/ 183 h 497"/>
                <a:gd name="T114" fmla="*/ 14 w 435"/>
                <a:gd name="T115" fmla="*/ 237 h 497"/>
                <a:gd name="T116" fmla="*/ 0 w 435"/>
                <a:gd name="T117" fmla="*/ 248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5" h="497">
                  <a:moveTo>
                    <a:pt x="0" y="248"/>
                  </a:moveTo>
                  <a:cubicBezTo>
                    <a:pt x="0" y="253"/>
                    <a:pt x="7" y="255"/>
                    <a:pt x="15" y="256"/>
                  </a:cubicBezTo>
                  <a:cubicBezTo>
                    <a:pt x="14" y="257"/>
                    <a:pt x="14" y="259"/>
                    <a:pt x="14" y="261"/>
                  </a:cubicBezTo>
                  <a:cubicBezTo>
                    <a:pt x="20" y="303"/>
                    <a:pt x="20" y="303"/>
                    <a:pt x="20" y="303"/>
                  </a:cubicBezTo>
                  <a:cubicBezTo>
                    <a:pt x="20" y="306"/>
                    <a:pt x="21" y="311"/>
                    <a:pt x="22" y="314"/>
                  </a:cubicBezTo>
                  <a:cubicBezTo>
                    <a:pt x="28" y="347"/>
                    <a:pt x="28" y="347"/>
                    <a:pt x="28" y="347"/>
                  </a:cubicBezTo>
                  <a:cubicBezTo>
                    <a:pt x="28" y="351"/>
                    <a:pt x="32" y="355"/>
                    <a:pt x="36" y="356"/>
                  </a:cubicBezTo>
                  <a:cubicBezTo>
                    <a:pt x="39" y="357"/>
                    <a:pt x="44" y="358"/>
                    <a:pt x="47" y="358"/>
                  </a:cubicBezTo>
                  <a:cubicBezTo>
                    <a:pt x="50" y="358"/>
                    <a:pt x="50" y="358"/>
                    <a:pt x="50" y="358"/>
                  </a:cubicBezTo>
                  <a:cubicBezTo>
                    <a:pt x="51" y="359"/>
                    <a:pt x="53" y="359"/>
                    <a:pt x="54" y="359"/>
                  </a:cubicBezTo>
                  <a:cubicBezTo>
                    <a:pt x="56" y="359"/>
                    <a:pt x="59" y="359"/>
                    <a:pt x="60" y="358"/>
                  </a:cubicBezTo>
                  <a:cubicBezTo>
                    <a:pt x="62" y="357"/>
                    <a:pt x="65" y="356"/>
                    <a:pt x="67" y="355"/>
                  </a:cubicBezTo>
                  <a:cubicBezTo>
                    <a:pt x="68" y="354"/>
                    <a:pt x="71" y="353"/>
                    <a:pt x="72" y="351"/>
                  </a:cubicBezTo>
                  <a:cubicBezTo>
                    <a:pt x="72" y="349"/>
                    <a:pt x="73" y="345"/>
                    <a:pt x="73" y="342"/>
                  </a:cubicBezTo>
                  <a:cubicBezTo>
                    <a:pt x="75" y="326"/>
                    <a:pt x="75" y="326"/>
                    <a:pt x="75" y="326"/>
                  </a:cubicBezTo>
                  <a:cubicBezTo>
                    <a:pt x="76" y="323"/>
                    <a:pt x="76" y="317"/>
                    <a:pt x="77" y="314"/>
                  </a:cubicBezTo>
                  <a:cubicBezTo>
                    <a:pt x="79" y="289"/>
                    <a:pt x="79" y="289"/>
                    <a:pt x="79" y="289"/>
                  </a:cubicBezTo>
                  <a:cubicBezTo>
                    <a:pt x="79" y="286"/>
                    <a:pt x="79" y="281"/>
                    <a:pt x="79" y="278"/>
                  </a:cubicBezTo>
                  <a:cubicBezTo>
                    <a:pt x="80" y="263"/>
                    <a:pt x="80" y="263"/>
                    <a:pt x="80" y="263"/>
                  </a:cubicBezTo>
                  <a:cubicBezTo>
                    <a:pt x="83" y="264"/>
                    <a:pt x="88" y="265"/>
                    <a:pt x="92" y="266"/>
                  </a:cubicBezTo>
                  <a:cubicBezTo>
                    <a:pt x="97" y="267"/>
                    <a:pt x="97" y="267"/>
                    <a:pt x="97" y="267"/>
                  </a:cubicBezTo>
                  <a:cubicBezTo>
                    <a:pt x="104" y="268"/>
                    <a:pt x="115" y="269"/>
                    <a:pt x="121" y="270"/>
                  </a:cubicBezTo>
                  <a:cubicBezTo>
                    <a:pt x="148" y="274"/>
                    <a:pt x="148" y="274"/>
                    <a:pt x="148" y="274"/>
                  </a:cubicBezTo>
                  <a:cubicBezTo>
                    <a:pt x="155" y="274"/>
                    <a:pt x="166" y="276"/>
                    <a:pt x="173" y="276"/>
                  </a:cubicBezTo>
                  <a:cubicBezTo>
                    <a:pt x="209" y="278"/>
                    <a:pt x="209" y="278"/>
                    <a:pt x="209" y="278"/>
                  </a:cubicBezTo>
                  <a:cubicBezTo>
                    <a:pt x="211" y="279"/>
                    <a:pt x="214" y="279"/>
                    <a:pt x="217" y="279"/>
                  </a:cubicBezTo>
                  <a:cubicBezTo>
                    <a:pt x="221" y="291"/>
                    <a:pt x="221" y="291"/>
                    <a:pt x="221" y="291"/>
                  </a:cubicBezTo>
                  <a:cubicBezTo>
                    <a:pt x="222" y="297"/>
                    <a:pt x="225" y="307"/>
                    <a:pt x="226" y="313"/>
                  </a:cubicBezTo>
                  <a:cubicBezTo>
                    <a:pt x="253" y="475"/>
                    <a:pt x="253" y="475"/>
                    <a:pt x="253" y="475"/>
                  </a:cubicBezTo>
                  <a:cubicBezTo>
                    <a:pt x="253" y="476"/>
                    <a:pt x="255" y="487"/>
                    <a:pt x="257" y="489"/>
                  </a:cubicBezTo>
                  <a:cubicBezTo>
                    <a:pt x="259" y="490"/>
                    <a:pt x="264" y="492"/>
                    <a:pt x="268" y="493"/>
                  </a:cubicBezTo>
                  <a:cubicBezTo>
                    <a:pt x="273" y="495"/>
                    <a:pt x="281" y="496"/>
                    <a:pt x="285" y="497"/>
                  </a:cubicBezTo>
                  <a:cubicBezTo>
                    <a:pt x="290" y="497"/>
                    <a:pt x="297" y="497"/>
                    <a:pt x="300" y="497"/>
                  </a:cubicBezTo>
                  <a:cubicBezTo>
                    <a:pt x="304" y="496"/>
                    <a:pt x="309" y="494"/>
                    <a:pt x="312" y="492"/>
                  </a:cubicBezTo>
                  <a:cubicBezTo>
                    <a:pt x="314" y="490"/>
                    <a:pt x="316" y="485"/>
                    <a:pt x="316" y="481"/>
                  </a:cubicBezTo>
                  <a:cubicBezTo>
                    <a:pt x="317" y="478"/>
                    <a:pt x="317" y="470"/>
                    <a:pt x="318" y="464"/>
                  </a:cubicBezTo>
                  <a:cubicBezTo>
                    <a:pt x="326" y="316"/>
                    <a:pt x="326" y="316"/>
                    <a:pt x="326" y="316"/>
                  </a:cubicBezTo>
                  <a:cubicBezTo>
                    <a:pt x="326" y="310"/>
                    <a:pt x="328" y="300"/>
                    <a:pt x="331" y="294"/>
                  </a:cubicBezTo>
                  <a:cubicBezTo>
                    <a:pt x="335" y="280"/>
                    <a:pt x="335" y="280"/>
                    <a:pt x="335" y="280"/>
                  </a:cubicBezTo>
                  <a:cubicBezTo>
                    <a:pt x="340" y="280"/>
                    <a:pt x="344" y="280"/>
                    <a:pt x="347" y="280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62" y="279"/>
                    <a:pt x="373" y="279"/>
                    <a:pt x="379" y="278"/>
                  </a:cubicBezTo>
                  <a:cubicBezTo>
                    <a:pt x="387" y="277"/>
                    <a:pt x="387" y="277"/>
                    <a:pt x="387" y="277"/>
                  </a:cubicBezTo>
                  <a:cubicBezTo>
                    <a:pt x="393" y="276"/>
                    <a:pt x="401" y="275"/>
                    <a:pt x="403" y="274"/>
                  </a:cubicBezTo>
                  <a:cubicBezTo>
                    <a:pt x="406" y="273"/>
                    <a:pt x="408" y="272"/>
                    <a:pt x="409" y="270"/>
                  </a:cubicBezTo>
                  <a:cubicBezTo>
                    <a:pt x="410" y="269"/>
                    <a:pt x="411" y="267"/>
                    <a:pt x="412" y="265"/>
                  </a:cubicBezTo>
                  <a:cubicBezTo>
                    <a:pt x="412" y="265"/>
                    <a:pt x="412" y="265"/>
                    <a:pt x="412" y="265"/>
                  </a:cubicBezTo>
                  <a:cubicBezTo>
                    <a:pt x="413" y="271"/>
                    <a:pt x="413" y="271"/>
                    <a:pt x="413" y="271"/>
                  </a:cubicBezTo>
                  <a:cubicBezTo>
                    <a:pt x="413" y="273"/>
                    <a:pt x="414" y="275"/>
                    <a:pt x="414" y="276"/>
                  </a:cubicBezTo>
                  <a:cubicBezTo>
                    <a:pt x="416" y="288"/>
                    <a:pt x="416" y="288"/>
                    <a:pt x="416" y="288"/>
                  </a:cubicBezTo>
                  <a:cubicBezTo>
                    <a:pt x="416" y="289"/>
                    <a:pt x="416" y="291"/>
                    <a:pt x="418" y="291"/>
                  </a:cubicBezTo>
                  <a:cubicBezTo>
                    <a:pt x="419" y="291"/>
                    <a:pt x="420" y="290"/>
                    <a:pt x="420" y="288"/>
                  </a:cubicBezTo>
                  <a:cubicBezTo>
                    <a:pt x="421" y="282"/>
                    <a:pt x="421" y="282"/>
                    <a:pt x="421" y="282"/>
                  </a:cubicBezTo>
                  <a:cubicBezTo>
                    <a:pt x="421" y="281"/>
                    <a:pt x="421" y="279"/>
                    <a:pt x="421" y="278"/>
                  </a:cubicBezTo>
                  <a:cubicBezTo>
                    <a:pt x="421" y="264"/>
                    <a:pt x="421" y="264"/>
                    <a:pt x="421" y="264"/>
                  </a:cubicBezTo>
                  <a:cubicBezTo>
                    <a:pt x="422" y="263"/>
                    <a:pt x="423" y="263"/>
                    <a:pt x="424" y="263"/>
                  </a:cubicBezTo>
                  <a:cubicBezTo>
                    <a:pt x="426" y="262"/>
                    <a:pt x="429" y="260"/>
                    <a:pt x="431" y="258"/>
                  </a:cubicBezTo>
                  <a:cubicBezTo>
                    <a:pt x="432" y="257"/>
                    <a:pt x="433" y="255"/>
                    <a:pt x="433" y="253"/>
                  </a:cubicBezTo>
                  <a:cubicBezTo>
                    <a:pt x="434" y="253"/>
                    <a:pt x="435" y="251"/>
                    <a:pt x="435" y="248"/>
                  </a:cubicBezTo>
                  <a:cubicBezTo>
                    <a:pt x="435" y="246"/>
                    <a:pt x="434" y="244"/>
                    <a:pt x="433" y="244"/>
                  </a:cubicBezTo>
                  <a:cubicBezTo>
                    <a:pt x="433" y="242"/>
                    <a:pt x="432" y="240"/>
                    <a:pt x="431" y="239"/>
                  </a:cubicBezTo>
                  <a:cubicBezTo>
                    <a:pt x="429" y="237"/>
                    <a:pt x="426" y="235"/>
                    <a:pt x="424" y="234"/>
                  </a:cubicBezTo>
                  <a:cubicBezTo>
                    <a:pt x="423" y="234"/>
                    <a:pt x="421" y="234"/>
                    <a:pt x="420" y="234"/>
                  </a:cubicBezTo>
                  <a:cubicBezTo>
                    <a:pt x="420" y="233"/>
                    <a:pt x="420" y="233"/>
                    <a:pt x="420" y="232"/>
                  </a:cubicBezTo>
                  <a:cubicBezTo>
                    <a:pt x="419" y="213"/>
                    <a:pt x="419" y="213"/>
                    <a:pt x="419" y="213"/>
                  </a:cubicBezTo>
                  <a:cubicBezTo>
                    <a:pt x="419" y="211"/>
                    <a:pt x="419" y="209"/>
                    <a:pt x="419" y="208"/>
                  </a:cubicBezTo>
                  <a:cubicBezTo>
                    <a:pt x="417" y="199"/>
                    <a:pt x="417" y="199"/>
                    <a:pt x="417" y="199"/>
                  </a:cubicBezTo>
                  <a:cubicBezTo>
                    <a:pt x="417" y="197"/>
                    <a:pt x="416" y="196"/>
                    <a:pt x="415" y="196"/>
                  </a:cubicBezTo>
                  <a:cubicBezTo>
                    <a:pt x="414" y="196"/>
                    <a:pt x="413" y="197"/>
                    <a:pt x="413" y="199"/>
                  </a:cubicBezTo>
                  <a:cubicBezTo>
                    <a:pt x="411" y="208"/>
                    <a:pt x="411" y="208"/>
                    <a:pt x="411" y="208"/>
                  </a:cubicBezTo>
                  <a:cubicBezTo>
                    <a:pt x="411" y="210"/>
                    <a:pt x="411" y="212"/>
                    <a:pt x="411" y="213"/>
                  </a:cubicBezTo>
                  <a:cubicBezTo>
                    <a:pt x="410" y="228"/>
                    <a:pt x="410" y="228"/>
                    <a:pt x="410" y="228"/>
                  </a:cubicBezTo>
                  <a:cubicBezTo>
                    <a:pt x="410" y="228"/>
                    <a:pt x="410" y="228"/>
                    <a:pt x="410" y="227"/>
                  </a:cubicBezTo>
                  <a:cubicBezTo>
                    <a:pt x="408" y="226"/>
                    <a:pt x="406" y="224"/>
                    <a:pt x="404" y="223"/>
                  </a:cubicBezTo>
                  <a:cubicBezTo>
                    <a:pt x="401" y="222"/>
                    <a:pt x="393" y="221"/>
                    <a:pt x="387" y="220"/>
                  </a:cubicBezTo>
                  <a:cubicBezTo>
                    <a:pt x="379" y="219"/>
                    <a:pt x="379" y="219"/>
                    <a:pt x="379" y="219"/>
                  </a:cubicBezTo>
                  <a:cubicBezTo>
                    <a:pt x="373" y="219"/>
                    <a:pt x="362" y="218"/>
                    <a:pt x="355" y="218"/>
                  </a:cubicBezTo>
                  <a:cubicBezTo>
                    <a:pt x="347" y="217"/>
                    <a:pt x="347" y="217"/>
                    <a:pt x="347" y="217"/>
                  </a:cubicBezTo>
                  <a:cubicBezTo>
                    <a:pt x="344" y="217"/>
                    <a:pt x="340" y="217"/>
                    <a:pt x="336" y="217"/>
                  </a:cubicBezTo>
                  <a:cubicBezTo>
                    <a:pt x="331" y="203"/>
                    <a:pt x="331" y="203"/>
                    <a:pt x="331" y="203"/>
                  </a:cubicBezTo>
                  <a:cubicBezTo>
                    <a:pt x="329" y="197"/>
                    <a:pt x="327" y="187"/>
                    <a:pt x="326" y="181"/>
                  </a:cubicBezTo>
                  <a:cubicBezTo>
                    <a:pt x="318" y="33"/>
                    <a:pt x="318" y="33"/>
                    <a:pt x="318" y="33"/>
                  </a:cubicBezTo>
                  <a:cubicBezTo>
                    <a:pt x="317" y="27"/>
                    <a:pt x="317" y="19"/>
                    <a:pt x="316" y="16"/>
                  </a:cubicBezTo>
                  <a:cubicBezTo>
                    <a:pt x="316" y="12"/>
                    <a:pt x="314" y="8"/>
                    <a:pt x="312" y="5"/>
                  </a:cubicBezTo>
                  <a:cubicBezTo>
                    <a:pt x="309" y="3"/>
                    <a:pt x="304" y="1"/>
                    <a:pt x="300" y="0"/>
                  </a:cubicBezTo>
                  <a:cubicBezTo>
                    <a:pt x="299" y="0"/>
                    <a:pt x="296" y="0"/>
                    <a:pt x="293" y="0"/>
                  </a:cubicBezTo>
                  <a:cubicBezTo>
                    <a:pt x="290" y="0"/>
                    <a:pt x="288" y="0"/>
                    <a:pt x="285" y="0"/>
                  </a:cubicBezTo>
                  <a:cubicBezTo>
                    <a:pt x="281" y="1"/>
                    <a:pt x="273" y="3"/>
                    <a:pt x="268" y="4"/>
                  </a:cubicBezTo>
                  <a:cubicBezTo>
                    <a:pt x="264" y="5"/>
                    <a:pt x="259" y="7"/>
                    <a:pt x="258" y="8"/>
                  </a:cubicBezTo>
                  <a:cubicBezTo>
                    <a:pt x="255" y="10"/>
                    <a:pt x="253" y="21"/>
                    <a:pt x="253" y="23"/>
                  </a:cubicBezTo>
                  <a:cubicBezTo>
                    <a:pt x="226" y="184"/>
                    <a:pt x="226" y="184"/>
                    <a:pt x="226" y="184"/>
                  </a:cubicBezTo>
                  <a:cubicBezTo>
                    <a:pt x="225" y="190"/>
                    <a:pt x="223" y="201"/>
                    <a:pt x="221" y="207"/>
                  </a:cubicBezTo>
                  <a:cubicBezTo>
                    <a:pt x="217" y="218"/>
                    <a:pt x="217" y="218"/>
                    <a:pt x="217" y="218"/>
                  </a:cubicBezTo>
                  <a:cubicBezTo>
                    <a:pt x="214" y="218"/>
                    <a:pt x="211" y="219"/>
                    <a:pt x="209" y="219"/>
                  </a:cubicBezTo>
                  <a:cubicBezTo>
                    <a:pt x="173" y="221"/>
                    <a:pt x="173" y="221"/>
                    <a:pt x="173" y="221"/>
                  </a:cubicBezTo>
                  <a:cubicBezTo>
                    <a:pt x="166" y="222"/>
                    <a:pt x="155" y="223"/>
                    <a:pt x="148" y="224"/>
                  </a:cubicBezTo>
                  <a:cubicBezTo>
                    <a:pt x="121" y="227"/>
                    <a:pt x="121" y="227"/>
                    <a:pt x="121" y="227"/>
                  </a:cubicBezTo>
                  <a:cubicBezTo>
                    <a:pt x="115" y="228"/>
                    <a:pt x="104" y="229"/>
                    <a:pt x="97" y="231"/>
                  </a:cubicBezTo>
                  <a:cubicBezTo>
                    <a:pt x="92" y="232"/>
                    <a:pt x="92" y="232"/>
                    <a:pt x="92" y="232"/>
                  </a:cubicBezTo>
                  <a:cubicBezTo>
                    <a:pt x="88" y="232"/>
                    <a:pt x="83" y="233"/>
                    <a:pt x="80" y="234"/>
                  </a:cubicBezTo>
                  <a:cubicBezTo>
                    <a:pt x="80" y="220"/>
                    <a:pt x="80" y="220"/>
                    <a:pt x="80" y="220"/>
                  </a:cubicBezTo>
                  <a:cubicBezTo>
                    <a:pt x="80" y="216"/>
                    <a:pt x="79" y="211"/>
                    <a:pt x="79" y="208"/>
                  </a:cubicBezTo>
                  <a:cubicBezTo>
                    <a:pt x="77" y="183"/>
                    <a:pt x="77" y="183"/>
                    <a:pt x="77" y="183"/>
                  </a:cubicBezTo>
                  <a:cubicBezTo>
                    <a:pt x="76" y="180"/>
                    <a:pt x="76" y="175"/>
                    <a:pt x="75" y="171"/>
                  </a:cubicBezTo>
                  <a:cubicBezTo>
                    <a:pt x="73" y="155"/>
                    <a:pt x="73" y="155"/>
                    <a:pt x="73" y="155"/>
                  </a:cubicBezTo>
                  <a:cubicBezTo>
                    <a:pt x="73" y="152"/>
                    <a:pt x="72" y="148"/>
                    <a:pt x="72" y="147"/>
                  </a:cubicBezTo>
                  <a:cubicBezTo>
                    <a:pt x="71" y="145"/>
                    <a:pt x="69" y="143"/>
                    <a:pt x="67" y="142"/>
                  </a:cubicBezTo>
                  <a:cubicBezTo>
                    <a:pt x="65" y="141"/>
                    <a:pt x="62" y="140"/>
                    <a:pt x="60" y="139"/>
                  </a:cubicBezTo>
                  <a:cubicBezTo>
                    <a:pt x="59" y="139"/>
                    <a:pt x="56" y="138"/>
                    <a:pt x="55" y="138"/>
                  </a:cubicBezTo>
                  <a:cubicBezTo>
                    <a:pt x="53" y="138"/>
                    <a:pt x="51" y="139"/>
                    <a:pt x="50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4" y="140"/>
                    <a:pt x="39" y="141"/>
                    <a:pt x="36" y="142"/>
                  </a:cubicBezTo>
                  <a:cubicBezTo>
                    <a:pt x="32" y="143"/>
                    <a:pt x="28" y="147"/>
                    <a:pt x="28" y="151"/>
                  </a:cubicBezTo>
                  <a:cubicBezTo>
                    <a:pt x="22" y="183"/>
                    <a:pt x="22" y="183"/>
                    <a:pt x="22" y="183"/>
                  </a:cubicBezTo>
                  <a:cubicBezTo>
                    <a:pt x="21" y="186"/>
                    <a:pt x="20" y="191"/>
                    <a:pt x="20" y="195"/>
                  </a:cubicBezTo>
                  <a:cubicBezTo>
                    <a:pt x="14" y="237"/>
                    <a:pt x="14" y="237"/>
                    <a:pt x="14" y="237"/>
                  </a:cubicBezTo>
                  <a:cubicBezTo>
                    <a:pt x="14" y="238"/>
                    <a:pt x="14" y="239"/>
                    <a:pt x="15" y="241"/>
                  </a:cubicBezTo>
                  <a:cubicBezTo>
                    <a:pt x="7" y="242"/>
                    <a:pt x="0" y="244"/>
                    <a:pt x="0" y="2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9"/>
          <p:cNvSpPr/>
          <p:nvPr/>
        </p:nvSpPr>
        <p:spPr bwMode="auto">
          <a:xfrm>
            <a:off x="7215188" y="1282700"/>
            <a:ext cx="3312690" cy="1963738"/>
          </a:xfrm>
          <a:custGeom>
            <a:avLst/>
            <a:gdLst>
              <a:gd name="T0" fmla="*/ 742 w 1034"/>
              <a:gd name="T1" fmla="*/ 144 h 613"/>
              <a:gd name="T2" fmla="*/ 582 w 1034"/>
              <a:gd name="T3" fmla="*/ 4 h 613"/>
              <a:gd name="T4" fmla="*/ 417 w 1034"/>
              <a:gd name="T5" fmla="*/ 90 h 613"/>
              <a:gd name="T6" fmla="*/ 251 w 1034"/>
              <a:gd name="T7" fmla="*/ 105 h 613"/>
              <a:gd name="T8" fmla="*/ 202 w 1034"/>
              <a:gd name="T9" fmla="*/ 230 h 613"/>
              <a:gd name="T10" fmla="*/ 51 w 1034"/>
              <a:gd name="T11" fmla="*/ 282 h 613"/>
              <a:gd name="T12" fmla="*/ 137 w 1034"/>
              <a:gd name="T13" fmla="*/ 469 h 613"/>
              <a:gd name="T14" fmla="*/ 264 w 1034"/>
              <a:gd name="T15" fmla="*/ 505 h 613"/>
              <a:gd name="T16" fmla="*/ 436 w 1034"/>
              <a:gd name="T17" fmla="*/ 594 h 613"/>
              <a:gd name="T18" fmla="*/ 567 w 1034"/>
              <a:gd name="T19" fmla="*/ 508 h 613"/>
              <a:gd name="T20" fmla="*/ 701 w 1034"/>
              <a:gd name="T21" fmla="*/ 566 h 613"/>
              <a:gd name="T22" fmla="*/ 789 w 1034"/>
              <a:gd name="T23" fmla="*/ 475 h 613"/>
              <a:gd name="T24" fmla="*/ 980 w 1034"/>
              <a:gd name="T25" fmla="*/ 411 h 613"/>
              <a:gd name="T26" fmla="*/ 866 w 1034"/>
              <a:gd name="T27" fmla="*/ 211 h 613"/>
              <a:gd name="T28" fmla="*/ 742 w 1034"/>
              <a:gd name="T29" fmla="*/ 14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34" h="613">
                <a:moveTo>
                  <a:pt x="742" y="144"/>
                </a:moveTo>
                <a:cubicBezTo>
                  <a:pt x="742" y="144"/>
                  <a:pt x="729" y="9"/>
                  <a:pt x="582" y="4"/>
                </a:cubicBezTo>
                <a:cubicBezTo>
                  <a:pt x="449" y="0"/>
                  <a:pt x="417" y="90"/>
                  <a:pt x="417" y="90"/>
                </a:cubicBezTo>
                <a:cubicBezTo>
                  <a:pt x="417" y="90"/>
                  <a:pt x="320" y="43"/>
                  <a:pt x="251" y="105"/>
                </a:cubicBezTo>
                <a:cubicBezTo>
                  <a:pt x="182" y="168"/>
                  <a:pt x="202" y="230"/>
                  <a:pt x="202" y="230"/>
                </a:cubicBezTo>
                <a:cubicBezTo>
                  <a:pt x="202" y="230"/>
                  <a:pt x="103" y="213"/>
                  <a:pt x="51" y="282"/>
                </a:cubicBezTo>
                <a:cubicBezTo>
                  <a:pt x="0" y="351"/>
                  <a:pt x="58" y="471"/>
                  <a:pt x="137" y="469"/>
                </a:cubicBezTo>
                <a:cubicBezTo>
                  <a:pt x="137" y="469"/>
                  <a:pt x="169" y="538"/>
                  <a:pt x="264" y="505"/>
                </a:cubicBezTo>
                <a:cubicBezTo>
                  <a:pt x="264" y="505"/>
                  <a:pt x="305" y="613"/>
                  <a:pt x="436" y="594"/>
                </a:cubicBezTo>
                <a:cubicBezTo>
                  <a:pt x="567" y="574"/>
                  <a:pt x="567" y="508"/>
                  <a:pt x="567" y="508"/>
                </a:cubicBezTo>
                <a:cubicBezTo>
                  <a:pt x="567" y="508"/>
                  <a:pt x="615" y="581"/>
                  <a:pt x="701" y="566"/>
                </a:cubicBezTo>
                <a:cubicBezTo>
                  <a:pt x="787" y="551"/>
                  <a:pt x="789" y="475"/>
                  <a:pt x="789" y="475"/>
                </a:cubicBezTo>
                <a:cubicBezTo>
                  <a:pt x="789" y="475"/>
                  <a:pt x="922" y="516"/>
                  <a:pt x="980" y="411"/>
                </a:cubicBezTo>
                <a:cubicBezTo>
                  <a:pt x="1034" y="314"/>
                  <a:pt x="952" y="194"/>
                  <a:pt x="866" y="211"/>
                </a:cubicBezTo>
                <a:cubicBezTo>
                  <a:pt x="866" y="211"/>
                  <a:pt x="849" y="118"/>
                  <a:pt x="742" y="144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1000">
                <a:srgbClr val="FFFFFF"/>
              </a:gs>
              <a:gs pos="100000">
                <a:srgbClr val="EAEAEA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EAEAEA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5" name="Freeform 6"/>
          <p:cNvSpPr/>
          <p:nvPr/>
        </p:nvSpPr>
        <p:spPr bwMode="auto">
          <a:xfrm>
            <a:off x="3657316" y="2209801"/>
            <a:ext cx="5213635" cy="3035300"/>
          </a:xfrm>
          <a:custGeom>
            <a:avLst/>
            <a:gdLst>
              <a:gd name="T0" fmla="*/ 67 w 1938"/>
              <a:gd name="T1" fmla="*/ 713 h 1128"/>
              <a:gd name="T2" fmla="*/ 269 w 1938"/>
              <a:gd name="T3" fmla="*/ 784 h 1128"/>
              <a:gd name="T4" fmla="*/ 331 w 1938"/>
              <a:gd name="T5" fmla="*/ 942 h 1128"/>
              <a:gd name="T6" fmla="*/ 555 w 1938"/>
              <a:gd name="T7" fmla="*/ 968 h 1128"/>
              <a:gd name="T8" fmla="*/ 776 w 1938"/>
              <a:gd name="T9" fmla="*/ 1082 h 1128"/>
              <a:gd name="T10" fmla="*/ 937 w 1938"/>
              <a:gd name="T11" fmla="*/ 1026 h 1128"/>
              <a:gd name="T12" fmla="*/ 1096 w 1938"/>
              <a:gd name="T13" fmla="*/ 1014 h 1128"/>
              <a:gd name="T14" fmla="*/ 1319 w 1938"/>
              <a:gd name="T15" fmla="*/ 1125 h 1128"/>
              <a:gd name="T16" fmla="*/ 1538 w 1938"/>
              <a:gd name="T17" fmla="*/ 952 h 1128"/>
              <a:gd name="T18" fmla="*/ 1708 w 1938"/>
              <a:gd name="T19" fmla="*/ 870 h 1128"/>
              <a:gd name="T20" fmla="*/ 1867 w 1938"/>
              <a:gd name="T21" fmla="*/ 620 h 1128"/>
              <a:gd name="T22" fmla="*/ 1608 w 1938"/>
              <a:gd name="T23" fmla="*/ 536 h 1128"/>
              <a:gd name="T24" fmla="*/ 1594 w 1938"/>
              <a:gd name="T25" fmla="*/ 487 h 1128"/>
              <a:gd name="T26" fmla="*/ 1577 w 1938"/>
              <a:gd name="T27" fmla="*/ 361 h 1128"/>
              <a:gd name="T28" fmla="*/ 1373 w 1938"/>
              <a:gd name="T29" fmla="*/ 294 h 1128"/>
              <a:gd name="T30" fmla="*/ 1309 w 1938"/>
              <a:gd name="T31" fmla="*/ 136 h 1128"/>
              <a:gd name="T32" fmla="*/ 1084 w 1938"/>
              <a:gd name="T33" fmla="*/ 114 h 1128"/>
              <a:gd name="T34" fmla="*/ 861 w 1938"/>
              <a:gd name="T35" fmla="*/ 3 h 1128"/>
              <a:gd name="T36" fmla="*/ 642 w 1938"/>
              <a:gd name="T37" fmla="*/ 176 h 1128"/>
              <a:gd name="T38" fmla="*/ 472 w 1938"/>
              <a:gd name="T39" fmla="*/ 258 h 1128"/>
              <a:gd name="T40" fmla="*/ 291 w 1938"/>
              <a:gd name="T41" fmla="*/ 427 h 1128"/>
              <a:gd name="T42" fmla="*/ 192 w 1938"/>
              <a:gd name="T43" fmla="*/ 481 h 1128"/>
              <a:gd name="T44" fmla="*/ 67 w 1938"/>
              <a:gd name="T45" fmla="*/ 713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938" h="1128">
                <a:moveTo>
                  <a:pt x="67" y="713"/>
                </a:moveTo>
                <a:cubicBezTo>
                  <a:pt x="134" y="801"/>
                  <a:pt x="269" y="784"/>
                  <a:pt x="269" y="784"/>
                </a:cubicBezTo>
                <a:cubicBezTo>
                  <a:pt x="269" y="784"/>
                  <a:pt x="240" y="861"/>
                  <a:pt x="331" y="942"/>
                </a:cubicBezTo>
                <a:cubicBezTo>
                  <a:pt x="422" y="1023"/>
                  <a:pt x="555" y="968"/>
                  <a:pt x="555" y="968"/>
                </a:cubicBezTo>
                <a:cubicBezTo>
                  <a:pt x="555" y="968"/>
                  <a:pt x="595" y="1083"/>
                  <a:pt x="776" y="1082"/>
                </a:cubicBezTo>
                <a:cubicBezTo>
                  <a:pt x="853" y="1082"/>
                  <a:pt x="903" y="1057"/>
                  <a:pt x="937" y="1026"/>
                </a:cubicBezTo>
                <a:cubicBezTo>
                  <a:pt x="1016" y="1049"/>
                  <a:pt x="1096" y="1014"/>
                  <a:pt x="1096" y="1014"/>
                </a:cubicBezTo>
                <a:cubicBezTo>
                  <a:pt x="1096" y="1014"/>
                  <a:pt x="1138" y="1128"/>
                  <a:pt x="1319" y="1125"/>
                </a:cubicBezTo>
                <a:cubicBezTo>
                  <a:pt x="1519" y="1121"/>
                  <a:pt x="1538" y="952"/>
                  <a:pt x="1538" y="952"/>
                </a:cubicBezTo>
                <a:cubicBezTo>
                  <a:pt x="1683" y="986"/>
                  <a:pt x="1708" y="870"/>
                  <a:pt x="1708" y="870"/>
                </a:cubicBezTo>
                <a:cubicBezTo>
                  <a:pt x="1825" y="893"/>
                  <a:pt x="1938" y="744"/>
                  <a:pt x="1867" y="620"/>
                </a:cubicBezTo>
                <a:cubicBezTo>
                  <a:pt x="1790" y="487"/>
                  <a:pt x="1608" y="536"/>
                  <a:pt x="1608" y="536"/>
                </a:cubicBezTo>
                <a:cubicBezTo>
                  <a:pt x="1608" y="536"/>
                  <a:pt x="1608" y="513"/>
                  <a:pt x="1594" y="487"/>
                </a:cubicBezTo>
                <a:cubicBezTo>
                  <a:pt x="1608" y="445"/>
                  <a:pt x="1605" y="398"/>
                  <a:pt x="1577" y="361"/>
                </a:cubicBezTo>
                <a:cubicBezTo>
                  <a:pt x="1508" y="274"/>
                  <a:pt x="1373" y="294"/>
                  <a:pt x="1373" y="294"/>
                </a:cubicBezTo>
                <a:cubicBezTo>
                  <a:pt x="1373" y="294"/>
                  <a:pt x="1401" y="216"/>
                  <a:pt x="1309" y="136"/>
                </a:cubicBezTo>
                <a:cubicBezTo>
                  <a:pt x="1216" y="56"/>
                  <a:pt x="1084" y="114"/>
                  <a:pt x="1084" y="114"/>
                </a:cubicBezTo>
                <a:cubicBezTo>
                  <a:pt x="1084" y="114"/>
                  <a:pt x="1042" y="0"/>
                  <a:pt x="861" y="3"/>
                </a:cubicBezTo>
                <a:cubicBezTo>
                  <a:pt x="661" y="6"/>
                  <a:pt x="642" y="176"/>
                  <a:pt x="642" y="176"/>
                </a:cubicBezTo>
                <a:cubicBezTo>
                  <a:pt x="497" y="142"/>
                  <a:pt x="472" y="258"/>
                  <a:pt x="472" y="258"/>
                </a:cubicBezTo>
                <a:cubicBezTo>
                  <a:pt x="380" y="239"/>
                  <a:pt x="290" y="328"/>
                  <a:pt x="291" y="427"/>
                </a:cubicBezTo>
                <a:cubicBezTo>
                  <a:pt x="220" y="430"/>
                  <a:pt x="192" y="481"/>
                  <a:pt x="192" y="481"/>
                </a:cubicBezTo>
                <a:cubicBezTo>
                  <a:pt x="84" y="475"/>
                  <a:pt x="0" y="624"/>
                  <a:pt x="67" y="713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1000">
                <a:srgbClr val="FFFFFF"/>
              </a:gs>
              <a:gs pos="100000">
                <a:srgbClr val="EAEAEA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EAEA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6" name="Freeform 7"/>
          <p:cNvSpPr/>
          <p:nvPr/>
        </p:nvSpPr>
        <p:spPr bwMode="auto">
          <a:xfrm>
            <a:off x="7215187" y="4195763"/>
            <a:ext cx="4197237" cy="2306637"/>
          </a:xfrm>
          <a:custGeom>
            <a:avLst/>
            <a:gdLst>
              <a:gd name="T0" fmla="*/ 62 w 1485"/>
              <a:gd name="T1" fmla="*/ 475 h 816"/>
              <a:gd name="T2" fmla="*/ 244 w 1485"/>
              <a:gd name="T3" fmla="*/ 538 h 816"/>
              <a:gd name="T4" fmla="*/ 304 w 1485"/>
              <a:gd name="T5" fmla="*/ 689 h 816"/>
              <a:gd name="T6" fmla="*/ 504 w 1485"/>
              <a:gd name="T7" fmla="*/ 707 h 816"/>
              <a:gd name="T8" fmla="*/ 705 w 1485"/>
              <a:gd name="T9" fmla="*/ 811 h 816"/>
              <a:gd name="T10" fmla="*/ 881 w 1485"/>
              <a:gd name="T11" fmla="*/ 699 h 816"/>
              <a:gd name="T12" fmla="*/ 956 w 1485"/>
              <a:gd name="T13" fmla="*/ 718 h 816"/>
              <a:gd name="T14" fmla="*/ 1165 w 1485"/>
              <a:gd name="T15" fmla="*/ 611 h 816"/>
              <a:gd name="T16" fmla="*/ 1318 w 1485"/>
              <a:gd name="T17" fmla="*/ 567 h 816"/>
              <a:gd name="T18" fmla="*/ 1422 w 1485"/>
              <a:gd name="T19" fmla="*/ 341 h 816"/>
              <a:gd name="T20" fmla="*/ 1240 w 1485"/>
              <a:gd name="T21" fmla="*/ 278 h 816"/>
              <a:gd name="T22" fmla="*/ 1180 w 1485"/>
              <a:gd name="T23" fmla="*/ 127 h 816"/>
              <a:gd name="T24" fmla="*/ 980 w 1485"/>
              <a:gd name="T25" fmla="*/ 109 h 816"/>
              <a:gd name="T26" fmla="*/ 779 w 1485"/>
              <a:gd name="T27" fmla="*/ 5 h 816"/>
              <a:gd name="T28" fmla="*/ 603 w 1485"/>
              <a:gd name="T29" fmla="*/ 117 h 816"/>
              <a:gd name="T30" fmla="*/ 528 w 1485"/>
              <a:gd name="T31" fmla="*/ 98 h 816"/>
              <a:gd name="T32" fmla="*/ 320 w 1485"/>
              <a:gd name="T33" fmla="*/ 204 h 816"/>
              <a:gd name="T34" fmla="*/ 166 w 1485"/>
              <a:gd name="T35" fmla="*/ 249 h 816"/>
              <a:gd name="T36" fmla="*/ 62 w 1485"/>
              <a:gd name="T37" fmla="*/ 475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85" h="816">
                <a:moveTo>
                  <a:pt x="62" y="475"/>
                </a:moveTo>
                <a:cubicBezTo>
                  <a:pt x="124" y="558"/>
                  <a:pt x="244" y="538"/>
                  <a:pt x="244" y="538"/>
                </a:cubicBezTo>
                <a:cubicBezTo>
                  <a:pt x="244" y="538"/>
                  <a:pt x="221" y="613"/>
                  <a:pt x="304" y="689"/>
                </a:cubicBezTo>
                <a:cubicBezTo>
                  <a:pt x="387" y="764"/>
                  <a:pt x="504" y="707"/>
                  <a:pt x="504" y="707"/>
                </a:cubicBezTo>
                <a:cubicBezTo>
                  <a:pt x="504" y="707"/>
                  <a:pt x="544" y="816"/>
                  <a:pt x="705" y="811"/>
                </a:cubicBezTo>
                <a:cubicBezTo>
                  <a:pt x="812" y="807"/>
                  <a:pt x="860" y="747"/>
                  <a:pt x="881" y="699"/>
                </a:cubicBezTo>
                <a:cubicBezTo>
                  <a:pt x="901" y="707"/>
                  <a:pt x="926" y="714"/>
                  <a:pt x="956" y="718"/>
                </a:cubicBezTo>
                <a:cubicBezTo>
                  <a:pt x="1115" y="741"/>
                  <a:pt x="1165" y="611"/>
                  <a:pt x="1165" y="611"/>
                </a:cubicBezTo>
                <a:cubicBezTo>
                  <a:pt x="1279" y="650"/>
                  <a:pt x="1318" y="567"/>
                  <a:pt x="1318" y="567"/>
                </a:cubicBezTo>
                <a:cubicBezTo>
                  <a:pt x="1414" y="570"/>
                  <a:pt x="1485" y="424"/>
                  <a:pt x="1422" y="341"/>
                </a:cubicBezTo>
                <a:cubicBezTo>
                  <a:pt x="1360" y="257"/>
                  <a:pt x="1240" y="278"/>
                  <a:pt x="1240" y="278"/>
                </a:cubicBezTo>
                <a:cubicBezTo>
                  <a:pt x="1240" y="278"/>
                  <a:pt x="1263" y="203"/>
                  <a:pt x="1180" y="127"/>
                </a:cubicBezTo>
                <a:cubicBezTo>
                  <a:pt x="1097" y="52"/>
                  <a:pt x="980" y="109"/>
                  <a:pt x="980" y="109"/>
                </a:cubicBezTo>
                <a:cubicBezTo>
                  <a:pt x="980" y="109"/>
                  <a:pt x="941" y="0"/>
                  <a:pt x="779" y="5"/>
                </a:cubicBezTo>
                <a:cubicBezTo>
                  <a:pt x="672" y="8"/>
                  <a:pt x="624" y="69"/>
                  <a:pt x="603" y="117"/>
                </a:cubicBezTo>
                <a:cubicBezTo>
                  <a:pt x="583" y="109"/>
                  <a:pt x="558" y="102"/>
                  <a:pt x="528" y="98"/>
                </a:cubicBezTo>
                <a:cubicBezTo>
                  <a:pt x="369" y="74"/>
                  <a:pt x="320" y="204"/>
                  <a:pt x="320" y="204"/>
                </a:cubicBezTo>
                <a:cubicBezTo>
                  <a:pt x="205" y="165"/>
                  <a:pt x="166" y="249"/>
                  <a:pt x="166" y="249"/>
                </a:cubicBezTo>
                <a:cubicBezTo>
                  <a:pt x="70" y="246"/>
                  <a:pt x="0" y="392"/>
                  <a:pt x="62" y="475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1000">
                <a:srgbClr val="FFFFFF"/>
              </a:gs>
              <a:gs pos="100000">
                <a:srgbClr val="EAEAEA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EAEAEA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7" name="Freeform 8"/>
          <p:cNvSpPr/>
          <p:nvPr/>
        </p:nvSpPr>
        <p:spPr bwMode="auto">
          <a:xfrm>
            <a:off x="1397000" y="1643062"/>
            <a:ext cx="3246993" cy="1939925"/>
          </a:xfrm>
          <a:custGeom>
            <a:avLst/>
            <a:gdLst>
              <a:gd name="T0" fmla="*/ 323 w 1121"/>
              <a:gd name="T1" fmla="*/ 147 h 670"/>
              <a:gd name="T2" fmla="*/ 500 w 1121"/>
              <a:gd name="T3" fmla="*/ 0 h 670"/>
              <a:gd name="T4" fmla="*/ 677 w 1121"/>
              <a:gd name="T5" fmla="*/ 99 h 670"/>
              <a:gd name="T6" fmla="*/ 856 w 1121"/>
              <a:gd name="T7" fmla="*/ 121 h 670"/>
              <a:gd name="T8" fmla="*/ 906 w 1121"/>
              <a:gd name="T9" fmla="*/ 258 h 670"/>
              <a:gd name="T10" fmla="*/ 1068 w 1121"/>
              <a:gd name="T11" fmla="*/ 320 h 670"/>
              <a:gd name="T12" fmla="*/ 968 w 1121"/>
              <a:gd name="T13" fmla="*/ 520 h 670"/>
              <a:gd name="T14" fmla="*/ 829 w 1121"/>
              <a:gd name="T15" fmla="*/ 555 h 670"/>
              <a:gd name="T16" fmla="*/ 639 w 1121"/>
              <a:gd name="T17" fmla="*/ 645 h 670"/>
              <a:gd name="T18" fmla="*/ 500 w 1121"/>
              <a:gd name="T19" fmla="*/ 547 h 670"/>
              <a:gd name="T20" fmla="*/ 353 w 1121"/>
              <a:gd name="T21" fmla="*/ 606 h 670"/>
              <a:gd name="T22" fmla="*/ 260 w 1121"/>
              <a:gd name="T23" fmla="*/ 504 h 670"/>
              <a:gd name="T24" fmla="*/ 55 w 1121"/>
              <a:gd name="T25" fmla="*/ 428 h 670"/>
              <a:gd name="T26" fmla="*/ 185 w 1121"/>
              <a:gd name="T27" fmla="*/ 215 h 670"/>
              <a:gd name="T28" fmla="*/ 323 w 1121"/>
              <a:gd name="T29" fmla="*/ 147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21" h="670">
                <a:moveTo>
                  <a:pt x="323" y="147"/>
                </a:moveTo>
                <a:cubicBezTo>
                  <a:pt x="323" y="147"/>
                  <a:pt x="341" y="0"/>
                  <a:pt x="500" y="0"/>
                </a:cubicBezTo>
                <a:cubicBezTo>
                  <a:pt x="645" y="0"/>
                  <a:pt x="677" y="99"/>
                  <a:pt x="677" y="99"/>
                </a:cubicBezTo>
                <a:cubicBezTo>
                  <a:pt x="677" y="99"/>
                  <a:pt x="784" y="51"/>
                  <a:pt x="856" y="121"/>
                </a:cubicBezTo>
                <a:cubicBezTo>
                  <a:pt x="929" y="191"/>
                  <a:pt x="906" y="258"/>
                  <a:pt x="906" y="258"/>
                </a:cubicBezTo>
                <a:cubicBezTo>
                  <a:pt x="906" y="258"/>
                  <a:pt x="1014" y="243"/>
                  <a:pt x="1068" y="320"/>
                </a:cubicBezTo>
                <a:cubicBezTo>
                  <a:pt x="1121" y="396"/>
                  <a:pt x="1054" y="525"/>
                  <a:pt x="968" y="520"/>
                </a:cubicBezTo>
                <a:cubicBezTo>
                  <a:pt x="968" y="520"/>
                  <a:pt x="930" y="593"/>
                  <a:pt x="829" y="555"/>
                </a:cubicBezTo>
                <a:cubicBezTo>
                  <a:pt x="829" y="555"/>
                  <a:pt x="781" y="670"/>
                  <a:pt x="639" y="645"/>
                </a:cubicBezTo>
                <a:cubicBezTo>
                  <a:pt x="497" y="619"/>
                  <a:pt x="500" y="547"/>
                  <a:pt x="500" y="547"/>
                </a:cubicBezTo>
                <a:cubicBezTo>
                  <a:pt x="500" y="547"/>
                  <a:pt x="446" y="625"/>
                  <a:pt x="353" y="606"/>
                </a:cubicBezTo>
                <a:cubicBezTo>
                  <a:pt x="260" y="586"/>
                  <a:pt x="260" y="504"/>
                  <a:pt x="260" y="504"/>
                </a:cubicBezTo>
                <a:cubicBezTo>
                  <a:pt x="260" y="504"/>
                  <a:pt x="114" y="544"/>
                  <a:pt x="55" y="428"/>
                </a:cubicBezTo>
                <a:cubicBezTo>
                  <a:pt x="0" y="321"/>
                  <a:pt x="93" y="193"/>
                  <a:pt x="185" y="215"/>
                </a:cubicBezTo>
                <a:cubicBezTo>
                  <a:pt x="185" y="215"/>
                  <a:pt x="207" y="115"/>
                  <a:pt x="323" y="147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1000">
                <a:srgbClr val="FFFFFF"/>
              </a:gs>
              <a:gs pos="100000">
                <a:srgbClr val="EAEAEA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EAEA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01773" y="3423722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Idea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78400" y="3729554"/>
            <a:ext cx="24658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0" name="Freeform 5"/>
          <p:cNvSpPr/>
          <p:nvPr/>
        </p:nvSpPr>
        <p:spPr bwMode="auto">
          <a:xfrm>
            <a:off x="861600" y="4140200"/>
            <a:ext cx="3952213" cy="2171700"/>
          </a:xfrm>
          <a:custGeom>
            <a:avLst/>
            <a:gdLst>
              <a:gd name="T0" fmla="*/ 1166 w 1217"/>
              <a:gd name="T1" fmla="*/ 390 h 669"/>
              <a:gd name="T2" fmla="*/ 1017 w 1217"/>
              <a:gd name="T3" fmla="*/ 441 h 669"/>
              <a:gd name="T4" fmla="*/ 968 w 1217"/>
              <a:gd name="T5" fmla="*/ 565 h 669"/>
              <a:gd name="T6" fmla="*/ 803 w 1217"/>
              <a:gd name="T7" fmla="*/ 580 h 669"/>
              <a:gd name="T8" fmla="*/ 639 w 1217"/>
              <a:gd name="T9" fmla="*/ 665 h 669"/>
              <a:gd name="T10" fmla="*/ 495 w 1217"/>
              <a:gd name="T11" fmla="*/ 573 h 669"/>
              <a:gd name="T12" fmla="*/ 433 w 1217"/>
              <a:gd name="T13" fmla="*/ 589 h 669"/>
              <a:gd name="T14" fmla="*/ 263 w 1217"/>
              <a:gd name="T15" fmla="*/ 501 h 669"/>
              <a:gd name="T16" fmla="*/ 137 w 1217"/>
              <a:gd name="T17" fmla="*/ 465 h 669"/>
              <a:gd name="T18" fmla="*/ 52 w 1217"/>
              <a:gd name="T19" fmla="*/ 280 h 669"/>
              <a:gd name="T20" fmla="*/ 201 w 1217"/>
              <a:gd name="T21" fmla="*/ 229 h 669"/>
              <a:gd name="T22" fmla="*/ 250 w 1217"/>
              <a:gd name="T23" fmla="*/ 105 h 669"/>
              <a:gd name="T24" fmla="*/ 414 w 1217"/>
              <a:gd name="T25" fmla="*/ 90 h 669"/>
              <a:gd name="T26" fmla="*/ 578 w 1217"/>
              <a:gd name="T27" fmla="*/ 5 h 669"/>
              <a:gd name="T28" fmla="*/ 723 w 1217"/>
              <a:gd name="T29" fmla="*/ 96 h 669"/>
              <a:gd name="T30" fmla="*/ 784 w 1217"/>
              <a:gd name="T31" fmla="*/ 81 h 669"/>
              <a:gd name="T32" fmla="*/ 955 w 1217"/>
              <a:gd name="T33" fmla="*/ 168 h 669"/>
              <a:gd name="T34" fmla="*/ 1081 w 1217"/>
              <a:gd name="T35" fmla="*/ 204 h 669"/>
              <a:gd name="T36" fmla="*/ 1166 w 1217"/>
              <a:gd name="T37" fmla="*/ 390 h 6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17" h="669">
                <a:moveTo>
                  <a:pt x="1166" y="390"/>
                </a:moveTo>
                <a:cubicBezTo>
                  <a:pt x="1115" y="458"/>
                  <a:pt x="1017" y="441"/>
                  <a:pt x="1017" y="441"/>
                </a:cubicBezTo>
                <a:cubicBezTo>
                  <a:pt x="1017" y="441"/>
                  <a:pt x="1036" y="503"/>
                  <a:pt x="968" y="565"/>
                </a:cubicBezTo>
                <a:cubicBezTo>
                  <a:pt x="899" y="627"/>
                  <a:pt x="803" y="580"/>
                  <a:pt x="803" y="580"/>
                </a:cubicBezTo>
                <a:cubicBezTo>
                  <a:pt x="803" y="580"/>
                  <a:pt x="771" y="669"/>
                  <a:pt x="639" y="665"/>
                </a:cubicBezTo>
                <a:cubicBezTo>
                  <a:pt x="552" y="662"/>
                  <a:pt x="512" y="612"/>
                  <a:pt x="495" y="573"/>
                </a:cubicBezTo>
                <a:cubicBezTo>
                  <a:pt x="479" y="580"/>
                  <a:pt x="458" y="585"/>
                  <a:pt x="433" y="589"/>
                </a:cubicBezTo>
                <a:cubicBezTo>
                  <a:pt x="303" y="608"/>
                  <a:pt x="263" y="501"/>
                  <a:pt x="263" y="501"/>
                </a:cubicBezTo>
                <a:cubicBezTo>
                  <a:pt x="169" y="533"/>
                  <a:pt x="137" y="465"/>
                  <a:pt x="137" y="465"/>
                </a:cubicBezTo>
                <a:cubicBezTo>
                  <a:pt x="58" y="467"/>
                  <a:pt x="0" y="348"/>
                  <a:pt x="52" y="280"/>
                </a:cubicBezTo>
                <a:cubicBezTo>
                  <a:pt x="103" y="211"/>
                  <a:pt x="201" y="229"/>
                  <a:pt x="201" y="229"/>
                </a:cubicBezTo>
                <a:cubicBezTo>
                  <a:pt x="201" y="229"/>
                  <a:pt x="182" y="167"/>
                  <a:pt x="250" y="105"/>
                </a:cubicBezTo>
                <a:cubicBezTo>
                  <a:pt x="318" y="43"/>
                  <a:pt x="414" y="90"/>
                  <a:pt x="414" y="90"/>
                </a:cubicBezTo>
                <a:cubicBezTo>
                  <a:pt x="414" y="90"/>
                  <a:pt x="446" y="0"/>
                  <a:pt x="578" y="5"/>
                </a:cubicBezTo>
                <a:cubicBezTo>
                  <a:pt x="666" y="7"/>
                  <a:pt x="705" y="57"/>
                  <a:pt x="723" y="96"/>
                </a:cubicBezTo>
                <a:cubicBezTo>
                  <a:pt x="739" y="90"/>
                  <a:pt x="759" y="84"/>
                  <a:pt x="784" y="81"/>
                </a:cubicBezTo>
                <a:cubicBezTo>
                  <a:pt x="914" y="62"/>
                  <a:pt x="955" y="168"/>
                  <a:pt x="955" y="168"/>
                </a:cubicBezTo>
                <a:cubicBezTo>
                  <a:pt x="1049" y="136"/>
                  <a:pt x="1081" y="204"/>
                  <a:pt x="1081" y="204"/>
                </a:cubicBezTo>
                <a:cubicBezTo>
                  <a:pt x="1159" y="202"/>
                  <a:pt x="1217" y="322"/>
                  <a:pt x="1166" y="39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1000">
                <a:srgbClr val="FFFFFF"/>
              </a:gs>
              <a:gs pos="100000">
                <a:srgbClr val="EAEAEA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EAEAEA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6021543" y="2781300"/>
            <a:ext cx="379536" cy="552881"/>
            <a:chOff x="3299397" y="1943557"/>
            <a:chExt cx="274604" cy="400024"/>
          </a:xfrm>
          <a:solidFill>
            <a:schemeClr val="accent1"/>
          </a:solidFill>
        </p:grpSpPr>
        <p:sp>
          <p:nvSpPr>
            <p:cNvPr id="42" name="Freeform 114"/>
            <p:cNvSpPr>
              <a:spLocks noEditPoints="1"/>
            </p:cNvSpPr>
            <p:nvPr/>
          </p:nvSpPr>
          <p:spPr bwMode="auto">
            <a:xfrm>
              <a:off x="3299397" y="1943557"/>
              <a:ext cx="274604" cy="400024"/>
            </a:xfrm>
            <a:custGeom>
              <a:avLst/>
              <a:gdLst>
                <a:gd name="T0" fmla="*/ 44 w 88"/>
                <a:gd name="T1" fmla="*/ 0 h 128"/>
                <a:gd name="T2" fmla="*/ 0 w 88"/>
                <a:gd name="T3" fmla="*/ 44 h 128"/>
                <a:gd name="T4" fmla="*/ 20 w 88"/>
                <a:gd name="T5" fmla="*/ 92 h 128"/>
                <a:gd name="T6" fmla="*/ 44 w 88"/>
                <a:gd name="T7" fmla="*/ 128 h 128"/>
                <a:gd name="T8" fmla="*/ 68 w 88"/>
                <a:gd name="T9" fmla="*/ 92 h 128"/>
                <a:gd name="T10" fmla="*/ 88 w 88"/>
                <a:gd name="T11" fmla="*/ 44 h 128"/>
                <a:gd name="T12" fmla="*/ 44 w 88"/>
                <a:gd name="T13" fmla="*/ 0 h 128"/>
                <a:gd name="T14" fmla="*/ 54 w 88"/>
                <a:gd name="T15" fmla="*/ 109 h 128"/>
                <a:gd name="T16" fmla="*/ 35 w 88"/>
                <a:gd name="T17" fmla="*/ 111 h 128"/>
                <a:gd name="T18" fmla="*/ 32 w 88"/>
                <a:gd name="T19" fmla="*/ 104 h 128"/>
                <a:gd name="T20" fmla="*/ 32 w 88"/>
                <a:gd name="T21" fmla="*/ 103 h 128"/>
                <a:gd name="T22" fmla="*/ 57 w 88"/>
                <a:gd name="T23" fmla="*/ 100 h 128"/>
                <a:gd name="T24" fmla="*/ 56 w 88"/>
                <a:gd name="T25" fmla="*/ 104 h 128"/>
                <a:gd name="T26" fmla="*/ 54 w 88"/>
                <a:gd name="T27" fmla="*/ 109 h 128"/>
                <a:gd name="T28" fmla="*/ 31 w 88"/>
                <a:gd name="T29" fmla="*/ 100 h 128"/>
                <a:gd name="T30" fmla="*/ 28 w 88"/>
                <a:gd name="T31" fmla="*/ 92 h 128"/>
                <a:gd name="T32" fmla="*/ 60 w 88"/>
                <a:gd name="T33" fmla="*/ 92 h 128"/>
                <a:gd name="T34" fmla="*/ 58 w 88"/>
                <a:gd name="T35" fmla="*/ 96 h 128"/>
                <a:gd name="T36" fmla="*/ 31 w 88"/>
                <a:gd name="T37" fmla="*/ 100 h 128"/>
                <a:gd name="T38" fmla="*/ 44 w 88"/>
                <a:gd name="T39" fmla="*/ 120 h 128"/>
                <a:gd name="T40" fmla="*/ 36 w 88"/>
                <a:gd name="T41" fmla="*/ 115 h 128"/>
                <a:gd name="T42" fmla="*/ 53 w 88"/>
                <a:gd name="T43" fmla="*/ 113 h 128"/>
                <a:gd name="T44" fmla="*/ 44 w 88"/>
                <a:gd name="T45" fmla="*/ 120 h 128"/>
                <a:gd name="T46" fmla="*/ 63 w 88"/>
                <a:gd name="T47" fmla="*/ 84 h 128"/>
                <a:gd name="T48" fmla="*/ 25 w 88"/>
                <a:gd name="T49" fmla="*/ 84 h 128"/>
                <a:gd name="T50" fmla="*/ 19 w 88"/>
                <a:gd name="T51" fmla="*/ 71 h 128"/>
                <a:gd name="T52" fmla="*/ 8 w 88"/>
                <a:gd name="T53" fmla="*/ 44 h 128"/>
                <a:gd name="T54" fmla="*/ 44 w 88"/>
                <a:gd name="T55" fmla="*/ 8 h 128"/>
                <a:gd name="T56" fmla="*/ 80 w 88"/>
                <a:gd name="T57" fmla="*/ 44 h 128"/>
                <a:gd name="T58" fmla="*/ 69 w 88"/>
                <a:gd name="T59" fmla="*/ 71 h 128"/>
                <a:gd name="T60" fmla="*/ 63 w 88"/>
                <a:gd name="T61" fmla="*/ 8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8" h="128">
                  <a:moveTo>
                    <a:pt x="44" y="0"/>
                  </a:moveTo>
                  <a:cubicBezTo>
                    <a:pt x="20" y="0"/>
                    <a:pt x="0" y="20"/>
                    <a:pt x="0" y="44"/>
                  </a:cubicBezTo>
                  <a:cubicBezTo>
                    <a:pt x="0" y="60"/>
                    <a:pt x="15" y="77"/>
                    <a:pt x="20" y="92"/>
                  </a:cubicBezTo>
                  <a:cubicBezTo>
                    <a:pt x="28" y="115"/>
                    <a:pt x="27" y="128"/>
                    <a:pt x="44" y="128"/>
                  </a:cubicBezTo>
                  <a:cubicBezTo>
                    <a:pt x="61" y="128"/>
                    <a:pt x="60" y="115"/>
                    <a:pt x="68" y="92"/>
                  </a:cubicBezTo>
                  <a:cubicBezTo>
                    <a:pt x="73" y="77"/>
                    <a:pt x="88" y="60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lose/>
                  <a:moveTo>
                    <a:pt x="54" y="109"/>
                  </a:moveTo>
                  <a:cubicBezTo>
                    <a:pt x="35" y="111"/>
                    <a:pt x="35" y="111"/>
                    <a:pt x="35" y="111"/>
                  </a:cubicBezTo>
                  <a:cubicBezTo>
                    <a:pt x="34" y="109"/>
                    <a:pt x="33" y="107"/>
                    <a:pt x="32" y="104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57" y="100"/>
                    <a:pt x="57" y="100"/>
                    <a:pt x="57" y="100"/>
                  </a:cubicBezTo>
                  <a:cubicBezTo>
                    <a:pt x="57" y="102"/>
                    <a:pt x="56" y="103"/>
                    <a:pt x="56" y="104"/>
                  </a:cubicBezTo>
                  <a:cubicBezTo>
                    <a:pt x="55" y="106"/>
                    <a:pt x="55" y="107"/>
                    <a:pt x="54" y="109"/>
                  </a:cubicBezTo>
                  <a:close/>
                  <a:moveTo>
                    <a:pt x="31" y="100"/>
                  </a:moveTo>
                  <a:cubicBezTo>
                    <a:pt x="30" y="97"/>
                    <a:pt x="29" y="95"/>
                    <a:pt x="28" y="92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59" y="93"/>
                    <a:pt x="59" y="95"/>
                    <a:pt x="58" y="96"/>
                  </a:cubicBezTo>
                  <a:lnTo>
                    <a:pt x="31" y="100"/>
                  </a:lnTo>
                  <a:close/>
                  <a:moveTo>
                    <a:pt x="44" y="120"/>
                  </a:moveTo>
                  <a:cubicBezTo>
                    <a:pt x="40" y="120"/>
                    <a:pt x="38" y="120"/>
                    <a:pt x="36" y="115"/>
                  </a:cubicBezTo>
                  <a:cubicBezTo>
                    <a:pt x="53" y="113"/>
                    <a:pt x="53" y="113"/>
                    <a:pt x="53" y="113"/>
                  </a:cubicBezTo>
                  <a:cubicBezTo>
                    <a:pt x="51" y="119"/>
                    <a:pt x="49" y="120"/>
                    <a:pt x="44" y="120"/>
                  </a:cubicBezTo>
                  <a:close/>
                  <a:moveTo>
                    <a:pt x="63" y="84"/>
                  </a:moveTo>
                  <a:cubicBezTo>
                    <a:pt x="25" y="84"/>
                    <a:pt x="25" y="84"/>
                    <a:pt x="25" y="84"/>
                  </a:cubicBezTo>
                  <a:cubicBezTo>
                    <a:pt x="23" y="80"/>
                    <a:pt x="21" y="75"/>
                    <a:pt x="19" y="71"/>
                  </a:cubicBezTo>
                  <a:cubicBezTo>
                    <a:pt x="13" y="62"/>
                    <a:pt x="8" y="52"/>
                    <a:pt x="8" y="44"/>
                  </a:cubicBezTo>
                  <a:cubicBezTo>
                    <a:pt x="8" y="24"/>
                    <a:pt x="24" y="8"/>
                    <a:pt x="44" y="8"/>
                  </a:cubicBezTo>
                  <a:cubicBezTo>
                    <a:pt x="64" y="8"/>
                    <a:pt x="80" y="24"/>
                    <a:pt x="80" y="44"/>
                  </a:cubicBezTo>
                  <a:cubicBezTo>
                    <a:pt x="80" y="52"/>
                    <a:pt x="75" y="62"/>
                    <a:pt x="69" y="71"/>
                  </a:cubicBezTo>
                  <a:cubicBezTo>
                    <a:pt x="67" y="75"/>
                    <a:pt x="65" y="80"/>
                    <a:pt x="63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3" name="Freeform 115"/>
            <p:cNvSpPr/>
            <p:nvPr/>
          </p:nvSpPr>
          <p:spPr bwMode="auto">
            <a:xfrm>
              <a:off x="3361447" y="2006927"/>
              <a:ext cx="81853" cy="80533"/>
            </a:xfrm>
            <a:custGeom>
              <a:avLst/>
              <a:gdLst>
                <a:gd name="T0" fmla="*/ 24 w 26"/>
                <a:gd name="T1" fmla="*/ 0 h 26"/>
                <a:gd name="T2" fmla="*/ 0 w 26"/>
                <a:gd name="T3" fmla="*/ 24 h 26"/>
                <a:gd name="T4" fmla="*/ 2 w 26"/>
                <a:gd name="T5" fmla="*/ 26 h 26"/>
                <a:gd name="T6" fmla="*/ 4 w 26"/>
                <a:gd name="T7" fmla="*/ 24 h 26"/>
                <a:gd name="T8" fmla="*/ 24 w 26"/>
                <a:gd name="T9" fmla="*/ 4 h 26"/>
                <a:gd name="T10" fmla="*/ 26 w 26"/>
                <a:gd name="T11" fmla="*/ 2 h 26"/>
                <a:gd name="T12" fmla="*/ 24 w 26"/>
                <a:gd name="T1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6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25"/>
                    <a:pt x="1" y="26"/>
                    <a:pt x="2" y="26"/>
                  </a:cubicBezTo>
                  <a:cubicBezTo>
                    <a:pt x="3" y="26"/>
                    <a:pt x="4" y="25"/>
                    <a:pt x="4" y="24"/>
                  </a:cubicBezTo>
                  <a:cubicBezTo>
                    <a:pt x="4" y="13"/>
                    <a:pt x="13" y="4"/>
                    <a:pt x="24" y="4"/>
                  </a:cubicBezTo>
                  <a:cubicBezTo>
                    <a:pt x="25" y="4"/>
                    <a:pt x="26" y="3"/>
                    <a:pt x="26" y="2"/>
                  </a:cubicBezTo>
                  <a:cubicBezTo>
                    <a:pt x="26" y="1"/>
                    <a:pt x="25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8888113" y="4998522"/>
            <a:ext cx="894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Request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102600" y="5278954"/>
            <a:ext cx="2465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324121" y="4960422"/>
            <a:ext cx="9925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Promotion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587500" y="5228154"/>
            <a:ext cx="2465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229601" y="1937822"/>
            <a:ext cx="946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Comment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29601" y="2192854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62201" y="2255322"/>
            <a:ext cx="1225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Development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362201" y="2497654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2" name="Freeform 84"/>
          <p:cNvSpPr>
            <a:spLocks noEditPoints="1"/>
          </p:cNvSpPr>
          <p:nvPr/>
        </p:nvSpPr>
        <p:spPr bwMode="auto">
          <a:xfrm>
            <a:off x="9079451" y="4597400"/>
            <a:ext cx="514953" cy="336504"/>
          </a:xfrm>
          <a:custGeom>
            <a:avLst/>
            <a:gdLst>
              <a:gd name="T0" fmla="*/ 112 w 128"/>
              <a:gd name="T1" fmla="*/ 0 h 84"/>
              <a:gd name="T2" fmla="*/ 16 w 128"/>
              <a:gd name="T3" fmla="*/ 0 h 84"/>
              <a:gd name="T4" fmla="*/ 0 w 128"/>
              <a:gd name="T5" fmla="*/ 16 h 84"/>
              <a:gd name="T6" fmla="*/ 0 w 128"/>
              <a:gd name="T7" fmla="*/ 68 h 84"/>
              <a:gd name="T8" fmla="*/ 16 w 128"/>
              <a:gd name="T9" fmla="*/ 84 h 84"/>
              <a:gd name="T10" fmla="*/ 112 w 128"/>
              <a:gd name="T11" fmla="*/ 84 h 84"/>
              <a:gd name="T12" fmla="*/ 128 w 128"/>
              <a:gd name="T13" fmla="*/ 68 h 84"/>
              <a:gd name="T14" fmla="*/ 128 w 128"/>
              <a:gd name="T15" fmla="*/ 16 h 84"/>
              <a:gd name="T16" fmla="*/ 112 w 128"/>
              <a:gd name="T17" fmla="*/ 0 h 84"/>
              <a:gd name="T18" fmla="*/ 8 w 128"/>
              <a:gd name="T19" fmla="*/ 21 h 84"/>
              <a:gd name="T20" fmla="*/ 36 w 128"/>
              <a:gd name="T21" fmla="*/ 42 h 84"/>
              <a:gd name="T22" fmla="*/ 8 w 128"/>
              <a:gd name="T23" fmla="*/ 63 h 84"/>
              <a:gd name="T24" fmla="*/ 8 w 128"/>
              <a:gd name="T25" fmla="*/ 21 h 84"/>
              <a:gd name="T26" fmla="*/ 120 w 128"/>
              <a:gd name="T27" fmla="*/ 68 h 84"/>
              <a:gd name="T28" fmla="*/ 112 w 128"/>
              <a:gd name="T29" fmla="*/ 76 h 84"/>
              <a:gd name="T30" fmla="*/ 16 w 128"/>
              <a:gd name="T31" fmla="*/ 76 h 84"/>
              <a:gd name="T32" fmla="*/ 8 w 128"/>
              <a:gd name="T33" fmla="*/ 68 h 84"/>
              <a:gd name="T34" fmla="*/ 39 w 128"/>
              <a:gd name="T35" fmla="*/ 45 h 84"/>
              <a:gd name="T36" fmla="*/ 57 w 128"/>
              <a:gd name="T37" fmla="*/ 58 h 84"/>
              <a:gd name="T38" fmla="*/ 64 w 128"/>
              <a:gd name="T39" fmla="*/ 60 h 84"/>
              <a:gd name="T40" fmla="*/ 71 w 128"/>
              <a:gd name="T41" fmla="*/ 58 h 84"/>
              <a:gd name="T42" fmla="*/ 89 w 128"/>
              <a:gd name="T43" fmla="*/ 45 h 84"/>
              <a:gd name="T44" fmla="*/ 120 w 128"/>
              <a:gd name="T45" fmla="*/ 68 h 84"/>
              <a:gd name="T46" fmla="*/ 120 w 128"/>
              <a:gd name="T47" fmla="*/ 63 h 84"/>
              <a:gd name="T48" fmla="*/ 92 w 128"/>
              <a:gd name="T49" fmla="*/ 42 h 84"/>
              <a:gd name="T50" fmla="*/ 120 w 128"/>
              <a:gd name="T51" fmla="*/ 21 h 84"/>
              <a:gd name="T52" fmla="*/ 120 w 128"/>
              <a:gd name="T53" fmla="*/ 63 h 84"/>
              <a:gd name="T54" fmla="*/ 69 w 128"/>
              <a:gd name="T55" fmla="*/ 54 h 84"/>
              <a:gd name="T56" fmla="*/ 64 w 128"/>
              <a:gd name="T57" fmla="*/ 56 h 84"/>
              <a:gd name="T58" fmla="*/ 59 w 128"/>
              <a:gd name="T59" fmla="*/ 54 h 84"/>
              <a:gd name="T60" fmla="*/ 43 w 128"/>
              <a:gd name="T61" fmla="*/ 42 h 84"/>
              <a:gd name="T62" fmla="*/ 39 w 128"/>
              <a:gd name="T63" fmla="*/ 40 h 84"/>
              <a:gd name="T64" fmla="*/ 8 w 128"/>
              <a:gd name="T65" fmla="*/ 16 h 84"/>
              <a:gd name="T66" fmla="*/ 8 w 128"/>
              <a:gd name="T67" fmla="*/ 16 h 84"/>
              <a:gd name="T68" fmla="*/ 16 w 128"/>
              <a:gd name="T69" fmla="*/ 8 h 84"/>
              <a:gd name="T70" fmla="*/ 112 w 128"/>
              <a:gd name="T71" fmla="*/ 8 h 84"/>
              <a:gd name="T72" fmla="*/ 120 w 128"/>
              <a:gd name="T73" fmla="*/ 16 h 84"/>
              <a:gd name="T74" fmla="*/ 69 w 128"/>
              <a:gd name="T75" fmla="*/ 5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" h="84">
                <a:moveTo>
                  <a:pt x="112" y="0"/>
                </a:move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77"/>
                  <a:pt x="7" y="84"/>
                  <a:pt x="16" y="84"/>
                </a:cubicBezTo>
                <a:cubicBezTo>
                  <a:pt x="112" y="84"/>
                  <a:pt x="112" y="84"/>
                  <a:pt x="112" y="84"/>
                </a:cubicBezTo>
                <a:cubicBezTo>
                  <a:pt x="121" y="84"/>
                  <a:pt x="128" y="77"/>
                  <a:pt x="128" y="68"/>
                </a:cubicBezTo>
                <a:cubicBezTo>
                  <a:pt x="128" y="16"/>
                  <a:pt x="128" y="16"/>
                  <a:pt x="128" y="16"/>
                </a:cubicBezTo>
                <a:cubicBezTo>
                  <a:pt x="128" y="7"/>
                  <a:pt x="121" y="0"/>
                  <a:pt x="112" y="0"/>
                </a:cubicBezTo>
                <a:close/>
                <a:moveTo>
                  <a:pt x="8" y="21"/>
                </a:moveTo>
                <a:cubicBezTo>
                  <a:pt x="36" y="42"/>
                  <a:pt x="36" y="42"/>
                  <a:pt x="36" y="42"/>
                </a:cubicBezTo>
                <a:cubicBezTo>
                  <a:pt x="8" y="63"/>
                  <a:pt x="8" y="63"/>
                  <a:pt x="8" y="63"/>
                </a:cubicBezTo>
                <a:lnTo>
                  <a:pt x="8" y="21"/>
                </a:lnTo>
                <a:close/>
                <a:moveTo>
                  <a:pt x="120" y="68"/>
                </a:moveTo>
                <a:cubicBezTo>
                  <a:pt x="120" y="72"/>
                  <a:pt x="116" y="76"/>
                  <a:pt x="112" y="76"/>
                </a:cubicBezTo>
                <a:cubicBezTo>
                  <a:pt x="16" y="76"/>
                  <a:pt x="16" y="76"/>
                  <a:pt x="16" y="76"/>
                </a:cubicBezTo>
                <a:cubicBezTo>
                  <a:pt x="12" y="76"/>
                  <a:pt x="8" y="72"/>
                  <a:pt x="8" y="68"/>
                </a:cubicBezTo>
                <a:cubicBezTo>
                  <a:pt x="39" y="45"/>
                  <a:pt x="39" y="45"/>
                  <a:pt x="39" y="45"/>
                </a:cubicBezTo>
                <a:cubicBezTo>
                  <a:pt x="57" y="58"/>
                  <a:pt x="57" y="58"/>
                  <a:pt x="57" y="58"/>
                </a:cubicBezTo>
                <a:cubicBezTo>
                  <a:pt x="59" y="59"/>
                  <a:pt x="61" y="60"/>
                  <a:pt x="64" y="60"/>
                </a:cubicBezTo>
                <a:cubicBezTo>
                  <a:pt x="67" y="60"/>
                  <a:pt x="69" y="59"/>
                  <a:pt x="71" y="58"/>
                </a:cubicBezTo>
                <a:cubicBezTo>
                  <a:pt x="89" y="45"/>
                  <a:pt x="89" y="45"/>
                  <a:pt x="89" y="45"/>
                </a:cubicBezTo>
                <a:cubicBezTo>
                  <a:pt x="120" y="68"/>
                  <a:pt x="120" y="68"/>
                  <a:pt x="120" y="68"/>
                </a:cubicBezTo>
                <a:close/>
                <a:moveTo>
                  <a:pt x="120" y="63"/>
                </a:moveTo>
                <a:cubicBezTo>
                  <a:pt x="92" y="42"/>
                  <a:pt x="92" y="42"/>
                  <a:pt x="92" y="42"/>
                </a:cubicBezTo>
                <a:cubicBezTo>
                  <a:pt x="120" y="21"/>
                  <a:pt x="120" y="21"/>
                  <a:pt x="120" y="21"/>
                </a:cubicBezTo>
                <a:lnTo>
                  <a:pt x="120" y="63"/>
                </a:lnTo>
                <a:close/>
                <a:moveTo>
                  <a:pt x="69" y="54"/>
                </a:moveTo>
                <a:cubicBezTo>
                  <a:pt x="67" y="55"/>
                  <a:pt x="66" y="56"/>
                  <a:pt x="64" y="56"/>
                </a:cubicBezTo>
                <a:cubicBezTo>
                  <a:pt x="62" y="56"/>
                  <a:pt x="61" y="55"/>
                  <a:pt x="59" y="54"/>
                </a:cubicBezTo>
                <a:cubicBezTo>
                  <a:pt x="43" y="42"/>
                  <a:pt x="43" y="42"/>
                  <a:pt x="43" y="42"/>
                </a:cubicBezTo>
                <a:cubicBezTo>
                  <a:pt x="39" y="40"/>
                  <a:pt x="39" y="40"/>
                  <a:pt x="39" y="40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2"/>
                  <a:pt x="12" y="8"/>
                  <a:pt x="16" y="8"/>
                </a:cubicBezTo>
                <a:cubicBezTo>
                  <a:pt x="112" y="8"/>
                  <a:pt x="112" y="8"/>
                  <a:pt x="112" y="8"/>
                </a:cubicBezTo>
                <a:cubicBezTo>
                  <a:pt x="116" y="8"/>
                  <a:pt x="120" y="12"/>
                  <a:pt x="120" y="16"/>
                </a:cubicBezTo>
                <a:lnTo>
                  <a:pt x="69" y="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7644300" y="2133688"/>
            <a:ext cx="464576" cy="406312"/>
            <a:chOff x="2437300" y="2768688"/>
            <a:chExt cx="400024" cy="349856"/>
          </a:xfrm>
          <a:solidFill>
            <a:schemeClr val="accent3"/>
          </a:solidFill>
        </p:grpSpPr>
        <p:sp>
          <p:nvSpPr>
            <p:cNvPr id="54" name="Freeform 104"/>
            <p:cNvSpPr/>
            <p:nvPr/>
          </p:nvSpPr>
          <p:spPr bwMode="auto">
            <a:xfrm>
              <a:off x="2499350" y="2830738"/>
              <a:ext cx="143903" cy="93735"/>
            </a:xfrm>
            <a:custGeom>
              <a:avLst/>
              <a:gdLst>
                <a:gd name="T0" fmla="*/ 44 w 46"/>
                <a:gd name="T1" fmla="*/ 0 h 30"/>
                <a:gd name="T2" fmla="*/ 0 w 46"/>
                <a:gd name="T3" fmla="*/ 28 h 30"/>
                <a:gd name="T4" fmla="*/ 2 w 46"/>
                <a:gd name="T5" fmla="*/ 30 h 30"/>
                <a:gd name="T6" fmla="*/ 4 w 46"/>
                <a:gd name="T7" fmla="*/ 28 h 30"/>
                <a:gd name="T8" fmla="*/ 44 w 46"/>
                <a:gd name="T9" fmla="*/ 4 h 30"/>
                <a:gd name="T10" fmla="*/ 46 w 46"/>
                <a:gd name="T11" fmla="*/ 2 h 30"/>
                <a:gd name="T12" fmla="*/ 44 w 46"/>
                <a:gd name="T1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30">
                  <a:moveTo>
                    <a:pt x="44" y="0"/>
                  </a:moveTo>
                  <a:cubicBezTo>
                    <a:pt x="20" y="0"/>
                    <a:pt x="0" y="13"/>
                    <a:pt x="0" y="28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3" y="30"/>
                    <a:pt x="4" y="29"/>
                    <a:pt x="4" y="28"/>
                  </a:cubicBezTo>
                  <a:cubicBezTo>
                    <a:pt x="4" y="15"/>
                    <a:pt x="23" y="4"/>
                    <a:pt x="44" y="4"/>
                  </a:cubicBezTo>
                  <a:cubicBezTo>
                    <a:pt x="45" y="4"/>
                    <a:pt x="46" y="3"/>
                    <a:pt x="46" y="2"/>
                  </a:cubicBezTo>
                  <a:cubicBezTo>
                    <a:pt x="46" y="1"/>
                    <a:pt x="45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5" name="Freeform 105"/>
            <p:cNvSpPr>
              <a:spLocks noEditPoints="1"/>
            </p:cNvSpPr>
            <p:nvPr/>
          </p:nvSpPr>
          <p:spPr bwMode="auto">
            <a:xfrm>
              <a:off x="2437300" y="2768688"/>
              <a:ext cx="400024" cy="349856"/>
            </a:xfrm>
            <a:custGeom>
              <a:avLst/>
              <a:gdLst>
                <a:gd name="T0" fmla="*/ 64 w 128"/>
                <a:gd name="T1" fmla="*/ 0 h 112"/>
                <a:gd name="T2" fmla="*/ 0 w 128"/>
                <a:gd name="T3" fmla="*/ 48 h 112"/>
                <a:gd name="T4" fmla="*/ 28 w 128"/>
                <a:gd name="T5" fmla="*/ 88 h 112"/>
                <a:gd name="T6" fmla="*/ 28 w 128"/>
                <a:gd name="T7" fmla="*/ 88 h 112"/>
                <a:gd name="T8" fmla="*/ 20 w 128"/>
                <a:gd name="T9" fmla="*/ 107 h 112"/>
                <a:gd name="T10" fmla="*/ 20 w 128"/>
                <a:gd name="T11" fmla="*/ 107 h 112"/>
                <a:gd name="T12" fmla="*/ 20 w 128"/>
                <a:gd name="T13" fmla="*/ 108 h 112"/>
                <a:gd name="T14" fmla="*/ 24 w 128"/>
                <a:gd name="T15" fmla="*/ 112 h 112"/>
                <a:gd name="T16" fmla="*/ 25 w 128"/>
                <a:gd name="T17" fmla="*/ 112 h 112"/>
                <a:gd name="T18" fmla="*/ 52 w 128"/>
                <a:gd name="T19" fmla="*/ 95 h 112"/>
                <a:gd name="T20" fmla="*/ 64 w 128"/>
                <a:gd name="T21" fmla="*/ 96 h 112"/>
                <a:gd name="T22" fmla="*/ 128 w 128"/>
                <a:gd name="T23" fmla="*/ 48 h 112"/>
                <a:gd name="T24" fmla="*/ 64 w 128"/>
                <a:gd name="T25" fmla="*/ 0 h 112"/>
                <a:gd name="T26" fmla="*/ 64 w 128"/>
                <a:gd name="T27" fmla="*/ 88 h 112"/>
                <a:gd name="T28" fmla="*/ 53 w 128"/>
                <a:gd name="T29" fmla="*/ 87 h 112"/>
                <a:gd name="T30" fmla="*/ 52 w 128"/>
                <a:gd name="T31" fmla="*/ 87 h 112"/>
                <a:gd name="T32" fmla="*/ 45 w 128"/>
                <a:gd name="T33" fmla="*/ 90 h 112"/>
                <a:gd name="T34" fmla="*/ 33 w 128"/>
                <a:gd name="T35" fmla="*/ 100 h 112"/>
                <a:gd name="T36" fmla="*/ 36 w 128"/>
                <a:gd name="T37" fmla="*/ 88 h 112"/>
                <a:gd name="T38" fmla="*/ 36 w 128"/>
                <a:gd name="T39" fmla="*/ 88 h 112"/>
                <a:gd name="T40" fmla="*/ 32 w 128"/>
                <a:gd name="T41" fmla="*/ 81 h 112"/>
                <a:gd name="T42" fmla="*/ 8 w 128"/>
                <a:gd name="T43" fmla="*/ 48 h 112"/>
                <a:gd name="T44" fmla="*/ 64 w 128"/>
                <a:gd name="T45" fmla="*/ 8 h 112"/>
                <a:gd name="T46" fmla="*/ 120 w 128"/>
                <a:gd name="T47" fmla="*/ 48 h 112"/>
                <a:gd name="T48" fmla="*/ 64 w 128"/>
                <a:gd name="T49" fmla="*/ 8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112">
                  <a:moveTo>
                    <a:pt x="64" y="0"/>
                  </a:moveTo>
                  <a:cubicBezTo>
                    <a:pt x="29" y="0"/>
                    <a:pt x="0" y="21"/>
                    <a:pt x="0" y="48"/>
                  </a:cubicBezTo>
                  <a:cubicBezTo>
                    <a:pt x="0" y="65"/>
                    <a:pt x="11" y="79"/>
                    <a:pt x="28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95"/>
                    <a:pt x="23" y="103"/>
                    <a:pt x="20" y="107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0" y="107"/>
                    <a:pt x="20" y="108"/>
                    <a:pt x="20" y="108"/>
                  </a:cubicBezTo>
                  <a:cubicBezTo>
                    <a:pt x="20" y="110"/>
                    <a:pt x="22" y="112"/>
                    <a:pt x="24" y="112"/>
                  </a:cubicBezTo>
                  <a:cubicBezTo>
                    <a:pt x="24" y="112"/>
                    <a:pt x="25" y="112"/>
                    <a:pt x="25" y="112"/>
                  </a:cubicBezTo>
                  <a:cubicBezTo>
                    <a:pt x="37" y="110"/>
                    <a:pt x="49" y="98"/>
                    <a:pt x="52" y="95"/>
                  </a:cubicBezTo>
                  <a:cubicBezTo>
                    <a:pt x="56" y="96"/>
                    <a:pt x="60" y="96"/>
                    <a:pt x="64" y="96"/>
                  </a:cubicBezTo>
                  <a:cubicBezTo>
                    <a:pt x="99" y="96"/>
                    <a:pt x="128" y="75"/>
                    <a:pt x="128" y="48"/>
                  </a:cubicBezTo>
                  <a:cubicBezTo>
                    <a:pt x="128" y="21"/>
                    <a:pt x="99" y="0"/>
                    <a:pt x="64" y="0"/>
                  </a:cubicBezTo>
                  <a:close/>
                  <a:moveTo>
                    <a:pt x="64" y="88"/>
                  </a:moveTo>
                  <a:cubicBezTo>
                    <a:pt x="60" y="88"/>
                    <a:pt x="57" y="88"/>
                    <a:pt x="53" y="87"/>
                  </a:cubicBezTo>
                  <a:cubicBezTo>
                    <a:pt x="52" y="87"/>
                    <a:pt x="52" y="87"/>
                    <a:pt x="52" y="87"/>
                  </a:cubicBezTo>
                  <a:cubicBezTo>
                    <a:pt x="49" y="87"/>
                    <a:pt x="47" y="88"/>
                    <a:pt x="45" y="90"/>
                  </a:cubicBezTo>
                  <a:cubicBezTo>
                    <a:pt x="44" y="92"/>
                    <a:pt x="39" y="97"/>
                    <a:pt x="33" y="100"/>
                  </a:cubicBezTo>
                  <a:cubicBezTo>
                    <a:pt x="35" y="97"/>
                    <a:pt x="36" y="93"/>
                    <a:pt x="36" y="8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5"/>
                    <a:pt x="34" y="82"/>
                    <a:pt x="32" y="81"/>
                  </a:cubicBezTo>
                  <a:cubicBezTo>
                    <a:pt x="17" y="73"/>
                    <a:pt x="8" y="61"/>
                    <a:pt x="8" y="48"/>
                  </a:cubicBezTo>
                  <a:cubicBezTo>
                    <a:pt x="8" y="26"/>
                    <a:pt x="33" y="8"/>
                    <a:pt x="64" y="8"/>
                  </a:cubicBezTo>
                  <a:cubicBezTo>
                    <a:pt x="95" y="8"/>
                    <a:pt x="120" y="26"/>
                    <a:pt x="120" y="48"/>
                  </a:cubicBezTo>
                  <a:cubicBezTo>
                    <a:pt x="120" y="70"/>
                    <a:pt x="95" y="88"/>
                    <a:pt x="64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56" name="Freeform 47"/>
          <p:cNvSpPr>
            <a:spLocks noEditPoints="1"/>
          </p:cNvSpPr>
          <p:nvPr/>
        </p:nvSpPr>
        <p:spPr bwMode="auto">
          <a:xfrm>
            <a:off x="2702522" y="4507479"/>
            <a:ext cx="400024" cy="400024"/>
          </a:xfrm>
          <a:custGeom>
            <a:avLst/>
            <a:gdLst>
              <a:gd name="T0" fmla="*/ 81 w 128"/>
              <a:gd name="T1" fmla="*/ 14 h 128"/>
              <a:gd name="T2" fmla="*/ 53 w 128"/>
              <a:gd name="T3" fmla="*/ 36 h 128"/>
              <a:gd name="T4" fmla="*/ 33 w 128"/>
              <a:gd name="T5" fmla="*/ 36 h 128"/>
              <a:gd name="T6" fmla="*/ 0 w 128"/>
              <a:gd name="T7" fmla="*/ 56 h 128"/>
              <a:gd name="T8" fmla="*/ 24 w 128"/>
              <a:gd name="T9" fmla="*/ 84 h 128"/>
              <a:gd name="T10" fmla="*/ 32 w 128"/>
              <a:gd name="T11" fmla="*/ 128 h 128"/>
              <a:gd name="T12" fmla="*/ 56 w 128"/>
              <a:gd name="T13" fmla="*/ 120 h 128"/>
              <a:gd name="T14" fmla="*/ 52 w 128"/>
              <a:gd name="T15" fmla="*/ 108 h 128"/>
              <a:gd name="T16" fmla="*/ 52 w 128"/>
              <a:gd name="T17" fmla="*/ 80 h 128"/>
              <a:gd name="T18" fmla="*/ 53 w 128"/>
              <a:gd name="T19" fmla="*/ 78 h 128"/>
              <a:gd name="T20" fmla="*/ 54 w 128"/>
              <a:gd name="T21" fmla="*/ 77 h 128"/>
              <a:gd name="T22" fmla="*/ 55 w 128"/>
              <a:gd name="T23" fmla="*/ 76 h 128"/>
              <a:gd name="T24" fmla="*/ 81 w 128"/>
              <a:gd name="T25" fmla="*/ 98 h 128"/>
              <a:gd name="T26" fmla="*/ 128 w 128"/>
              <a:gd name="T27" fmla="*/ 56 h 128"/>
              <a:gd name="T28" fmla="*/ 80 w 128"/>
              <a:gd name="T29" fmla="*/ 56 h 128"/>
              <a:gd name="T30" fmla="*/ 92 w 128"/>
              <a:gd name="T31" fmla="*/ 44 h 128"/>
              <a:gd name="T32" fmla="*/ 92 w 128"/>
              <a:gd name="T33" fmla="*/ 68 h 128"/>
              <a:gd name="T34" fmla="*/ 80 w 128"/>
              <a:gd name="T35" fmla="*/ 56 h 128"/>
              <a:gd name="T36" fmla="*/ 16 w 128"/>
              <a:gd name="T37" fmla="*/ 44 h 128"/>
              <a:gd name="T38" fmla="*/ 40 w 128"/>
              <a:gd name="T39" fmla="*/ 56 h 128"/>
              <a:gd name="T40" fmla="*/ 16 w 128"/>
              <a:gd name="T41" fmla="*/ 68 h 128"/>
              <a:gd name="T42" fmla="*/ 48 w 128"/>
              <a:gd name="T43" fmla="*/ 120 h 128"/>
              <a:gd name="T44" fmla="*/ 32 w 128"/>
              <a:gd name="T45" fmla="*/ 84 h 128"/>
              <a:gd name="T46" fmla="*/ 33 w 128"/>
              <a:gd name="T47" fmla="*/ 76 h 128"/>
              <a:gd name="T48" fmla="*/ 45 w 128"/>
              <a:gd name="T49" fmla="*/ 76 h 128"/>
              <a:gd name="T50" fmla="*/ 44 w 128"/>
              <a:gd name="T51" fmla="*/ 108 h 128"/>
              <a:gd name="T52" fmla="*/ 48 w 128"/>
              <a:gd name="T53" fmla="*/ 117 h 128"/>
              <a:gd name="T54" fmla="*/ 53 w 128"/>
              <a:gd name="T55" fmla="*/ 68 h 128"/>
              <a:gd name="T56" fmla="*/ 52 w 128"/>
              <a:gd name="T57" fmla="*/ 68 h 128"/>
              <a:gd name="T58" fmla="*/ 52 w 128"/>
              <a:gd name="T59" fmla="*/ 44 h 128"/>
              <a:gd name="T60" fmla="*/ 74 w 128"/>
              <a:gd name="T61" fmla="*/ 36 h 128"/>
              <a:gd name="T62" fmla="*/ 74 w 128"/>
              <a:gd name="T63" fmla="*/ 76 h 128"/>
              <a:gd name="T64" fmla="*/ 100 w 128"/>
              <a:gd name="T65" fmla="*/ 104 h 128"/>
              <a:gd name="T66" fmla="*/ 92 w 128"/>
              <a:gd name="T67" fmla="*/ 76 h 128"/>
              <a:gd name="T68" fmla="*/ 92 w 128"/>
              <a:gd name="T69" fmla="*/ 36 h 128"/>
              <a:gd name="T70" fmla="*/ 100 w 128"/>
              <a:gd name="T71" fmla="*/ 8 h 128"/>
              <a:gd name="T72" fmla="*/ 100 w 128"/>
              <a:gd name="T73" fmla="*/ 10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8" h="128">
                <a:moveTo>
                  <a:pt x="100" y="0"/>
                </a:moveTo>
                <a:cubicBezTo>
                  <a:pt x="92" y="0"/>
                  <a:pt x="85" y="6"/>
                  <a:pt x="81" y="14"/>
                </a:cubicBezTo>
                <a:cubicBezTo>
                  <a:pt x="81" y="14"/>
                  <a:pt x="81" y="14"/>
                  <a:pt x="81" y="14"/>
                </a:cubicBezTo>
                <a:cubicBezTo>
                  <a:pt x="74" y="27"/>
                  <a:pt x="64" y="36"/>
                  <a:pt x="53" y="36"/>
                </a:cubicBezTo>
                <a:cubicBezTo>
                  <a:pt x="50" y="36"/>
                  <a:pt x="50" y="36"/>
                  <a:pt x="50" y="36"/>
                </a:cubicBezTo>
                <a:cubicBezTo>
                  <a:pt x="33" y="36"/>
                  <a:pt x="33" y="36"/>
                  <a:pt x="33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7" y="36"/>
                  <a:pt x="0" y="45"/>
                  <a:pt x="0" y="56"/>
                </a:cubicBezTo>
                <a:cubicBezTo>
                  <a:pt x="0" y="67"/>
                  <a:pt x="7" y="76"/>
                  <a:pt x="16" y="76"/>
                </a:cubicBezTo>
                <a:cubicBezTo>
                  <a:pt x="20" y="76"/>
                  <a:pt x="24" y="80"/>
                  <a:pt x="24" y="84"/>
                </a:cubicBezTo>
                <a:cubicBezTo>
                  <a:pt x="24" y="120"/>
                  <a:pt x="24" y="120"/>
                  <a:pt x="24" y="120"/>
                </a:cubicBezTo>
                <a:cubicBezTo>
                  <a:pt x="24" y="124"/>
                  <a:pt x="28" y="128"/>
                  <a:pt x="32" y="128"/>
                </a:cubicBezTo>
                <a:cubicBezTo>
                  <a:pt x="48" y="128"/>
                  <a:pt x="48" y="128"/>
                  <a:pt x="48" y="128"/>
                </a:cubicBezTo>
                <a:cubicBezTo>
                  <a:pt x="52" y="128"/>
                  <a:pt x="56" y="124"/>
                  <a:pt x="56" y="120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6" y="112"/>
                  <a:pt x="52" y="110"/>
                  <a:pt x="52" y="108"/>
                </a:cubicBezTo>
                <a:cubicBezTo>
                  <a:pt x="52" y="80"/>
                  <a:pt x="52" y="80"/>
                  <a:pt x="52" y="80"/>
                </a:cubicBezTo>
                <a:cubicBezTo>
                  <a:pt x="52" y="80"/>
                  <a:pt x="52" y="80"/>
                  <a:pt x="52" y="80"/>
                </a:cubicBezTo>
                <a:cubicBezTo>
                  <a:pt x="52" y="79"/>
                  <a:pt x="52" y="79"/>
                  <a:pt x="53" y="78"/>
                </a:cubicBezTo>
                <a:cubicBezTo>
                  <a:pt x="53" y="78"/>
                  <a:pt x="53" y="78"/>
                  <a:pt x="53" y="78"/>
                </a:cubicBezTo>
                <a:cubicBezTo>
                  <a:pt x="53" y="77"/>
                  <a:pt x="53" y="77"/>
                  <a:pt x="54" y="77"/>
                </a:cubicBezTo>
                <a:cubicBezTo>
                  <a:pt x="54" y="77"/>
                  <a:pt x="54" y="77"/>
                  <a:pt x="54" y="77"/>
                </a:cubicBezTo>
                <a:cubicBezTo>
                  <a:pt x="54" y="77"/>
                  <a:pt x="54" y="77"/>
                  <a:pt x="54" y="77"/>
                </a:cubicBezTo>
                <a:cubicBezTo>
                  <a:pt x="54" y="76"/>
                  <a:pt x="55" y="76"/>
                  <a:pt x="55" y="76"/>
                </a:cubicBezTo>
                <a:cubicBezTo>
                  <a:pt x="65" y="77"/>
                  <a:pt x="74" y="85"/>
                  <a:pt x="81" y="98"/>
                </a:cubicBezTo>
                <a:cubicBezTo>
                  <a:pt x="81" y="98"/>
                  <a:pt x="81" y="98"/>
                  <a:pt x="81" y="98"/>
                </a:cubicBezTo>
                <a:cubicBezTo>
                  <a:pt x="85" y="106"/>
                  <a:pt x="92" y="112"/>
                  <a:pt x="100" y="112"/>
                </a:cubicBezTo>
                <a:cubicBezTo>
                  <a:pt x="118" y="112"/>
                  <a:pt x="128" y="84"/>
                  <a:pt x="128" y="56"/>
                </a:cubicBezTo>
                <a:cubicBezTo>
                  <a:pt x="128" y="28"/>
                  <a:pt x="118" y="0"/>
                  <a:pt x="100" y="0"/>
                </a:cubicBezTo>
                <a:close/>
                <a:moveTo>
                  <a:pt x="80" y="56"/>
                </a:moveTo>
                <a:cubicBezTo>
                  <a:pt x="80" y="52"/>
                  <a:pt x="80" y="48"/>
                  <a:pt x="81" y="44"/>
                </a:cubicBezTo>
                <a:cubicBezTo>
                  <a:pt x="92" y="44"/>
                  <a:pt x="92" y="44"/>
                  <a:pt x="92" y="44"/>
                </a:cubicBezTo>
                <a:cubicBezTo>
                  <a:pt x="96" y="44"/>
                  <a:pt x="100" y="49"/>
                  <a:pt x="100" y="56"/>
                </a:cubicBezTo>
                <a:cubicBezTo>
                  <a:pt x="100" y="63"/>
                  <a:pt x="96" y="68"/>
                  <a:pt x="92" y="68"/>
                </a:cubicBezTo>
                <a:cubicBezTo>
                  <a:pt x="81" y="68"/>
                  <a:pt x="81" y="68"/>
                  <a:pt x="81" y="68"/>
                </a:cubicBezTo>
                <a:cubicBezTo>
                  <a:pt x="80" y="64"/>
                  <a:pt x="80" y="60"/>
                  <a:pt x="80" y="56"/>
                </a:cubicBezTo>
                <a:close/>
                <a:moveTo>
                  <a:pt x="8" y="56"/>
                </a:moveTo>
                <a:cubicBezTo>
                  <a:pt x="8" y="49"/>
                  <a:pt x="12" y="44"/>
                  <a:pt x="16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2" y="47"/>
                  <a:pt x="40" y="51"/>
                  <a:pt x="40" y="56"/>
                </a:cubicBezTo>
                <a:cubicBezTo>
                  <a:pt x="40" y="61"/>
                  <a:pt x="42" y="65"/>
                  <a:pt x="44" y="68"/>
                </a:cubicBezTo>
                <a:cubicBezTo>
                  <a:pt x="16" y="68"/>
                  <a:pt x="16" y="68"/>
                  <a:pt x="16" y="68"/>
                </a:cubicBezTo>
                <a:cubicBezTo>
                  <a:pt x="12" y="68"/>
                  <a:pt x="8" y="63"/>
                  <a:pt x="8" y="56"/>
                </a:cubicBezTo>
                <a:close/>
                <a:moveTo>
                  <a:pt x="48" y="120"/>
                </a:moveTo>
                <a:cubicBezTo>
                  <a:pt x="32" y="120"/>
                  <a:pt x="32" y="120"/>
                  <a:pt x="32" y="120"/>
                </a:cubicBezTo>
                <a:cubicBezTo>
                  <a:pt x="32" y="84"/>
                  <a:pt x="32" y="84"/>
                  <a:pt x="32" y="84"/>
                </a:cubicBezTo>
                <a:cubicBezTo>
                  <a:pt x="32" y="81"/>
                  <a:pt x="31" y="78"/>
                  <a:pt x="30" y="76"/>
                </a:cubicBezTo>
                <a:cubicBezTo>
                  <a:pt x="33" y="76"/>
                  <a:pt x="33" y="76"/>
                  <a:pt x="33" y="76"/>
                </a:cubicBezTo>
                <a:cubicBezTo>
                  <a:pt x="33" y="76"/>
                  <a:pt x="33" y="76"/>
                  <a:pt x="33" y="76"/>
                </a:cubicBezTo>
                <a:cubicBezTo>
                  <a:pt x="45" y="76"/>
                  <a:pt x="45" y="76"/>
                  <a:pt x="45" y="76"/>
                </a:cubicBezTo>
                <a:cubicBezTo>
                  <a:pt x="44" y="77"/>
                  <a:pt x="44" y="79"/>
                  <a:pt x="44" y="80"/>
                </a:cubicBezTo>
                <a:cubicBezTo>
                  <a:pt x="44" y="108"/>
                  <a:pt x="44" y="108"/>
                  <a:pt x="44" y="108"/>
                </a:cubicBezTo>
                <a:cubicBezTo>
                  <a:pt x="44" y="112"/>
                  <a:pt x="46" y="114"/>
                  <a:pt x="47" y="116"/>
                </a:cubicBezTo>
                <a:cubicBezTo>
                  <a:pt x="48" y="116"/>
                  <a:pt x="48" y="116"/>
                  <a:pt x="48" y="117"/>
                </a:cubicBezTo>
                <a:lnTo>
                  <a:pt x="48" y="120"/>
                </a:lnTo>
                <a:close/>
                <a:moveTo>
                  <a:pt x="53" y="68"/>
                </a:moveTo>
                <a:cubicBezTo>
                  <a:pt x="52" y="68"/>
                  <a:pt x="52" y="68"/>
                  <a:pt x="52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48" y="68"/>
                  <a:pt x="44" y="63"/>
                  <a:pt x="44" y="56"/>
                </a:cubicBezTo>
                <a:cubicBezTo>
                  <a:pt x="44" y="49"/>
                  <a:pt x="48" y="44"/>
                  <a:pt x="52" y="44"/>
                </a:cubicBezTo>
                <a:cubicBezTo>
                  <a:pt x="53" y="44"/>
                  <a:pt x="53" y="44"/>
                  <a:pt x="53" y="44"/>
                </a:cubicBezTo>
                <a:cubicBezTo>
                  <a:pt x="60" y="44"/>
                  <a:pt x="68" y="41"/>
                  <a:pt x="74" y="36"/>
                </a:cubicBezTo>
                <a:cubicBezTo>
                  <a:pt x="73" y="42"/>
                  <a:pt x="72" y="49"/>
                  <a:pt x="72" y="56"/>
                </a:cubicBezTo>
                <a:cubicBezTo>
                  <a:pt x="72" y="63"/>
                  <a:pt x="73" y="70"/>
                  <a:pt x="74" y="76"/>
                </a:cubicBezTo>
                <a:cubicBezTo>
                  <a:pt x="68" y="71"/>
                  <a:pt x="60" y="68"/>
                  <a:pt x="53" y="68"/>
                </a:cubicBezTo>
                <a:close/>
                <a:moveTo>
                  <a:pt x="100" y="104"/>
                </a:moveTo>
                <a:cubicBezTo>
                  <a:pt x="92" y="104"/>
                  <a:pt x="85" y="93"/>
                  <a:pt x="82" y="76"/>
                </a:cubicBezTo>
                <a:cubicBezTo>
                  <a:pt x="92" y="76"/>
                  <a:pt x="92" y="76"/>
                  <a:pt x="92" y="76"/>
                </a:cubicBezTo>
                <a:cubicBezTo>
                  <a:pt x="101" y="76"/>
                  <a:pt x="108" y="67"/>
                  <a:pt x="108" y="56"/>
                </a:cubicBezTo>
                <a:cubicBezTo>
                  <a:pt x="108" y="45"/>
                  <a:pt x="101" y="36"/>
                  <a:pt x="92" y="36"/>
                </a:cubicBezTo>
                <a:cubicBezTo>
                  <a:pt x="82" y="36"/>
                  <a:pt x="82" y="36"/>
                  <a:pt x="82" y="36"/>
                </a:cubicBezTo>
                <a:cubicBezTo>
                  <a:pt x="85" y="19"/>
                  <a:pt x="92" y="8"/>
                  <a:pt x="100" y="8"/>
                </a:cubicBezTo>
                <a:cubicBezTo>
                  <a:pt x="111" y="8"/>
                  <a:pt x="120" y="29"/>
                  <a:pt x="120" y="56"/>
                </a:cubicBezTo>
                <a:cubicBezTo>
                  <a:pt x="120" y="83"/>
                  <a:pt x="111" y="104"/>
                  <a:pt x="100" y="10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1811338" y="2413000"/>
            <a:ext cx="449263" cy="449263"/>
            <a:chOff x="1493839" y="2932113"/>
            <a:chExt cx="298450" cy="298450"/>
          </a:xfrm>
          <a:solidFill>
            <a:schemeClr val="accent5"/>
          </a:solidFill>
        </p:grpSpPr>
        <p:sp>
          <p:nvSpPr>
            <p:cNvPr id="58" name="Freeform 93"/>
            <p:cNvSpPr>
              <a:spLocks noEditPoints="1"/>
            </p:cNvSpPr>
            <p:nvPr/>
          </p:nvSpPr>
          <p:spPr bwMode="auto">
            <a:xfrm>
              <a:off x="1493839" y="2932113"/>
              <a:ext cx="298450" cy="298450"/>
            </a:xfrm>
            <a:custGeom>
              <a:avLst/>
              <a:gdLst>
                <a:gd name="T0" fmla="*/ 64 w 112"/>
                <a:gd name="T1" fmla="*/ 12 h 112"/>
                <a:gd name="T2" fmla="*/ 78 w 112"/>
                <a:gd name="T3" fmla="*/ 23 h 112"/>
                <a:gd name="T4" fmla="*/ 84 w 112"/>
                <a:gd name="T5" fmla="*/ 18 h 112"/>
                <a:gd name="T6" fmla="*/ 93 w 112"/>
                <a:gd name="T7" fmla="*/ 25 h 112"/>
                <a:gd name="T8" fmla="*/ 89 w 112"/>
                <a:gd name="T9" fmla="*/ 34 h 112"/>
                <a:gd name="T10" fmla="*/ 100 w 112"/>
                <a:gd name="T11" fmla="*/ 48 h 112"/>
                <a:gd name="T12" fmla="*/ 104 w 112"/>
                <a:gd name="T13" fmla="*/ 60 h 112"/>
                <a:gd name="T14" fmla="*/ 95 w 112"/>
                <a:gd name="T15" fmla="*/ 64 h 112"/>
                <a:gd name="T16" fmla="*/ 93 w 112"/>
                <a:gd name="T17" fmla="*/ 81 h 112"/>
                <a:gd name="T18" fmla="*/ 87 w 112"/>
                <a:gd name="T19" fmla="*/ 93 h 112"/>
                <a:gd name="T20" fmla="*/ 81 w 112"/>
                <a:gd name="T21" fmla="*/ 93 h 112"/>
                <a:gd name="T22" fmla="*/ 64 w 112"/>
                <a:gd name="T23" fmla="*/ 95 h 112"/>
                <a:gd name="T24" fmla="*/ 60 w 112"/>
                <a:gd name="T25" fmla="*/ 104 h 112"/>
                <a:gd name="T26" fmla="*/ 48 w 112"/>
                <a:gd name="T27" fmla="*/ 100 h 112"/>
                <a:gd name="T28" fmla="*/ 34 w 112"/>
                <a:gd name="T29" fmla="*/ 89 h 112"/>
                <a:gd name="T30" fmla="*/ 28 w 112"/>
                <a:gd name="T31" fmla="*/ 94 h 112"/>
                <a:gd name="T32" fmla="*/ 19 w 112"/>
                <a:gd name="T33" fmla="*/ 87 h 112"/>
                <a:gd name="T34" fmla="*/ 23 w 112"/>
                <a:gd name="T35" fmla="*/ 78 h 112"/>
                <a:gd name="T36" fmla="*/ 12 w 112"/>
                <a:gd name="T37" fmla="*/ 64 h 112"/>
                <a:gd name="T38" fmla="*/ 8 w 112"/>
                <a:gd name="T39" fmla="*/ 52 h 112"/>
                <a:gd name="T40" fmla="*/ 17 w 112"/>
                <a:gd name="T41" fmla="*/ 48 h 112"/>
                <a:gd name="T42" fmla="*/ 19 w 112"/>
                <a:gd name="T43" fmla="*/ 31 h 112"/>
                <a:gd name="T44" fmla="*/ 25 w 112"/>
                <a:gd name="T45" fmla="*/ 19 h 112"/>
                <a:gd name="T46" fmla="*/ 31 w 112"/>
                <a:gd name="T47" fmla="*/ 19 h 112"/>
                <a:gd name="T48" fmla="*/ 48 w 112"/>
                <a:gd name="T49" fmla="*/ 17 h 112"/>
                <a:gd name="T50" fmla="*/ 52 w 112"/>
                <a:gd name="T51" fmla="*/ 8 h 112"/>
                <a:gd name="T52" fmla="*/ 60 w 112"/>
                <a:gd name="T53" fmla="*/ 0 h 112"/>
                <a:gd name="T54" fmla="*/ 40 w 112"/>
                <a:gd name="T55" fmla="*/ 11 h 112"/>
                <a:gd name="T56" fmla="*/ 28 w 112"/>
                <a:gd name="T57" fmla="*/ 10 h 112"/>
                <a:gd name="T58" fmla="*/ 14 w 112"/>
                <a:gd name="T59" fmla="*/ 19 h 112"/>
                <a:gd name="T60" fmla="*/ 13 w 112"/>
                <a:gd name="T61" fmla="*/ 35 h 112"/>
                <a:gd name="T62" fmla="*/ 0 w 112"/>
                <a:gd name="T63" fmla="*/ 52 h 112"/>
                <a:gd name="T64" fmla="*/ 11 w 112"/>
                <a:gd name="T65" fmla="*/ 72 h 112"/>
                <a:gd name="T66" fmla="*/ 10 w 112"/>
                <a:gd name="T67" fmla="*/ 84 h 112"/>
                <a:gd name="T68" fmla="*/ 19 w 112"/>
                <a:gd name="T69" fmla="*/ 98 h 112"/>
                <a:gd name="T70" fmla="*/ 35 w 112"/>
                <a:gd name="T71" fmla="*/ 99 h 112"/>
                <a:gd name="T72" fmla="*/ 52 w 112"/>
                <a:gd name="T73" fmla="*/ 112 h 112"/>
                <a:gd name="T74" fmla="*/ 72 w 112"/>
                <a:gd name="T75" fmla="*/ 101 h 112"/>
                <a:gd name="T76" fmla="*/ 84 w 112"/>
                <a:gd name="T77" fmla="*/ 102 h 112"/>
                <a:gd name="T78" fmla="*/ 98 w 112"/>
                <a:gd name="T79" fmla="*/ 93 h 112"/>
                <a:gd name="T80" fmla="*/ 99 w 112"/>
                <a:gd name="T81" fmla="*/ 77 h 112"/>
                <a:gd name="T82" fmla="*/ 112 w 112"/>
                <a:gd name="T83" fmla="*/ 60 h 112"/>
                <a:gd name="T84" fmla="*/ 101 w 112"/>
                <a:gd name="T85" fmla="*/ 40 h 112"/>
                <a:gd name="T86" fmla="*/ 102 w 112"/>
                <a:gd name="T87" fmla="*/ 28 h 112"/>
                <a:gd name="T88" fmla="*/ 93 w 112"/>
                <a:gd name="T89" fmla="*/ 14 h 112"/>
                <a:gd name="T90" fmla="*/ 77 w 112"/>
                <a:gd name="T91" fmla="*/ 13 h 112"/>
                <a:gd name="T92" fmla="*/ 60 w 112"/>
                <a:gd name="T9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2" h="112">
                  <a:moveTo>
                    <a:pt x="60" y="8"/>
                  </a:moveTo>
                  <a:cubicBezTo>
                    <a:pt x="62" y="8"/>
                    <a:pt x="64" y="10"/>
                    <a:pt x="64" y="1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9" y="18"/>
                    <a:pt x="74" y="20"/>
                    <a:pt x="78" y="23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2" y="18"/>
                    <a:pt x="83" y="18"/>
                    <a:pt x="84" y="18"/>
                  </a:cubicBezTo>
                  <a:cubicBezTo>
                    <a:pt x="85" y="18"/>
                    <a:pt x="86" y="18"/>
                    <a:pt x="87" y="19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4" y="26"/>
                    <a:pt x="94" y="29"/>
                    <a:pt x="93" y="31"/>
                  </a:cubicBezTo>
                  <a:cubicBezTo>
                    <a:pt x="89" y="34"/>
                    <a:pt x="89" y="34"/>
                    <a:pt x="89" y="34"/>
                  </a:cubicBezTo>
                  <a:cubicBezTo>
                    <a:pt x="92" y="38"/>
                    <a:pt x="94" y="43"/>
                    <a:pt x="95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2" y="48"/>
                    <a:pt x="104" y="50"/>
                    <a:pt x="104" y="52"/>
                  </a:cubicBezTo>
                  <a:cubicBezTo>
                    <a:pt x="104" y="60"/>
                    <a:pt x="104" y="60"/>
                    <a:pt x="104" y="60"/>
                  </a:cubicBezTo>
                  <a:cubicBezTo>
                    <a:pt x="104" y="62"/>
                    <a:pt x="102" y="64"/>
                    <a:pt x="100" y="64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4" y="69"/>
                    <a:pt x="92" y="74"/>
                    <a:pt x="89" y="78"/>
                  </a:cubicBezTo>
                  <a:cubicBezTo>
                    <a:pt x="93" y="81"/>
                    <a:pt x="93" y="81"/>
                    <a:pt x="93" y="81"/>
                  </a:cubicBezTo>
                  <a:cubicBezTo>
                    <a:pt x="94" y="83"/>
                    <a:pt x="94" y="86"/>
                    <a:pt x="93" y="87"/>
                  </a:cubicBezTo>
                  <a:cubicBezTo>
                    <a:pt x="87" y="93"/>
                    <a:pt x="87" y="93"/>
                    <a:pt x="87" y="93"/>
                  </a:cubicBezTo>
                  <a:cubicBezTo>
                    <a:pt x="86" y="94"/>
                    <a:pt x="85" y="94"/>
                    <a:pt x="84" y="94"/>
                  </a:cubicBezTo>
                  <a:cubicBezTo>
                    <a:pt x="83" y="94"/>
                    <a:pt x="82" y="94"/>
                    <a:pt x="81" y="93"/>
                  </a:cubicBezTo>
                  <a:cubicBezTo>
                    <a:pt x="78" y="89"/>
                    <a:pt x="78" y="89"/>
                    <a:pt x="78" y="89"/>
                  </a:cubicBezTo>
                  <a:cubicBezTo>
                    <a:pt x="74" y="92"/>
                    <a:pt x="69" y="94"/>
                    <a:pt x="64" y="95"/>
                  </a:cubicBezTo>
                  <a:cubicBezTo>
                    <a:pt x="64" y="100"/>
                    <a:pt x="64" y="100"/>
                    <a:pt x="64" y="100"/>
                  </a:cubicBezTo>
                  <a:cubicBezTo>
                    <a:pt x="64" y="102"/>
                    <a:pt x="62" y="104"/>
                    <a:pt x="60" y="104"/>
                  </a:cubicBezTo>
                  <a:cubicBezTo>
                    <a:pt x="52" y="104"/>
                    <a:pt x="52" y="104"/>
                    <a:pt x="52" y="104"/>
                  </a:cubicBezTo>
                  <a:cubicBezTo>
                    <a:pt x="50" y="104"/>
                    <a:pt x="48" y="102"/>
                    <a:pt x="48" y="100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43" y="94"/>
                    <a:pt x="38" y="92"/>
                    <a:pt x="34" y="89"/>
                  </a:cubicBezTo>
                  <a:cubicBezTo>
                    <a:pt x="31" y="93"/>
                    <a:pt x="31" y="93"/>
                    <a:pt x="31" y="93"/>
                  </a:cubicBezTo>
                  <a:cubicBezTo>
                    <a:pt x="30" y="94"/>
                    <a:pt x="29" y="94"/>
                    <a:pt x="28" y="94"/>
                  </a:cubicBezTo>
                  <a:cubicBezTo>
                    <a:pt x="27" y="94"/>
                    <a:pt x="26" y="94"/>
                    <a:pt x="25" y="93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8" y="86"/>
                    <a:pt x="18" y="83"/>
                    <a:pt x="19" y="81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0" y="74"/>
                    <a:pt x="18" y="69"/>
                    <a:pt x="17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0" y="64"/>
                    <a:pt x="8" y="62"/>
                    <a:pt x="8" y="60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0"/>
                    <a:pt x="10" y="48"/>
                    <a:pt x="12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8" y="43"/>
                    <a:pt x="20" y="38"/>
                    <a:pt x="23" y="34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29"/>
                    <a:pt x="18" y="26"/>
                    <a:pt x="19" y="25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18"/>
                    <a:pt x="27" y="18"/>
                    <a:pt x="28" y="18"/>
                  </a:cubicBezTo>
                  <a:cubicBezTo>
                    <a:pt x="29" y="18"/>
                    <a:pt x="30" y="18"/>
                    <a:pt x="31" y="19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8" y="20"/>
                    <a:pt x="43" y="18"/>
                    <a:pt x="48" y="17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0"/>
                    <a:pt x="50" y="8"/>
                    <a:pt x="52" y="8"/>
                  </a:cubicBezTo>
                  <a:cubicBezTo>
                    <a:pt x="60" y="8"/>
                    <a:pt x="60" y="8"/>
                    <a:pt x="60" y="8"/>
                  </a:cubicBezTo>
                  <a:moveTo>
                    <a:pt x="60" y="0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46" y="0"/>
                    <a:pt x="41" y="5"/>
                    <a:pt x="40" y="11"/>
                  </a:cubicBezTo>
                  <a:cubicBezTo>
                    <a:pt x="38" y="11"/>
                    <a:pt x="37" y="12"/>
                    <a:pt x="35" y="13"/>
                  </a:cubicBezTo>
                  <a:cubicBezTo>
                    <a:pt x="33" y="11"/>
                    <a:pt x="31" y="10"/>
                    <a:pt x="28" y="10"/>
                  </a:cubicBezTo>
                  <a:cubicBezTo>
                    <a:pt x="25" y="10"/>
                    <a:pt x="21" y="11"/>
                    <a:pt x="19" y="14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1" y="22"/>
                    <a:pt x="10" y="25"/>
                    <a:pt x="10" y="28"/>
                  </a:cubicBezTo>
                  <a:cubicBezTo>
                    <a:pt x="10" y="31"/>
                    <a:pt x="11" y="33"/>
                    <a:pt x="13" y="35"/>
                  </a:cubicBezTo>
                  <a:cubicBezTo>
                    <a:pt x="12" y="37"/>
                    <a:pt x="11" y="38"/>
                    <a:pt x="11" y="40"/>
                  </a:cubicBezTo>
                  <a:cubicBezTo>
                    <a:pt x="5" y="41"/>
                    <a:pt x="0" y="46"/>
                    <a:pt x="0" y="52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6"/>
                    <a:pt x="5" y="71"/>
                    <a:pt x="11" y="72"/>
                  </a:cubicBezTo>
                  <a:cubicBezTo>
                    <a:pt x="11" y="74"/>
                    <a:pt x="12" y="75"/>
                    <a:pt x="13" y="77"/>
                  </a:cubicBezTo>
                  <a:cubicBezTo>
                    <a:pt x="11" y="79"/>
                    <a:pt x="10" y="81"/>
                    <a:pt x="10" y="84"/>
                  </a:cubicBezTo>
                  <a:cubicBezTo>
                    <a:pt x="10" y="87"/>
                    <a:pt x="11" y="91"/>
                    <a:pt x="14" y="93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21" y="101"/>
                    <a:pt x="25" y="102"/>
                    <a:pt x="28" y="102"/>
                  </a:cubicBezTo>
                  <a:cubicBezTo>
                    <a:pt x="31" y="102"/>
                    <a:pt x="33" y="101"/>
                    <a:pt x="35" y="99"/>
                  </a:cubicBezTo>
                  <a:cubicBezTo>
                    <a:pt x="37" y="100"/>
                    <a:pt x="38" y="101"/>
                    <a:pt x="40" y="101"/>
                  </a:cubicBezTo>
                  <a:cubicBezTo>
                    <a:pt x="41" y="107"/>
                    <a:pt x="46" y="112"/>
                    <a:pt x="52" y="112"/>
                  </a:cubicBezTo>
                  <a:cubicBezTo>
                    <a:pt x="60" y="112"/>
                    <a:pt x="60" y="112"/>
                    <a:pt x="60" y="112"/>
                  </a:cubicBezTo>
                  <a:cubicBezTo>
                    <a:pt x="66" y="112"/>
                    <a:pt x="71" y="107"/>
                    <a:pt x="72" y="101"/>
                  </a:cubicBezTo>
                  <a:cubicBezTo>
                    <a:pt x="74" y="101"/>
                    <a:pt x="75" y="100"/>
                    <a:pt x="77" y="99"/>
                  </a:cubicBezTo>
                  <a:cubicBezTo>
                    <a:pt x="79" y="101"/>
                    <a:pt x="81" y="102"/>
                    <a:pt x="84" y="102"/>
                  </a:cubicBezTo>
                  <a:cubicBezTo>
                    <a:pt x="87" y="102"/>
                    <a:pt x="91" y="101"/>
                    <a:pt x="93" y="98"/>
                  </a:cubicBezTo>
                  <a:cubicBezTo>
                    <a:pt x="98" y="93"/>
                    <a:pt x="98" y="93"/>
                    <a:pt x="98" y="93"/>
                  </a:cubicBezTo>
                  <a:cubicBezTo>
                    <a:pt x="101" y="91"/>
                    <a:pt x="102" y="87"/>
                    <a:pt x="102" y="84"/>
                  </a:cubicBezTo>
                  <a:cubicBezTo>
                    <a:pt x="102" y="81"/>
                    <a:pt x="101" y="79"/>
                    <a:pt x="99" y="77"/>
                  </a:cubicBezTo>
                  <a:cubicBezTo>
                    <a:pt x="100" y="75"/>
                    <a:pt x="101" y="74"/>
                    <a:pt x="101" y="72"/>
                  </a:cubicBezTo>
                  <a:cubicBezTo>
                    <a:pt x="107" y="71"/>
                    <a:pt x="112" y="66"/>
                    <a:pt x="112" y="60"/>
                  </a:cubicBezTo>
                  <a:cubicBezTo>
                    <a:pt x="112" y="52"/>
                    <a:pt x="112" y="52"/>
                    <a:pt x="112" y="52"/>
                  </a:cubicBezTo>
                  <a:cubicBezTo>
                    <a:pt x="112" y="46"/>
                    <a:pt x="107" y="41"/>
                    <a:pt x="101" y="40"/>
                  </a:cubicBezTo>
                  <a:cubicBezTo>
                    <a:pt x="101" y="38"/>
                    <a:pt x="100" y="37"/>
                    <a:pt x="99" y="35"/>
                  </a:cubicBezTo>
                  <a:cubicBezTo>
                    <a:pt x="101" y="33"/>
                    <a:pt x="102" y="31"/>
                    <a:pt x="102" y="28"/>
                  </a:cubicBezTo>
                  <a:cubicBezTo>
                    <a:pt x="102" y="25"/>
                    <a:pt x="101" y="22"/>
                    <a:pt x="98" y="19"/>
                  </a:cubicBezTo>
                  <a:cubicBezTo>
                    <a:pt x="93" y="14"/>
                    <a:pt x="93" y="14"/>
                    <a:pt x="93" y="14"/>
                  </a:cubicBezTo>
                  <a:cubicBezTo>
                    <a:pt x="91" y="11"/>
                    <a:pt x="87" y="10"/>
                    <a:pt x="84" y="10"/>
                  </a:cubicBezTo>
                  <a:cubicBezTo>
                    <a:pt x="81" y="10"/>
                    <a:pt x="79" y="11"/>
                    <a:pt x="77" y="13"/>
                  </a:cubicBezTo>
                  <a:cubicBezTo>
                    <a:pt x="75" y="12"/>
                    <a:pt x="74" y="11"/>
                    <a:pt x="72" y="11"/>
                  </a:cubicBezTo>
                  <a:cubicBezTo>
                    <a:pt x="71" y="5"/>
                    <a:pt x="66" y="0"/>
                    <a:pt x="6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9" name="Freeform 94"/>
            <p:cNvSpPr>
              <a:spLocks noEditPoints="1"/>
            </p:cNvSpPr>
            <p:nvPr/>
          </p:nvSpPr>
          <p:spPr bwMode="auto">
            <a:xfrm>
              <a:off x="1573214" y="3011488"/>
              <a:ext cx="138113" cy="139700"/>
            </a:xfrm>
            <a:custGeom>
              <a:avLst/>
              <a:gdLst>
                <a:gd name="T0" fmla="*/ 26 w 52"/>
                <a:gd name="T1" fmla="*/ 52 h 52"/>
                <a:gd name="T2" fmla="*/ 0 w 52"/>
                <a:gd name="T3" fmla="*/ 26 h 52"/>
                <a:gd name="T4" fmla="*/ 26 w 52"/>
                <a:gd name="T5" fmla="*/ 0 h 52"/>
                <a:gd name="T6" fmla="*/ 52 w 52"/>
                <a:gd name="T7" fmla="*/ 26 h 52"/>
                <a:gd name="T8" fmla="*/ 26 w 52"/>
                <a:gd name="T9" fmla="*/ 52 h 52"/>
                <a:gd name="T10" fmla="*/ 26 w 52"/>
                <a:gd name="T11" fmla="*/ 4 h 52"/>
                <a:gd name="T12" fmla="*/ 4 w 52"/>
                <a:gd name="T13" fmla="*/ 26 h 52"/>
                <a:gd name="T14" fmla="*/ 26 w 52"/>
                <a:gd name="T15" fmla="*/ 48 h 52"/>
                <a:gd name="T16" fmla="*/ 48 w 52"/>
                <a:gd name="T17" fmla="*/ 26 h 52"/>
                <a:gd name="T18" fmla="*/ 26 w 52"/>
                <a:gd name="T19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0" y="0"/>
                    <a:pt x="52" y="12"/>
                    <a:pt x="52" y="26"/>
                  </a:cubicBezTo>
                  <a:cubicBezTo>
                    <a:pt x="52" y="40"/>
                    <a:pt x="40" y="52"/>
                    <a:pt x="26" y="52"/>
                  </a:cubicBezTo>
                  <a:close/>
                  <a:moveTo>
                    <a:pt x="26" y="4"/>
                  </a:moveTo>
                  <a:cubicBezTo>
                    <a:pt x="14" y="4"/>
                    <a:pt x="4" y="14"/>
                    <a:pt x="4" y="26"/>
                  </a:cubicBezTo>
                  <a:cubicBezTo>
                    <a:pt x="4" y="38"/>
                    <a:pt x="14" y="48"/>
                    <a:pt x="26" y="48"/>
                  </a:cubicBezTo>
                  <a:cubicBezTo>
                    <a:pt x="38" y="48"/>
                    <a:pt x="48" y="38"/>
                    <a:pt x="48" y="26"/>
                  </a:cubicBezTo>
                  <a:cubicBezTo>
                    <a:pt x="48" y="14"/>
                    <a:pt x="38" y="4"/>
                    <a:pt x="2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0" name="Freeform 95"/>
            <p:cNvSpPr>
              <a:spLocks noEditPoints="1"/>
            </p:cNvSpPr>
            <p:nvPr/>
          </p:nvSpPr>
          <p:spPr bwMode="auto">
            <a:xfrm>
              <a:off x="1604964" y="3043238"/>
              <a:ext cx="74613" cy="74613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4 h 28"/>
                <a:gd name="T12" fmla="*/ 4 w 28"/>
                <a:gd name="T13" fmla="*/ 14 h 28"/>
                <a:gd name="T14" fmla="*/ 14 w 28"/>
                <a:gd name="T15" fmla="*/ 24 h 28"/>
                <a:gd name="T16" fmla="*/ 24 w 28"/>
                <a:gd name="T17" fmla="*/ 14 h 28"/>
                <a:gd name="T18" fmla="*/ 14 w 28"/>
                <a:gd name="T19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4"/>
                  </a:moveTo>
                  <a:cubicBezTo>
                    <a:pt x="8" y="4"/>
                    <a:pt x="4" y="8"/>
                    <a:pt x="4" y="14"/>
                  </a:cubicBezTo>
                  <a:cubicBezTo>
                    <a:pt x="4" y="20"/>
                    <a:pt x="8" y="24"/>
                    <a:pt x="14" y="24"/>
                  </a:cubicBezTo>
                  <a:cubicBezTo>
                    <a:pt x="20" y="24"/>
                    <a:pt x="24" y="20"/>
                    <a:pt x="24" y="14"/>
                  </a:cubicBezTo>
                  <a:cubicBezTo>
                    <a:pt x="24" y="8"/>
                    <a:pt x="20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61" name="Freeform 9"/>
          <p:cNvSpPr/>
          <p:nvPr/>
        </p:nvSpPr>
        <p:spPr bwMode="auto">
          <a:xfrm rot="1036711">
            <a:off x="5013240" y="1007442"/>
            <a:ext cx="2165521" cy="1016927"/>
          </a:xfrm>
          <a:custGeom>
            <a:avLst/>
            <a:gdLst>
              <a:gd name="T0" fmla="*/ 301 w 326"/>
              <a:gd name="T1" fmla="*/ 52 h 151"/>
              <a:gd name="T2" fmla="*/ 256 w 326"/>
              <a:gd name="T3" fmla="*/ 97 h 151"/>
              <a:gd name="T4" fmla="*/ 272 w 326"/>
              <a:gd name="T5" fmla="*/ 97 h 151"/>
              <a:gd name="T6" fmla="*/ 326 w 326"/>
              <a:gd name="T7" fmla="*/ 48 h 151"/>
              <a:gd name="T8" fmla="*/ 283 w 326"/>
              <a:gd name="T9" fmla="*/ 0 h 151"/>
              <a:gd name="T10" fmla="*/ 264 w 326"/>
              <a:gd name="T11" fmla="*/ 0 h 151"/>
              <a:gd name="T12" fmla="*/ 302 w 326"/>
              <a:gd name="T13" fmla="*/ 39 h 151"/>
              <a:gd name="T14" fmla="*/ 210 w 326"/>
              <a:gd name="T15" fmla="*/ 41 h 151"/>
              <a:gd name="T16" fmla="*/ 95 w 326"/>
              <a:gd name="T17" fmla="*/ 72 h 151"/>
              <a:gd name="T18" fmla="*/ 44 w 326"/>
              <a:gd name="T19" fmla="*/ 102 h 151"/>
              <a:gd name="T20" fmla="*/ 0 w 326"/>
              <a:gd name="T21" fmla="*/ 143 h 151"/>
              <a:gd name="T22" fmla="*/ 10 w 326"/>
              <a:gd name="T23" fmla="*/ 151 h 151"/>
              <a:gd name="T24" fmla="*/ 51 w 326"/>
              <a:gd name="T25" fmla="*/ 112 h 151"/>
              <a:gd name="T26" fmla="*/ 101 w 326"/>
              <a:gd name="T27" fmla="*/ 83 h 151"/>
              <a:gd name="T28" fmla="*/ 211 w 326"/>
              <a:gd name="T29" fmla="*/ 53 h 151"/>
              <a:gd name="T30" fmla="*/ 301 w 326"/>
              <a:gd name="T31" fmla="*/ 52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26" h="151">
                <a:moveTo>
                  <a:pt x="301" y="52"/>
                </a:moveTo>
                <a:cubicBezTo>
                  <a:pt x="285" y="66"/>
                  <a:pt x="270" y="81"/>
                  <a:pt x="256" y="97"/>
                </a:cubicBezTo>
                <a:cubicBezTo>
                  <a:pt x="272" y="97"/>
                  <a:pt x="272" y="97"/>
                  <a:pt x="272" y="97"/>
                </a:cubicBezTo>
                <a:cubicBezTo>
                  <a:pt x="288" y="80"/>
                  <a:pt x="306" y="63"/>
                  <a:pt x="326" y="48"/>
                </a:cubicBezTo>
                <a:cubicBezTo>
                  <a:pt x="313" y="32"/>
                  <a:pt x="299" y="15"/>
                  <a:pt x="283" y="0"/>
                </a:cubicBezTo>
                <a:cubicBezTo>
                  <a:pt x="264" y="0"/>
                  <a:pt x="264" y="0"/>
                  <a:pt x="264" y="0"/>
                </a:cubicBezTo>
                <a:cubicBezTo>
                  <a:pt x="278" y="12"/>
                  <a:pt x="290" y="26"/>
                  <a:pt x="302" y="39"/>
                </a:cubicBezTo>
                <a:cubicBezTo>
                  <a:pt x="271" y="37"/>
                  <a:pt x="240" y="37"/>
                  <a:pt x="210" y="41"/>
                </a:cubicBezTo>
                <a:cubicBezTo>
                  <a:pt x="170" y="45"/>
                  <a:pt x="132" y="56"/>
                  <a:pt x="95" y="72"/>
                </a:cubicBezTo>
                <a:cubicBezTo>
                  <a:pt x="77" y="80"/>
                  <a:pt x="60" y="90"/>
                  <a:pt x="44" y="102"/>
                </a:cubicBezTo>
                <a:cubicBezTo>
                  <a:pt x="28" y="114"/>
                  <a:pt x="13" y="127"/>
                  <a:pt x="0" y="143"/>
                </a:cubicBezTo>
                <a:cubicBezTo>
                  <a:pt x="10" y="151"/>
                  <a:pt x="10" y="151"/>
                  <a:pt x="10" y="151"/>
                </a:cubicBezTo>
                <a:cubicBezTo>
                  <a:pt x="22" y="136"/>
                  <a:pt x="36" y="123"/>
                  <a:pt x="51" y="112"/>
                </a:cubicBezTo>
                <a:cubicBezTo>
                  <a:pt x="67" y="101"/>
                  <a:pt x="83" y="92"/>
                  <a:pt x="101" y="83"/>
                </a:cubicBezTo>
                <a:cubicBezTo>
                  <a:pt x="135" y="68"/>
                  <a:pt x="173" y="57"/>
                  <a:pt x="211" y="53"/>
                </a:cubicBezTo>
                <a:cubicBezTo>
                  <a:pt x="241" y="50"/>
                  <a:pt x="271" y="49"/>
                  <a:pt x="301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2" name="Freeform 10"/>
          <p:cNvSpPr/>
          <p:nvPr/>
        </p:nvSpPr>
        <p:spPr bwMode="auto">
          <a:xfrm rot="2584585">
            <a:off x="9982200" y="3254771"/>
            <a:ext cx="922933" cy="729457"/>
          </a:xfrm>
          <a:custGeom>
            <a:avLst/>
            <a:gdLst>
              <a:gd name="T0" fmla="*/ 135 w 149"/>
              <a:gd name="T1" fmla="*/ 52 h 116"/>
              <a:gd name="T2" fmla="*/ 135 w 149"/>
              <a:gd name="T3" fmla="*/ 56 h 116"/>
              <a:gd name="T4" fmla="*/ 132 w 149"/>
              <a:gd name="T5" fmla="*/ 74 h 116"/>
              <a:gd name="T6" fmla="*/ 128 w 149"/>
              <a:gd name="T7" fmla="*/ 91 h 116"/>
              <a:gd name="T8" fmla="*/ 65 w 149"/>
              <a:gd name="T9" fmla="*/ 22 h 116"/>
              <a:gd name="T10" fmla="*/ 34 w 149"/>
              <a:gd name="T11" fmla="*/ 8 h 116"/>
              <a:gd name="T12" fmla="*/ 1 w 149"/>
              <a:gd name="T13" fmla="*/ 0 h 116"/>
              <a:gd name="T14" fmla="*/ 0 w 149"/>
              <a:gd name="T15" fmla="*/ 13 h 116"/>
              <a:gd name="T16" fmla="*/ 30 w 149"/>
              <a:gd name="T17" fmla="*/ 20 h 116"/>
              <a:gd name="T18" fmla="*/ 58 w 149"/>
              <a:gd name="T19" fmla="*/ 33 h 116"/>
              <a:gd name="T20" fmla="*/ 117 w 149"/>
              <a:gd name="T21" fmla="*/ 97 h 116"/>
              <a:gd name="T22" fmla="*/ 113 w 149"/>
              <a:gd name="T23" fmla="*/ 96 h 116"/>
              <a:gd name="T24" fmla="*/ 101 w 149"/>
              <a:gd name="T25" fmla="*/ 93 h 116"/>
              <a:gd name="T26" fmla="*/ 86 w 149"/>
              <a:gd name="T27" fmla="*/ 91 h 116"/>
              <a:gd name="T28" fmla="*/ 79 w 149"/>
              <a:gd name="T29" fmla="*/ 91 h 116"/>
              <a:gd name="T30" fmla="*/ 79 w 149"/>
              <a:gd name="T31" fmla="*/ 102 h 116"/>
              <a:gd name="T32" fmla="*/ 85 w 149"/>
              <a:gd name="T33" fmla="*/ 102 h 116"/>
              <a:gd name="T34" fmla="*/ 95 w 149"/>
              <a:gd name="T35" fmla="*/ 104 h 116"/>
              <a:gd name="T36" fmla="*/ 114 w 149"/>
              <a:gd name="T37" fmla="*/ 109 h 116"/>
              <a:gd name="T38" fmla="*/ 127 w 149"/>
              <a:gd name="T39" fmla="*/ 114 h 116"/>
              <a:gd name="T40" fmla="*/ 132 w 149"/>
              <a:gd name="T41" fmla="*/ 116 h 116"/>
              <a:gd name="T42" fmla="*/ 135 w 149"/>
              <a:gd name="T43" fmla="*/ 111 h 116"/>
              <a:gd name="T44" fmla="*/ 140 w 149"/>
              <a:gd name="T45" fmla="*/ 97 h 116"/>
              <a:gd name="T46" fmla="*/ 145 w 149"/>
              <a:gd name="T47" fmla="*/ 76 h 116"/>
              <a:gd name="T48" fmla="*/ 148 w 149"/>
              <a:gd name="T49" fmla="*/ 64 h 116"/>
              <a:gd name="T50" fmla="*/ 149 w 149"/>
              <a:gd name="T51" fmla="*/ 52 h 116"/>
              <a:gd name="T52" fmla="*/ 135 w 149"/>
              <a:gd name="T53" fmla="*/ 5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49" h="116">
                <a:moveTo>
                  <a:pt x="135" y="52"/>
                </a:moveTo>
                <a:cubicBezTo>
                  <a:pt x="135" y="53"/>
                  <a:pt x="135" y="55"/>
                  <a:pt x="135" y="56"/>
                </a:cubicBezTo>
                <a:cubicBezTo>
                  <a:pt x="134" y="63"/>
                  <a:pt x="133" y="69"/>
                  <a:pt x="132" y="74"/>
                </a:cubicBezTo>
                <a:cubicBezTo>
                  <a:pt x="130" y="85"/>
                  <a:pt x="128" y="91"/>
                  <a:pt x="128" y="91"/>
                </a:cubicBezTo>
                <a:cubicBezTo>
                  <a:pt x="114" y="63"/>
                  <a:pt x="92" y="39"/>
                  <a:pt x="65" y="22"/>
                </a:cubicBezTo>
                <a:cubicBezTo>
                  <a:pt x="55" y="16"/>
                  <a:pt x="45" y="11"/>
                  <a:pt x="34" y="8"/>
                </a:cubicBezTo>
                <a:cubicBezTo>
                  <a:pt x="24" y="4"/>
                  <a:pt x="12" y="1"/>
                  <a:pt x="1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10" y="14"/>
                  <a:pt x="20" y="16"/>
                  <a:pt x="30" y="20"/>
                </a:cubicBezTo>
                <a:cubicBezTo>
                  <a:pt x="40" y="23"/>
                  <a:pt x="49" y="28"/>
                  <a:pt x="58" y="33"/>
                </a:cubicBezTo>
                <a:cubicBezTo>
                  <a:pt x="83" y="48"/>
                  <a:pt x="103" y="71"/>
                  <a:pt x="117" y="97"/>
                </a:cubicBezTo>
                <a:cubicBezTo>
                  <a:pt x="117" y="97"/>
                  <a:pt x="115" y="96"/>
                  <a:pt x="113" y="96"/>
                </a:cubicBezTo>
                <a:cubicBezTo>
                  <a:pt x="110" y="95"/>
                  <a:pt x="106" y="94"/>
                  <a:pt x="101" y="93"/>
                </a:cubicBezTo>
                <a:cubicBezTo>
                  <a:pt x="97" y="92"/>
                  <a:pt x="91" y="92"/>
                  <a:pt x="86" y="91"/>
                </a:cubicBezTo>
                <a:cubicBezTo>
                  <a:pt x="83" y="91"/>
                  <a:pt x="81" y="91"/>
                  <a:pt x="79" y="91"/>
                </a:cubicBezTo>
                <a:cubicBezTo>
                  <a:pt x="79" y="102"/>
                  <a:pt x="79" y="102"/>
                  <a:pt x="79" y="102"/>
                </a:cubicBezTo>
                <a:cubicBezTo>
                  <a:pt x="81" y="102"/>
                  <a:pt x="83" y="102"/>
                  <a:pt x="85" y="102"/>
                </a:cubicBezTo>
                <a:cubicBezTo>
                  <a:pt x="89" y="103"/>
                  <a:pt x="92" y="103"/>
                  <a:pt x="95" y="104"/>
                </a:cubicBezTo>
                <a:cubicBezTo>
                  <a:pt x="102" y="105"/>
                  <a:pt x="108" y="107"/>
                  <a:pt x="114" y="109"/>
                </a:cubicBezTo>
                <a:cubicBezTo>
                  <a:pt x="120" y="111"/>
                  <a:pt x="124" y="113"/>
                  <a:pt x="127" y="114"/>
                </a:cubicBezTo>
                <a:cubicBezTo>
                  <a:pt x="131" y="115"/>
                  <a:pt x="132" y="116"/>
                  <a:pt x="132" y="116"/>
                </a:cubicBezTo>
                <a:cubicBezTo>
                  <a:pt x="132" y="116"/>
                  <a:pt x="133" y="114"/>
                  <a:pt x="135" y="111"/>
                </a:cubicBezTo>
                <a:cubicBezTo>
                  <a:pt x="136" y="108"/>
                  <a:pt x="138" y="103"/>
                  <a:pt x="140" y="97"/>
                </a:cubicBezTo>
                <a:cubicBezTo>
                  <a:pt x="142" y="91"/>
                  <a:pt x="144" y="84"/>
                  <a:pt x="145" y="76"/>
                </a:cubicBezTo>
                <a:cubicBezTo>
                  <a:pt x="146" y="72"/>
                  <a:pt x="147" y="68"/>
                  <a:pt x="148" y="64"/>
                </a:cubicBezTo>
                <a:cubicBezTo>
                  <a:pt x="148" y="60"/>
                  <a:pt x="149" y="56"/>
                  <a:pt x="149" y="52"/>
                </a:cubicBezTo>
                <a:lnTo>
                  <a:pt x="135" y="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3" name="Freeform 9"/>
          <p:cNvSpPr/>
          <p:nvPr/>
        </p:nvSpPr>
        <p:spPr bwMode="auto">
          <a:xfrm rot="11903981">
            <a:off x="5013239" y="5715800"/>
            <a:ext cx="2165521" cy="1016927"/>
          </a:xfrm>
          <a:custGeom>
            <a:avLst/>
            <a:gdLst>
              <a:gd name="T0" fmla="*/ 301 w 326"/>
              <a:gd name="T1" fmla="*/ 52 h 151"/>
              <a:gd name="T2" fmla="*/ 256 w 326"/>
              <a:gd name="T3" fmla="*/ 97 h 151"/>
              <a:gd name="T4" fmla="*/ 272 w 326"/>
              <a:gd name="T5" fmla="*/ 97 h 151"/>
              <a:gd name="T6" fmla="*/ 326 w 326"/>
              <a:gd name="T7" fmla="*/ 48 h 151"/>
              <a:gd name="T8" fmla="*/ 283 w 326"/>
              <a:gd name="T9" fmla="*/ 0 h 151"/>
              <a:gd name="T10" fmla="*/ 264 w 326"/>
              <a:gd name="T11" fmla="*/ 0 h 151"/>
              <a:gd name="T12" fmla="*/ 302 w 326"/>
              <a:gd name="T13" fmla="*/ 39 h 151"/>
              <a:gd name="T14" fmla="*/ 210 w 326"/>
              <a:gd name="T15" fmla="*/ 41 h 151"/>
              <a:gd name="T16" fmla="*/ 95 w 326"/>
              <a:gd name="T17" fmla="*/ 72 h 151"/>
              <a:gd name="T18" fmla="*/ 44 w 326"/>
              <a:gd name="T19" fmla="*/ 102 h 151"/>
              <a:gd name="T20" fmla="*/ 0 w 326"/>
              <a:gd name="T21" fmla="*/ 143 h 151"/>
              <a:gd name="T22" fmla="*/ 10 w 326"/>
              <a:gd name="T23" fmla="*/ 151 h 151"/>
              <a:gd name="T24" fmla="*/ 51 w 326"/>
              <a:gd name="T25" fmla="*/ 112 h 151"/>
              <a:gd name="T26" fmla="*/ 101 w 326"/>
              <a:gd name="T27" fmla="*/ 83 h 151"/>
              <a:gd name="T28" fmla="*/ 211 w 326"/>
              <a:gd name="T29" fmla="*/ 53 h 151"/>
              <a:gd name="T30" fmla="*/ 301 w 326"/>
              <a:gd name="T31" fmla="*/ 52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26" h="151">
                <a:moveTo>
                  <a:pt x="301" y="52"/>
                </a:moveTo>
                <a:cubicBezTo>
                  <a:pt x="285" y="66"/>
                  <a:pt x="270" y="81"/>
                  <a:pt x="256" y="97"/>
                </a:cubicBezTo>
                <a:cubicBezTo>
                  <a:pt x="272" y="97"/>
                  <a:pt x="272" y="97"/>
                  <a:pt x="272" y="97"/>
                </a:cubicBezTo>
                <a:cubicBezTo>
                  <a:pt x="288" y="80"/>
                  <a:pt x="306" y="63"/>
                  <a:pt x="326" y="48"/>
                </a:cubicBezTo>
                <a:cubicBezTo>
                  <a:pt x="313" y="32"/>
                  <a:pt x="299" y="15"/>
                  <a:pt x="283" y="0"/>
                </a:cubicBezTo>
                <a:cubicBezTo>
                  <a:pt x="264" y="0"/>
                  <a:pt x="264" y="0"/>
                  <a:pt x="264" y="0"/>
                </a:cubicBezTo>
                <a:cubicBezTo>
                  <a:pt x="278" y="12"/>
                  <a:pt x="290" y="26"/>
                  <a:pt x="302" y="39"/>
                </a:cubicBezTo>
                <a:cubicBezTo>
                  <a:pt x="271" y="37"/>
                  <a:pt x="240" y="37"/>
                  <a:pt x="210" y="41"/>
                </a:cubicBezTo>
                <a:cubicBezTo>
                  <a:pt x="170" y="45"/>
                  <a:pt x="132" y="56"/>
                  <a:pt x="95" y="72"/>
                </a:cubicBezTo>
                <a:cubicBezTo>
                  <a:pt x="77" y="80"/>
                  <a:pt x="60" y="90"/>
                  <a:pt x="44" y="102"/>
                </a:cubicBezTo>
                <a:cubicBezTo>
                  <a:pt x="28" y="114"/>
                  <a:pt x="13" y="127"/>
                  <a:pt x="0" y="143"/>
                </a:cubicBezTo>
                <a:cubicBezTo>
                  <a:pt x="10" y="151"/>
                  <a:pt x="10" y="151"/>
                  <a:pt x="10" y="151"/>
                </a:cubicBezTo>
                <a:cubicBezTo>
                  <a:pt x="22" y="136"/>
                  <a:pt x="36" y="123"/>
                  <a:pt x="51" y="112"/>
                </a:cubicBezTo>
                <a:cubicBezTo>
                  <a:pt x="67" y="101"/>
                  <a:pt x="83" y="92"/>
                  <a:pt x="101" y="83"/>
                </a:cubicBezTo>
                <a:cubicBezTo>
                  <a:pt x="135" y="68"/>
                  <a:pt x="173" y="57"/>
                  <a:pt x="211" y="53"/>
                </a:cubicBezTo>
                <a:cubicBezTo>
                  <a:pt x="241" y="50"/>
                  <a:pt x="271" y="49"/>
                  <a:pt x="301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4" name="Freeform 10"/>
          <p:cNvSpPr/>
          <p:nvPr/>
        </p:nvSpPr>
        <p:spPr bwMode="auto">
          <a:xfrm rot="13243152">
            <a:off x="1588080" y="3515085"/>
            <a:ext cx="632730" cy="500090"/>
          </a:xfrm>
          <a:custGeom>
            <a:avLst/>
            <a:gdLst>
              <a:gd name="T0" fmla="*/ 135 w 149"/>
              <a:gd name="T1" fmla="*/ 52 h 116"/>
              <a:gd name="T2" fmla="*/ 135 w 149"/>
              <a:gd name="T3" fmla="*/ 56 h 116"/>
              <a:gd name="T4" fmla="*/ 132 w 149"/>
              <a:gd name="T5" fmla="*/ 74 h 116"/>
              <a:gd name="T6" fmla="*/ 128 w 149"/>
              <a:gd name="T7" fmla="*/ 91 h 116"/>
              <a:gd name="T8" fmla="*/ 65 w 149"/>
              <a:gd name="T9" fmla="*/ 22 h 116"/>
              <a:gd name="T10" fmla="*/ 34 w 149"/>
              <a:gd name="T11" fmla="*/ 8 h 116"/>
              <a:gd name="T12" fmla="*/ 1 w 149"/>
              <a:gd name="T13" fmla="*/ 0 h 116"/>
              <a:gd name="T14" fmla="*/ 0 w 149"/>
              <a:gd name="T15" fmla="*/ 13 h 116"/>
              <a:gd name="T16" fmla="*/ 30 w 149"/>
              <a:gd name="T17" fmla="*/ 20 h 116"/>
              <a:gd name="T18" fmla="*/ 58 w 149"/>
              <a:gd name="T19" fmla="*/ 33 h 116"/>
              <a:gd name="T20" fmla="*/ 117 w 149"/>
              <a:gd name="T21" fmla="*/ 97 h 116"/>
              <a:gd name="T22" fmla="*/ 113 w 149"/>
              <a:gd name="T23" fmla="*/ 96 h 116"/>
              <a:gd name="T24" fmla="*/ 101 w 149"/>
              <a:gd name="T25" fmla="*/ 93 h 116"/>
              <a:gd name="T26" fmla="*/ 86 w 149"/>
              <a:gd name="T27" fmla="*/ 91 h 116"/>
              <a:gd name="T28" fmla="*/ 79 w 149"/>
              <a:gd name="T29" fmla="*/ 91 h 116"/>
              <a:gd name="T30" fmla="*/ 79 w 149"/>
              <a:gd name="T31" fmla="*/ 102 h 116"/>
              <a:gd name="T32" fmla="*/ 85 w 149"/>
              <a:gd name="T33" fmla="*/ 102 h 116"/>
              <a:gd name="T34" fmla="*/ 95 w 149"/>
              <a:gd name="T35" fmla="*/ 104 h 116"/>
              <a:gd name="T36" fmla="*/ 114 w 149"/>
              <a:gd name="T37" fmla="*/ 109 h 116"/>
              <a:gd name="T38" fmla="*/ 127 w 149"/>
              <a:gd name="T39" fmla="*/ 114 h 116"/>
              <a:gd name="T40" fmla="*/ 132 w 149"/>
              <a:gd name="T41" fmla="*/ 116 h 116"/>
              <a:gd name="T42" fmla="*/ 135 w 149"/>
              <a:gd name="T43" fmla="*/ 111 h 116"/>
              <a:gd name="T44" fmla="*/ 140 w 149"/>
              <a:gd name="T45" fmla="*/ 97 h 116"/>
              <a:gd name="T46" fmla="*/ 145 w 149"/>
              <a:gd name="T47" fmla="*/ 76 h 116"/>
              <a:gd name="T48" fmla="*/ 148 w 149"/>
              <a:gd name="T49" fmla="*/ 64 h 116"/>
              <a:gd name="T50" fmla="*/ 149 w 149"/>
              <a:gd name="T51" fmla="*/ 52 h 116"/>
              <a:gd name="T52" fmla="*/ 135 w 149"/>
              <a:gd name="T53" fmla="*/ 5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49" h="116">
                <a:moveTo>
                  <a:pt x="135" y="52"/>
                </a:moveTo>
                <a:cubicBezTo>
                  <a:pt x="135" y="53"/>
                  <a:pt x="135" y="55"/>
                  <a:pt x="135" y="56"/>
                </a:cubicBezTo>
                <a:cubicBezTo>
                  <a:pt x="134" y="63"/>
                  <a:pt x="133" y="69"/>
                  <a:pt x="132" y="74"/>
                </a:cubicBezTo>
                <a:cubicBezTo>
                  <a:pt x="130" y="85"/>
                  <a:pt x="128" y="91"/>
                  <a:pt x="128" y="91"/>
                </a:cubicBezTo>
                <a:cubicBezTo>
                  <a:pt x="114" y="63"/>
                  <a:pt x="92" y="39"/>
                  <a:pt x="65" y="22"/>
                </a:cubicBezTo>
                <a:cubicBezTo>
                  <a:pt x="55" y="16"/>
                  <a:pt x="45" y="11"/>
                  <a:pt x="34" y="8"/>
                </a:cubicBezTo>
                <a:cubicBezTo>
                  <a:pt x="24" y="4"/>
                  <a:pt x="12" y="1"/>
                  <a:pt x="1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10" y="14"/>
                  <a:pt x="20" y="16"/>
                  <a:pt x="30" y="20"/>
                </a:cubicBezTo>
                <a:cubicBezTo>
                  <a:pt x="40" y="23"/>
                  <a:pt x="49" y="28"/>
                  <a:pt x="58" y="33"/>
                </a:cubicBezTo>
                <a:cubicBezTo>
                  <a:pt x="83" y="48"/>
                  <a:pt x="103" y="71"/>
                  <a:pt x="117" y="97"/>
                </a:cubicBezTo>
                <a:cubicBezTo>
                  <a:pt x="117" y="97"/>
                  <a:pt x="115" y="96"/>
                  <a:pt x="113" y="96"/>
                </a:cubicBezTo>
                <a:cubicBezTo>
                  <a:pt x="110" y="95"/>
                  <a:pt x="106" y="94"/>
                  <a:pt x="101" y="93"/>
                </a:cubicBezTo>
                <a:cubicBezTo>
                  <a:pt x="97" y="92"/>
                  <a:pt x="91" y="92"/>
                  <a:pt x="86" y="91"/>
                </a:cubicBezTo>
                <a:cubicBezTo>
                  <a:pt x="83" y="91"/>
                  <a:pt x="81" y="91"/>
                  <a:pt x="79" y="91"/>
                </a:cubicBezTo>
                <a:cubicBezTo>
                  <a:pt x="79" y="102"/>
                  <a:pt x="79" y="102"/>
                  <a:pt x="79" y="102"/>
                </a:cubicBezTo>
                <a:cubicBezTo>
                  <a:pt x="81" y="102"/>
                  <a:pt x="83" y="102"/>
                  <a:pt x="85" y="102"/>
                </a:cubicBezTo>
                <a:cubicBezTo>
                  <a:pt x="89" y="103"/>
                  <a:pt x="92" y="103"/>
                  <a:pt x="95" y="104"/>
                </a:cubicBezTo>
                <a:cubicBezTo>
                  <a:pt x="102" y="105"/>
                  <a:pt x="108" y="107"/>
                  <a:pt x="114" y="109"/>
                </a:cubicBezTo>
                <a:cubicBezTo>
                  <a:pt x="120" y="111"/>
                  <a:pt x="124" y="113"/>
                  <a:pt x="127" y="114"/>
                </a:cubicBezTo>
                <a:cubicBezTo>
                  <a:pt x="131" y="115"/>
                  <a:pt x="132" y="116"/>
                  <a:pt x="132" y="116"/>
                </a:cubicBezTo>
                <a:cubicBezTo>
                  <a:pt x="132" y="116"/>
                  <a:pt x="133" y="114"/>
                  <a:pt x="135" y="111"/>
                </a:cubicBezTo>
                <a:cubicBezTo>
                  <a:pt x="136" y="108"/>
                  <a:pt x="138" y="103"/>
                  <a:pt x="140" y="97"/>
                </a:cubicBezTo>
                <a:cubicBezTo>
                  <a:pt x="142" y="91"/>
                  <a:pt x="144" y="84"/>
                  <a:pt x="145" y="76"/>
                </a:cubicBezTo>
                <a:cubicBezTo>
                  <a:pt x="146" y="72"/>
                  <a:pt x="147" y="68"/>
                  <a:pt x="148" y="64"/>
                </a:cubicBezTo>
                <a:cubicBezTo>
                  <a:pt x="148" y="60"/>
                  <a:pt x="149" y="56"/>
                  <a:pt x="149" y="52"/>
                </a:cubicBezTo>
                <a:lnTo>
                  <a:pt x="135" y="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7" name="Title 66"/>
          <p:cNvSpPr>
            <a:spLocks noGrp="1"/>
          </p:cNvSpPr>
          <p:nvPr>
            <p:ph type="title" idx="4294967295"/>
          </p:nvPr>
        </p:nvSpPr>
        <p:spPr>
          <a:xfrm>
            <a:off x="350461" y="495474"/>
            <a:ext cx="10515600" cy="911682"/>
          </a:xfrm>
        </p:spPr>
        <p:txBody>
          <a:bodyPr/>
          <a:lstStyle/>
          <a:p>
            <a:r>
              <a:rPr lang="id-ID" dirty="0"/>
              <a:t>Cloud Diagram</a:t>
            </a:r>
            <a:endParaRPr lang="id-ID" dirty="0"/>
          </a:p>
        </p:txBody>
      </p:sp>
      <p:sp>
        <p:nvSpPr>
          <p:cNvPr id="68" name="Text Placeholder 67"/>
          <p:cNvSpPr>
            <a:spLocks noGrp="1"/>
          </p:cNvSpPr>
          <p:nvPr>
            <p:ph type="body" sz="quarter" idx="4294967295"/>
          </p:nvPr>
        </p:nvSpPr>
        <p:spPr>
          <a:xfrm>
            <a:off x="350461" y="1213660"/>
            <a:ext cx="10515600" cy="366712"/>
          </a:xfrm>
        </p:spPr>
        <p:txBody>
          <a:bodyPr>
            <a:normAutofit fontScale="85000" lnSpcReduction="20000"/>
          </a:bodyPr>
          <a:lstStyle/>
          <a:p>
            <a:r>
              <a:rPr lang="id-ID" dirty="0"/>
              <a:t>Cycle Process</a:t>
            </a:r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/>
      <p:bldP spid="39" grpId="0"/>
      <p:bldP spid="40" grpId="0" animBg="1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 animBg="1"/>
      <p:bldP spid="56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Timeline Process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6 Step Process</a:t>
            </a:r>
            <a:endParaRPr lang="id-ID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2193975" y="5752996"/>
            <a:ext cx="1476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758000" y="5752996"/>
            <a:ext cx="1476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336681" y="5752996"/>
            <a:ext cx="1476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900706" y="5752996"/>
            <a:ext cx="1476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10800000">
            <a:off x="10064486" y="5752996"/>
            <a:ext cx="118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>
            <a:off x="8479161" y="5752996"/>
            <a:ext cx="1476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0800000">
            <a:off x="915230" y="5752996"/>
            <a:ext cx="1188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67582" y="4395097"/>
            <a:ext cx="984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Start Here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41054" y="4620369"/>
            <a:ext cx="18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49584" y="5831213"/>
            <a:ext cx="510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2014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66934" y="5831213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2013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12957" y="5821688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2012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49357" y="5831213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2011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59476" y="5831213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2010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86392" y="5831213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2009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2159864" y="5257800"/>
            <a:ext cx="0" cy="360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159864" y="4014097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92712" y="3109222"/>
            <a:ext cx="12747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New Contract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11253" y="3334494"/>
            <a:ext cx="18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3730063" y="3971925"/>
            <a:ext cx="0" cy="165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3720124" y="2718697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43709" y="4393876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New Award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385308" y="4619148"/>
            <a:ext cx="18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5304118" y="5236701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304118" y="4052632"/>
            <a:ext cx="0" cy="324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387330" y="3286903"/>
            <a:ext cx="954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New CEO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945568" y="3512175"/>
            <a:ext cx="18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49" name="Straight Connector 48"/>
          <p:cNvCxnSpPr/>
          <p:nvPr/>
        </p:nvCxnSpPr>
        <p:spPr>
          <a:xfrm flipV="1">
            <a:off x="6864378" y="4149606"/>
            <a:ext cx="0" cy="147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6864378" y="2896378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781958" y="4370722"/>
            <a:ext cx="1281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More Portfolio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503928" y="4595994"/>
            <a:ext cx="18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8422738" y="5233425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8422738" y="3989722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452089" y="3094786"/>
            <a:ext cx="1101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Turn Global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084066" y="3320058"/>
            <a:ext cx="1837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 flipV="1">
            <a:off x="10002876" y="3957489"/>
            <a:ext cx="0" cy="165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10002876" y="2704261"/>
            <a:ext cx="0" cy="396000"/>
          </a:xfrm>
          <a:prstGeom prst="line">
            <a:avLst/>
          </a:prstGeom>
          <a:ln w="19050" cap="rnd">
            <a:solidFill>
              <a:schemeClr val="tx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reeform 30"/>
          <p:cNvSpPr/>
          <p:nvPr/>
        </p:nvSpPr>
        <p:spPr bwMode="auto">
          <a:xfrm>
            <a:off x="2000853" y="5609034"/>
            <a:ext cx="340571" cy="192675"/>
          </a:xfrm>
          <a:custGeom>
            <a:avLst/>
            <a:gdLst>
              <a:gd name="T0" fmla="*/ 954 w 1034"/>
              <a:gd name="T1" fmla="*/ 252 h 583"/>
              <a:gd name="T2" fmla="*/ 954 w 1034"/>
              <a:gd name="T3" fmla="*/ 249 h 583"/>
              <a:gd name="T4" fmla="*/ 815 w 1034"/>
              <a:gd name="T5" fmla="*/ 110 h 583"/>
              <a:gd name="T6" fmla="*/ 767 w 1034"/>
              <a:gd name="T7" fmla="*/ 119 h 583"/>
              <a:gd name="T8" fmla="*/ 578 w 1034"/>
              <a:gd name="T9" fmla="*/ 0 h 583"/>
              <a:gd name="T10" fmla="*/ 377 w 1034"/>
              <a:gd name="T11" fmla="*/ 152 h 583"/>
              <a:gd name="T12" fmla="*/ 301 w 1034"/>
              <a:gd name="T13" fmla="*/ 131 h 583"/>
              <a:gd name="T14" fmla="*/ 150 w 1034"/>
              <a:gd name="T15" fmla="*/ 282 h 583"/>
              <a:gd name="T16" fmla="*/ 0 w 1034"/>
              <a:gd name="T17" fmla="*/ 432 h 583"/>
              <a:gd name="T18" fmla="*/ 150 w 1034"/>
              <a:gd name="T19" fmla="*/ 583 h 583"/>
              <a:gd name="T20" fmla="*/ 853 w 1034"/>
              <a:gd name="T21" fmla="*/ 583 h 583"/>
              <a:gd name="T22" fmla="*/ 1034 w 1034"/>
              <a:gd name="T23" fmla="*/ 402 h 583"/>
              <a:gd name="T24" fmla="*/ 954 w 1034"/>
              <a:gd name="T25" fmla="*/ 25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4" h="583">
                <a:moveTo>
                  <a:pt x="954" y="252"/>
                </a:moveTo>
                <a:cubicBezTo>
                  <a:pt x="954" y="251"/>
                  <a:pt x="954" y="250"/>
                  <a:pt x="954" y="249"/>
                </a:cubicBezTo>
                <a:cubicBezTo>
                  <a:pt x="954" y="172"/>
                  <a:pt x="892" y="110"/>
                  <a:pt x="815" y="110"/>
                </a:cubicBezTo>
                <a:cubicBezTo>
                  <a:pt x="798" y="110"/>
                  <a:pt x="782" y="113"/>
                  <a:pt x="767" y="119"/>
                </a:cubicBezTo>
                <a:cubicBezTo>
                  <a:pt x="733" y="49"/>
                  <a:pt x="661" y="0"/>
                  <a:pt x="578" y="0"/>
                </a:cubicBezTo>
                <a:cubicBezTo>
                  <a:pt x="482" y="0"/>
                  <a:pt x="402" y="64"/>
                  <a:pt x="377" y="152"/>
                </a:cubicBezTo>
                <a:cubicBezTo>
                  <a:pt x="354" y="139"/>
                  <a:pt x="328" y="131"/>
                  <a:pt x="301" y="131"/>
                </a:cubicBezTo>
                <a:cubicBezTo>
                  <a:pt x="218" y="131"/>
                  <a:pt x="150" y="199"/>
                  <a:pt x="150" y="282"/>
                </a:cubicBezTo>
                <a:cubicBezTo>
                  <a:pt x="67" y="282"/>
                  <a:pt x="0" y="349"/>
                  <a:pt x="0" y="432"/>
                </a:cubicBezTo>
                <a:cubicBezTo>
                  <a:pt x="0" y="515"/>
                  <a:pt x="67" y="583"/>
                  <a:pt x="150" y="583"/>
                </a:cubicBezTo>
                <a:cubicBezTo>
                  <a:pt x="853" y="583"/>
                  <a:pt x="853" y="583"/>
                  <a:pt x="853" y="583"/>
                </a:cubicBezTo>
                <a:cubicBezTo>
                  <a:pt x="953" y="583"/>
                  <a:pt x="1034" y="502"/>
                  <a:pt x="1034" y="402"/>
                </a:cubicBezTo>
                <a:cubicBezTo>
                  <a:pt x="1034" y="339"/>
                  <a:pt x="1002" y="284"/>
                  <a:pt x="954" y="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3" name="Freeform 30"/>
          <p:cNvSpPr/>
          <p:nvPr/>
        </p:nvSpPr>
        <p:spPr bwMode="auto">
          <a:xfrm>
            <a:off x="3564950" y="5609034"/>
            <a:ext cx="340571" cy="192675"/>
          </a:xfrm>
          <a:custGeom>
            <a:avLst/>
            <a:gdLst>
              <a:gd name="T0" fmla="*/ 954 w 1034"/>
              <a:gd name="T1" fmla="*/ 252 h 583"/>
              <a:gd name="T2" fmla="*/ 954 w 1034"/>
              <a:gd name="T3" fmla="*/ 249 h 583"/>
              <a:gd name="T4" fmla="*/ 815 w 1034"/>
              <a:gd name="T5" fmla="*/ 110 h 583"/>
              <a:gd name="T6" fmla="*/ 767 w 1034"/>
              <a:gd name="T7" fmla="*/ 119 h 583"/>
              <a:gd name="T8" fmla="*/ 578 w 1034"/>
              <a:gd name="T9" fmla="*/ 0 h 583"/>
              <a:gd name="T10" fmla="*/ 377 w 1034"/>
              <a:gd name="T11" fmla="*/ 152 h 583"/>
              <a:gd name="T12" fmla="*/ 301 w 1034"/>
              <a:gd name="T13" fmla="*/ 131 h 583"/>
              <a:gd name="T14" fmla="*/ 150 w 1034"/>
              <a:gd name="T15" fmla="*/ 282 h 583"/>
              <a:gd name="T16" fmla="*/ 0 w 1034"/>
              <a:gd name="T17" fmla="*/ 432 h 583"/>
              <a:gd name="T18" fmla="*/ 150 w 1034"/>
              <a:gd name="T19" fmla="*/ 583 h 583"/>
              <a:gd name="T20" fmla="*/ 853 w 1034"/>
              <a:gd name="T21" fmla="*/ 583 h 583"/>
              <a:gd name="T22" fmla="*/ 1034 w 1034"/>
              <a:gd name="T23" fmla="*/ 402 h 583"/>
              <a:gd name="T24" fmla="*/ 954 w 1034"/>
              <a:gd name="T25" fmla="*/ 25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4" h="583">
                <a:moveTo>
                  <a:pt x="954" y="252"/>
                </a:moveTo>
                <a:cubicBezTo>
                  <a:pt x="954" y="251"/>
                  <a:pt x="954" y="250"/>
                  <a:pt x="954" y="249"/>
                </a:cubicBezTo>
                <a:cubicBezTo>
                  <a:pt x="954" y="172"/>
                  <a:pt x="892" y="110"/>
                  <a:pt x="815" y="110"/>
                </a:cubicBezTo>
                <a:cubicBezTo>
                  <a:pt x="798" y="110"/>
                  <a:pt x="782" y="113"/>
                  <a:pt x="767" y="119"/>
                </a:cubicBezTo>
                <a:cubicBezTo>
                  <a:pt x="733" y="49"/>
                  <a:pt x="661" y="0"/>
                  <a:pt x="578" y="0"/>
                </a:cubicBezTo>
                <a:cubicBezTo>
                  <a:pt x="482" y="0"/>
                  <a:pt x="402" y="64"/>
                  <a:pt x="377" y="152"/>
                </a:cubicBezTo>
                <a:cubicBezTo>
                  <a:pt x="354" y="139"/>
                  <a:pt x="328" y="131"/>
                  <a:pt x="301" y="131"/>
                </a:cubicBezTo>
                <a:cubicBezTo>
                  <a:pt x="218" y="131"/>
                  <a:pt x="150" y="199"/>
                  <a:pt x="150" y="282"/>
                </a:cubicBezTo>
                <a:cubicBezTo>
                  <a:pt x="67" y="282"/>
                  <a:pt x="0" y="349"/>
                  <a:pt x="0" y="432"/>
                </a:cubicBezTo>
                <a:cubicBezTo>
                  <a:pt x="0" y="515"/>
                  <a:pt x="67" y="583"/>
                  <a:pt x="150" y="583"/>
                </a:cubicBezTo>
                <a:cubicBezTo>
                  <a:pt x="853" y="583"/>
                  <a:pt x="853" y="583"/>
                  <a:pt x="853" y="583"/>
                </a:cubicBezTo>
                <a:cubicBezTo>
                  <a:pt x="953" y="583"/>
                  <a:pt x="1034" y="502"/>
                  <a:pt x="1034" y="402"/>
                </a:cubicBezTo>
                <a:cubicBezTo>
                  <a:pt x="1034" y="339"/>
                  <a:pt x="1002" y="284"/>
                  <a:pt x="954" y="2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4" name="Freeform 30"/>
          <p:cNvSpPr/>
          <p:nvPr/>
        </p:nvSpPr>
        <p:spPr bwMode="auto">
          <a:xfrm>
            <a:off x="5118840" y="5609034"/>
            <a:ext cx="340571" cy="192675"/>
          </a:xfrm>
          <a:custGeom>
            <a:avLst/>
            <a:gdLst>
              <a:gd name="T0" fmla="*/ 954 w 1034"/>
              <a:gd name="T1" fmla="*/ 252 h 583"/>
              <a:gd name="T2" fmla="*/ 954 w 1034"/>
              <a:gd name="T3" fmla="*/ 249 h 583"/>
              <a:gd name="T4" fmla="*/ 815 w 1034"/>
              <a:gd name="T5" fmla="*/ 110 h 583"/>
              <a:gd name="T6" fmla="*/ 767 w 1034"/>
              <a:gd name="T7" fmla="*/ 119 h 583"/>
              <a:gd name="T8" fmla="*/ 578 w 1034"/>
              <a:gd name="T9" fmla="*/ 0 h 583"/>
              <a:gd name="T10" fmla="*/ 377 w 1034"/>
              <a:gd name="T11" fmla="*/ 152 h 583"/>
              <a:gd name="T12" fmla="*/ 301 w 1034"/>
              <a:gd name="T13" fmla="*/ 131 h 583"/>
              <a:gd name="T14" fmla="*/ 150 w 1034"/>
              <a:gd name="T15" fmla="*/ 282 h 583"/>
              <a:gd name="T16" fmla="*/ 0 w 1034"/>
              <a:gd name="T17" fmla="*/ 432 h 583"/>
              <a:gd name="T18" fmla="*/ 150 w 1034"/>
              <a:gd name="T19" fmla="*/ 583 h 583"/>
              <a:gd name="T20" fmla="*/ 853 w 1034"/>
              <a:gd name="T21" fmla="*/ 583 h 583"/>
              <a:gd name="T22" fmla="*/ 1034 w 1034"/>
              <a:gd name="T23" fmla="*/ 402 h 583"/>
              <a:gd name="T24" fmla="*/ 954 w 1034"/>
              <a:gd name="T25" fmla="*/ 25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4" h="583">
                <a:moveTo>
                  <a:pt x="954" y="252"/>
                </a:moveTo>
                <a:cubicBezTo>
                  <a:pt x="954" y="251"/>
                  <a:pt x="954" y="250"/>
                  <a:pt x="954" y="249"/>
                </a:cubicBezTo>
                <a:cubicBezTo>
                  <a:pt x="954" y="172"/>
                  <a:pt x="892" y="110"/>
                  <a:pt x="815" y="110"/>
                </a:cubicBezTo>
                <a:cubicBezTo>
                  <a:pt x="798" y="110"/>
                  <a:pt x="782" y="113"/>
                  <a:pt x="767" y="119"/>
                </a:cubicBezTo>
                <a:cubicBezTo>
                  <a:pt x="733" y="49"/>
                  <a:pt x="661" y="0"/>
                  <a:pt x="578" y="0"/>
                </a:cubicBezTo>
                <a:cubicBezTo>
                  <a:pt x="482" y="0"/>
                  <a:pt x="402" y="64"/>
                  <a:pt x="377" y="152"/>
                </a:cubicBezTo>
                <a:cubicBezTo>
                  <a:pt x="354" y="139"/>
                  <a:pt x="328" y="131"/>
                  <a:pt x="301" y="131"/>
                </a:cubicBezTo>
                <a:cubicBezTo>
                  <a:pt x="218" y="131"/>
                  <a:pt x="150" y="199"/>
                  <a:pt x="150" y="282"/>
                </a:cubicBezTo>
                <a:cubicBezTo>
                  <a:pt x="67" y="282"/>
                  <a:pt x="0" y="349"/>
                  <a:pt x="0" y="432"/>
                </a:cubicBezTo>
                <a:cubicBezTo>
                  <a:pt x="0" y="515"/>
                  <a:pt x="67" y="583"/>
                  <a:pt x="150" y="583"/>
                </a:cubicBezTo>
                <a:cubicBezTo>
                  <a:pt x="853" y="583"/>
                  <a:pt x="853" y="583"/>
                  <a:pt x="853" y="583"/>
                </a:cubicBezTo>
                <a:cubicBezTo>
                  <a:pt x="953" y="583"/>
                  <a:pt x="1034" y="502"/>
                  <a:pt x="1034" y="402"/>
                </a:cubicBezTo>
                <a:cubicBezTo>
                  <a:pt x="1034" y="339"/>
                  <a:pt x="1002" y="284"/>
                  <a:pt x="954" y="25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5" name="Freeform 30"/>
          <p:cNvSpPr/>
          <p:nvPr/>
        </p:nvSpPr>
        <p:spPr bwMode="auto">
          <a:xfrm>
            <a:off x="6682937" y="5609034"/>
            <a:ext cx="340571" cy="192675"/>
          </a:xfrm>
          <a:custGeom>
            <a:avLst/>
            <a:gdLst>
              <a:gd name="T0" fmla="*/ 954 w 1034"/>
              <a:gd name="T1" fmla="*/ 252 h 583"/>
              <a:gd name="T2" fmla="*/ 954 w 1034"/>
              <a:gd name="T3" fmla="*/ 249 h 583"/>
              <a:gd name="T4" fmla="*/ 815 w 1034"/>
              <a:gd name="T5" fmla="*/ 110 h 583"/>
              <a:gd name="T6" fmla="*/ 767 w 1034"/>
              <a:gd name="T7" fmla="*/ 119 h 583"/>
              <a:gd name="T8" fmla="*/ 578 w 1034"/>
              <a:gd name="T9" fmla="*/ 0 h 583"/>
              <a:gd name="T10" fmla="*/ 377 w 1034"/>
              <a:gd name="T11" fmla="*/ 152 h 583"/>
              <a:gd name="T12" fmla="*/ 301 w 1034"/>
              <a:gd name="T13" fmla="*/ 131 h 583"/>
              <a:gd name="T14" fmla="*/ 150 w 1034"/>
              <a:gd name="T15" fmla="*/ 282 h 583"/>
              <a:gd name="T16" fmla="*/ 0 w 1034"/>
              <a:gd name="T17" fmla="*/ 432 h 583"/>
              <a:gd name="T18" fmla="*/ 150 w 1034"/>
              <a:gd name="T19" fmla="*/ 583 h 583"/>
              <a:gd name="T20" fmla="*/ 853 w 1034"/>
              <a:gd name="T21" fmla="*/ 583 h 583"/>
              <a:gd name="T22" fmla="*/ 1034 w 1034"/>
              <a:gd name="T23" fmla="*/ 402 h 583"/>
              <a:gd name="T24" fmla="*/ 954 w 1034"/>
              <a:gd name="T25" fmla="*/ 25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4" h="583">
                <a:moveTo>
                  <a:pt x="954" y="252"/>
                </a:moveTo>
                <a:cubicBezTo>
                  <a:pt x="954" y="251"/>
                  <a:pt x="954" y="250"/>
                  <a:pt x="954" y="249"/>
                </a:cubicBezTo>
                <a:cubicBezTo>
                  <a:pt x="954" y="172"/>
                  <a:pt x="892" y="110"/>
                  <a:pt x="815" y="110"/>
                </a:cubicBezTo>
                <a:cubicBezTo>
                  <a:pt x="798" y="110"/>
                  <a:pt x="782" y="113"/>
                  <a:pt x="767" y="119"/>
                </a:cubicBezTo>
                <a:cubicBezTo>
                  <a:pt x="733" y="49"/>
                  <a:pt x="661" y="0"/>
                  <a:pt x="578" y="0"/>
                </a:cubicBezTo>
                <a:cubicBezTo>
                  <a:pt x="482" y="0"/>
                  <a:pt x="402" y="64"/>
                  <a:pt x="377" y="152"/>
                </a:cubicBezTo>
                <a:cubicBezTo>
                  <a:pt x="354" y="139"/>
                  <a:pt x="328" y="131"/>
                  <a:pt x="301" y="131"/>
                </a:cubicBezTo>
                <a:cubicBezTo>
                  <a:pt x="218" y="131"/>
                  <a:pt x="150" y="199"/>
                  <a:pt x="150" y="282"/>
                </a:cubicBezTo>
                <a:cubicBezTo>
                  <a:pt x="67" y="282"/>
                  <a:pt x="0" y="349"/>
                  <a:pt x="0" y="432"/>
                </a:cubicBezTo>
                <a:cubicBezTo>
                  <a:pt x="0" y="515"/>
                  <a:pt x="67" y="583"/>
                  <a:pt x="150" y="583"/>
                </a:cubicBezTo>
                <a:cubicBezTo>
                  <a:pt x="853" y="583"/>
                  <a:pt x="853" y="583"/>
                  <a:pt x="853" y="583"/>
                </a:cubicBezTo>
                <a:cubicBezTo>
                  <a:pt x="953" y="583"/>
                  <a:pt x="1034" y="502"/>
                  <a:pt x="1034" y="402"/>
                </a:cubicBezTo>
                <a:cubicBezTo>
                  <a:pt x="1034" y="339"/>
                  <a:pt x="1002" y="284"/>
                  <a:pt x="954" y="25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6" name="Freeform 30"/>
          <p:cNvSpPr/>
          <p:nvPr/>
        </p:nvSpPr>
        <p:spPr bwMode="auto">
          <a:xfrm>
            <a:off x="8243196" y="5609034"/>
            <a:ext cx="340571" cy="192675"/>
          </a:xfrm>
          <a:custGeom>
            <a:avLst/>
            <a:gdLst>
              <a:gd name="T0" fmla="*/ 954 w 1034"/>
              <a:gd name="T1" fmla="*/ 252 h 583"/>
              <a:gd name="T2" fmla="*/ 954 w 1034"/>
              <a:gd name="T3" fmla="*/ 249 h 583"/>
              <a:gd name="T4" fmla="*/ 815 w 1034"/>
              <a:gd name="T5" fmla="*/ 110 h 583"/>
              <a:gd name="T6" fmla="*/ 767 w 1034"/>
              <a:gd name="T7" fmla="*/ 119 h 583"/>
              <a:gd name="T8" fmla="*/ 578 w 1034"/>
              <a:gd name="T9" fmla="*/ 0 h 583"/>
              <a:gd name="T10" fmla="*/ 377 w 1034"/>
              <a:gd name="T11" fmla="*/ 152 h 583"/>
              <a:gd name="T12" fmla="*/ 301 w 1034"/>
              <a:gd name="T13" fmla="*/ 131 h 583"/>
              <a:gd name="T14" fmla="*/ 150 w 1034"/>
              <a:gd name="T15" fmla="*/ 282 h 583"/>
              <a:gd name="T16" fmla="*/ 0 w 1034"/>
              <a:gd name="T17" fmla="*/ 432 h 583"/>
              <a:gd name="T18" fmla="*/ 150 w 1034"/>
              <a:gd name="T19" fmla="*/ 583 h 583"/>
              <a:gd name="T20" fmla="*/ 853 w 1034"/>
              <a:gd name="T21" fmla="*/ 583 h 583"/>
              <a:gd name="T22" fmla="*/ 1034 w 1034"/>
              <a:gd name="T23" fmla="*/ 402 h 583"/>
              <a:gd name="T24" fmla="*/ 954 w 1034"/>
              <a:gd name="T25" fmla="*/ 25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4" h="583">
                <a:moveTo>
                  <a:pt x="954" y="252"/>
                </a:moveTo>
                <a:cubicBezTo>
                  <a:pt x="954" y="251"/>
                  <a:pt x="954" y="250"/>
                  <a:pt x="954" y="249"/>
                </a:cubicBezTo>
                <a:cubicBezTo>
                  <a:pt x="954" y="172"/>
                  <a:pt x="892" y="110"/>
                  <a:pt x="815" y="110"/>
                </a:cubicBezTo>
                <a:cubicBezTo>
                  <a:pt x="798" y="110"/>
                  <a:pt x="782" y="113"/>
                  <a:pt x="767" y="119"/>
                </a:cubicBezTo>
                <a:cubicBezTo>
                  <a:pt x="733" y="49"/>
                  <a:pt x="661" y="0"/>
                  <a:pt x="578" y="0"/>
                </a:cubicBezTo>
                <a:cubicBezTo>
                  <a:pt x="482" y="0"/>
                  <a:pt x="402" y="64"/>
                  <a:pt x="377" y="152"/>
                </a:cubicBezTo>
                <a:cubicBezTo>
                  <a:pt x="354" y="139"/>
                  <a:pt x="328" y="131"/>
                  <a:pt x="301" y="131"/>
                </a:cubicBezTo>
                <a:cubicBezTo>
                  <a:pt x="218" y="131"/>
                  <a:pt x="150" y="199"/>
                  <a:pt x="150" y="282"/>
                </a:cubicBezTo>
                <a:cubicBezTo>
                  <a:pt x="67" y="282"/>
                  <a:pt x="0" y="349"/>
                  <a:pt x="0" y="432"/>
                </a:cubicBezTo>
                <a:cubicBezTo>
                  <a:pt x="0" y="515"/>
                  <a:pt x="67" y="583"/>
                  <a:pt x="150" y="583"/>
                </a:cubicBezTo>
                <a:cubicBezTo>
                  <a:pt x="853" y="583"/>
                  <a:pt x="853" y="583"/>
                  <a:pt x="853" y="583"/>
                </a:cubicBezTo>
                <a:cubicBezTo>
                  <a:pt x="953" y="583"/>
                  <a:pt x="1034" y="502"/>
                  <a:pt x="1034" y="402"/>
                </a:cubicBezTo>
                <a:cubicBezTo>
                  <a:pt x="1034" y="339"/>
                  <a:pt x="1002" y="284"/>
                  <a:pt x="954" y="25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7" name="Freeform 30"/>
          <p:cNvSpPr/>
          <p:nvPr/>
        </p:nvSpPr>
        <p:spPr bwMode="auto">
          <a:xfrm>
            <a:off x="9807293" y="5609034"/>
            <a:ext cx="340571" cy="192675"/>
          </a:xfrm>
          <a:custGeom>
            <a:avLst/>
            <a:gdLst>
              <a:gd name="T0" fmla="*/ 954 w 1034"/>
              <a:gd name="T1" fmla="*/ 252 h 583"/>
              <a:gd name="T2" fmla="*/ 954 w 1034"/>
              <a:gd name="T3" fmla="*/ 249 h 583"/>
              <a:gd name="T4" fmla="*/ 815 w 1034"/>
              <a:gd name="T5" fmla="*/ 110 h 583"/>
              <a:gd name="T6" fmla="*/ 767 w 1034"/>
              <a:gd name="T7" fmla="*/ 119 h 583"/>
              <a:gd name="T8" fmla="*/ 578 w 1034"/>
              <a:gd name="T9" fmla="*/ 0 h 583"/>
              <a:gd name="T10" fmla="*/ 377 w 1034"/>
              <a:gd name="T11" fmla="*/ 152 h 583"/>
              <a:gd name="T12" fmla="*/ 301 w 1034"/>
              <a:gd name="T13" fmla="*/ 131 h 583"/>
              <a:gd name="T14" fmla="*/ 150 w 1034"/>
              <a:gd name="T15" fmla="*/ 282 h 583"/>
              <a:gd name="T16" fmla="*/ 0 w 1034"/>
              <a:gd name="T17" fmla="*/ 432 h 583"/>
              <a:gd name="T18" fmla="*/ 150 w 1034"/>
              <a:gd name="T19" fmla="*/ 583 h 583"/>
              <a:gd name="T20" fmla="*/ 853 w 1034"/>
              <a:gd name="T21" fmla="*/ 583 h 583"/>
              <a:gd name="T22" fmla="*/ 1034 w 1034"/>
              <a:gd name="T23" fmla="*/ 402 h 583"/>
              <a:gd name="T24" fmla="*/ 954 w 1034"/>
              <a:gd name="T25" fmla="*/ 25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4" h="583">
                <a:moveTo>
                  <a:pt x="954" y="252"/>
                </a:moveTo>
                <a:cubicBezTo>
                  <a:pt x="954" y="251"/>
                  <a:pt x="954" y="250"/>
                  <a:pt x="954" y="249"/>
                </a:cubicBezTo>
                <a:cubicBezTo>
                  <a:pt x="954" y="172"/>
                  <a:pt x="892" y="110"/>
                  <a:pt x="815" y="110"/>
                </a:cubicBezTo>
                <a:cubicBezTo>
                  <a:pt x="798" y="110"/>
                  <a:pt x="782" y="113"/>
                  <a:pt x="767" y="119"/>
                </a:cubicBezTo>
                <a:cubicBezTo>
                  <a:pt x="733" y="49"/>
                  <a:pt x="661" y="0"/>
                  <a:pt x="578" y="0"/>
                </a:cubicBezTo>
                <a:cubicBezTo>
                  <a:pt x="482" y="0"/>
                  <a:pt x="402" y="64"/>
                  <a:pt x="377" y="152"/>
                </a:cubicBezTo>
                <a:cubicBezTo>
                  <a:pt x="354" y="139"/>
                  <a:pt x="328" y="131"/>
                  <a:pt x="301" y="131"/>
                </a:cubicBezTo>
                <a:cubicBezTo>
                  <a:pt x="218" y="131"/>
                  <a:pt x="150" y="199"/>
                  <a:pt x="150" y="282"/>
                </a:cubicBezTo>
                <a:cubicBezTo>
                  <a:pt x="67" y="282"/>
                  <a:pt x="0" y="349"/>
                  <a:pt x="0" y="432"/>
                </a:cubicBezTo>
                <a:cubicBezTo>
                  <a:pt x="0" y="515"/>
                  <a:pt x="67" y="583"/>
                  <a:pt x="150" y="583"/>
                </a:cubicBezTo>
                <a:cubicBezTo>
                  <a:pt x="853" y="583"/>
                  <a:pt x="853" y="583"/>
                  <a:pt x="853" y="583"/>
                </a:cubicBezTo>
                <a:cubicBezTo>
                  <a:pt x="953" y="583"/>
                  <a:pt x="1034" y="502"/>
                  <a:pt x="1034" y="402"/>
                </a:cubicBezTo>
                <a:cubicBezTo>
                  <a:pt x="1034" y="339"/>
                  <a:pt x="1002" y="284"/>
                  <a:pt x="954" y="25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899294" y="3273589"/>
            <a:ext cx="510428" cy="701400"/>
            <a:chOff x="1899294" y="3273589"/>
            <a:chExt cx="510428" cy="701400"/>
          </a:xfrm>
        </p:grpSpPr>
        <p:sp>
          <p:nvSpPr>
            <p:cNvPr id="85" name="Freeform 9"/>
            <p:cNvSpPr>
              <a:spLocks noEditPoints="1"/>
            </p:cNvSpPr>
            <p:nvPr/>
          </p:nvSpPr>
          <p:spPr bwMode="auto">
            <a:xfrm>
              <a:off x="1899294" y="3273589"/>
              <a:ext cx="510428" cy="701400"/>
            </a:xfrm>
            <a:custGeom>
              <a:avLst/>
              <a:gdLst>
                <a:gd name="T0" fmla="*/ 153 w 305"/>
                <a:gd name="T1" fmla="*/ 0 h 420"/>
                <a:gd name="T2" fmla="*/ 152 w 305"/>
                <a:gd name="T3" fmla="*/ 0 h 420"/>
                <a:gd name="T4" fmla="*/ 0 w 305"/>
                <a:gd name="T5" fmla="*/ 153 h 420"/>
                <a:gd name="T6" fmla="*/ 108 w 305"/>
                <a:gd name="T7" fmla="*/ 352 h 420"/>
                <a:gd name="T8" fmla="*/ 108 w 305"/>
                <a:gd name="T9" fmla="*/ 352 h 420"/>
                <a:gd name="T10" fmla="*/ 111 w 305"/>
                <a:gd name="T11" fmla="*/ 352 h 420"/>
                <a:gd name="T12" fmla="*/ 120 w 305"/>
                <a:gd name="T13" fmla="*/ 377 h 420"/>
                <a:gd name="T14" fmla="*/ 113 w 305"/>
                <a:gd name="T15" fmla="*/ 385 h 420"/>
                <a:gd name="T16" fmla="*/ 113 w 305"/>
                <a:gd name="T17" fmla="*/ 412 h 420"/>
                <a:gd name="T18" fmla="*/ 121 w 305"/>
                <a:gd name="T19" fmla="*/ 420 h 420"/>
                <a:gd name="T20" fmla="*/ 153 w 305"/>
                <a:gd name="T21" fmla="*/ 420 h 420"/>
                <a:gd name="T22" fmla="*/ 185 w 305"/>
                <a:gd name="T23" fmla="*/ 420 h 420"/>
                <a:gd name="T24" fmla="*/ 193 w 305"/>
                <a:gd name="T25" fmla="*/ 412 h 420"/>
                <a:gd name="T26" fmla="*/ 193 w 305"/>
                <a:gd name="T27" fmla="*/ 385 h 420"/>
                <a:gd name="T28" fmla="*/ 185 w 305"/>
                <a:gd name="T29" fmla="*/ 377 h 420"/>
                <a:gd name="T30" fmla="*/ 184 w 305"/>
                <a:gd name="T31" fmla="*/ 377 h 420"/>
                <a:gd name="T32" fmla="*/ 192 w 305"/>
                <a:gd name="T33" fmla="*/ 353 h 420"/>
                <a:gd name="T34" fmla="*/ 196 w 305"/>
                <a:gd name="T35" fmla="*/ 353 h 420"/>
                <a:gd name="T36" fmla="*/ 198 w 305"/>
                <a:gd name="T37" fmla="*/ 351 h 420"/>
                <a:gd name="T38" fmla="*/ 305 w 305"/>
                <a:gd name="T39" fmla="*/ 152 h 420"/>
                <a:gd name="T40" fmla="*/ 153 w 305"/>
                <a:gd name="T41" fmla="*/ 0 h 420"/>
                <a:gd name="T42" fmla="*/ 169 w 305"/>
                <a:gd name="T43" fmla="*/ 377 h 420"/>
                <a:gd name="T44" fmla="*/ 153 w 305"/>
                <a:gd name="T45" fmla="*/ 377 h 420"/>
                <a:gd name="T46" fmla="*/ 135 w 305"/>
                <a:gd name="T47" fmla="*/ 377 h 420"/>
                <a:gd name="T48" fmla="*/ 126 w 305"/>
                <a:gd name="T49" fmla="*/ 352 h 420"/>
                <a:gd name="T50" fmla="*/ 153 w 305"/>
                <a:gd name="T51" fmla="*/ 352 h 420"/>
                <a:gd name="T52" fmla="*/ 178 w 305"/>
                <a:gd name="T53" fmla="*/ 352 h 420"/>
                <a:gd name="T54" fmla="*/ 169 w 305"/>
                <a:gd name="T55" fmla="*/ 37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5" h="420">
                  <a:moveTo>
                    <a:pt x="153" y="0"/>
                  </a:moveTo>
                  <a:cubicBezTo>
                    <a:pt x="153" y="0"/>
                    <a:pt x="153" y="0"/>
                    <a:pt x="152" y="0"/>
                  </a:cubicBezTo>
                  <a:cubicBezTo>
                    <a:pt x="68" y="0"/>
                    <a:pt x="0" y="68"/>
                    <a:pt x="0" y="153"/>
                  </a:cubicBezTo>
                  <a:cubicBezTo>
                    <a:pt x="0" y="208"/>
                    <a:pt x="64" y="325"/>
                    <a:pt x="108" y="352"/>
                  </a:cubicBezTo>
                  <a:cubicBezTo>
                    <a:pt x="108" y="352"/>
                    <a:pt x="108" y="352"/>
                    <a:pt x="108" y="352"/>
                  </a:cubicBezTo>
                  <a:cubicBezTo>
                    <a:pt x="111" y="352"/>
                    <a:pt x="111" y="352"/>
                    <a:pt x="111" y="35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116" y="378"/>
                    <a:pt x="113" y="381"/>
                    <a:pt x="113" y="385"/>
                  </a:cubicBezTo>
                  <a:cubicBezTo>
                    <a:pt x="113" y="412"/>
                    <a:pt x="113" y="412"/>
                    <a:pt x="113" y="412"/>
                  </a:cubicBezTo>
                  <a:cubicBezTo>
                    <a:pt x="113" y="416"/>
                    <a:pt x="117" y="420"/>
                    <a:pt x="121" y="420"/>
                  </a:cubicBezTo>
                  <a:cubicBezTo>
                    <a:pt x="153" y="420"/>
                    <a:pt x="153" y="420"/>
                    <a:pt x="153" y="420"/>
                  </a:cubicBezTo>
                  <a:cubicBezTo>
                    <a:pt x="185" y="420"/>
                    <a:pt x="185" y="420"/>
                    <a:pt x="185" y="420"/>
                  </a:cubicBezTo>
                  <a:cubicBezTo>
                    <a:pt x="189" y="420"/>
                    <a:pt x="193" y="416"/>
                    <a:pt x="193" y="412"/>
                  </a:cubicBezTo>
                  <a:cubicBezTo>
                    <a:pt x="193" y="385"/>
                    <a:pt x="193" y="385"/>
                    <a:pt x="193" y="385"/>
                  </a:cubicBezTo>
                  <a:cubicBezTo>
                    <a:pt x="193" y="380"/>
                    <a:pt x="189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96" y="353"/>
                    <a:pt x="196" y="353"/>
                    <a:pt x="196" y="353"/>
                  </a:cubicBezTo>
                  <a:cubicBezTo>
                    <a:pt x="197" y="352"/>
                    <a:pt x="197" y="352"/>
                    <a:pt x="198" y="351"/>
                  </a:cubicBezTo>
                  <a:cubicBezTo>
                    <a:pt x="246" y="324"/>
                    <a:pt x="305" y="210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69" y="377"/>
                  </a:moveTo>
                  <a:cubicBezTo>
                    <a:pt x="153" y="377"/>
                    <a:pt x="153" y="377"/>
                    <a:pt x="153" y="377"/>
                  </a:cubicBezTo>
                  <a:cubicBezTo>
                    <a:pt x="135" y="377"/>
                    <a:pt x="135" y="377"/>
                    <a:pt x="135" y="377"/>
                  </a:cubicBezTo>
                  <a:cubicBezTo>
                    <a:pt x="126" y="352"/>
                    <a:pt x="126" y="352"/>
                    <a:pt x="126" y="352"/>
                  </a:cubicBezTo>
                  <a:cubicBezTo>
                    <a:pt x="153" y="352"/>
                    <a:pt x="153" y="352"/>
                    <a:pt x="153" y="352"/>
                  </a:cubicBezTo>
                  <a:cubicBezTo>
                    <a:pt x="178" y="352"/>
                    <a:pt x="178" y="352"/>
                    <a:pt x="178" y="352"/>
                  </a:cubicBezTo>
                  <a:lnTo>
                    <a:pt x="169" y="3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2038007" y="3436723"/>
              <a:ext cx="241301" cy="239713"/>
              <a:chOff x="2611438" y="6434138"/>
              <a:chExt cx="241301" cy="239713"/>
            </a:xfrm>
            <a:solidFill>
              <a:schemeClr val="bg1"/>
            </a:solidFill>
          </p:grpSpPr>
          <p:sp>
            <p:nvSpPr>
              <p:cNvPr id="92" name="Freeform 240"/>
              <p:cNvSpPr>
                <a:spLocks noEditPoints="1"/>
              </p:cNvSpPr>
              <p:nvPr/>
            </p:nvSpPr>
            <p:spPr bwMode="auto">
              <a:xfrm>
                <a:off x="2682876" y="6434138"/>
                <a:ext cx="169863" cy="168275"/>
              </a:xfrm>
              <a:custGeom>
                <a:avLst/>
                <a:gdLst>
                  <a:gd name="T0" fmla="*/ 31 w 45"/>
                  <a:gd name="T1" fmla="*/ 5 h 45"/>
                  <a:gd name="T2" fmla="*/ 18 w 45"/>
                  <a:gd name="T3" fmla="*/ 13 h 45"/>
                  <a:gd name="T4" fmla="*/ 1 w 45"/>
                  <a:gd name="T5" fmla="*/ 30 h 45"/>
                  <a:gd name="T6" fmla="*/ 1 w 45"/>
                  <a:gd name="T7" fmla="*/ 35 h 45"/>
                  <a:gd name="T8" fmla="*/ 10 w 45"/>
                  <a:gd name="T9" fmla="*/ 44 h 45"/>
                  <a:gd name="T10" fmla="*/ 15 w 45"/>
                  <a:gd name="T11" fmla="*/ 44 h 45"/>
                  <a:gd name="T12" fmla="*/ 32 w 45"/>
                  <a:gd name="T13" fmla="*/ 27 h 45"/>
                  <a:gd name="T14" fmla="*/ 40 w 45"/>
                  <a:gd name="T15" fmla="*/ 14 h 45"/>
                  <a:gd name="T16" fmla="*/ 45 w 45"/>
                  <a:gd name="T17" fmla="*/ 0 h 45"/>
                  <a:gd name="T18" fmla="*/ 31 w 45"/>
                  <a:gd name="T19" fmla="*/ 5 h 45"/>
                  <a:gd name="T20" fmla="*/ 20 w 45"/>
                  <a:gd name="T21" fmla="*/ 34 h 45"/>
                  <a:gd name="T22" fmla="*/ 11 w 45"/>
                  <a:gd name="T23" fmla="*/ 34 h 45"/>
                  <a:gd name="T24" fmla="*/ 11 w 45"/>
                  <a:gd name="T25" fmla="*/ 25 h 45"/>
                  <a:gd name="T26" fmla="*/ 20 w 45"/>
                  <a:gd name="T27" fmla="*/ 25 h 45"/>
                  <a:gd name="T28" fmla="*/ 20 w 45"/>
                  <a:gd name="T29" fmla="*/ 34 h 45"/>
                  <a:gd name="T30" fmla="*/ 31 w 45"/>
                  <a:gd name="T31" fmla="*/ 23 h 45"/>
                  <a:gd name="T32" fmla="*/ 22 w 45"/>
                  <a:gd name="T33" fmla="*/ 23 h 45"/>
                  <a:gd name="T34" fmla="*/ 22 w 45"/>
                  <a:gd name="T35" fmla="*/ 14 h 45"/>
                  <a:gd name="T36" fmla="*/ 31 w 45"/>
                  <a:gd name="T37" fmla="*/ 14 h 45"/>
                  <a:gd name="T38" fmla="*/ 31 w 45"/>
                  <a:gd name="T39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5" h="45">
                    <a:moveTo>
                      <a:pt x="31" y="5"/>
                    </a:moveTo>
                    <a:cubicBezTo>
                      <a:pt x="27" y="6"/>
                      <a:pt x="21" y="10"/>
                      <a:pt x="18" y="13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1"/>
                      <a:pt x="0" y="34"/>
                      <a:pt x="1" y="35"/>
                    </a:cubicBezTo>
                    <a:cubicBezTo>
                      <a:pt x="10" y="44"/>
                      <a:pt x="10" y="44"/>
                      <a:pt x="10" y="44"/>
                    </a:cubicBezTo>
                    <a:cubicBezTo>
                      <a:pt x="11" y="45"/>
                      <a:pt x="14" y="45"/>
                      <a:pt x="15" y="4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5" y="24"/>
                      <a:pt x="39" y="18"/>
                      <a:pt x="40" y="14"/>
                    </a:cubicBezTo>
                    <a:cubicBezTo>
                      <a:pt x="45" y="0"/>
                      <a:pt x="45" y="0"/>
                      <a:pt x="45" y="0"/>
                    </a:cubicBezTo>
                    <a:lnTo>
                      <a:pt x="31" y="5"/>
                    </a:lnTo>
                    <a:close/>
                    <a:moveTo>
                      <a:pt x="20" y="34"/>
                    </a:moveTo>
                    <a:cubicBezTo>
                      <a:pt x="17" y="36"/>
                      <a:pt x="13" y="36"/>
                      <a:pt x="11" y="34"/>
                    </a:cubicBezTo>
                    <a:cubicBezTo>
                      <a:pt x="9" y="32"/>
                      <a:pt x="9" y="28"/>
                      <a:pt x="11" y="25"/>
                    </a:cubicBezTo>
                    <a:cubicBezTo>
                      <a:pt x="13" y="23"/>
                      <a:pt x="17" y="23"/>
                      <a:pt x="20" y="25"/>
                    </a:cubicBezTo>
                    <a:cubicBezTo>
                      <a:pt x="22" y="28"/>
                      <a:pt x="22" y="32"/>
                      <a:pt x="20" y="34"/>
                    </a:cubicBezTo>
                    <a:close/>
                    <a:moveTo>
                      <a:pt x="31" y="23"/>
                    </a:moveTo>
                    <a:cubicBezTo>
                      <a:pt x="29" y="25"/>
                      <a:pt x="25" y="25"/>
                      <a:pt x="22" y="23"/>
                    </a:cubicBezTo>
                    <a:cubicBezTo>
                      <a:pt x="20" y="20"/>
                      <a:pt x="20" y="16"/>
                      <a:pt x="22" y="14"/>
                    </a:cubicBezTo>
                    <a:cubicBezTo>
                      <a:pt x="25" y="12"/>
                      <a:pt x="29" y="12"/>
                      <a:pt x="31" y="14"/>
                    </a:cubicBezTo>
                    <a:cubicBezTo>
                      <a:pt x="33" y="16"/>
                      <a:pt x="33" y="20"/>
                      <a:pt x="31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3" name="Freeform 241"/>
              <p:cNvSpPr/>
              <p:nvPr/>
            </p:nvSpPr>
            <p:spPr bwMode="auto">
              <a:xfrm>
                <a:off x="2619376" y="6500813"/>
                <a:ext cx="79375" cy="71438"/>
              </a:xfrm>
              <a:custGeom>
                <a:avLst/>
                <a:gdLst>
                  <a:gd name="T0" fmla="*/ 7 w 21"/>
                  <a:gd name="T1" fmla="*/ 17 h 19"/>
                  <a:gd name="T2" fmla="*/ 21 w 21"/>
                  <a:gd name="T3" fmla="*/ 3 h 19"/>
                  <a:gd name="T4" fmla="*/ 10 w 21"/>
                  <a:gd name="T5" fmla="*/ 3 h 19"/>
                  <a:gd name="T6" fmla="*/ 1 w 21"/>
                  <a:gd name="T7" fmla="*/ 12 h 19"/>
                  <a:gd name="T8" fmla="*/ 1 w 21"/>
                  <a:gd name="T9" fmla="*/ 17 h 19"/>
                  <a:gd name="T10" fmla="*/ 7 w 21"/>
                  <a:gd name="T11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19">
                    <a:moveTo>
                      <a:pt x="7" y="17"/>
                    </a:moveTo>
                    <a:cubicBezTo>
                      <a:pt x="21" y="3"/>
                      <a:pt x="21" y="3"/>
                      <a:pt x="21" y="3"/>
                    </a:cubicBezTo>
                    <a:cubicBezTo>
                      <a:pt x="18" y="0"/>
                      <a:pt x="13" y="0"/>
                      <a:pt x="10" y="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3"/>
                      <a:pt x="0" y="16"/>
                      <a:pt x="1" y="17"/>
                    </a:cubicBezTo>
                    <a:cubicBezTo>
                      <a:pt x="3" y="19"/>
                      <a:pt x="5" y="19"/>
                      <a:pt x="7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4" name="Freeform 242"/>
              <p:cNvSpPr/>
              <p:nvPr/>
            </p:nvSpPr>
            <p:spPr bwMode="auto">
              <a:xfrm>
                <a:off x="2713038" y="6588126"/>
                <a:ext cx="71438" cy="77788"/>
              </a:xfrm>
              <a:custGeom>
                <a:avLst/>
                <a:gdLst>
                  <a:gd name="T0" fmla="*/ 2 w 19"/>
                  <a:gd name="T1" fmla="*/ 14 h 21"/>
                  <a:gd name="T2" fmla="*/ 2 w 19"/>
                  <a:gd name="T3" fmla="*/ 20 h 21"/>
                  <a:gd name="T4" fmla="*/ 7 w 19"/>
                  <a:gd name="T5" fmla="*/ 20 h 21"/>
                  <a:gd name="T6" fmla="*/ 16 w 19"/>
                  <a:gd name="T7" fmla="*/ 11 h 21"/>
                  <a:gd name="T8" fmla="*/ 16 w 19"/>
                  <a:gd name="T9" fmla="*/ 0 h 21"/>
                  <a:gd name="T10" fmla="*/ 2 w 19"/>
                  <a:gd name="T1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" h="21">
                    <a:moveTo>
                      <a:pt x="2" y="14"/>
                    </a:moveTo>
                    <a:cubicBezTo>
                      <a:pt x="0" y="16"/>
                      <a:pt x="0" y="18"/>
                      <a:pt x="2" y="20"/>
                    </a:cubicBezTo>
                    <a:cubicBezTo>
                      <a:pt x="3" y="21"/>
                      <a:pt x="6" y="21"/>
                      <a:pt x="7" y="20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9" y="8"/>
                      <a:pt x="19" y="3"/>
                      <a:pt x="16" y="0"/>
                    </a:cubicBezTo>
                    <a:lnTo>
                      <a:pt x="2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5" name="Freeform 243"/>
              <p:cNvSpPr/>
              <p:nvPr/>
            </p:nvSpPr>
            <p:spPr bwMode="auto">
              <a:xfrm>
                <a:off x="2668588" y="6577013"/>
                <a:ext cx="41275" cy="41275"/>
              </a:xfrm>
              <a:custGeom>
                <a:avLst/>
                <a:gdLst>
                  <a:gd name="T0" fmla="*/ 1 w 11"/>
                  <a:gd name="T1" fmla="*/ 2 h 11"/>
                  <a:gd name="T2" fmla="*/ 1 w 11"/>
                  <a:gd name="T3" fmla="*/ 4 h 11"/>
                  <a:gd name="T4" fmla="*/ 7 w 11"/>
                  <a:gd name="T5" fmla="*/ 10 h 11"/>
                  <a:gd name="T6" fmla="*/ 9 w 11"/>
                  <a:gd name="T7" fmla="*/ 10 h 11"/>
                  <a:gd name="T8" fmla="*/ 11 w 11"/>
                  <a:gd name="T9" fmla="*/ 9 h 11"/>
                  <a:gd name="T10" fmla="*/ 2 w 11"/>
                  <a:gd name="T11" fmla="*/ 0 h 11"/>
                  <a:gd name="T12" fmla="*/ 1 w 11"/>
                  <a:gd name="T13" fmla="*/ 2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11">
                    <a:moveTo>
                      <a:pt x="1" y="2"/>
                    </a:moveTo>
                    <a:cubicBezTo>
                      <a:pt x="0" y="2"/>
                      <a:pt x="0" y="4"/>
                      <a:pt x="1" y="4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7" y="11"/>
                      <a:pt x="9" y="11"/>
                      <a:pt x="9" y="10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6" name="Freeform 244"/>
              <p:cNvSpPr/>
              <p:nvPr/>
            </p:nvSpPr>
            <p:spPr bwMode="auto">
              <a:xfrm>
                <a:off x="2611438" y="6599238"/>
                <a:ext cx="76200" cy="74613"/>
              </a:xfrm>
              <a:custGeom>
                <a:avLst/>
                <a:gdLst>
                  <a:gd name="T0" fmla="*/ 0 w 20"/>
                  <a:gd name="T1" fmla="*/ 20 h 20"/>
                  <a:gd name="T2" fmla="*/ 16 w 20"/>
                  <a:gd name="T3" fmla="*/ 4 h 20"/>
                  <a:gd name="T4" fmla="*/ 0 w 20"/>
                  <a:gd name="T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" h="20">
                    <a:moveTo>
                      <a:pt x="0" y="20"/>
                    </a:moveTo>
                    <a:cubicBezTo>
                      <a:pt x="8" y="16"/>
                      <a:pt x="20" y="8"/>
                      <a:pt x="16" y="4"/>
                    </a:cubicBezTo>
                    <a:cubicBezTo>
                      <a:pt x="12" y="0"/>
                      <a:pt x="4" y="12"/>
                      <a:pt x="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" name="Group 19"/>
          <p:cNvGrpSpPr/>
          <p:nvPr/>
        </p:nvGrpSpPr>
        <p:grpSpPr>
          <a:xfrm>
            <a:off x="3469433" y="1985305"/>
            <a:ext cx="510428" cy="701400"/>
            <a:chOff x="3469433" y="1985305"/>
            <a:chExt cx="510428" cy="701400"/>
          </a:xfrm>
        </p:grpSpPr>
        <p:sp>
          <p:nvSpPr>
            <p:cNvPr id="86" name="Freeform 9"/>
            <p:cNvSpPr>
              <a:spLocks noEditPoints="1"/>
            </p:cNvSpPr>
            <p:nvPr/>
          </p:nvSpPr>
          <p:spPr bwMode="auto">
            <a:xfrm>
              <a:off x="3469433" y="1985305"/>
              <a:ext cx="510428" cy="701400"/>
            </a:xfrm>
            <a:custGeom>
              <a:avLst/>
              <a:gdLst>
                <a:gd name="T0" fmla="*/ 153 w 305"/>
                <a:gd name="T1" fmla="*/ 0 h 420"/>
                <a:gd name="T2" fmla="*/ 152 w 305"/>
                <a:gd name="T3" fmla="*/ 0 h 420"/>
                <a:gd name="T4" fmla="*/ 0 w 305"/>
                <a:gd name="T5" fmla="*/ 153 h 420"/>
                <a:gd name="T6" fmla="*/ 108 w 305"/>
                <a:gd name="T7" fmla="*/ 352 h 420"/>
                <a:gd name="T8" fmla="*/ 108 w 305"/>
                <a:gd name="T9" fmla="*/ 352 h 420"/>
                <a:gd name="T10" fmla="*/ 111 w 305"/>
                <a:gd name="T11" fmla="*/ 352 h 420"/>
                <a:gd name="T12" fmla="*/ 120 w 305"/>
                <a:gd name="T13" fmla="*/ 377 h 420"/>
                <a:gd name="T14" fmla="*/ 113 w 305"/>
                <a:gd name="T15" fmla="*/ 385 h 420"/>
                <a:gd name="T16" fmla="*/ 113 w 305"/>
                <a:gd name="T17" fmla="*/ 412 h 420"/>
                <a:gd name="T18" fmla="*/ 121 w 305"/>
                <a:gd name="T19" fmla="*/ 420 h 420"/>
                <a:gd name="T20" fmla="*/ 153 w 305"/>
                <a:gd name="T21" fmla="*/ 420 h 420"/>
                <a:gd name="T22" fmla="*/ 185 w 305"/>
                <a:gd name="T23" fmla="*/ 420 h 420"/>
                <a:gd name="T24" fmla="*/ 193 w 305"/>
                <a:gd name="T25" fmla="*/ 412 h 420"/>
                <a:gd name="T26" fmla="*/ 193 w 305"/>
                <a:gd name="T27" fmla="*/ 385 h 420"/>
                <a:gd name="T28" fmla="*/ 185 w 305"/>
                <a:gd name="T29" fmla="*/ 377 h 420"/>
                <a:gd name="T30" fmla="*/ 184 w 305"/>
                <a:gd name="T31" fmla="*/ 377 h 420"/>
                <a:gd name="T32" fmla="*/ 192 w 305"/>
                <a:gd name="T33" fmla="*/ 353 h 420"/>
                <a:gd name="T34" fmla="*/ 196 w 305"/>
                <a:gd name="T35" fmla="*/ 353 h 420"/>
                <a:gd name="T36" fmla="*/ 198 w 305"/>
                <a:gd name="T37" fmla="*/ 351 h 420"/>
                <a:gd name="T38" fmla="*/ 305 w 305"/>
                <a:gd name="T39" fmla="*/ 152 h 420"/>
                <a:gd name="T40" fmla="*/ 153 w 305"/>
                <a:gd name="T41" fmla="*/ 0 h 420"/>
                <a:gd name="T42" fmla="*/ 169 w 305"/>
                <a:gd name="T43" fmla="*/ 377 h 420"/>
                <a:gd name="T44" fmla="*/ 153 w 305"/>
                <a:gd name="T45" fmla="*/ 377 h 420"/>
                <a:gd name="T46" fmla="*/ 135 w 305"/>
                <a:gd name="T47" fmla="*/ 377 h 420"/>
                <a:gd name="T48" fmla="*/ 126 w 305"/>
                <a:gd name="T49" fmla="*/ 352 h 420"/>
                <a:gd name="T50" fmla="*/ 153 w 305"/>
                <a:gd name="T51" fmla="*/ 352 h 420"/>
                <a:gd name="T52" fmla="*/ 178 w 305"/>
                <a:gd name="T53" fmla="*/ 352 h 420"/>
                <a:gd name="T54" fmla="*/ 169 w 305"/>
                <a:gd name="T55" fmla="*/ 37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5" h="420">
                  <a:moveTo>
                    <a:pt x="153" y="0"/>
                  </a:moveTo>
                  <a:cubicBezTo>
                    <a:pt x="153" y="0"/>
                    <a:pt x="153" y="0"/>
                    <a:pt x="152" y="0"/>
                  </a:cubicBezTo>
                  <a:cubicBezTo>
                    <a:pt x="68" y="0"/>
                    <a:pt x="0" y="68"/>
                    <a:pt x="0" y="153"/>
                  </a:cubicBezTo>
                  <a:cubicBezTo>
                    <a:pt x="0" y="208"/>
                    <a:pt x="64" y="325"/>
                    <a:pt x="108" y="352"/>
                  </a:cubicBezTo>
                  <a:cubicBezTo>
                    <a:pt x="108" y="352"/>
                    <a:pt x="108" y="352"/>
                    <a:pt x="108" y="352"/>
                  </a:cubicBezTo>
                  <a:cubicBezTo>
                    <a:pt x="111" y="352"/>
                    <a:pt x="111" y="352"/>
                    <a:pt x="111" y="35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116" y="378"/>
                    <a:pt x="113" y="381"/>
                    <a:pt x="113" y="385"/>
                  </a:cubicBezTo>
                  <a:cubicBezTo>
                    <a:pt x="113" y="412"/>
                    <a:pt x="113" y="412"/>
                    <a:pt x="113" y="412"/>
                  </a:cubicBezTo>
                  <a:cubicBezTo>
                    <a:pt x="113" y="416"/>
                    <a:pt x="117" y="420"/>
                    <a:pt x="121" y="420"/>
                  </a:cubicBezTo>
                  <a:cubicBezTo>
                    <a:pt x="153" y="420"/>
                    <a:pt x="153" y="420"/>
                    <a:pt x="153" y="420"/>
                  </a:cubicBezTo>
                  <a:cubicBezTo>
                    <a:pt x="185" y="420"/>
                    <a:pt x="185" y="420"/>
                    <a:pt x="185" y="420"/>
                  </a:cubicBezTo>
                  <a:cubicBezTo>
                    <a:pt x="189" y="420"/>
                    <a:pt x="193" y="416"/>
                    <a:pt x="193" y="412"/>
                  </a:cubicBezTo>
                  <a:cubicBezTo>
                    <a:pt x="193" y="385"/>
                    <a:pt x="193" y="385"/>
                    <a:pt x="193" y="385"/>
                  </a:cubicBezTo>
                  <a:cubicBezTo>
                    <a:pt x="193" y="380"/>
                    <a:pt x="189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96" y="353"/>
                    <a:pt x="196" y="353"/>
                    <a:pt x="196" y="353"/>
                  </a:cubicBezTo>
                  <a:cubicBezTo>
                    <a:pt x="197" y="352"/>
                    <a:pt x="197" y="352"/>
                    <a:pt x="198" y="351"/>
                  </a:cubicBezTo>
                  <a:cubicBezTo>
                    <a:pt x="246" y="324"/>
                    <a:pt x="305" y="210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69" y="377"/>
                  </a:moveTo>
                  <a:cubicBezTo>
                    <a:pt x="153" y="377"/>
                    <a:pt x="153" y="377"/>
                    <a:pt x="153" y="377"/>
                  </a:cubicBezTo>
                  <a:cubicBezTo>
                    <a:pt x="135" y="377"/>
                    <a:pt x="135" y="377"/>
                    <a:pt x="135" y="377"/>
                  </a:cubicBezTo>
                  <a:cubicBezTo>
                    <a:pt x="126" y="352"/>
                    <a:pt x="126" y="352"/>
                    <a:pt x="126" y="352"/>
                  </a:cubicBezTo>
                  <a:cubicBezTo>
                    <a:pt x="153" y="352"/>
                    <a:pt x="153" y="352"/>
                    <a:pt x="153" y="352"/>
                  </a:cubicBezTo>
                  <a:cubicBezTo>
                    <a:pt x="178" y="352"/>
                    <a:pt x="178" y="352"/>
                    <a:pt x="178" y="352"/>
                  </a:cubicBezTo>
                  <a:lnTo>
                    <a:pt x="169" y="37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3616712" y="2138711"/>
              <a:ext cx="225426" cy="241301"/>
              <a:chOff x="3573463" y="4510088"/>
              <a:chExt cx="225426" cy="241301"/>
            </a:xfrm>
            <a:solidFill>
              <a:schemeClr val="bg1"/>
            </a:solidFill>
          </p:grpSpPr>
          <p:sp>
            <p:nvSpPr>
              <p:cNvPr id="98" name="Freeform 191"/>
              <p:cNvSpPr>
                <a:spLocks noEditPoints="1"/>
              </p:cNvSpPr>
              <p:nvPr/>
            </p:nvSpPr>
            <p:spPr bwMode="auto">
              <a:xfrm>
                <a:off x="3708401" y="4600576"/>
                <a:ext cx="90488" cy="150813"/>
              </a:xfrm>
              <a:custGeom>
                <a:avLst/>
                <a:gdLst>
                  <a:gd name="T0" fmla="*/ 12 w 24"/>
                  <a:gd name="T1" fmla="*/ 0 h 40"/>
                  <a:gd name="T2" fmla="*/ 0 w 24"/>
                  <a:gd name="T3" fmla="*/ 12 h 40"/>
                  <a:gd name="T4" fmla="*/ 4 w 24"/>
                  <a:gd name="T5" fmla="*/ 21 h 40"/>
                  <a:gd name="T6" fmla="*/ 4 w 24"/>
                  <a:gd name="T7" fmla="*/ 40 h 40"/>
                  <a:gd name="T8" fmla="*/ 12 w 24"/>
                  <a:gd name="T9" fmla="*/ 32 h 40"/>
                  <a:gd name="T10" fmla="*/ 20 w 24"/>
                  <a:gd name="T11" fmla="*/ 40 h 40"/>
                  <a:gd name="T12" fmla="*/ 20 w 24"/>
                  <a:gd name="T13" fmla="*/ 21 h 40"/>
                  <a:gd name="T14" fmla="*/ 24 w 24"/>
                  <a:gd name="T15" fmla="*/ 12 h 40"/>
                  <a:gd name="T16" fmla="*/ 12 w 24"/>
                  <a:gd name="T17" fmla="*/ 0 h 40"/>
                  <a:gd name="T18" fmla="*/ 12 w 24"/>
                  <a:gd name="T19" fmla="*/ 20 h 40"/>
                  <a:gd name="T20" fmla="*/ 4 w 24"/>
                  <a:gd name="T21" fmla="*/ 12 h 40"/>
                  <a:gd name="T22" fmla="*/ 12 w 24"/>
                  <a:gd name="T23" fmla="*/ 4 h 40"/>
                  <a:gd name="T24" fmla="*/ 20 w 24"/>
                  <a:gd name="T25" fmla="*/ 12 h 40"/>
                  <a:gd name="T26" fmla="*/ 12 w 24"/>
                  <a:gd name="T27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4" h="40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6"/>
                      <a:pt x="2" y="19"/>
                      <a:pt x="4" y="21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2" y="19"/>
                      <a:pt x="24" y="16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9" name="Freeform 192"/>
              <p:cNvSpPr/>
              <p:nvPr/>
            </p:nvSpPr>
            <p:spPr bwMode="auto">
              <a:xfrm>
                <a:off x="3573463" y="4510088"/>
                <a:ext cx="195263" cy="241300"/>
              </a:xfrm>
              <a:custGeom>
                <a:avLst/>
                <a:gdLst>
                  <a:gd name="T0" fmla="*/ 64 w 123"/>
                  <a:gd name="T1" fmla="*/ 133 h 152"/>
                  <a:gd name="T2" fmla="*/ 19 w 123"/>
                  <a:gd name="T3" fmla="*/ 133 h 152"/>
                  <a:gd name="T4" fmla="*/ 19 w 123"/>
                  <a:gd name="T5" fmla="*/ 19 h 152"/>
                  <a:gd name="T6" fmla="*/ 71 w 123"/>
                  <a:gd name="T7" fmla="*/ 19 h 152"/>
                  <a:gd name="T8" fmla="*/ 100 w 123"/>
                  <a:gd name="T9" fmla="*/ 48 h 152"/>
                  <a:gd name="T10" fmla="*/ 123 w 123"/>
                  <a:gd name="T11" fmla="*/ 48 h 152"/>
                  <a:gd name="T12" fmla="*/ 123 w 123"/>
                  <a:gd name="T13" fmla="*/ 43 h 152"/>
                  <a:gd name="T14" fmla="*/ 81 w 123"/>
                  <a:gd name="T15" fmla="*/ 0 h 152"/>
                  <a:gd name="T16" fmla="*/ 0 w 123"/>
                  <a:gd name="T17" fmla="*/ 0 h 152"/>
                  <a:gd name="T18" fmla="*/ 0 w 123"/>
                  <a:gd name="T19" fmla="*/ 152 h 152"/>
                  <a:gd name="T20" fmla="*/ 81 w 123"/>
                  <a:gd name="T21" fmla="*/ 152 h 152"/>
                  <a:gd name="T22" fmla="*/ 64 w 123"/>
                  <a:gd name="T23" fmla="*/ 133 h 152"/>
                  <a:gd name="T24" fmla="*/ 64 w 123"/>
                  <a:gd name="T25" fmla="*/ 133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152">
                    <a:moveTo>
                      <a:pt x="64" y="133"/>
                    </a:moveTo>
                    <a:lnTo>
                      <a:pt x="19" y="133"/>
                    </a:lnTo>
                    <a:lnTo>
                      <a:pt x="19" y="19"/>
                    </a:lnTo>
                    <a:lnTo>
                      <a:pt x="71" y="19"/>
                    </a:lnTo>
                    <a:lnTo>
                      <a:pt x="100" y="48"/>
                    </a:lnTo>
                    <a:lnTo>
                      <a:pt x="123" y="48"/>
                    </a:lnTo>
                    <a:lnTo>
                      <a:pt x="123" y="43"/>
                    </a:lnTo>
                    <a:lnTo>
                      <a:pt x="81" y="0"/>
                    </a:lnTo>
                    <a:lnTo>
                      <a:pt x="0" y="0"/>
                    </a:lnTo>
                    <a:lnTo>
                      <a:pt x="0" y="152"/>
                    </a:lnTo>
                    <a:lnTo>
                      <a:pt x="81" y="152"/>
                    </a:lnTo>
                    <a:lnTo>
                      <a:pt x="64" y="133"/>
                    </a:lnTo>
                    <a:lnTo>
                      <a:pt x="64" y="1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0" name="Rectangle 193"/>
              <p:cNvSpPr>
                <a:spLocks noChangeArrowheads="1"/>
              </p:cNvSpPr>
              <p:nvPr/>
            </p:nvSpPr>
            <p:spPr bwMode="auto">
              <a:xfrm>
                <a:off x="3619501" y="4586288"/>
                <a:ext cx="74613" cy="14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1" name="Rectangle 194"/>
              <p:cNvSpPr>
                <a:spLocks noChangeArrowheads="1"/>
              </p:cNvSpPr>
              <p:nvPr/>
            </p:nvSpPr>
            <p:spPr bwMode="auto">
              <a:xfrm>
                <a:off x="3619501" y="4616451"/>
                <a:ext cx="74613" cy="14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2" name="Rectangle 195"/>
              <p:cNvSpPr>
                <a:spLocks noChangeArrowheads="1"/>
              </p:cNvSpPr>
              <p:nvPr/>
            </p:nvSpPr>
            <p:spPr bwMode="auto">
              <a:xfrm>
                <a:off x="3619501" y="4646613"/>
                <a:ext cx="74613" cy="14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5046702" y="3311272"/>
            <a:ext cx="510428" cy="701400"/>
            <a:chOff x="5046702" y="3311272"/>
            <a:chExt cx="510428" cy="701400"/>
          </a:xfrm>
        </p:grpSpPr>
        <p:sp>
          <p:nvSpPr>
            <p:cNvPr id="87" name="Freeform 9"/>
            <p:cNvSpPr>
              <a:spLocks noEditPoints="1"/>
            </p:cNvSpPr>
            <p:nvPr/>
          </p:nvSpPr>
          <p:spPr bwMode="auto">
            <a:xfrm>
              <a:off x="5046702" y="3311272"/>
              <a:ext cx="510428" cy="701400"/>
            </a:xfrm>
            <a:custGeom>
              <a:avLst/>
              <a:gdLst>
                <a:gd name="T0" fmla="*/ 153 w 305"/>
                <a:gd name="T1" fmla="*/ 0 h 420"/>
                <a:gd name="T2" fmla="*/ 152 w 305"/>
                <a:gd name="T3" fmla="*/ 0 h 420"/>
                <a:gd name="T4" fmla="*/ 0 w 305"/>
                <a:gd name="T5" fmla="*/ 153 h 420"/>
                <a:gd name="T6" fmla="*/ 108 w 305"/>
                <a:gd name="T7" fmla="*/ 352 h 420"/>
                <a:gd name="T8" fmla="*/ 108 w 305"/>
                <a:gd name="T9" fmla="*/ 352 h 420"/>
                <a:gd name="T10" fmla="*/ 111 w 305"/>
                <a:gd name="T11" fmla="*/ 352 h 420"/>
                <a:gd name="T12" fmla="*/ 120 w 305"/>
                <a:gd name="T13" fmla="*/ 377 h 420"/>
                <a:gd name="T14" fmla="*/ 113 w 305"/>
                <a:gd name="T15" fmla="*/ 385 h 420"/>
                <a:gd name="T16" fmla="*/ 113 w 305"/>
                <a:gd name="T17" fmla="*/ 412 h 420"/>
                <a:gd name="T18" fmla="*/ 121 w 305"/>
                <a:gd name="T19" fmla="*/ 420 h 420"/>
                <a:gd name="T20" fmla="*/ 153 w 305"/>
                <a:gd name="T21" fmla="*/ 420 h 420"/>
                <a:gd name="T22" fmla="*/ 185 w 305"/>
                <a:gd name="T23" fmla="*/ 420 h 420"/>
                <a:gd name="T24" fmla="*/ 193 w 305"/>
                <a:gd name="T25" fmla="*/ 412 h 420"/>
                <a:gd name="T26" fmla="*/ 193 w 305"/>
                <a:gd name="T27" fmla="*/ 385 h 420"/>
                <a:gd name="T28" fmla="*/ 185 w 305"/>
                <a:gd name="T29" fmla="*/ 377 h 420"/>
                <a:gd name="T30" fmla="*/ 184 w 305"/>
                <a:gd name="T31" fmla="*/ 377 h 420"/>
                <a:gd name="T32" fmla="*/ 192 w 305"/>
                <a:gd name="T33" fmla="*/ 353 h 420"/>
                <a:gd name="T34" fmla="*/ 196 w 305"/>
                <a:gd name="T35" fmla="*/ 353 h 420"/>
                <a:gd name="T36" fmla="*/ 198 w 305"/>
                <a:gd name="T37" fmla="*/ 351 h 420"/>
                <a:gd name="T38" fmla="*/ 305 w 305"/>
                <a:gd name="T39" fmla="*/ 152 h 420"/>
                <a:gd name="T40" fmla="*/ 153 w 305"/>
                <a:gd name="T41" fmla="*/ 0 h 420"/>
                <a:gd name="T42" fmla="*/ 169 w 305"/>
                <a:gd name="T43" fmla="*/ 377 h 420"/>
                <a:gd name="T44" fmla="*/ 153 w 305"/>
                <a:gd name="T45" fmla="*/ 377 h 420"/>
                <a:gd name="T46" fmla="*/ 135 w 305"/>
                <a:gd name="T47" fmla="*/ 377 h 420"/>
                <a:gd name="T48" fmla="*/ 126 w 305"/>
                <a:gd name="T49" fmla="*/ 352 h 420"/>
                <a:gd name="T50" fmla="*/ 153 w 305"/>
                <a:gd name="T51" fmla="*/ 352 h 420"/>
                <a:gd name="T52" fmla="*/ 178 w 305"/>
                <a:gd name="T53" fmla="*/ 352 h 420"/>
                <a:gd name="T54" fmla="*/ 169 w 305"/>
                <a:gd name="T55" fmla="*/ 37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5" h="420">
                  <a:moveTo>
                    <a:pt x="153" y="0"/>
                  </a:moveTo>
                  <a:cubicBezTo>
                    <a:pt x="153" y="0"/>
                    <a:pt x="153" y="0"/>
                    <a:pt x="152" y="0"/>
                  </a:cubicBezTo>
                  <a:cubicBezTo>
                    <a:pt x="68" y="0"/>
                    <a:pt x="0" y="68"/>
                    <a:pt x="0" y="153"/>
                  </a:cubicBezTo>
                  <a:cubicBezTo>
                    <a:pt x="0" y="208"/>
                    <a:pt x="64" y="325"/>
                    <a:pt x="108" y="352"/>
                  </a:cubicBezTo>
                  <a:cubicBezTo>
                    <a:pt x="108" y="352"/>
                    <a:pt x="108" y="352"/>
                    <a:pt x="108" y="352"/>
                  </a:cubicBezTo>
                  <a:cubicBezTo>
                    <a:pt x="111" y="352"/>
                    <a:pt x="111" y="352"/>
                    <a:pt x="111" y="35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116" y="378"/>
                    <a:pt x="113" y="381"/>
                    <a:pt x="113" y="385"/>
                  </a:cubicBezTo>
                  <a:cubicBezTo>
                    <a:pt x="113" y="412"/>
                    <a:pt x="113" y="412"/>
                    <a:pt x="113" y="412"/>
                  </a:cubicBezTo>
                  <a:cubicBezTo>
                    <a:pt x="113" y="416"/>
                    <a:pt x="117" y="420"/>
                    <a:pt x="121" y="420"/>
                  </a:cubicBezTo>
                  <a:cubicBezTo>
                    <a:pt x="153" y="420"/>
                    <a:pt x="153" y="420"/>
                    <a:pt x="153" y="420"/>
                  </a:cubicBezTo>
                  <a:cubicBezTo>
                    <a:pt x="185" y="420"/>
                    <a:pt x="185" y="420"/>
                    <a:pt x="185" y="420"/>
                  </a:cubicBezTo>
                  <a:cubicBezTo>
                    <a:pt x="189" y="420"/>
                    <a:pt x="193" y="416"/>
                    <a:pt x="193" y="412"/>
                  </a:cubicBezTo>
                  <a:cubicBezTo>
                    <a:pt x="193" y="385"/>
                    <a:pt x="193" y="385"/>
                    <a:pt x="193" y="385"/>
                  </a:cubicBezTo>
                  <a:cubicBezTo>
                    <a:pt x="193" y="380"/>
                    <a:pt x="189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96" y="353"/>
                    <a:pt x="196" y="353"/>
                    <a:pt x="196" y="353"/>
                  </a:cubicBezTo>
                  <a:cubicBezTo>
                    <a:pt x="197" y="352"/>
                    <a:pt x="197" y="352"/>
                    <a:pt x="198" y="351"/>
                  </a:cubicBezTo>
                  <a:cubicBezTo>
                    <a:pt x="246" y="324"/>
                    <a:pt x="305" y="210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69" y="377"/>
                  </a:moveTo>
                  <a:cubicBezTo>
                    <a:pt x="153" y="377"/>
                    <a:pt x="153" y="377"/>
                    <a:pt x="153" y="377"/>
                  </a:cubicBezTo>
                  <a:cubicBezTo>
                    <a:pt x="135" y="377"/>
                    <a:pt x="135" y="377"/>
                    <a:pt x="135" y="377"/>
                  </a:cubicBezTo>
                  <a:cubicBezTo>
                    <a:pt x="126" y="352"/>
                    <a:pt x="126" y="352"/>
                    <a:pt x="126" y="352"/>
                  </a:cubicBezTo>
                  <a:cubicBezTo>
                    <a:pt x="153" y="352"/>
                    <a:pt x="153" y="352"/>
                    <a:pt x="153" y="352"/>
                  </a:cubicBezTo>
                  <a:cubicBezTo>
                    <a:pt x="178" y="352"/>
                    <a:pt x="178" y="352"/>
                    <a:pt x="178" y="352"/>
                  </a:cubicBezTo>
                  <a:lnTo>
                    <a:pt x="169" y="37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grpSp>
          <p:nvGrpSpPr>
            <p:cNvPr id="103" name="Group 102"/>
            <p:cNvGrpSpPr/>
            <p:nvPr/>
          </p:nvGrpSpPr>
          <p:grpSpPr>
            <a:xfrm>
              <a:off x="5192713" y="3495676"/>
              <a:ext cx="225425" cy="209550"/>
              <a:chOff x="5992813" y="695326"/>
              <a:chExt cx="225425" cy="209550"/>
            </a:xfrm>
            <a:solidFill>
              <a:schemeClr val="bg1"/>
            </a:solidFill>
          </p:grpSpPr>
          <p:sp>
            <p:nvSpPr>
              <p:cNvPr id="104" name="Freeform 29"/>
              <p:cNvSpPr/>
              <p:nvPr/>
            </p:nvSpPr>
            <p:spPr bwMode="auto">
              <a:xfrm>
                <a:off x="6022976" y="874713"/>
                <a:ext cx="165100" cy="30163"/>
              </a:xfrm>
              <a:custGeom>
                <a:avLst/>
                <a:gdLst>
                  <a:gd name="T0" fmla="*/ 43 w 44"/>
                  <a:gd name="T1" fmla="*/ 0 h 8"/>
                  <a:gd name="T2" fmla="*/ 1 w 44"/>
                  <a:gd name="T3" fmla="*/ 0 h 8"/>
                  <a:gd name="T4" fmla="*/ 0 w 44"/>
                  <a:gd name="T5" fmla="*/ 1 h 8"/>
                  <a:gd name="T6" fmla="*/ 0 w 44"/>
                  <a:gd name="T7" fmla="*/ 7 h 8"/>
                  <a:gd name="T8" fmla="*/ 1 w 44"/>
                  <a:gd name="T9" fmla="*/ 8 h 8"/>
                  <a:gd name="T10" fmla="*/ 43 w 44"/>
                  <a:gd name="T11" fmla="*/ 8 h 8"/>
                  <a:gd name="T12" fmla="*/ 44 w 44"/>
                  <a:gd name="T13" fmla="*/ 7 h 8"/>
                  <a:gd name="T14" fmla="*/ 44 w 44"/>
                  <a:gd name="T15" fmla="*/ 1 h 8"/>
                  <a:gd name="T16" fmla="*/ 43 w 44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8">
                    <a:moveTo>
                      <a:pt x="43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0" y="8"/>
                      <a:pt x="1" y="8"/>
                    </a:cubicBezTo>
                    <a:cubicBezTo>
                      <a:pt x="43" y="8"/>
                      <a:pt x="43" y="8"/>
                      <a:pt x="43" y="8"/>
                    </a:cubicBezTo>
                    <a:cubicBezTo>
                      <a:pt x="44" y="8"/>
                      <a:pt x="44" y="8"/>
                      <a:pt x="44" y="7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4" y="0"/>
                      <a:pt x="44" y="0"/>
                      <a:pt x="4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5" name="Freeform 30"/>
              <p:cNvSpPr/>
              <p:nvPr/>
            </p:nvSpPr>
            <p:spPr bwMode="auto">
              <a:xfrm>
                <a:off x="5992813" y="695326"/>
                <a:ext cx="225425" cy="165100"/>
              </a:xfrm>
              <a:custGeom>
                <a:avLst/>
                <a:gdLst>
                  <a:gd name="T0" fmla="*/ 60 w 60"/>
                  <a:gd name="T1" fmla="*/ 6 h 44"/>
                  <a:gd name="T2" fmla="*/ 54 w 60"/>
                  <a:gd name="T3" fmla="*/ 0 h 44"/>
                  <a:gd name="T4" fmla="*/ 48 w 60"/>
                  <a:gd name="T5" fmla="*/ 6 h 44"/>
                  <a:gd name="T6" fmla="*/ 51 w 60"/>
                  <a:gd name="T7" fmla="*/ 11 h 44"/>
                  <a:gd name="T8" fmla="*/ 40 w 60"/>
                  <a:gd name="T9" fmla="*/ 32 h 44"/>
                  <a:gd name="T10" fmla="*/ 33 w 60"/>
                  <a:gd name="T11" fmla="*/ 11 h 44"/>
                  <a:gd name="T12" fmla="*/ 36 w 60"/>
                  <a:gd name="T13" fmla="*/ 6 h 44"/>
                  <a:gd name="T14" fmla="*/ 30 w 60"/>
                  <a:gd name="T15" fmla="*/ 0 h 44"/>
                  <a:gd name="T16" fmla="*/ 24 w 60"/>
                  <a:gd name="T17" fmla="*/ 6 h 44"/>
                  <a:gd name="T18" fmla="*/ 27 w 60"/>
                  <a:gd name="T19" fmla="*/ 11 h 44"/>
                  <a:gd name="T20" fmla="*/ 20 w 60"/>
                  <a:gd name="T21" fmla="*/ 32 h 44"/>
                  <a:gd name="T22" fmla="*/ 9 w 60"/>
                  <a:gd name="T23" fmla="*/ 11 h 44"/>
                  <a:gd name="T24" fmla="*/ 12 w 60"/>
                  <a:gd name="T25" fmla="*/ 6 h 44"/>
                  <a:gd name="T26" fmla="*/ 6 w 60"/>
                  <a:gd name="T27" fmla="*/ 0 h 44"/>
                  <a:gd name="T28" fmla="*/ 0 w 60"/>
                  <a:gd name="T29" fmla="*/ 6 h 44"/>
                  <a:gd name="T30" fmla="*/ 4 w 60"/>
                  <a:gd name="T31" fmla="*/ 12 h 44"/>
                  <a:gd name="T32" fmla="*/ 8 w 60"/>
                  <a:gd name="T33" fmla="*/ 44 h 44"/>
                  <a:gd name="T34" fmla="*/ 52 w 60"/>
                  <a:gd name="T35" fmla="*/ 44 h 44"/>
                  <a:gd name="T36" fmla="*/ 56 w 60"/>
                  <a:gd name="T37" fmla="*/ 12 h 44"/>
                  <a:gd name="T38" fmla="*/ 60 w 60"/>
                  <a:gd name="T39" fmla="*/ 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0" h="44">
                    <a:moveTo>
                      <a:pt x="60" y="6"/>
                    </a:moveTo>
                    <a:cubicBezTo>
                      <a:pt x="60" y="3"/>
                      <a:pt x="57" y="0"/>
                      <a:pt x="54" y="0"/>
                    </a:cubicBezTo>
                    <a:cubicBezTo>
                      <a:pt x="51" y="0"/>
                      <a:pt x="48" y="3"/>
                      <a:pt x="48" y="6"/>
                    </a:cubicBezTo>
                    <a:cubicBezTo>
                      <a:pt x="48" y="8"/>
                      <a:pt x="49" y="10"/>
                      <a:pt x="51" y="1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5" y="10"/>
                      <a:pt x="36" y="8"/>
                      <a:pt x="36" y="6"/>
                    </a:cubicBezTo>
                    <a:cubicBezTo>
                      <a:pt x="36" y="3"/>
                      <a:pt x="33" y="0"/>
                      <a:pt x="30" y="0"/>
                    </a:cubicBezTo>
                    <a:cubicBezTo>
                      <a:pt x="27" y="0"/>
                      <a:pt x="24" y="3"/>
                      <a:pt x="24" y="6"/>
                    </a:cubicBezTo>
                    <a:cubicBezTo>
                      <a:pt x="24" y="8"/>
                      <a:pt x="25" y="10"/>
                      <a:pt x="27" y="11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11" y="10"/>
                      <a:pt x="12" y="8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2" y="11"/>
                      <a:pt x="4" y="1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52" y="44"/>
                      <a:pt x="52" y="44"/>
                      <a:pt x="52" y="44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8" y="11"/>
                      <a:pt x="60" y="9"/>
                      <a:pt x="6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" name="Group 21"/>
          <p:cNvGrpSpPr/>
          <p:nvPr/>
        </p:nvGrpSpPr>
        <p:grpSpPr>
          <a:xfrm>
            <a:off x="6616841" y="2156338"/>
            <a:ext cx="510428" cy="701400"/>
            <a:chOff x="6616841" y="2156338"/>
            <a:chExt cx="510428" cy="701400"/>
          </a:xfrm>
        </p:grpSpPr>
        <p:sp>
          <p:nvSpPr>
            <p:cNvPr id="88" name="Freeform 9"/>
            <p:cNvSpPr>
              <a:spLocks noEditPoints="1"/>
            </p:cNvSpPr>
            <p:nvPr/>
          </p:nvSpPr>
          <p:spPr bwMode="auto">
            <a:xfrm>
              <a:off x="6616841" y="2156338"/>
              <a:ext cx="510428" cy="701400"/>
            </a:xfrm>
            <a:custGeom>
              <a:avLst/>
              <a:gdLst>
                <a:gd name="T0" fmla="*/ 153 w 305"/>
                <a:gd name="T1" fmla="*/ 0 h 420"/>
                <a:gd name="T2" fmla="*/ 152 w 305"/>
                <a:gd name="T3" fmla="*/ 0 h 420"/>
                <a:gd name="T4" fmla="*/ 0 w 305"/>
                <a:gd name="T5" fmla="*/ 153 h 420"/>
                <a:gd name="T6" fmla="*/ 108 w 305"/>
                <a:gd name="T7" fmla="*/ 352 h 420"/>
                <a:gd name="T8" fmla="*/ 108 w 305"/>
                <a:gd name="T9" fmla="*/ 352 h 420"/>
                <a:gd name="T10" fmla="*/ 111 w 305"/>
                <a:gd name="T11" fmla="*/ 352 h 420"/>
                <a:gd name="T12" fmla="*/ 120 w 305"/>
                <a:gd name="T13" fmla="*/ 377 h 420"/>
                <a:gd name="T14" fmla="*/ 113 w 305"/>
                <a:gd name="T15" fmla="*/ 385 h 420"/>
                <a:gd name="T16" fmla="*/ 113 w 305"/>
                <a:gd name="T17" fmla="*/ 412 h 420"/>
                <a:gd name="T18" fmla="*/ 121 w 305"/>
                <a:gd name="T19" fmla="*/ 420 h 420"/>
                <a:gd name="T20" fmla="*/ 153 w 305"/>
                <a:gd name="T21" fmla="*/ 420 h 420"/>
                <a:gd name="T22" fmla="*/ 185 w 305"/>
                <a:gd name="T23" fmla="*/ 420 h 420"/>
                <a:gd name="T24" fmla="*/ 193 w 305"/>
                <a:gd name="T25" fmla="*/ 412 h 420"/>
                <a:gd name="T26" fmla="*/ 193 w 305"/>
                <a:gd name="T27" fmla="*/ 385 h 420"/>
                <a:gd name="T28" fmla="*/ 185 w 305"/>
                <a:gd name="T29" fmla="*/ 377 h 420"/>
                <a:gd name="T30" fmla="*/ 184 w 305"/>
                <a:gd name="T31" fmla="*/ 377 h 420"/>
                <a:gd name="T32" fmla="*/ 192 w 305"/>
                <a:gd name="T33" fmla="*/ 353 h 420"/>
                <a:gd name="T34" fmla="*/ 196 w 305"/>
                <a:gd name="T35" fmla="*/ 353 h 420"/>
                <a:gd name="T36" fmla="*/ 198 w 305"/>
                <a:gd name="T37" fmla="*/ 351 h 420"/>
                <a:gd name="T38" fmla="*/ 305 w 305"/>
                <a:gd name="T39" fmla="*/ 152 h 420"/>
                <a:gd name="T40" fmla="*/ 153 w 305"/>
                <a:gd name="T41" fmla="*/ 0 h 420"/>
                <a:gd name="T42" fmla="*/ 169 w 305"/>
                <a:gd name="T43" fmla="*/ 377 h 420"/>
                <a:gd name="T44" fmla="*/ 153 w 305"/>
                <a:gd name="T45" fmla="*/ 377 h 420"/>
                <a:gd name="T46" fmla="*/ 135 w 305"/>
                <a:gd name="T47" fmla="*/ 377 h 420"/>
                <a:gd name="T48" fmla="*/ 126 w 305"/>
                <a:gd name="T49" fmla="*/ 352 h 420"/>
                <a:gd name="T50" fmla="*/ 153 w 305"/>
                <a:gd name="T51" fmla="*/ 352 h 420"/>
                <a:gd name="T52" fmla="*/ 178 w 305"/>
                <a:gd name="T53" fmla="*/ 352 h 420"/>
                <a:gd name="T54" fmla="*/ 169 w 305"/>
                <a:gd name="T55" fmla="*/ 37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5" h="420">
                  <a:moveTo>
                    <a:pt x="153" y="0"/>
                  </a:moveTo>
                  <a:cubicBezTo>
                    <a:pt x="153" y="0"/>
                    <a:pt x="153" y="0"/>
                    <a:pt x="152" y="0"/>
                  </a:cubicBezTo>
                  <a:cubicBezTo>
                    <a:pt x="68" y="0"/>
                    <a:pt x="0" y="68"/>
                    <a:pt x="0" y="153"/>
                  </a:cubicBezTo>
                  <a:cubicBezTo>
                    <a:pt x="0" y="208"/>
                    <a:pt x="64" y="325"/>
                    <a:pt x="108" y="352"/>
                  </a:cubicBezTo>
                  <a:cubicBezTo>
                    <a:pt x="108" y="352"/>
                    <a:pt x="108" y="352"/>
                    <a:pt x="108" y="352"/>
                  </a:cubicBezTo>
                  <a:cubicBezTo>
                    <a:pt x="111" y="352"/>
                    <a:pt x="111" y="352"/>
                    <a:pt x="111" y="35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116" y="378"/>
                    <a:pt x="113" y="381"/>
                    <a:pt x="113" y="385"/>
                  </a:cubicBezTo>
                  <a:cubicBezTo>
                    <a:pt x="113" y="412"/>
                    <a:pt x="113" y="412"/>
                    <a:pt x="113" y="412"/>
                  </a:cubicBezTo>
                  <a:cubicBezTo>
                    <a:pt x="113" y="416"/>
                    <a:pt x="117" y="420"/>
                    <a:pt x="121" y="420"/>
                  </a:cubicBezTo>
                  <a:cubicBezTo>
                    <a:pt x="153" y="420"/>
                    <a:pt x="153" y="420"/>
                    <a:pt x="153" y="420"/>
                  </a:cubicBezTo>
                  <a:cubicBezTo>
                    <a:pt x="185" y="420"/>
                    <a:pt x="185" y="420"/>
                    <a:pt x="185" y="420"/>
                  </a:cubicBezTo>
                  <a:cubicBezTo>
                    <a:pt x="189" y="420"/>
                    <a:pt x="193" y="416"/>
                    <a:pt x="193" y="412"/>
                  </a:cubicBezTo>
                  <a:cubicBezTo>
                    <a:pt x="193" y="385"/>
                    <a:pt x="193" y="385"/>
                    <a:pt x="193" y="385"/>
                  </a:cubicBezTo>
                  <a:cubicBezTo>
                    <a:pt x="193" y="380"/>
                    <a:pt x="189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96" y="353"/>
                    <a:pt x="196" y="353"/>
                    <a:pt x="196" y="353"/>
                  </a:cubicBezTo>
                  <a:cubicBezTo>
                    <a:pt x="197" y="352"/>
                    <a:pt x="197" y="352"/>
                    <a:pt x="198" y="351"/>
                  </a:cubicBezTo>
                  <a:cubicBezTo>
                    <a:pt x="246" y="324"/>
                    <a:pt x="305" y="210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69" y="377"/>
                  </a:moveTo>
                  <a:cubicBezTo>
                    <a:pt x="153" y="377"/>
                    <a:pt x="153" y="377"/>
                    <a:pt x="153" y="377"/>
                  </a:cubicBezTo>
                  <a:cubicBezTo>
                    <a:pt x="135" y="377"/>
                    <a:pt x="135" y="377"/>
                    <a:pt x="135" y="377"/>
                  </a:cubicBezTo>
                  <a:cubicBezTo>
                    <a:pt x="126" y="352"/>
                    <a:pt x="126" y="352"/>
                    <a:pt x="126" y="352"/>
                  </a:cubicBezTo>
                  <a:cubicBezTo>
                    <a:pt x="153" y="352"/>
                    <a:pt x="153" y="352"/>
                    <a:pt x="153" y="352"/>
                  </a:cubicBezTo>
                  <a:cubicBezTo>
                    <a:pt x="178" y="352"/>
                    <a:pt x="178" y="352"/>
                    <a:pt x="178" y="352"/>
                  </a:cubicBezTo>
                  <a:lnTo>
                    <a:pt x="169" y="3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6" name="Freeform 133"/>
            <p:cNvSpPr/>
            <p:nvPr/>
          </p:nvSpPr>
          <p:spPr bwMode="auto">
            <a:xfrm>
              <a:off x="6753786" y="2307552"/>
              <a:ext cx="236538" cy="241300"/>
            </a:xfrm>
            <a:custGeom>
              <a:avLst/>
              <a:gdLst>
                <a:gd name="T0" fmla="*/ 62 w 63"/>
                <a:gd name="T1" fmla="*/ 49 h 64"/>
                <a:gd name="T2" fmla="*/ 47 w 63"/>
                <a:gd name="T3" fmla="*/ 41 h 64"/>
                <a:gd name="T4" fmla="*/ 40 w 63"/>
                <a:gd name="T5" fmla="*/ 38 h 64"/>
                <a:gd name="T6" fmla="*/ 40 w 63"/>
                <a:gd name="T7" fmla="*/ 32 h 64"/>
                <a:gd name="T8" fmla="*/ 43 w 63"/>
                <a:gd name="T9" fmla="*/ 25 h 64"/>
                <a:gd name="T10" fmla="*/ 46 w 63"/>
                <a:gd name="T11" fmla="*/ 21 h 64"/>
                <a:gd name="T12" fmla="*/ 44 w 63"/>
                <a:gd name="T13" fmla="*/ 16 h 64"/>
                <a:gd name="T14" fmla="*/ 44 w 63"/>
                <a:gd name="T15" fmla="*/ 10 h 64"/>
                <a:gd name="T16" fmla="*/ 32 w 63"/>
                <a:gd name="T17" fmla="*/ 0 h 64"/>
                <a:gd name="T18" fmla="*/ 19 w 63"/>
                <a:gd name="T19" fmla="*/ 10 h 64"/>
                <a:gd name="T20" fmla="*/ 20 w 63"/>
                <a:gd name="T21" fmla="*/ 16 h 64"/>
                <a:gd name="T22" fmla="*/ 18 w 63"/>
                <a:gd name="T23" fmla="*/ 21 h 64"/>
                <a:gd name="T24" fmla="*/ 21 w 63"/>
                <a:gd name="T25" fmla="*/ 25 h 64"/>
                <a:gd name="T26" fmla="*/ 24 w 63"/>
                <a:gd name="T27" fmla="*/ 32 h 64"/>
                <a:gd name="T28" fmla="*/ 24 w 63"/>
                <a:gd name="T29" fmla="*/ 38 h 64"/>
                <a:gd name="T30" fmla="*/ 16 w 63"/>
                <a:gd name="T31" fmla="*/ 41 h 64"/>
                <a:gd name="T32" fmla="*/ 2 w 63"/>
                <a:gd name="T33" fmla="*/ 49 h 64"/>
                <a:gd name="T34" fmla="*/ 1 w 63"/>
                <a:gd name="T35" fmla="*/ 64 h 64"/>
                <a:gd name="T36" fmla="*/ 63 w 63"/>
                <a:gd name="T37" fmla="*/ 64 h 64"/>
                <a:gd name="T38" fmla="*/ 62 w 63"/>
                <a:gd name="T39" fmla="*/ 4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3" h="64">
                  <a:moveTo>
                    <a:pt x="62" y="49"/>
                  </a:moveTo>
                  <a:cubicBezTo>
                    <a:pt x="60" y="46"/>
                    <a:pt x="54" y="44"/>
                    <a:pt x="47" y="41"/>
                  </a:cubicBezTo>
                  <a:cubicBezTo>
                    <a:pt x="41" y="39"/>
                    <a:pt x="40" y="38"/>
                    <a:pt x="40" y="3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42" y="30"/>
                    <a:pt x="43" y="25"/>
                  </a:cubicBezTo>
                  <a:cubicBezTo>
                    <a:pt x="44" y="25"/>
                    <a:pt x="46" y="22"/>
                    <a:pt x="46" y="21"/>
                  </a:cubicBezTo>
                  <a:cubicBezTo>
                    <a:pt x="46" y="20"/>
                    <a:pt x="46" y="16"/>
                    <a:pt x="44" y="16"/>
                  </a:cubicBezTo>
                  <a:cubicBezTo>
                    <a:pt x="44" y="14"/>
                    <a:pt x="44" y="11"/>
                    <a:pt x="44" y="10"/>
                  </a:cubicBezTo>
                  <a:cubicBezTo>
                    <a:pt x="44" y="5"/>
                    <a:pt x="39" y="0"/>
                    <a:pt x="32" y="0"/>
                  </a:cubicBezTo>
                  <a:cubicBezTo>
                    <a:pt x="25" y="0"/>
                    <a:pt x="20" y="5"/>
                    <a:pt x="19" y="10"/>
                  </a:cubicBezTo>
                  <a:cubicBezTo>
                    <a:pt x="19" y="11"/>
                    <a:pt x="20" y="14"/>
                    <a:pt x="20" y="16"/>
                  </a:cubicBezTo>
                  <a:cubicBezTo>
                    <a:pt x="18" y="16"/>
                    <a:pt x="18" y="20"/>
                    <a:pt x="18" y="21"/>
                  </a:cubicBezTo>
                  <a:cubicBezTo>
                    <a:pt x="18" y="22"/>
                    <a:pt x="20" y="25"/>
                    <a:pt x="21" y="25"/>
                  </a:cubicBezTo>
                  <a:cubicBezTo>
                    <a:pt x="22" y="30"/>
                    <a:pt x="24" y="32"/>
                    <a:pt x="24" y="32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3" y="39"/>
                    <a:pt x="16" y="41"/>
                  </a:cubicBezTo>
                  <a:cubicBezTo>
                    <a:pt x="10" y="44"/>
                    <a:pt x="4" y="46"/>
                    <a:pt x="2" y="49"/>
                  </a:cubicBezTo>
                  <a:cubicBezTo>
                    <a:pt x="0" y="51"/>
                    <a:pt x="1" y="64"/>
                    <a:pt x="1" y="64"/>
                  </a:cubicBezTo>
                  <a:cubicBezTo>
                    <a:pt x="63" y="64"/>
                    <a:pt x="63" y="64"/>
                    <a:pt x="63" y="64"/>
                  </a:cubicBezTo>
                  <a:cubicBezTo>
                    <a:pt x="63" y="64"/>
                    <a:pt x="63" y="51"/>
                    <a:pt x="62" y="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9742044" y="2070637"/>
            <a:ext cx="510428" cy="701400"/>
            <a:chOff x="9742044" y="2070637"/>
            <a:chExt cx="510428" cy="701400"/>
          </a:xfrm>
        </p:grpSpPr>
        <p:sp>
          <p:nvSpPr>
            <p:cNvPr id="90" name="Freeform 9"/>
            <p:cNvSpPr>
              <a:spLocks noEditPoints="1"/>
            </p:cNvSpPr>
            <p:nvPr/>
          </p:nvSpPr>
          <p:spPr bwMode="auto">
            <a:xfrm>
              <a:off x="9742044" y="2070637"/>
              <a:ext cx="510428" cy="701400"/>
            </a:xfrm>
            <a:custGeom>
              <a:avLst/>
              <a:gdLst>
                <a:gd name="T0" fmla="*/ 153 w 305"/>
                <a:gd name="T1" fmla="*/ 0 h 420"/>
                <a:gd name="T2" fmla="*/ 152 w 305"/>
                <a:gd name="T3" fmla="*/ 0 h 420"/>
                <a:gd name="T4" fmla="*/ 0 w 305"/>
                <a:gd name="T5" fmla="*/ 153 h 420"/>
                <a:gd name="T6" fmla="*/ 108 w 305"/>
                <a:gd name="T7" fmla="*/ 352 h 420"/>
                <a:gd name="T8" fmla="*/ 108 w 305"/>
                <a:gd name="T9" fmla="*/ 352 h 420"/>
                <a:gd name="T10" fmla="*/ 111 w 305"/>
                <a:gd name="T11" fmla="*/ 352 h 420"/>
                <a:gd name="T12" fmla="*/ 120 w 305"/>
                <a:gd name="T13" fmla="*/ 377 h 420"/>
                <a:gd name="T14" fmla="*/ 113 w 305"/>
                <a:gd name="T15" fmla="*/ 385 h 420"/>
                <a:gd name="T16" fmla="*/ 113 w 305"/>
                <a:gd name="T17" fmla="*/ 412 h 420"/>
                <a:gd name="T18" fmla="*/ 121 w 305"/>
                <a:gd name="T19" fmla="*/ 420 h 420"/>
                <a:gd name="T20" fmla="*/ 153 w 305"/>
                <a:gd name="T21" fmla="*/ 420 h 420"/>
                <a:gd name="T22" fmla="*/ 185 w 305"/>
                <a:gd name="T23" fmla="*/ 420 h 420"/>
                <a:gd name="T24" fmla="*/ 193 w 305"/>
                <a:gd name="T25" fmla="*/ 412 h 420"/>
                <a:gd name="T26" fmla="*/ 193 w 305"/>
                <a:gd name="T27" fmla="*/ 385 h 420"/>
                <a:gd name="T28" fmla="*/ 185 w 305"/>
                <a:gd name="T29" fmla="*/ 377 h 420"/>
                <a:gd name="T30" fmla="*/ 184 w 305"/>
                <a:gd name="T31" fmla="*/ 377 h 420"/>
                <a:gd name="T32" fmla="*/ 192 w 305"/>
                <a:gd name="T33" fmla="*/ 353 h 420"/>
                <a:gd name="T34" fmla="*/ 196 w 305"/>
                <a:gd name="T35" fmla="*/ 353 h 420"/>
                <a:gd name="T36" fmla="*/ 198 w 305"/>
                <a:gd name="T37" fmla="*/ 351 h 420"/>
                <a:gd name="T38" fmla="*/ 305 w 305"/>
                <a:gd name="T39" fmla="*/ 152 h 420"/>
                <a:gd name="T40" fmla="*/ 153 w 305"/>
                <a:gd name="T41" fmla="*/ 0 h 420"/>
                <a:gd name="T42" fmla="*/ 169 w 305"/>
                <a:gd name="T43" fmla="*/ 377 h 420"/>
                <a:gd name="T44" fmla="*/ 153 w 305"/>
                <a:gd name="T45" fmla="*/ 377 h 420"/>
                <a:gd name="T46" fmla="*/ 135 w 305"/>
                <a:gd name="T47" fmla="*/ 377 h 420"/>
                <a:gd name="T48" fmla="*/ 126 w 305"/>
                <a:gd name="T49" fmla="*/ 352 h 420"/>
                <a:gd name="T50" fmla="*/ 153 w 305"/>
                <a:gd name="T51" fmla="*/ 352 h 420"/>
                <a:gd name="T52" fmla="*/ 178 w 305"/>
                <a:gd name="T53" fmla="*/ 352 h 420"/>
                <a:gd name="T54" fmla="*/ 169 w 305"/>
                <a:gd name="T55" fmla="*/ 37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5" h="420">
                  <a:moveTo>
                    <a:pt x="153" y="0"/>
                  </a:moveTo>
                  <a:cubicBezTo>
                    <a:pt x="153" y="0"/>
                    <a:pt x="153" y="0"/>
                    <a:pt x="152" y="0"/>
                  </a:cubicBezTo>
                  <a:cubicBezTo>
                    <a:pt x="68" y="0"/>
                    <a:pt x="0" y="68"/>
                    <a:pt x="0" y="153"/>
                  </a:cubicBezTo>
                  <a:cubicBezTo>
                    <a:pt x="0" y="208"/>
                    <a:pt x="64" y="325"/>
                    <a:pt x="108" y="352"/>
                  </a:cubicBezTo>
                  <a:cubicBezTo>
                    <a:pt x="108" y="352"/>
                    <a:pt x="108" y="352"/>
                    <a:pt x="108" y="352"/>
                  </a:cubicBezTo>
                  <a:cubicBezTo>
                    <a:pt x="111" y="352"/>
                    <a:pt x="111" y="352"/>
                    <a:pt x="111" y="35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116" y="378"/>
                    <a:pt x="113" y="381"/>
                    <a:pt x="113" y="385"/>
                  </a:cubicBezTo>
                  <a:cubicBezTo>
                    <a:pt x="113" y="412"/>
                    <a:pt x="113" y="412"/>
                    <a:pt x="113" y="412"/>
                  </a:cubicBezTo>
                  <a:cubicBezTo>
                    <a:pt x="113" y="416"/>
                    <a:pt x="117" y="420"/>
                    <a:pt x="121" y="420"/>
                  </a:cubicBezTo>
                  <a:cubicBezTo>
                    <a:pt x="153" y="420"/>
                    <a:pt x="153" y="420"/>
                    <a:pt x="153" y="420"/>
                  </a:cubicBezTo>
                  <a:cubicBezTo>
                    <a:pt x="185" y="420"/>
                    <a:pt x="185" y="420"/>
                    <a:pt x="185" y="420"/>
                  </a:cubicBezTo>
                  <a:cubicBezTo>
                    <a:pt x="189" y="420"/>
                    <a:pt x="193" y="416"/>
                    <a:pt x="193" y="412"/>
                  </a:cubicBezTo>
                  <a:cubicBezTo>
                    <a:pt x="193" y="385"/>
                    <a:pt x="193" y="385"/>
                    <a:pt x="193" y="385"/>
                  </a:cubicBezTo>
                  <a:cubicBezTo>
                    <a:pt x="193" y="380"/>
                    <a:pt x="189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96" y="353"/>
                    <a:pt x="196" y="353"/>
                    <a:pt x="196" y="353"/>
                  </a:cubicBezTo>
                  <a:cubicBezTo>
                    <a:pt x="197" y="352"/>
                    <a:pt x="197" y="352"/>
                    <a:pt x="198" y="351"/>
                  </a:cubicBezTo>
                  <a:cubicBezTo>
                    <a:pt x="246" y="324"/>
                    <a:pt x="305" y="210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69" y="377"/>
                  </a:moveTo>
                  <a:cubicBezTo>
                    <a:pt x="153" y="377"/>
                    <a:pt x="153" y="377"/>
                    <a:pt x="153" y="377"/>
                  </a:cubicBezTo>
                  <a:cubicBezTo>
                    <a:pt x="135" y="377"/>
                    <a:pt x="135" y="377"/>
                    <a:pt x="135" y="377"/>
                  </a:cubicBezTo>
                  <a:cubicBezTo>
                    <a:pt x="126" y="352"/>
                    <a:pt x="126" y="352"/>
                    <a:pt x="126" y="352"/>
                  </a:cubicBezTo>
                  <a:cubicBezTo>
                    <a:pt x="153" y="352"/>
                    <a:pt x="153" y="352"/>
                    <a:pt x="153" y="352"/>
                  </a:cubicBezTo>
                  <a:cubicBezTo>
                    <a:pt x="178" y="352"/>
                    <a:pt x="178" y="352"/>
                    <a:pt x="178" y="352"/>
                  </a:cubicBezTo>
                  <a:lnTo>
                    <a:pt x="169" y="37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8" name="Freeform 5"/>
            <p:cNvSpPr>
              <a:spLocks noEditPoints="1"/>
            </p:cNvSpPr>
            <p:nvPr/>
          </p:nvSpPr>
          <p:spPr bwMode="auto">
            <a:xfrm>
              <a:off x="9840153" y="2184513"/>
              <a:ext cx="322003" cy="322003"/>
            </a:xfrm>
            <a:custGeom>
              <a:avLst/>
              <a:gdLst>
                <a:gd name="T0" fmla="*/ 0 w 124"/>
                <a:gd name="T1" fmla="*/ 62 h 124"/>
                <a:gd name="T2" fmla="*/ 124 w 124"/>
                <a:gd name="T3" fmla="*/ 62 h 124"/>
                <a:gd name="T4" fmla="*/ 116 w 124"/>
                <a:gd name="T5" fmla="*/ 60 h 124"/>
                <a:gd name="T6" fmla="*/ 87 w 124"/>
                <a:gd name="T7" fmla="*/ 35 h 124"/>
                <a:gd name="T8" fmla="*/ 116 w 124"/>
                <a:gd name="T9" fmla="*/ 60 h 124"/>
                <a:gd name="T10" fmla="*/ 43 w 124"/>
                <a:gd name="T11" fmla="*/ 95 h 124"/>
                <a:gd name="T12" fmla="*/ 60 w 124"/>
                <a:gd name="T13" fmla="*/ 116 h 124"/>
                <a:gd name="T14" fmla="*/ 64 w 124"/>
                <a:gd name="T15" fmla="*/ 8 h 124"/>
                <a:gd name="T16" fmla="*/ 64 w 124"/>
                <a:gd name="T17" fmla="*/ 36 h 124"/>
                <a:gd name="T18" fmla="*/ 64 w 124"/>
                <a:gd name="T19" fmla="*/ 8 h 124"/>
                <a:gd name="T20" fmla="*/ 100 w 124"/>
                <a:gd name="T21" fmla="*/ 23 h 124"/>
                <a:gd name="T22" fmla="*/ 71 w 124"/>
                <a:gd name="T23" fmla="*/ 9 h 124"/>
                <a:gd name="T24" fmla="*/ 60 w 124"/>
                <a:gd name="T25" fmla="*/ 36 h 124"/>
                <a:gd name="T26" fmla="*/ 60 w 124"/>
                <a:gd name="T27" fmla="*/ 8 h 124"/>
                <a:gd name="T28" fmla="*/ 38 w 124"/>
                <a:gd name="T29" fmla="*/ 31 h 124"/>
                <a:gd name="T30" fmla="*/ 53 w 124"/>
                <a:gd name="T31" fmla="*/ 9 h 124"/>
                <a:gd name="T32" fmla="*/ 40 w 124"/>
                <a:gd name="T33" fmla="*/ 36 h 124"/>
                <a:gd name="T34" fmla="*/ 60 w 124"/>
                <a:gd name="T35" fmla="*/ 60 h 124"/>
                <a:gd name="T36" fmla="*/ 40 w 124"/>
                <a:gd name="T37" fmla="*/ 36 h 124"/>
                <a:gd name="T38" fmla="*/ 60 w 124"/>
                <a:gd name="T39" fmla="*/ 88 h 124"/>
                <a:gd name="T40" fmla="*/ 36 w 124"/>
                <a:gd name="T41" fmla="*/ 64 h 124"/>
                <a:gd name="T42" fmla="*/ 53 w 124"/>
                <a:gd name="T43" fmla="*/ 115 h 124"/>
                <a:gd name="T44" fmla="*/ 40 w 124"/>
                <a:gd name="T45" fmla="*/ 96 h 124"/>
                <a:gd name="T46" fmla="*/ 64 w 124"/>
                <a:gd name="T47" fmla="*/ 116 h 124"/>
                <a:gd name="T48" fmla="*/ 81 w 124"/>
                <a:gd name="T49" fmla="*/ 95 h 124"/>
                <a:gd name="T50" fmla="*/ 64 w 124"/>
                <a:gd name="T51" fmla="*/ 116 h 124"/>
                <a:gd name="T52" fmla="*/ 97 w 124"/>
                <a:gd name="T53" fmla="*/ 103 h 124"/>
                <a:gd name="T54" fmla="*/ 84 w 124"/>
                <a:gd name="T55" fmla="*/ 96 h 124"/>
                <a:gd name="T56" fmla="*/ 64 w 124"/>
                <a:gd name="T57" fmla="*/ 88 h 124"/>
                <a:gd name="T58" fmla="*/ 88 w 124"/>
                <a:gd name="T59" fmla="*/ 64 h 124"/>
                <a:gd name="T60" fmla="*/ 64 w 124"/>
                <a:gd name="T61" fmla="*/ 60 h 124"/>
                <a:gd name="T62" fmla="*/ 84 w 124"/>
                <a:gd name="T63" fmla="*/ 36 h 124"/>
                <a:gd name="T64" fmla="*/ 64 w 124"/>
                <a:gd name="T65" fmla="*/ 60 h 124"/>
                <a:gd name="T66" fmla="*/ 37 w 124"/>
                <a:gd name="T67" fmla="*/ 35 h 124"/>
                <a:gd name="T68" fmla="*/ 8 w 124"/>
                <a:gd name="T69" fmla="*/ 60 h 124"/>
                <a:gd name="T70" fmla="*/ 8 w 124"/>
                <a:gd name="T71" fmla="*/ 64 h 124"/>
                <a:gd name="T72" fmla="*/ 38 w 124"/>
                <a:gd name="T73" fmla="*/ 93 h 124"/>
                <a:gd name="T74" fmla="*/ 8 w 124"/>
                <a:gd name="T75" fmla="*/ 64 h 124"/>
                <a:gd name="T76" fmla="*/ 86 w 124"/>
                <a:gd name="T77" fmla="*/ 93 h 124"/>
                <a:gd name="T78" fmla="*/ 116 w 124"/>
                <a:gd name="T79" fmla="*/ 6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4" h="124">
                  <a:moveTo>
                    <a:pt x="62" y="0"/>
                  </a:moveTo>
                  <a:cubicBezTo>
                    <a:pt x="28" y="0"/>
                    <a:pt x="0" y="28"/>
                    <a:pt x="0" y="62"/>
                  </a:cubicBezTo>
                  <a:cubicBezTo>
                    <a:pt x="0" y="96"/>
                    <a:pt x="28" y="124"/>
                    <a:pt x="62" y="124"/>
                  </a:cubicBezTo>
                  <a:cubicBezTo>
                    <a:pt x="96" y="124"/>
                    <a:pt x="124" y="96"/>
                    <a:pt x="124" y="62"/>
                  </a:cubicBezTo>
                  <a:cubicBezTo>
                    <a:pt x="124" y="28"/>
                    <a:pt x="96" y="0"/>
                    <a:pt x="62" y="0"/>
                  </a:cubicBezTo>
                  <a:close/>
                  <a:moveTo>
                    <a:pt x="116" y="60"/>
                  </a:moveTo>
                  <a:cubicBezTo>
                    <a:pt x="92" y="60"/>
                    <a:pt x="92" y="60"/>
                    <a:pt x="92" y="60"/>
                  </a:cubicBezTo>
                  <a:cubicBezTo>
                    <a:pt x="92" y="51"/>
                    <a:pt x="90" y="43"/>
                    <a:pt x="87" y="35"/>
                  </a:cubicBezTo>
                  <a:cubicBezTo>
                    <a:pt x="93" y="33"/>
                    <a:pt x="98" y="30"/>
                    <a:pt x="102" y="26"/>
                  </a:cubicBezTo>
                  <a:cubicBezTo>
                    <a:pt x="110" y="35"/>
                    <a:pt x="115" y="47"/>
                    <a:pt x="116" y="60"/>
                  </a:cubicBezTo>
                  <a:close/>
                  <a:moveTo>
                    <a:pt x="60" y="116"/>
                  </a:moveTo>
                  <a:cubicBezTo>
                    <a:pt x="53" y="110"/>
                    <a:pt x="48" y="103"/>
                    <a:pt x="43" y="95"/>
                  </a:cubicBezTo>
                  <a:cubicBezTo>
                    <a:pt x="49" y="93"/>
                    <a:pt x="54" y="92"/>
                    <a:pt x="60" y="92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0" y="116"/>
                    <a:pt x="60" y="116"/>
                    <a:pt x="60" y="116"/>
                  </a:cubicBezTo>
                  <a:close/>
                  <a:moveTo>
                    <a:pt x="64" y="8"/>
                  </a:moveTo>
                  <a:cubicBezTo>
                    <a:pt x="72" y="14"/>
                    <a:pt x="78" y="23"/>
                    <a:pt x="82" y="33"/>
                  </a:cubicBezTo>
                  <a:cubicBezTo>
                    <a:pt x="76" y="35"/>
                    <a:pt x="70" y="36"/>
                    <a:pt x="64" y="36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lose/>
                  <a:moveTo>
                    <a:pt x="71" y="9"/>
                  </a:moveTo>
                  <a:cubicBezTo>
                    <a:pt x="82" y="11"/>
                    <a:pt x="92" y="16"/>
                    <a:pt x="100" y="23"/>
                  </a:cubicBezTo>
                  <a:cubicBezTo>
                    <a:pt x="95" y="26"/>
                    <a:pt x="91" y="29"/>
                    <a:pt x="86" y="31"/>
                  </a:cubicBezTo>
                  <a:cubicBezTo>
                    <a:pt x="82" y="23"/>
                    <a:pt x="77" y="15"/>
                    <a:pt x="71" y="9"/>
                  </a:cubicBezTo>
                  <a:close/>
                  <a:moveTo>
                    <a:pt x="60" y="8"/>
                  </a:moveTo>
                  <a:cubicBezTo>
                    <a:pt x="60" y="36"/>
                    <a:pt x="60" y="36"/>
                    <a:pt x="60" y="36"/>
                  </a:cubicBezTo>
                  <a:cubicBezTo>
                    <a:pt x="54" y="36"/>
                    <a:pt x="48" y="35"/>
                    <a:pt x="42" y="33"/>
                  </a:cubicBezTo>
                  <a:cubicBezTo>
                    <a:pt x="46" y="23"/>
                    <a:pt x="52" y="14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lose/>
                  <a:moveTo>
                    <a:pt x="38" y="31"/>
                  </a:moveTo>
                  <a:cubicBezTo>
                    <a:pt x="33" y="29"/>
                    <a:pt x="29" y="26"/>
                    <a:pt x="24" y="23"/>
                  </a:cubicBezTo>
                  <a:cubicBezTo>
                    <a:pt x="32" y="16"/>
                    <a:pt x="42" y="11"/>
                    <a:pt x="53" y="9"/>
                  </a:cubicBezTo>
                  <a:cubicBezTo>
                    <a:pt x="47" y="15"/>
                    <a:pt x="42" y="23"/>
                    <a:pt x="38" y="31"/>
                  </a:cubicBezTo>
                  <a:close/>
                  <a:moveTo>
                    <a:pt x="40" y="36"/>
                  </a:moveTo>
                  <a:cubicBezTo>
                    <a:pt x="47" y="38"/>
                    <a:pt x="53" y="40"/>
                    <a:pt x="60" y="4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52"/>
                    <a:pt x="38" y="44"/>
                    <a:pt x="40" y="36"/>
                  </a:cubicBezTo>
                  <a:close/>
                  <a:moveTo>
                    <a:pt x="60" y="64"/>
                  </a:moveTo>
                  <a:cubicBezTo>
                    <a:pt x="60" y="88"/>
                    <a:pt x="60" y="88"/>
                    <a:pt x="60" y="88"/>
                  </a:cubicBezTo>
                  <a:cubicBezTo>
                    <a:pt x="54" y="88"/>
                    <a:pt x="48" y="89"/>
                    <a:pt x="42" y="91"/>
                  </a:cubicBezTo>
                  <a:cubicBezTo>
                    <a:pt x="38" y="83"/>
                    <a:pt x="36" y="74"/>
                    <a:pt x="36" y="64"/>
                  </a:cubicBezTo>
                  <a:lnTo>
                    <a:pt x="60" y="64"/>
                  </a:lnTo>
                  <a:close/>
                  <a:moveTo>
                    <a:pt x="53" y="115"/>
                  </a:moveTo>
                  <a:cubicBezTo>
                    <a:pt x="43" y="114"/>
                    <a:pt x="34" y="109"/>
                    <a:pt x="27" y="103"/>
                  </a:cubicBezTo>
                  <a:cubicBezTo>
                    <a:pt x="31" y="100"/>
                    <a:pt x="35" y="98"/>
                    <a:pt x="40" y="96"/>
                  </a:cubicBezTo>
                  <a:cubicBezTo>
                    <a:pt x="43" y="103"/>
                    <a:pt x="48" y="110"/>
                    <a:pt x="53" y="115"/>
                  </a:cubicBezTo>
                  <a:close/>
                  <a:moveTo>
                    <a:pt x="64" y="116"/>
                  </a:moveTo>
                  <a:cubicBezTo>
                    <a:pt x="64" y="92"/>
                    <a:pt x="64" y="92"/>
                    <a:pt x="64" y="92"/>
                  </a:cubicBezTo>
                  <a:cubicBezTo>
                    <a:pt x="70" y="92"/>
                    <a:pt x="75" y="93"/>
                    <a:pt x="81" y="95"/>
                  </a:cubicBezTo>
                  <a:cubicBezTo>
                    <a:pt x="76" y="103"/>
                    <a:pt x="71" y="110"/>
                    <a:pt x="64" y="116"/>
                  </a:cubicBezTo>
                  <a:cubicBezTo>
                    <a:pt x="64" y="116"/>
                    <a:pt x="64" y="116"/>
                    <a:pt x="64" y="116"/>
                  </a:cubicBezTo>
                  <a:close/>
                  <a:moveTo>
                    <a:pt x="84" y="96"/>
                  </a:moveTo>
                  <a:cubicBezTo>
                    <a:pt x="89" y="98"/>
                    <a:pt x="93" y="100"/>
                    <a:pt x="97" y="103"/>
                  </a:cubicBezTo>
                  <a:cubicBezTo>
                    <a:pt x="90" y="109"/>
                    <a:pt x="81" y="114"/>
                    <a:pt x="71" y="115"/>
                  </a:cubicBezTo>
                  <a:cubicBezTo>
                    <a:pt x="76" y="110"/>
                    <a:pt x="81" y="103"/>
                    <a:pt x="84" y="96"/>
                  </a:cubicBezTo>
                  <a:close/>
                  <a:moveTo>
                    <a:pt x="82" y="91"/>
                  </a:moveTo>
                  <a:cubicBezTo>
                    <a:pt x="76" y="89"/>
                    <a:pt x="70" y="88"/>
                    <a:pt x="64" y="8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74"/>
                    <a:pt x="86" y="83"/>
                    <a:pt x="82" y="91"/>
                  </a:cubicBezTo>
                  <a:close/>
                  <a:moveTo>
                    <a:pt x="64" y="6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71" y="40"/>
                    <a:pt x="77" y="38"/>
                    <a:pt x="84" y="36"/>
                  </a:cubicBezTo>
                  <a:cubicBezTo>
                    <a:pt x="86" y="44"/>
                    <a:pt x="88" y="52"/>
                    <a:pt x="88" y="60"/>
                  </a:cubicBezTo>
                  <a:lnTo>
                    <a:pt x="64" y="60"/>
                  </a:lnTo>
                  <a:close/>
                  <a:moveTo>
                    <a:pt x="22" y="26"/>
                  </a:moveTo>
                  <a:cubicBezTo>
                    <a:pt x="26" y="30"/>
                    <a:pt x="31" y="33"/>
                    <a:pt x="37" y="35"/>
                  </a:cubicBezTo>
                  <a:cubicBezTo>
                    <a:pt x="34" y="43"/>
                    <a:pt x="32" y="51"/>
                    <a:pt x="32" y="60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9" y="47"/>
                    <a:pt x="14" y="35"/>
                    <a:pt x="22" y="26"/>
                  </a:cubicBezTo>
                  <a:close/>
                  <a:moveTo>
                    <a:pt x="8" y="64"/>
                  </a:moveTo>
                  <a:cubicBezTo>
                    <a:pt x="32" y="64"/>
                    <a:pt x="32" y="64"/>
                    <a:pt x="32" y="64"/>
                  </a:cubicBezTo>
                  <a:cubicBezTo>
                    <a:pt x="32" y="74"/>
                    <a:pt x="34" y="84"/>
                    <a:pt x="38" y="93"/>
                  </a:cubicBezTo>
                  <a:cubicBezTo>
                    <a:pt x="33" y="95"/>
                    <a:pt x="28" y="97"/>
                    <a:pt x="24" y="100"/>
                  </a:cubicBezTo>
                  <a:cubicBezTo>
                    <a:pt x="15" y="91"/>
                    <a:pt x="9" y="78"/>
                    <a:pt x="8" y="64"/>
                  </a:cubicBezTo>
                  <a:close/>
                  <a:moveTo>
                    <a:pt x="100" y="100"/>
                  </a:moveTo>
                  <a:cubicBezTo>
                    <a:pt x="96" y="97"/>
                    <a:pt x="91" y="95"/>
                    <a:pt x="86" y="93"/>
                  </a:cubicBezTo>
                  <a:cubicBezTo>
                    <a:pt x="90" y="84"/>
                    <a:pt x="92" y="74"/>
                    <a:pt x="92" y="64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15" y="78"/>
                    <a:pt x="109" y="91"/>
                    <a:pt x="100" y="1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8162380" y="3244621"/>
            <a:ext cx="510428" cy="701400"/>
            <a:chOff x="8162380" y="3244621"/>
            <a:chExt cx="510428" cy="701400"/>
          </a:xfrm>
        </p:grpSpPr>
        <p:sp>
          <p:nvSpPr>
            <p:cNvPr id="89" name="Freeform 9"/>
            <p:cNvSpPr>
              <a:spLocks noEditPoints="1"/>
            </p:cNvSpPr>
            <p:nvPr/>
          </p:nvSpPr>
          <p:spPr bwMode="auto">
            <a:xfrm>
              <a:off x="8162380" y="3244621"/>
              <a:ext cx="510428" cy="701400"/>
            </a:xfrm>
            <a:custGeom>
              <a:avLst/>
              <a:gdLst>
                <a:gd name="T0" fmla="*/ 153 w 305"/>
                <a:gd name="T1" fmla="*/ 0 h 420"/>
                <a:gd name="T2" fmla="*/ 152 w 305"/>
                <a:gd name="T3" fmla="*/ 0 h 420"/>
                <a:gd name="T4" fmla="*/ 0 w 305"/>
                <a:gd name="T5" fmla="*/ 153 h 420"/>
                <a:gd name="T6" fmla="*/ 108 w 305"/>
                <a:gd name="T7" fmla="*/ 352 h 420"/>
                <a:gd name="T8" fmla="*/ 108 w 305"/>
                <a:gd name="T9" fmla="*/ 352 h 420"/>
                <a:gd name="T10" fmla="*/ 111 w 305"/>
                <a:gd name="T11" fmla="*/ 352 h 420"/>
                <a:gd name="T12" fmla="*/ 120 w 305"/>
                <a:gd name="T13" fmla="*/ 377 h 420"/>
                <a:gd name="T14" fmla="*/ 113 w 305"/>
                <a:gd name="T15" fmla="*/ 385 h 420"/>
                <a:gd name="T16" fmla="*/ 113 w 305"/>
                <a:gd name="T17" fmla="*/ 412 h 420"/>
                <a:gd name="T18" fmla="*/ 121 w 305"/>
                <a:gd name="T19" fmla="*/ 420 h 420"/>
                <a:gd name="T20" fmla="*/ 153 w 305"/>
                <a:gd name="T21" fmla="*/ 420 h 420"/>
                <a:gd name="T22" fmla="*/ 185 w 305"/>
                <a:gd name="T23" fmla="*/ 420 h 420"/>
                <a:gd name="T24" fmla="*/ 193 w 305"/>
                <a:gd name="T25" fmla="*/ 412 h 420"/>
                <a:gd name="T26" fmla="*/ 193 w 305"/>
                <a:gd name="T27" fmla="*/ 385 h 420"/>
                <a:gd name="T28" fmla="*/ 185 w 305"/>
                <a:gd name="T29" fmla="*/ 377 h 420"/>
                <a:gd name="T30" fmla="*/ 184 w 305"/>
                <a:gd name="T31" fmla="*/ 377 h 420"/>
                <a:gd name="T32" fmla="*/ 192 w 305"/>
                <a:gd name="T33" fmla="*/ 353 h 420"/>
                <a:gd name="T34" fmla="*/ 196 w 305"/>
                <a:gd name="T35" fmla="*/ 353 h 420"/>
                <a:gd name="T36" fmla="*/ 198 w 305"/>
                <a:gd name="T37" fmla="*/ 351 h 420"/>
                <a:gd name="T38" fmla="*/ 305 w 305"/>
                <a:gd name="T39" fmla="*/ 152 h 420"/>
                <a:gd name="T40" fmla="*/ 153 w 305"/>
                <a:gd name="T41" fmla="*/ 0 h 420"/>
                <a:gd name="T42" fmla="*/ 169 w 305"/>
                <a:gd name="T43" fmla="*/ 377 h 420"/>
                <a:gd name="T44" fmla="*/ 153 w 305"/>
                <a:gd name="T45" fmla="*/ 377 h 420"/>
                <a:gd name="T46" fmla="*/ 135 w 305"/>
                <a:gd name="T47" fmla="*/ 377 h 420"/>
                <a:gd name="T48" fmla="*/ 126 w 305"/>
                <a:gd name="T49" fmla="*/ 352 h 420"/>
                <a:gd name="T50" fmla="*/ 153 w 305"/>
                <a:gd name="T51" fmla="*/ 352 h 420"/>
                <a:gd name="T52" fmla="*/ 178 w 305"/>
                <a:gd name="T53" fmla="*/ 352 h 420"/>
                <a:gd name="T54" fmla="*/ 169 w 305"/>
                <a:gd name="T55" fmla="*/ 37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5" h="420">
                  <a:moveTo>
                    <a:pt x="153" y="0"/>
                  </a:moveTo>
                  <a:cubicBezTo>
                    <a:pt x="153" y="0"/>
                    <a:pt x="153" y="0"/>
                    <a:pt x="152" y="0"/>
                  </a:cubicBezTo>
                  <a:cubicBezTo>
                    <a:pt x="68" y="0"/>
                    <a:pt x="0" y="68"/>
                    <a:pt x="0" y="153"/>
                  </a:cubicBezTo>
                  <a:cubicBezTo>
                    <a:pt x="0" y="208"/>
                    <a:pt x="64" y="325"/>
                    <a:pt x="108" y="352"/>
                  </a:cubicBezTo>
                  <a:cubicBezTo>
                    <a:pt x="108" y="352"/>
                    <a:pt x="108" y="352"/>
                    <a:pt x="108" y="352"/>
                  </a:cubicBezTo>
                  <a:cubicBezTo>
                    <a:pt x="111" y="352"/>
                    <a:pt x="111" y="352"/>
                    <a:pt x="111" y="352"/>
                  </a:cubicBezTo>
                  <a:cubicBezTo>
                    <a:pt x="120" y="377"/>
                    <a:pt x="120" y="377"/>
                    <a:pt x="120" y="377"/>
                  </a:cubicBezTo>
                  <a:cubicBezTo>
                    <a:pt x="116" y="378"/>
                    <a:pt x="113" y="381"/>
                    <a:pt x="113" y="385"/>
                  </a:cubicBezTo>
                  <a:cubicBezTo>
                    <a:pt x="113" y="412"/>
                    <a:pt x="113" y="412"/>
                    <a:pt x="113" y="412"/>
                  </a:cubicBezTo>
                  <a:cubicBezTo>
                    <a:pt x="113" y="416"/>
                    <a:pt x="117" y="420"/>
                    <a:pt x="121" y="420"/>
                  </a:cubicBezTo>
                  <a:cubicBezTo>
                    <a:pt x="153" y="420"/>
                    <a:pt x="153" y="420"/>
                    <a:pt x="153" y="420"/>
                  </a:cubicBezTo>
                  <a:cubicBezTo>
                    <a:pt x="185" y="420"/>
                    <a:pt x="185" y="420"/>
                    <a:pt x="185" y="420"/>
                  </a:cubicBezTo>
                  <a:cubicBezTo>
                    <a:pt x="189" y="420"/>
                    <a:pt x="193" y="416"/>
                    <a:pt x="193" y="412"/>
                  </a:cubicBezTo>
                  <a:cubicBezTo>
                    <a:pt x="193" y="385"/>
                    <a:pt x="193" y="385"/>
                    <a:pt x="193" y="385"/>
                  </a:cubicBezTo>
                  <a:cubicBezTo>
                    <a:pt x="193" y="380"/>
                    <a:pt x="189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96" y="353"/>
                    <a:pt x="196" y="353"/>
                    <a:pt x="196" y="353"/>
                  </a:cubicBezTo>
                  <a:cubicBezTo>
                    <a:pt x="197" y="352"/>
                    <a:pt x="197" y="352"/>
                    <a:pt x="198" y="351"/>
                  </a:cubicBezTo>
                  <a:cubicBezTo>
                    <a:pt x="246" y="324"/>
                    <a:pt x="305" y="210"/>
                    <a:pt x="305" y="152"/>
                  </a:cubicBezTo>
                  <a:cubicBezTo>
                    <a:pt x="305" y="68"/>
                    <a:pt x="237" y="0"/>
                    <a:pt x="153" y="0"/>
                  </a:cubicBezTo>
                  <a:close/>
                  <a:moveTo>
                    <a:pt x="169" y="377"/>
                  </a:moveTo>
                  <a:cubicBezTo>
                    <a:pt x="153" y="377"/>
                    <a:pt x="153" y="377"/>
                    <a:pt x="153" y="377"/>
                  </a:cubicBezTo>
                  <a:cubicBezTo>
                    <a:pt x="135" y="377"/>
                    <a:pt x="135" y="377"/>
                    <a:pt x="135" y="377"/>
                  </a:cubicBezTo>
                  <a:cubicBezTo>
                    <a:pt x="126" y="352"/>
                    <a:pt x="126" y="352"/>
                    <a:pt x="126" y="352"/>
                  </a:cubicBezTo>
                  <a:cubicBezTo>
                    <a:pt x="153" y="352"/>
                    <a:pt x="153" y="352"/>
                    <a:pt x="153" y="352"/>
                  </a:cubicBezTo>
                  <a:cubicBezTo>
                    <a:pt x="178" y="352"/>
                    <a:pt x="178" y="352"/>
                    <a:pt x="178" y="352"/>
                  </a:cubicBezTo>
                  <a:lnTo>
                    <a:pt x="169" y="3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9" name="Freeform 55"/>
            <p:cNvSpPr>
              <a:spLocks noEditPoints="1"/>
            </p:cNvSpPr>
            <p:nvPr/>
          </p:nvSpPr>
          <p:spPr bwMode="auto">
            <a:xfrm>
              <a:off x="8315601" y="3442117"/>
              <a:ext cx="211138" cy="209550"/>
            </a:xfrm>
            <a:custGeom>
              <a:avLst/>
              <a:gdLst>
                <a:gd name="T0" fmla="*/ 95 w 133"/>
                <a:gd name="T1" fmla="*/ 38 h 132"/>
                <a:gd name="T2" fmla="*/ 95 w 133"/>
                <a:gd name="T3" fmla="*/ 0 h 132"/>
                <a:gd name="T4" fmla="*/ 0 w 133"/>
                <a:gd name="T5" fmla="*/ 0 h 132"/>
                <a:gd name="T6" fmla="*/ 0 w 133"/>
                <a:gd name="T7" fmla="*/ 94 h 132"/>
                <a:gd name="T8" fmla="*/ 38 w 133"/>
                <a:gd name="T9" fmla="*/ 94 h 132"/>
                <a:gd name="T10" fmla="*/ 38 w 133"/>
                <a:gd name="T11" fmla="*/ 132 h 132"/>
                <a:gd name="T12" fmla="*/ 133 w 133"/>
                <a:gd name="T13" fmla="*/ 132 h 132"/>
                <a:gd name="T14" fmla="*/ 133 w 133"/>
                <a:gd name="T15" fmla="*/ 38 h 132"/>
                <a:gd name="T16" fmla="*/ 95 w 133"/>
                <a:gd name="T17" fmla="*/ 38 h 132"/>
                <a:gd name="T18" fmla="*/ 123 w 133"/>
                <a:gd name="T19" fmla="*/ 123 h 132"/>
                <a:gd name="T20" fmla="*/ 48 w 133"/>
                <a:gd name="T21" fmla="*/ 123 h 132"/>
                <a:gd name="T22" fmla="*/ 48 w 133"/>
                <a:gd name="T23" fmla="*/ 47 h 132"/>
                <a:gd name="T24" fmla="*/ 123 w 133"/>
                <a:gd name="T25" fmla="*/ 47 h 132"/>
                <a:gd name="T26" fmla="*/ 123 w 133"/>
                <a:gd name="T27" fmla="*/ 12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3" h="132">
                  <a:moveTo>
                    <a:pt x="95" y="38"/>
                  </a:moveTo>
                  <a:lnTo>
                    <a:pt x="95" y="0"/>
                  </a:lnTo>
                  <a:lnTo>
                    <a:pt x="0" y="0"/>
                  </a:lnTo>
                  <a:lnTo>
                    <a:pt x="0" y="94"/>
                  </a:lnTo>
                  <a:lnTo>
                    <a:pt x="38" y="94"/>
                  </a:lnTo>
                  <a:lnTo>
                    <a:pt x="38" y="132"/>
                  </a:lnTo>
                  <a:lnTo>
                    <a:pt x="133" y="132"/>
                  </a:lnTo>
                  <a:lnTo>
                    <a:pt x="133" y="38"/>
                  </a:lnTo>
                  <a:lnTo>
                    <a:pt x="95" y="38"/>
                  </a:lnTo>
                  <a:close/>
                  <a:moveTo>
                    <a:pt x="123" y="123"/>
                  </a:moveTo>
                  <a:lnTo>
                    <a:pt x="48" y="123"/>
                  </a:lnTo>
                  <a:lnTo>
                    <a:pt x="48" y="47"/>
                  </a:lnTo>
                  <a:lnTo>
                    <a:pt x="123" y="47"/>
                  </a:lnTo>
                  <a:lnTo>
                    <a:pt x="123" y="12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0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500"/>
                            </p:stCondLst>
                            <p:childTnLst>
                              <p:par>
                                <p:cTn id="9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3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2500"/>
                            </p:stCondLst>
                            <p:childTnLst>
                              <p:par>
                                <p:cTn id="1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1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4000"/>
                            </p:stCondLst>
                            <p:childTnLst>
                              <p:par>
                                <p:cTn id="1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4500"/>
                            </p:stCondLst>
                            <p:childTnLst>
                              <p:par>
                                <p:cTn id="16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5500"/>
                            </p:stCondLst>
                            <p:childTnLst>
                              <p:par>
                                <p:cTn id="1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7500"/>
                            </p:stCondLst>
                            <p:childTnLst>
                              <p:par>
                                <p:cTn id="19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8000"/>
                            </p:stCondLst>
                            <p:childTnLst>
                              <p:par>
                                <p:cTn id="2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9" grpId="0"/>
      <p:bldP spid="30" grpId="0"/>
      <p:bldP spid="43" grpId="0"/>
      <p:bldP spid="44" grpId="0"/>
      <p:bldP spid="47" grpId="0"/>
      <p:bldP spid="48" grpId="0"/>
      <p:bldP spid="57" grpId="0"/>
      <p:bldP spid="58" grpId="0"/>
      <p:bldP spid="61" grpId="0"/>
      <p:bldP spid="62" grpId="0"/>
      <p:bldP spid="71" grpId="0" animBg="1"/>
      <p:bldP spid="73" grpId="0" animBg="1"/>
      <p:bldP spid="74" grpId="0" animBg="1"/>
      <p:bldP spid="75" grpId="0" animBg="1"/>
      <p:bldP spid="76" grpId="0" animBg="1"/>
      <p:bldP spid="7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Freeform 17"/>
          <p:cNvSpPr>
            <a:spLocks noEditPoints="1"/>
          </p:cNvSpPr>
          <p:nvPr/>
        </p:nvSpPr>
        <p:spPr bwMode="auto">
          <a:xfrm>
            <a:off x="931594" y="4200197"/>
            <a:ext cx="3126652" cy="1841832"/>
          </a:xfrm>
          <a:custGeom>
            <a:avLst/>
            <a:gdLst>
              <a:gd name="T0" fmla="*/ 54 w 1035"/>
              <a:gd name="T1" fmla="*/ 407 h 609"/>
              <a:gd name="T2" fmla="*/ 245 w 1035"/>
              <a:gd name="T3" fmla="*/ 471 h 609"/>
              <a:gd name="T4" fmla="*/ 334 w 1035"/>
              <a:gd name="T5" fmla="*/ 562 h 609"/>
              <a:gd name="T6" fmla="*/ 467 w 1035"/>
              <a:gd name="T7" fmla="*/ 504 h 609"/>
              <a:gd name="T8" fmla="*/ 598 w 1035"/>
              <a:gd name="T9" fmla="*/ 590 h 609"/>
              <a:gd name="T10" fmla="*/ 770 w 1035"/>
              <a:gd name="T11" fmla="*/ 501 h 609"/>
              <a:gd name="T12" fmla="*/ 897 w 1035"/>
              <a:gd name="T13" fmla="*/ 465 h 609"/>
              <a:gd name="T14" fmla="*/ 983 w 1035"/>
              <a:gd name="T15" fmla="*/ 278 h 609"/>
              <a:gd name="T16" fmla="*/ 833 w 1035"/>
              <a:gd name="T17" fmla="*/ 226 h 609"/>
              <a:gd name="T18" fmla="*/ 783 w 1035"/>
              <a:gd name="T19" fmla="*/ 101 h 609"/>
              <a:gd name="T20" fmla="*/ 617 w 1035"/>
              <a:gd name="T21" fmla="*/ 86 h 609"/>
              <a:gd name="T22" fmla="*/ 461 w 1035"/>
              <a:gd name="T23" fmla="*/ 0 h 609"/>
              <a:gd name="T24" fmla="*/ 452 w 1035"/>
              <a:gd name="T25" fmla="*/ 0 h 609"/>
              <a:gd name="T26" fmla="*/ 293 w 1035"/>
              <a:gd name="T27" fmla="*/ 140 h 609"/>
              <a:gd name="T28" fmla="*/ 168 w 1035"/>
              <a:gd name="T29" fmla="*/ 207 h 609"/>
              <a:gd name="T30" fmla="*/ 54 w 1035"/>
              <a:gd name="T31" fmla="*/ 407 h 609"/>
              <a:gd name="T32" fmla="*/ 429 w 1035"/>
              <a:gd name="T33" fmla="*/ 84 h 609"/>
              <a:gd name="T34" fmla="*/ 479 w 1035"/>
              <a:gd name="T35" fmla="*/ 34 h 609"/>
              <a:gd name="T36" fmla="*/ 530 w 1035"/>
              <a:gd name="T37" fmla="*/ 84 h 609"/>
              <a:gd name="T38" fmla="*/ 479 w 1035"/>
              <a:gd name="T39" fmla="*/ 135 h 609"/>
              <a:gd name="T40" fmla="*/ 429 w 1035"/>
              <a:gd name="T41" fmla="*/ 84 h 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035" h="609">
                <a:moveTo>
                  <a:pt x="54" y="407"/>
                </a:moveTo>
                <a:cubicBezTo>
                  <a:pt x="112" y="512"/>
                  <a:pt x="245" y="471"/>
                  <a:pt x="245" y="471"/>
                </a:cubicBezTo>
                <a:cubicBezTo>
                  <a:pt x="245" y="471"/>
                  <a:pt x="248" y="547"/>
                  <a:pt x="334" y="562"/>
                </a:cubicBezTo>
                <a:cubicBezTo>
                  <a:pt x="420" y="577"/>
                  <a:pt x="467" y="504"/>
                  <a:pt x="467" y="504"/>
                </a:cubicBezTo>
                <a:cubicBezTo>
                  <a:pt x="467" y="504"/>
                  <a:pt x="467" y="570"/>
                  <a:pt x="598" y="590"/>
                </a:cubicBezTo>
                <a:cubicBezTo>
                  <a:pt x="729" y="609"/>
                  <a:pt x="770" y="501"/>
                  <a:pt x="770" y="501"/>
                </a:cubicBezTo>
                <a:cubicBezTo>
                  <a:pt x="865" y="534"/>
                  <a:pt x="897" y="465"/>
                  <a:pt x="897" y="465"/>
                </a:cubicBezTo>
                <a:cubicBezTo>
                  <a:pt x="977" y="467"/>
                  <a:pt x="1035" y="347"/>
                  <a:pt x="983" y="278"/>
                </a:cubicBezTo>
                <a:cubicBezTo>
                  <a:pt x="931" y="209"/>
                  <a:pt x="833" y="226"/>
                  <a:pt x="833" y="226"/>
                </a:cubicBezTo>
                <a:cubicBezTo>
                  <a:pt x="833" y="226"/>
                  <a:pt x="852" y="164"/>
                  <a:pt x="783" y="101"/>
                </a:cubicBezTo>
                <a:cubicBezTo>
                  <a:pt x="714" y="39"/>
                  <a:pt x="617" y="86"/>
                  <a:pt x="617" y="86"/>
                </a:cubicBezTo>
                <a:cubicBezTo>
                  <a:pt x="617" y="86"/>
                  <a:pt x="587" y="0"/>
                  <a:pt x="461" y="0"/>
                </a:cubicBezTo>
                <a:cubicBezTo>
                  <a:pt x="458" y="0"/>
                  <a:pt x="455" y="0"/>
                  <a:pt x="452" y="0"/>
                </a:cubicBezTo>
                <a:cubicBezTo>
                  <a:pt x="305" y="5"/>
                  <a:pt x="293" y="140"/>
                  <a:pt x="293" y="140"/>
                </a:cubicBezTo>
                <a:cubicBezTo>
                  <a:pt x="185" y="114"/>
                  <a:pt x="168" y="207"/>
                  <a:pt x="168" y="207"/>
                </a:cubicBezTo>
                <a:cubicBezTo>
                  <a:pt x="82" y="190"/>
                  <a:pt x="0" y="310"/>
                  <a:pt x="54" y="407"/>
                </a:cubicBezTo>
                <a:close/>
                <a:moveTo>
                  <a:pt x="429" y="84"/>
                </a:moveTo>
                <a:cubicBezTo>
                  <a:pt x="429" y="56"/>
                  <a:pt x="451" y="34"/>
                  <a:pt x="479" y="34"/>
                </a:cubicBezTo>
                <a:cubicBezTo>
                  <a:pt x="507" y="34"/>
                  <a:pt x="530" y="56"/>
                  <a:pt x="530" y="84"/>
                </a:cubicBezTo>
                <a:cubicBezTo>
                  <a:pt x="530" y="112"/>
                  <a:pt x="507" y="135"/>
                  <a:pt x="479" y="135"/>
                </a:cubicBezTo>
                <a:cubicBezTo>
                  <a:pt x="451" y="135"/>
                  <a:pt x="429" y="112"/>
                  <a:pt x="429" y="84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48000">
                <a:srgbClr val="EFF0F1"/>
              </a:gs>
              <a:gs pos="100000">
                <a:srgbClr val="FFFFFF"/>
              </a:gs>
            </a:gsLst>
            <a:lin ang="0" scaled="1"/>
            <a:tileRect/>
          </a:gradFill>
          <a:ln>
            <a:solidFill>
              <a:schemeClr val="bg1"/>
            </a:solidFill>
          </a:ln>
          <a:effectLst>
            <a:outerShdw blurRad="279400" dist="127000" dir="8100000" algn="tr" rotWithShape="0">
              <a:prstClr val="black">
                <a:alpha val="34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1" name="Freeform 25"/>
          <p:cNvSpPr>
            <a:spLocks noEditPoints="1"/>
          </p:cNvSpPr>
          <p:nvPr/>
        </p:nvSpPr>
        <p:spPr bwMode="auto">
          <a:xfrm>
            <a:off x="3087255" y="2158240"/>
            <a:ext cx="5870151" cy="3412193"/>
          </a:xfrm>
          <a:custGeom>
            <a:avLst/>
            <a:gdLst>
              <a:gd name="T0" fmla="*/ 229 w 1937"/>
              <a:gd name="T1" fmla="*/ 867 h 1125"/>
              <a:gd name="T2" fmla="*/ 400 w 1937"/>
              <a:gd name="T3" fmla="*/ 949 h 1125"/>
              <a:gd name="T4" fmla="*/ 618 w 1937"/>
              <a:gd name="T5" fmla="*/ 1122 h 1125"/>
              <a:gd name="T6" fmla="*/ 841 w 1937"/>
              <a:gd name="T7" fmla="*/ 1011 h 1125"/>
              <a:gd name="T8" fmla="*/ 1001 w 1937"/>
              <a:gd name="T9" fmla="*/ 1023 h 1125"/>
              <a:gd name="T10" fmla="*/ 1161 w 1937"/>
              <a:gd name="T11" fmla="*/ 1079 h 1125"/>
              <a:gd name="T12" fmla="*/ 1382 w 1937"/>
              <a:gd name="T13" fmla="*/ 965 h 1125"/>
              <a:gd name="T14" fmla="*/ 1606 w 1937"/>
              <a:gd name="T15" fmla="*/ 939 h 1125"/>
              <a:gd name="T16" fmla="*/ 1668 w 1937"/>
              <a:gd name="T17" fmla="*/ 781 h 1125"/>
              <a:gd name="T18" fmla="*/ 1870 w 1937"/>
              <a:gd name="T19" fmla="*/ 710 h 1125"/>
              <a:gd name="T20" fmla="*/ 1745 w 1937"/>
              <a:gd name="T21" fmla="*/ 478 h 1125"/>
              <a:gd name="T22" fmla="*/ 1646 w 1937"/>
              <a:gd name="T23" fmla="*/ 424 h 1125"/>
              <a:gd name="T24" fmla="*/ 1465 w 1937"/>
              <a:gd name="T25" fmla="*/ 255 h 1125"/>
              <a:gd name="T26" fmla="*/ 1295 w 1937"/>
              <a:gd name="T27" fmla="*/ 173 h 1125"/>
              <a:gd name="T28" fmla="*/ 1076 w 1937"/>
              <a:gd name="T29" fmla="*/ 0 h 1125"/>
              <a:gd name="T30" fmla="*/ 1069 w 1937"/>
              <a:gd name="T31" fmla="*/ 0 h 1125"/>
              <a:gd name="T32" fmla="*/ 853 w 1937"/>
              <a:gd name="T33" fmla="*/ 111 h 1125"/>
              <a:gd name="T34" fmla="*/ 629 w 1937"/>
              <a:gd name="T35" fmla="*/ 133 h 1125"/>
              <a:gd name="T36" fmla="*/ 564 w 1937"/>
              <a:gd name="T37" fmla="*/ 291 h 1125"/>
              <a:gd name="T38" fmla="*/ 361 w 1937"/>
              <a:gd name="T39" fmla="*/ 358 h 1125"/>
              <a:gd name="T40" fmla="*/ 344 w 1937"/>
              <a:gd name="T41" fmla="*/ 484 h 1125"/>
              <a:gd name="T42" fmla="*/ 329 w 1937"/>
              <a:gd name="T43" fmla="*/ 533 h 1125"/>
              <a:gd name="T44" fmla="*/ 70 w 1937"/>
              <a:gd name="T45" fmla="*/ 617 h 1125"/>
              <a:gd name="T46" fmla="*/ 229 w 1937"/>
              <a:gd name="T47" fmla="*/ 867 h 1125"/>
              <a:gd name="T48" fmla="*/ 1023 w 1937"/>
              <a:gd name="T49" fmla="*/ 106 h 1125"/>
              <a:gd name="T50" fmla="*/ 1093 w 1937"/>
              <a:gd name="T51" fmla="*/ 36 h 1125"/>
              <a:gd name="T52" fmla="*/ 1163 w 1937"/>
              <a:gd name="T53" fmla="*/ 106 h 1125"/>
              <a:gd name="T54" fmla="*/ 1093 w 1937"/>
              <a:gd name="T55" fmla="*/ 176 h 1125"/>
              <a:gd name="T56" fmla="*/ 1023 w 1937"/>
              <a:gd name="T57" fmla="*/ 106 h 1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937" h="1125">
                <a:moveTo>
                  <a:pt x="229" y="867"/>
                </a:moveTo>
                <a:cubicBezTo>
                  <a:pt x="229" y="867"/>
                  <a:pt x="254" y="983"/>
                  <a:pt x="400" y="949"/>
                </a:cubicBezTo>
                <a:cubicBezTo>
                  <a:pt x="400" y="949"/>
                  <a:pt x="419" y="1118"/>
                  <a:pt x="618" y="1122"/>
                </a:cubicBezTo>
                <a:cubicBezTo>
                  <a:pt x="799" y="1125"/>
                  <a:pt x="841" y="1011"/>
                  <a:pt x="841" y="1011"/>
                </a:cubicBezTo>
                <a:cubicBezTo>
                  <a:pt x="841" y="1011"/>
                  <a:pt x="922" y="1046"/>
                  <a:pt x="1001" y="1023"/>
                </a:cubicBezTo>
                <a:cubicBezTo>
                  <a:pt x="1034" y="1054"/>
                  <a:pt x="1084" y="1079"/>
                  <a:pt x="1161" y="1079"/>
                </a:cubicBezTo>
                <a:cubicBezTo>
                  <a:pt x="1342" y="1080"/>
                  <a:pt x="1382" y="965"/>
                  <a:pt x="1382" y="965"/>
                </a:cubicBezTo>
                <a:cubicBezTo>
                  <a:pt x="1382" y="965"/>
                  <a:pt x="1515" y="1020"/>
                  <a:pt x="1606" y="939"/>
                </a:cubicBezTo>
                <a:cubicBezTo>
                  <a:pt x="1697" y="858"/>
                  <a:pt x="1668" y="781"/>
                  <a:pt x="1668" y="781"/>
                </a:cubicBezTo>
                <a:cubicBezTo>
                  <a:pt x="1668" y="781"/>
                  <a:pt x="1803" y="798"/>
                  <a:pt x="1870" y="710"/>
                </a:cubicBezTo>
                <a:cubicBezTo>
                  <a:pt x="1937" y="621"/>
                  <a:pt x="1853" y="472"/>
                  <a:pt x="1745" y="478"/>
                </a:cubicBezTo>
                <a:cubicBezTo>
                  <a:pt x="1745" y="478"/>
                  <a:pt x="1717" y="427"/>
                  <a:pt x="1646" y="424"/>
                </a:cubicBezTo>
                <a:cubicBezTo>
                  <a:pt x="1647" y="325"/>
                  <a:pt x="1557" y="236"/>
                  <a:pt x="1465" y="255"/>
                </a:cubicBezTo>
                <a:cubicBezTo>
                  <a:pt x="1465" y="255"/>
                  <a:pt x="1440" y="139"/>
                  <a:pt x="1295" y="173"/>
                </a:cubicBezTo>
                <a:cubicBezTo>
                  <a:pt x="1295" y="173"/>
                  <a:pt x="1276" y="3"/>
                  <a:pt x="1076" y="0"/>
                </a:cubicBezTo>
                <a:cubicBezTo>
                  <a:pt x="1074" y="0"/>
                  <a:pt x="1072" y="0"/>
                  <a:pt x="1069" y="0"/>
                </a:cubicBezTo>
                <a:cubicBezTo>
                  <a:pt x="894" y="0"/>
                  <a:pt x="853" y="111"/>
                  <a:pt x="853" y="111"/>
                </a:cubicBezTo>
                <a:cubicBezTo>
                  <a:pt x="853" y="111"/>
                  <a:pt x="721" y="53"/>
                  <a:pt x="629" y="133"/>
                </a:cubicBezTo>
                <a:cubicBezTo>
                  <a:pt x="536" y="213"/>
                  <a:pt x="564" y="291"/>
                  <a:pt x="564" y="291"/>
                </a:cubicBezTo>
                <a:cubicBezTo>
                  <a:pt x="564" y="291"/>
                  <a:pt x="429" y="271"/>
                  <a:pt x="361" y="358"/>
                </a:cubicBezTo>
                <a:cubicBezTo>
                  <a:pt x="332" y="395"/>
                  <a:pt x="329" y="442"/>
                  <a:pt x="344" y="484"/>
                </a:cubicBezTo>
                <a:cubicBezTo>
                  <a:pt x="329" y="510"/>
                  <a:pt x="329" y="533"/>
                  <a:pt x="329" y="533"/>
                </a:cubicBezTo>
                <a:cubicBezTo>
                  <a:pt x="329" y="533"/>
                  <a:pt x="147" y="484"/>
                  <a:pt x="70" y="617"/>
                </a:cubicBezTo>
                <a:cubicBezTo>
                  <a:pt x="0" y="741"/>
                  <a:pt x="113" y="890"/>
                  <a:pt x="229" y="867"/>
                </a:cubicBezTo>
                <a:close/>
                <a:moveTo>
                  <a:pt x="1023" y="106"/>
                </a:moveTo>
                <a:cubicBezTo>
                  <a:pt x="1023" y="67"/>
                  <a:pt x="1054" y="36"/>
                  <a:pt x="1093" y="36"/>
                </a:cubicBezTo>
                <a:cubicBezTo>
                  <a:pt x="1132" y="36"/>
                  <a:pt x="1163" y="67"/>
                  <a:pt x="1163" y="106"/>
                </a:cubicBezTo>
                <a:cubicBezTo>
                  <a:pt x="1163" y="145"/>
                  <a:pt x="1132" y="176"/>
                  <a:pt x="1093" y="176"/>
                </a:cubicBezTo>
                <a:cubicBezTo>
                  <a:pt x="1054" y="176"/>
                  <a:pt x="1023" y="145"/>
                  <a:pt x="1023" y="106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49000">
                <a:srgbClr val="EFF0F1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chemeClr val="bg1"/>
            </a:solidFill>
          </a:ln>
          <a:effectLst>
            <a:outerShdw blurRad="317500" dist="127000" dir="5400000" algn="t" rotWithShape="0">
              <a:prstClr val="black">
                <a:alpha val="34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2" name="Freeform 33"/>
          <p:cNvSpPr>
            <a:spLocks noEditPoints="1"/>
          </p:cNvSpPr>
          <p:nvPr/>
        </p:nvSpPr>
        <p:spPr bwMode="auto">
          <a:xfrm>
            <a:off x="7056581" y="4335899"/>
            <a:ext cx="4078239" cy="2230504"/>
          </a:xfrm>
          <a:custGeom>
            <a:avLst/>
            <a:gdLst>
              <a:gd name="T0" fmla="*/ 166 w 1485"/>
              <a:gd name="T1" fmla="*/ 562 h 811"/>
              <a:gd name="T2" fmla="*/ 320 w 1485"/>
              <a:gd name="T3" fmla="*/ 606 h 811"/>
              <a:gd name="T4" fmla="*/ 528 w 1485"/>
              <a:gd name="T5" fmla="*/ 713 h 811"/>
              <a:gd name="T6" fmla="*/ 603 w 1485"/>
              <a:gd name="T7" fmla="*/ 694 h 811"/>
              <a:gd name="T8" fmla="*/ 780 w 1485"/>
              <a:gd name="T9" fmla="*/ 806 h 811"/>
              <a:gd name="T10" fmla="*/ 980 w 1485"/>
              <a:gd name="T11" fmla="*/ 702 h 811"/>
              <a:gd name="T12" fmla="*/ 1181 w 1485"/>
              <a:gd name="T13" fmla="*/ 684 h 811"/>
              <a:gd name="T14" fmla="*/ 1240 w 1485"/>
              <a:gd name="T15" fmla="*/ 533 h 811"/>
              <a:gd name="T16" fmla="*/ 1423 w 1485"/>
              <a:gd name="T17" fmla="*/ 470 h 811"/>
              <a:gd name="T18" fmla="*/ 1318 w 1485"/>
              <a:gd name="T19" fmla="*/ 244 h 811"/>
              <a:gd name="T20" fmla="*/ 1165 w 1485"/>
              <a:gd name="T21" fmla="*/ 200 h 811"/>
              <a:gd name="T22" fmla="*/ 957 w 1485"/>
              <a:gd name="T23" fmla="*/ 93 h 811"/>
              <a:gd name="T24" fmla="*/ 882 w 1485"/>
              <a:gd name="T25" fmla="*/ 112 h 811"/>
              <a:gd name="T26" fmla="*/ 705 w 1485"/>
              <a:gd name="T27" fmla="*/ 0 h 811"/>
              <a:gd name="T28" fmla="*/ 694 w 1485"/>
              <a:gd name="T29" fmla="*/ 0 h 811"/>
              <a:gd name="T30" fmla="*/ 505 w 1485"/>
              <a:gd name="T31" fmla="*/ 104 h 811"/>
              <a:gd name="T32" fmla="*/ 304 w 1485"/>
              <a:gd name="T33" fmla="*/ 122 h 811"/>
              <a:gd name="T34" fmla="*/ 245 w 1485"/>
              <a:gd name="T35" fmla="*/ 273 h 811"/>
              <a:gd name="T36" fmla="*/ 62 w 1485"/>
              <a:gd name="T37" fmla="*/ 336 h 811"/>
              <a:gd name="T38" fmla="*/ 166 w 1485"/>
              <a:gd name="T39" fmla="*/ 562 h 811"/>
              <a:gd name="T40" fmla="*/ 657 w 1485"/>
              <a:gd name="T41" fmla="*/ 60 h 811"/>
              <a:gd name="T42" fmla="*/ 708 w 1485"/>
              <a:gd name="T43" fmla="*/ 9 h 811"/>
              <a:gd name="T44" fmla="*/ 759 w 1485"/>
              <a:gd name="T45" fmla="*/ 60 h 811"/>
              <a:gd name="T46" fmla="*/ 708 w 1485"/>
              <a:gd name="T47" fmla="*/ 112 h 811"/>
              <a:gd name="T48" fmla="*/ 657 w 1485"/>
              <a:gd name="T49" fmla="*/ 60 h 8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85" h="811">
                <a:moveTo>
                  <a:pt x="166" y="562"/>
                </a:moveTo>
                <a:cubicBezTo>
                  <a:pt x="166" y="562"/>
                  <a:pt x="206" y="645"/>
                  <a:pt x="320" y="606"/>
                </a:cubicBezTo>
                <a:cubicBezTo>
                  <a:pt x="320" y="606"/>
                  <a:pt x="369" y="737"/>
                  <a:pt x="528" y="713"/>
                </a:cubicBezTo>
                <a:cubicBezTo>
                  <a:pt x="559" y="709"/>
                  <a:pt x="583" y="702"/>
                  <a:pt x="603" y="694"/>
                </a:cubicBezTo>
                <a:cubicBezTo>
                  <a:pt x="625" y="742"/>
                  <a:pt x="673" y="803"/>
                  <a:pt x="780" y="806"/>
                </a:cubicBezTo>
                <a:cubicBezTo>
                  <a:pt x="941" y="811"/>
                  <a:pt x="980" y="702"/>
                  <a:pt x="980" y="702"/>
                </a:cubicBezTo>
                <a:cubicBezTo>
                  <a:pt x="980" y="702"/>
                  <a:pt x="1097" y="759"/>
                  <a:pt x="1181" y="684"/>
                </a:cubicBezTo>
                <a:cubicBezTo>
                  <a:pt x="1264" y="608"/>
                  <a:pt x="1240" y="533"/>
                  <a:pt x="1240" y="533"/>
                </a:cubicBezTo>
                <a:cubicBezTo>
                  <a:pt x="1240" y="533"/>
                  <a:pt x="1360" y="554"/>
                  <a:pt x="1423" y="470"/>
                </a:cubicBezTo>
                <a:cubicBezTo>
                  <a:pt x="1485" y="387"/>
                  <a:pt x="1415" y="241"/>
                  <a:pt x="1318" y="244"/>
                </a:cubicBezTo>
                <a:cubicBezTo>
                  <a:pt x="1318" y="244"/>
                  <a:pt x="1279" y="160"/>
                  <a:pt x="1165" y="200"/>
                </a:cubicBezTo>
                <a:cubicBezTo>
                  <a:pt x="1165" y="200"/>
                  <a:pt x="1115" y="69"/>
                  <a:pt x="957" y="93"/>
                </a:cubicBezTo>
                <a:cubicBezTo>
                  <a:pt x="926" y="97"/>
                  <a:pt x="901" y="104"/>
                  <a:pt x="882" y="112"/>
                </a:cubicBezTo>
                <a:cubicBezTo>
                  <a:pt x="860" y="64"/>
                  <a:pt x="812" y="3"/>
                  <a:pt x="705" y="0"/>
                </a:cubicBezTo>
                <a:cubicBezTo>
                  <a:pt x="702" y="0"/>
                  <a:pt x="698" y="0"/>
                  <a:pt x="694" y="0"/>
                </a:cubicBezTo>
                <a:cubicBezTo>
                  <a:pt x="542" y="0"/>
                  <a:pt x="505" y="104"/>
                  <a:pt x="505" y="104"/>
                </a:cubicBezTo>
                <a:cubicBezTo>
                  <a:pt x="505" y="104"/>
                  <a:pt x="388" y="47"/>
                  <a:pt x="304" y="122"/>
                </a:cubicBezTo>
                <a:cubicBezTo>
                  <a:pt x="221" y="198"/>
                  <a:pt x="245" y="273"/>
                  <a:pt x="245" y="273"/>
                </a:cubicBezTo>
                <a:cubicBezTo>
                  <a:pt x="245" y="273"/>
                  <a:pt x="125" y="252"/>
                  <a:pt x="62" y="336"/>
                </a:cubicBezTo>
                <a:cubicBezTo>
                  <a:pt x="0" y="419"/>
                  <a:pt x="70" y="565"/>
                  <a:pt x="166" y="562"/>
                </a:cubicBezTo>
                <a:close/>
                <a:moveTo>
                  <a:pt x="657" y="60"/>
                </a:moveTo>
                <a:cubicBezTo>
                  <a:pt x="657" y="32"/>
                  <a:pt x="680" y="9"/>
                  <a:pt x="708" y="9"/>
                </a:cubicBezTo>
                <a:cubicBezTo>
                  <a:pt x="736" y="9"/>
                  <a:pt x="759" y="32"/>
                  <a:pt x="759" y="60"/>
                </a:cubicBezTo>
                <a:cubicBezTo>
                  <a:pt x="759" y="89"/>
                  <a:pt x="736" y="112"/>
                  <a:pt x="708" y="112"/>
                </a:cubicBezTo>
                <a:cubicBezTo>
                  <a:pt x="680" y="112"/>
                  <a:pt x="657" y="89"/>
                  <a:pt x="657" y="6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48000">
                <a:srgbClr val="EFF0F1"/>
              </a:gs>
              <a:gs pos="100000">
                <a:srgbClr val="FFFFFF"/>
              </a:gs>
            </a:gsLst>
            <a:lin ang="5400000" scaled="1"/>
            <a:tileRect/>
          </a:gradFill>
          <a:ln>
            <a:solidFill>
              <a:schemeClr val="bg1"/>
            </a:solidFill>
          </a:ln>
          <a:effectLst>
            <a:outerShdw blurRad="203200" dist="127000" dir="13500000" algn="br" rotWithShape="0">
              <a:prstClr val="black">
                <a:alpha val="27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73" name="Group 272"/>
          <p:cNvGrpSpPr/>
          <p:nvPr/>
        </p:nvGrpSpPr>
        <p:grpSpPr>
          <a:xfrm>
            <a:off x="6087545" y="1803067"/>
            <a:ext cx="611787" cy="514247"/>
            <a:chOff x="4646805" y="976518"/>
            <a:chExt cx="364707" cy="306560"/>
          </a:xfrm>
          <a:solidFill>
            <a:schemeClr val="bg1"/>
          </a:solidFill>
        </p:grpSpPr>
        <p:sp>
          <p:nvSpPr>
            <p:cNvPr id="274" name="Freeform 13"/>
            <p:cNvSpPr>
              <a:spLocks noEditPoints="1"/>
            </p:cNvSpPr>
            <p:nvPr/>
          </p:nvSpPr>
          <p:spPr bwMode="auto">
            <a:xfrm flipH="1">
              <a:off x="4646805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5" name="Freeform 13"/>
            <p:cNvSpPr>
              <a:spLocks noEditPoints="1"/>
            </p:cNvSpPr>
            <p:nvPr/>
          </p:nvSpPr>
          <p:spPr bwMode="auto">
            <a:xfrm>
              <a:off x="4688199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76" name="Straight Connector 275"/>
          <p:cNvCxnSpPr/>
          <p:nvPr/>
        </p:nvCxnSpPr>
        <p:spPr>
          <a:xfrm>
            <a:off x="6393437" y="2"/>
            <a:ext cx="0" cy="20601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7" name="Group 276"/>
          <p:cNvGrpSpPr/>
          <p:nvPr/>
        </p:nvGrpSpPr>
        <p:grpSpPr>
          <a:xfrm>
            <a:off x="8686232" y="3990325"/>
            <a:ext cx="611787" cy="514247"/>
            <a:chOff x="4646805" y="976518"/>
            <a:chExt cx="364707" cy="306560"/>
          </a:xfrm>
          <a:solidFill>
            <a:schemeClr val="bg1"/>
          </a:solidFill>
        </p:grpSpPr>
        <p:sp>
          <p:nvSpPr>
            <p:cNvPr id="278" name="Freeform 13"/>
            <p:cNvSpPr>
              <a:spLocks noEditPoints="1"/>
            </p:cNvSpPr>
            <p:nvPr/>
          </p:nvSpPr>
          <p:spPr bwMode="auto">
            <a:xfrm flipH="1">
              <a:off x="4646805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9" name="Freeform 13"/>
            <p:cNvSpPr>
              <a:spLocks noEditPoints="1"/>
            </p:cNvSpPr>
            <p:nvPr/>
          </p:nvSpPr>
          <p:spPr bwMode="auto">
            <a:xfrm>
              <a:off x="4688199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80" name="Straight Connector 279"/>
          <p:cNvCxnSpPr/>
          <p:nvPr/>
        </p:nvCxnSpPr>
        <p:spPr>
          <a:xfrm>
            <a:off x="8992123" y="0"/>
            <a:ext cx="0" cy="424744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Freeform 21"/>
          <p:cNvSpPr>
            <a:spLocks noEditPoints="1"/>
          </p:cNvSpPr>
          <p:nvPr/>
        </p:nvSpPr>
        <p:spPr bwMode="auto">
          <a:xfrm>
            <a:off x="7759591" y="584630"/>
            <a:ext cx="3384127" cy="2026652"/>
          </a:xfrm>
          <a:custGeom>
            <a:avLst/>
            <a:gdLst>
              <a:gd name="T0" fmla="*/ 153 w 1121"/>
              <a:gd name="T1" fmla="*/ 519 h 670"/>
              <a:gd name="T2" fmla="*/ 292 w 1121"/>
              <a:gd name="T3" fmla="*/ 555 h 670"/>
              <a:gd name="T4" fmla="*/ 482 w 1121"/>
              <a:gd name="T5" fmla="*/ 645 h 670"/>
              <a:gd name="T6" fmla="*/ 621 w 1121"/>
              <a:gd name="T7" fmla="*/ 547 h 670"/>
              <a:gd name="T8" fmla="*/ 768 w 1121"/>
              <a:gd name="T9" fmla="*/ 605 h 670"/>
              <a:gd name="T10" fmla="*/ 861 w 1121"/>
              <a:gd name="T11" fmla="*/ 504 h 670"/>
              <a:gd name="T12" fmla="*/ 1066 w 1121"/>
              <a:gd name="T13" fmla="*/ 428 h 670"/>
              <a:gd name="T14" fmla="*/ 936 w 1121"/>
              <a:gd name="T15" fmla="*/ 214 h 670"/>
              <a:gd name="T16" fmla="*/ 798 w 1121"/>
              <a:gd name="T17" fmla="*/ 146 h 670"/>
              <a:gd name="T18" fmla="*/ 620 w 1121"/>
              <a:gd name="T19" fmla="*/ 0 h 670"/>
              <a:gd name="T20" fmla="*/ 620 w 1121"/>
              <a:gd name="T21" fmla="*/ 0 h 670"/>
              <a:gd name="T22" fmla="*/ 444 w 1121"/>
              <a:gd name="T23" fmla="*/ 99 h 670"/>
              <a:gd name="T24" fmla="*/ 264 w 1121"/>
              <a:gd name="T25" fmla="*/ 121 h 670"/>
              <a:gd name="T26" fmla="*/ 215 w 1121"/>
              <a:gd name="T27" fmla="*/ 258 h 670"/>
              <a:gd name="T28" fmla="*/ 53 w 1121"/>
              <a:gd name="T29" fmla="*/ 319 h 670"/>
              <a:gd name="T30" fmla="*/ 153 w 1121"/>
              <a:gd name="T31" fmla="*/ 519 h 670"/>
              <a:gd name="T32" fmla="*/ 581 w 1121"/>
              <a:gd name="T33" fmla="*/ 101 h 670"/>
              <a:gd name="T34" fmla="*/ 631 w 1121"/>
              <a:gd name="T35" fmla="*/ 51 h 670"/>
              <a:gd name="T36" fmla="*/ 681 w 1121"/>
              <a:gd name="T37" fmla="*/ 101 h 670"/>
              <a:gd name="T38" fmla="*/ 631 w 1121"/>
              <a:gd name="T39" fmla="*/ 152 h 670"/>
              <a:gd name="T40" fmla="*/ 581 w 1121"/>
              <a:gd name="T41" fmla="*/ 101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121" h="670">
                <a:moveTo>
                  <a:pt x="153" y="519"/>
                </a:moveTo>
                <a:cubicBezTo>
                  <a:pt x="153" y="519"/>
                  <a:pt x="191" y="593"/>
                  <a:pt x="292" y="555"/>
                </a:cubicBezTo>
                <a:cubicBezTo>
                  <a:pt x="292" y="555"/>
                  <a:pt x="340" y="670"/>
                  <a:pt x="482" y="645"/>
                </a:cubicBezTo>
                <a:cubicBezTo>
                  <a:pt x="624" y="619"/>
                  <a:pt x="621" y="547"/>
                  <a:pt x="621" y="547"/>
                </a:cubicBezTo>
                <a:cubicBezTo>
                  <a:pt x="621" y="547"/>
                  <a:pt x="675" y="624"/>
                  <a:pt x="768" y="605"/>
                </a:cubicBezTo>
                <a:cubicBezTo>
                  <a:pt x="861" y="586"/>
                  <a:pt x="861" y="504"/>
                  <a:pt x="861" y="504"/>
                </a:cubicBezTo>
                <a:cubicBezTo>
                  <a:pt x="861" y="504"/>
                  <a:pt x="1007" y="544"/>
                  <a:pt x="1066" y="428"/>
                </a:cubicBezTo>
                <a:cubicBezTo>
                  <a:pt x="1121" y="320"/>
                  <a:pt x="1028" y="193"/>
                  <a:pt x="936" y="214"/>
                </a:cubicBezTo>
                <a:cubicBezTo>
                  <a:pt x="936" y="214"/>
                  <a:pt x="914" y="115"/>
                  <a:pt x="798" y="146"/>
                </a:cubicBezTo>
                <a:cubicBezTo>
                  <a:pt x="798" y="146"/>
                  <a:pt x="780" y="0"/>
                  <a:pt x="620" y="0"/>
                </a:cubicBezTo>
                <a:cubicBezTo>
                  <a:pt x="620" y="0"/>
                  <a:pt x="620" y="0"/>
                  <a:pt x="620" y="0"/>
                </a:cubicBezTo>
                <a:cubicBezTo>
                  <a:pt x="476" y="0"/>
                  <a:pt x="444" y="99"/>
                  <a:pt x="444" y="99"/>
                </a:cubicBezTo>
                <a:cubicBezTo>
                  <a:pt x="444" y="99"/>
                  <a:pt x="337" y="51"/>
                  <a:pt x="264" y="121"/>
                </a:cubicBezTo>
                <a:cubicBezTo>
                  <a:pt x="192" y="191"/>
                  <a:pt x="215" y="258"/>
                  <a:pt x="215" y="258"/>
                </a:cubicBezTo>
                <a:cubicBezTo>
                  <a:pt x="215" y="258"/>
                  <a:pt x="107" y="243"/>
                  <a:pt x="53" y="319"/>
                </a:cubicBezTo>
                <a:cubicBezTo>
                  <a:pt x="0" y="396"/>
                  <a:pt x="67" y="524"/>
                  <a:pt x="153" y="519"/>
                </a:cubicBezTo>
                <a:close/>
                <a:moveTo>
                  <a:pt x="581" y="101"/>
                </a:moveTo>
                <a:cubicBezTo>
                  <a:pt x="581" y="73"/>
                  <a:pt x="603" y="51"/>
                  <a:pt x="631" y="51"/>
                </a:cubicBezTo>
                <a:cubicBezTo>
                  <a:pt x="659" y="51"/>
                  <a:pt x="681" y="73"/>
                  <a:pt x="681" y="101"/>
                </a:cubicBezTo>
                <a:cubicBezTo>
                  <a:pt x="681" y="129"/>
                  <a:pt x="659" y="152"/>
                  <a:pt x="631" y="152"/>
                </a:cubicBezTo>
                <a:cubicBezTo>
                  <a:pt x="603" y="152"/>
                  <a:pt x="581" y="129"/>
                  <a:pt x="581" y="101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48000">
                <a:srgbClr val="EFF0F1"/>
              </a:gs>
              <a:gs pos="100000">
                <a:srgbClr val="FFFFFF"/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outerShdw blurRad="241300" dist="127000" dir="7800000" sx="95000" sy="95000" algn="tr" rotWithShape="0">
              <a:prstClr val="black">
                <a:alpha val="38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82" name="Group 281"/>
          <p:cNvGrpSpPr/>
          <p:nvPr/>
        </p:nvGrpSpPr>
        <p:grpSpPr>
          <a:xfrm>
            <a:off x="9347180" y="259745"/>
            <a:ext cx="611787" cy="514247"/>
            <a:chOff x="4646805" y="976518"/>
            <a:chExt cx="364707" cy="306560"/>
          </a:xfrm>
          <a:solidFill>
            <a:schemeClr val="bg1"/>
          </a:solidFill>
        </p:grpSpPr>
        <p:sp>
          <p:nvSpPr>
            <p:cNvPr id="283" name="Freeform 13"/>
            <p:cNvSpPr>
              <a:spLocks noEditPoints="1"/>
            </p:cNvSpPr>
            <p:nvPr/>
          </p:nvSpPr>
          <p:spPr bwMode="auto">
            <a:xfrm flipH="1">
              <a:off x="4646805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84" name="Freeform 13"/>
            <p:cNvSpPr>
              <a:spLocks noEditPoints="1"/>
            </p:cNvSpPr>
            <p:nvPr/>
          </p:nvSpPr>
          <p:spPr bwMode="auto">
            <a:xfrm>
              <a:off x="4688199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85" name="Straight Connector 284"/>
          <p:cNvCxnSpPr/>
          <p:nvPr/>
        </p:nvCxnSpPr>
        <p:spPr>
          <a:xfrm>
            <a:off x="9653071" y="2"/>
            <a:ext cx="0" cy="51686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6" name="Group 285"/>
          <p:cNvGrpSpPr/>
          <p:nvPr/>
        </p:nvGrpSpPr>
        <p:grpSpPr>
          <a:xfrm>
            <a:off x="2049412" y="3864337"/>
            <a:ext cx="611781" cy="514247"/>
            <a:chOff x="4646808" y="976518"/>
            <a:chExt cx="364704" cy="306560"/>
          </a:xfrm>
          <a:solidFill>
            <a:schemeClr val="bg1"/>
          </a:solidFill>
        </p:grpSpPr>
        <p:sp>
          <p:nvSpPr>
            <p:cNvPr id="287" name="Freeform 13"/>
            <p:cNvSpPr>
              <a:spLocks noEditPoints="1"/>
            </p:cNvSpPr>
            <p:nvPr/>
          </p:nvSpPr>
          <p:spPr bwMode="auto">
            <a:xfrm flipH="1">
              <a:off x="4646808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88" name="Freeform 13"/>
            <p:cNvSpPr>
              <a:spLocks noEditPoints="1"/>
            </p:cNvSpPr>
            <p:nvPr/>
          </p:nvSpPr>
          <p:spPr bwMode="auto">
            <a:xfrm>
              <a:off x="4688199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89" name="Straight Connector 288"/>
          <p:cNvCxnSpPr/>
          <p:nvPr/>
        </p:nvCxnSpPr>
        <p:spPr>
          <a:xfrm flipH="1">
            <a:off x="2355303" y="2"/>
            <a:ext cx="8887" cy="412145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Freeform 29"/>
          <p:cNvSpPr>
            <a:spLocks noEditPoints="1"/>
          </p:cNvSpPr>
          <p:nvPr/>
        </p:nvSpPr>
        <p:spPr bwMode="auto">
          <a:xfrm>
            <a:off x="1482857" y="1227247"/>
            <a:ext cx="4011211" cy="2193500"/>
          </a:xfrm>
          <a:custGeom>
            <a:avLst/>
            <a:gdLst>
              <a:gd name="T0" fmla="*/ 51 w 1217"/>
              <a:gd name="T1" fmla="*/ 385 h 664"/>
              <a:gd name="T2" fmla="*/ 201 w 1217"/>
              <a:gd name="T3" fmla="*/ 436 h 664"/>
              <a:gd name="T4" fmla="*/ 250 w 1217"/>
              <a:gd name="T5" fmla="*/ 560 h 664"/>
              <a:gd name="T6" fmla="*/ 414 w 1217"/>
              <a:gd name="T7" fmla="*/ 575 h 664"/>
              <a:gd name="T8" fmla="*/ 578 w 1217"/>
              <a:gd name="T9" fmla="*/ 660 h 664"/>
              <a:gd name="T10" fmla="*/ 722 w 1217"/>
              <a:gd name="T11" fmla="*/ 568 h 664"/>
              <a:gd name="T12" fmla="*/ 784 w 1217"/>
              <a:gd name="T13" fmla="*/ 584 h 664"/>
              <a:gd name="T14" fmla="*/ 954 w 1217"/>
              <a:gd name="T15" fmla="*/ 496 h 664"/>
              <a:gd name="T16" fmla="*/ 1080 w 1217"/>
              <a:gd name="T17" fmla="*/ 460 h 664"/>
              <a:gd name="T18" fmla="*/ 1166 w 1217"/>
              <a:gd name="T19" fmla="*/ 275 h 664"/>
              <a:gd name="T20" fmla="*/ 1016 w 1217"/>
              <a:gd name="T21" fmla="*/ 224 h 664"/>
              <a:gd name="T22" fmla="*/ 967 w 1217"/>
              <a:gd name="T23" fmla="*/ 100 h 664"/>
              <a:gd name="T24" fmla="*/ 803 w 1217"/>
              <a:gd name="T25" fmla="*/ 85 h 664"/>
              <a:gd name="T26" fmla="*/ 648 w 1217"/>
              <a:gd name="T27" fmla="*/ 0 h 664"/>
              <a:gd name="T28" fmla="*/ 639 w 1217"/>
              <a:gd name="T29" fmla="*/ 0 h 664"/>
              <a:gd name="T30" fmla="*/ 495 w 1217"/>
              <a:gd name="T31" fmla="*/ 91 h 664"/>
              <a:gd name="T32" fmla="*/ 433 w 1217"/>
              <a:gd name="T33" fmla="*/ 76 h 664"/>
              <a:gd name="T34" fmla="*/ 262 w 1217"/>
              <a:gd name="T35" fmla="*/ 163 h 664"/>
              <a:gd name="T36" fmla="*/ 137 w 1217"/>
              <a:gd name="T37" fmla="*/ 199 h 664"/>
              <a:gd name="T38" fmla="*/ 51 w 1217"/>
              <a:gd name="T39" fmla="*/ 385 h 664"/>
              <a:gd name="T40" fmla="*/ 587 w 1217"/>
              <a:gd name="T41" fmla="*/ 96 h 664"/>
              <a:gd name="T42" fmla="*/ 638 w 1217"/>
              <a:gd name="T43" fmla="*/ 45 h 664"/>
              <a:gd name="T44" fmla="*/ 689 w 1217"/>
              <a:gd name="T45" fmla="*/ 96 h 664"/>
              <a:gd name="T46" fmla="*/ 638 w 1217"/>
              <a:gd name="T47" fmla="*/ 147 h 664"/>
              <a:gd name="T48" fmla="*/ 587 w 1217"/>
              <a:gd name="T49" fmla="*/ 96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17" h="664">
                <a:moveTo>
                  <a:pt x="51" y="385"/>
                </a:moveTo>
                <a:cubicBezTo>
                  <a:pt x="103" y="453"/>
                  <a:pt x="201" y="436"/>
                  <a:pt x="201" y="436"/>
                </a:cubicBezTo>
                <a:cubicBezTo>
                  <a:pt x="201" y="436"/>
                  <a:pt x="181" y="498"/>
                  <a:pt x="250" y="560"/>
                </a:cubicBezTo>
                <a:cubicBezTo>
                  <a:pt x="318" y="622"/>
                  <a:pt x="414" y="575"/>
                  <a:pt x="414" y="575"/>
                </a:cubicBezTo>
                <a:cubicBezTo>
                  <a:pt x="414" y="575"/>
                  <a:pt x="446" y="664"/>
                  <a:pt x="578" y="660"/>
                </a:cubicBezTo>
                <a:cubicBezTo>
                  <a:pt x="666" y="657"/>
                  <a:pt x="705" y="607"/>
                  <a:pt x="722" y="568"/>
                </a:cubicBezTo>
                <a:cubicBezTo>
                  <a:pt x="739" y="575"/>
                  <a:pt x="759" y="580"/>
                  <a:pt x="784" y="584"/>
                </a:cubicBezTo>
                <a:cubicBezTo>
                  <a:pt x="914" y="603"/>
                  <a:pt x="954" y="496"/>
                  <a:pt x="954" y="496"/>
                </a:cubicBezTo>
                <a:cubicBezTo>
                  <a:pt x="1048" y="528"/>
                  <a:pt x="1080" y="460"/>
                  <a:pt x="1080" y="460"/>
                </a:cubicBezTo>
                <a:cubicBezTo>
                  <a:pt x="1159" y="462"/>
                  <a:pt x="1217" y="343"/>
                  <a:pt x="1166" y="275"/>
                </a:cubicBezTo>
                <a:cubicBezTo>
                  <a:pt x="1114" y="206"/>
                  <a:pt x="1016" y="224"/>
                  <a:pt x="1016" y="224"/>
                </a:cubicBezTo>
                <a:cubicBezTo>
                  <a:pt x="1016" y="224"/>
                  <a:pt x="1036" y="162"/>
                  <a:pt x="967" y="100"/>
                </a:cubicBezTo>
                <a:cubicBezTo>
                  <a:pt x="899" y="38"/>
                  <a:pt x="803" y="85"/>
                  <a:pt x="803" y="85"/>
                </a:cubicBezTo>
                <a:cubicBezTo>
                  <a:pt x="803" y="85"/>
                  <a:pt x="773" y="0"/>
                  <a:pt x="648" y="0"/>
                </a:cubicBezTo>
                <a:cubicBezTo>
                  <a:pt x="645" y="0"/>
                  <a:pt x="642" y="0"/>
                  <a:pt x="639" y="0"/>
                </a:cubicBezTo>
                <a:cubicBezTo>
                  <a:pt x="551" y="2"/>
                  <a:pt x="512" y="52"/>
                  <a:pt x="495" y="91"/>
                </a:cubicBezTo>
                <a:cubicBezTo>
                  <a:pt x="478" y="85"/>
                  <a:pt x="458" y="79"/>
                  <a:pt x="433" y="76"/>
                </a:cubicBezTo>
                <a:cubicBezTo>
                  <a:pt x="303" y="57"/>
                  <a:pt x="262" y="163"/>
                  <a:pt x="262" y="163"/>
                </a:cubicBezTo>
                <a:cubicBezTo>
                  <a:pt x="169" y="131"/>
                  <a:pt x="137" y="199"/>
                  <a:pt x="137" y="199"/>
                </a:cubicBezTo>
                <a:cubicBezTo>
                  <a:pt x="58" y="197"/>
                  <a:pt x="0" y="317"/>
                  <a:pt x="51" y="385"/>
                </a:cubicBezTo>
                <a:close/>
                <a:moveTo>
                  <a:pt x="587" y="96"/>
                </a:moveTo>
                <a:cubicBezTo>
                  <a:pt x="587" y="68"/>
                  <a:pt x="610" y="45"/>
                  <a:pt x="638" y="45"/>
                </a:cubicBezTo>
                <a:cubicBezTo>
                  <a:pt x="666" y="45"/>
                  <a:pt x="689" y="68"/>
                  <a:pt x="689" y="96"/>
                </a:cubicBezTo>
                <a:cubicBezTo>
                  <a:pt x="689" y="124"/>
                  <a:pt x="666" y="147"/>
                  <a:pt x="638" y="147"/>
                </a:cubicBezTo>
                <a:cubicBezTo>
                  <a:pt x="610" y="147"/>
                  <a:pt x="587" y="124"/>
                  <a:pt x="587" y="96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5000">
                <a:srgbClr val="EFF0F1"/>
              </a:gs>
              <a:gs pos="100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chemeClr val="bg1"/>
            </a:solidFill>
          </a:ln>
          <a:effectLst>
            <a:outerShdw blurRad="215900" dist="139700" dir="3000000" algn="tl" rotWithShape="0">
              <a:prstClr val="black">
                <a:alpha val="19000"/>
              </a:prstClr>
            </a:outerShdw>
          </a:effectLst>
        </p:spPr>
        <p:txBody>
          <a:bodyPr vert="horz" wrap="square" lIns="121920" tIns="60960" rIns="121920" bIns="6096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91" name="Group 290"/>
          <p:cNvGrpSpPr/>
          <p:nvPr/>
        </p:nvGrpSpPr>
        <p:grpSpPr>
          <a:xfrm>
            <a:off x="3293988" y="916482"/>
            <a:ext cx="611787" cy="514247"/>
            <a:chOff x="4646805" y="976518"/>
            <a:chExt cx="364707" cy="306560"/>
          </a:xfrm>
          <a:solidFill>
            <a:schemeClr val="bg1"/>
          </a:solidFill>
        </p:grpSpPr>
        <p:sp>
          <p:nvSpPr>
            <p:cNvPr id="292" name="Freeform 13"/>
            <p:cNvSpPr>
              <a:spLocks noEditPoints="1"/>
            </p:cNvSpPr>
            <p:nvPr/>
          </p:nvSpPr>
          <p:spPr bwMode="auto">
            <a:xfrm flipH="1">
              <a:off x="4646805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93" name="Freeform 13"/>
            <p:cNvSpPr>
              <a:spLocks noEditPoints="1"/>
            </p:cNvSpPr>
            <p:nvPr/>
          </p:nvSpPr>
          <p:spPr bwMode="auto">
            <a:xfrm>
              <a:off x="4688199" y="976518"/>
              <a:ext cx="323313" cy="306560"/>
            </a:xfrm>
            <a:custGeom>
              <a:avLst/>
              <a:gdLst>
                <a:gd name="T0" fmla="*/ 63 w 160"/>
                <a:gd name="T1" fmla="*/ 0 h 152"/>
                <a:gd name="T2" fmla="*/ 63 w 160"/>
                <a:gd name="T3" fmla="*/ 80 h 152"/>
                <a:gd name="T4" fmla="*/ 8 w 160"/>
                <a:gd name="T5" fmla="*/ 74 h 152"/>
                <a:gd name="T6" fmla="*/ 1 w 160"/>
                <a:gd name="T7" fmla="*/ 78 h 152"/>
                <a:gd name="T8" fmla="*/ 5 w 160"/>
                <a:gd name="T9" fmla="*/ 85 h 152"/>
                <a:gd name="T10" fmla="*/ 53 w 160"/>
                <a:gd name="T11" fmla="*/ 92 h 152"/>
                <a:gd name="T12" fmla="*/ 63 w 160"/>
                <a:gd name="T13" fmla="*/ 92 h 152"/>
                <a:gd name="T14" fmla="*/ 63 w 160"/>
                <a:gd name="T15" fmla="*/ 147 h 152"/>
                <a:gd name="T16" fmla="*/ 68 w 160"/>
                <a:gd name="T17" fmla="*/ 152 h 152"/>
                <a:gd name="T18" fmla="*/ 74 w 160"/>
                <a:gd name="T19" fmla="*/ 147 h 152"/>
                <a:gd name="T20" fmla="*/ 74 w 160"/>
                <a:gd name="T21" fmla="*/ 91 h 152"/>
                <a:gd name="T22" fmla="*/ 150 w 160"/>
                <a:gd name="T23" fmla="*/ 55 h 152"/>
                <a:gd name="T24" fmla="*/ 157 w 160"/>
                <a:gd name="T25" fmla="*/ 31 h 152"/>
                <a:gd name="T26" fmla="*/ 137 w 160"/>
                <a:gd name="T27" fmla="*/ 22 h 152"/>
                <a:gd name="T28" fmla="*/ 75 w 160"/>
                <a:gd name="T29" fmla="*/ 61 h 152"/>
                <a:gd name="T30" fmla="*/ 75 w 160"/>
                <a:gd name="T31" fmla="*/ 0 h 152"/>
                <a:gd name="T32" fmla="*/ 63 w 160"/>
                <a:gd name="T33" fmla="*/ 0 h 152"/>
                <a:gd name="T34" fmla="*/ 137 w 160"/>
                <a:gd name="T35" fmla="*/ 34 h 152"/>
                <a:gd name="T36" fmla="*/ 138 w 160"/>
                <a:gd name="T37" fmla="*/ 34 h 152"/>
                <a:gd name="T38" fmla="*/ 146 w 160"/>
                <a:gd name="T39" fmla="*/ 36 h 152"/>
                <a:gd name="T40" fmla="*/ 141 w 160"/>
                <a:gd name="T41" fmla="*/ 47 h 152"/>
                <a:gd name="T42" fmla="*/ 79 w 160"/>
                <a:gd name="T43" fmla="*/ 78 h 152"/>
                <a:gd name="T44" fmla="*/ 137 w 160"/>
                <a:gd name="T4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0" h="152">
                  <a:moveTo>
                    <a:pt x="63" y="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46" y="81"/>
                    <a:pt x="28" y="80"/>
                    <a:pt x="8" y="74"/>
                  </a:cubicBezTo>
                  <a:cubicBezTo>
                    <a:pt x="5" y="73"/>
                    <a:pt x="2" y="74"/>
                    <a:pt x="1" y="78"/>
                  </a:cubicBezTo>
                  <a:cubicBezTo>
                    <a:pt x="0" y="81"/>
                    <a:pt x="1" y="84"/>
                    <a:pt x="5" y="85"/>
                  </a:cubicBezTo>
                  <a:cubicBezTo>
                    <a:pt x="21" y="90"/>
                    <a:pt x="38" y="92"/>
                    <a:pt x="53" y="92"/>
                  </a:cubicBezTo>
                  <a:cubicBezTo>
                    <a:pt x="56" y="92"/>
                    <a:pt x="59" y="92"/>
                    <a:pt x="63" y="92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50"/>
                    <a:pt x="65" y="152"/>
                    <a:pt x="68" y="152"/>
                  </a:cubicBezTo>
                  <a:cubicBezTo>
                    <a:pt x="71" y="152"/>
                    <a:pt x="74" y="150"/>
                    <a:pt x="74" y="147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110" y="86"/>
                    <a:pt x="137" y="69"/>
                    <a:pt x="150" y="55"/>
                  </a:cubicBezTo>
                  <a:cubicBezTo>
                    <a:pt x="157" y="46"/>
                    <a:pt x="160" y="37"/>
                    <a:pt x="157" y="31"/>
                  </a:cubicBezTo>
                  <a:cubicBezTo>
                    <a:pt x="155" y="26"/>
                    <a:pt x="150" y="21"/>
                    <a:pt x="137" y="22"/>
                  </a:cubicBezTo>
                  <a:cubicBezTo>
                    <a:pt x="106" y="23"/>
                    <a:pt x="86" y="44"/>
                    <a:pt x="75" y="61"/>
                  </a:cubicBezTo>
                  <a:cubicBezTo>
                    <a:pt x="75" y="0"/>
                    <a:pt x="75" y="0"/>
                    <a:pt x="75" y="0"/>
                  </a:cubicBezTo>
                  <a:lnTo>
                    <a:pt x="63" y="0"/>
                  </a:lnTo>
                  <a:close/>
                  <a:moveTo>
                    <a:pt x="137" y="34"/>
                  </a:moveTo>
                  <a:cubicBezTo>
                    <a:pt x="138" y="34"/>
                    <a:pt x="138" y="34"/>
                    <a:pt x="138" y="34"/>
                  </a:cubicBezTo>
                  <a:cubicBezTo>
                    <a:pt x="143" y="34"/>
                    <a:pt x="146" y="35"/>
                    <a:pt x="146" y="36"/>
                  </a:cubicBezTo>
                  <a:cubicBezTo>
                    <a:pt x="147" y="37"/>
                    <a:pt x="146" y="41"/>
                    <a:pt x="141" y="47"/>
                  </a:cubicBezTo>
                  <a:cubicBezTo>
                    <a:pt x="130" y="59"/>
                    <a:pt x="108" y="73"/>
                    <a:pt x="79" y="78"/>
                  </a:cubicBezTo>
                  <a:cubicBezTo>
                    <a:pt x="87" y="63"/>
                    <a:pt x="105" y="35"/>
                    <a:pt x="137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cxnSp>
        <p:nvCxnSpPr>
          <p:cNvPr id="294" name="Straight Connector 293"/>
          <p:cNvCxnSpPr/>
          <p:nvPr/>
        </p:nvCxnSpPr>
        <p:spPr>
          <a:xfrm>
            <a:off x="3599879" y="1"/>
            <a:ext cx="0" cy="117360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88289" y="3600141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Brainstroming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54632" y="3885425"/>
            <a:ext cx="24658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04293" y="4899514"/>
            <a:ext cx="798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Design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04293" y="5159398"/>
            <a:ext cx="2465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860719" y="4706277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Promotion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60719" y="4932913"/>
            <a:ext cx="2027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73332" y="1265645"/>
            <a:ext cx="944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Prototype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73332" y="1489855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99352" y="2184706"/>
            <a:ext cx="1225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Development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345059" y="2416764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3212766" y="1759072"/>
            <a:ext cx="397830" cy="421941"/>
            <a:chOff x="7404100" y="3633788"/>
            <a:chExt cx="628651" cy="666751"/>
          </a:xfrm>
          <a:solidFill>
            <a:schemeClr val="accent2"/>
          </a:solidFill>
        </p:grpSpPr>
        <p:sp>
          <p:nvSpPr>
            <p:cNvPr id="46" name="Freeform 20"/>
            <p:cNvSpPr>
              <a:spLocks noEditPoints="1"/>
            </p:cNvSpPr>
            <p:nvPr/>
          </p:nvSpPr>
          <p:spPr bwMode="auto">
            <a:xfrm>
              <a:off x="7404100" y="3870326"/>
              <a:ext cx="427038" cy="430213"/>
            </a:xfrm>
            <a:custGeom>
              <a:avLst/>
              <a:gdLst>
                <a:gd name="T0" fmla="*/ 115 w 136"/>
                <a:gd name="T1" fmla="*/ 94 h 137"/>
                <a:gd name="T2" fmla="*/ 119 w 136"/>
                <a:gd name="T3" fmla="*/ 83 h 137"/>
                <a:gd name="T4" fmla="*/ 136 w 136"/>
                <a:gd name="T5" fmla="*/ 77 h 137"/>
                <a:gd name="T6" fmla="*/ 136 w 136"/>
                <a:gd name="T7" fmla="*/ 68 h 137"/>
                <a:gd name="T8" fmla="*/ 136 w 136"/>
                <a:gd name="T9" fmla="*/ 60 h 137"/>
                <a:gd name="T10" fmla="*/ 119 w 136"/>
                <a:gd name="T11" fmla="*/ 54 h 137"/>
                <a:gd name="T12" fmla="*/ 115 w 136"/>
                <a:gd name="T13" fmla="*/ 43 h 137"/>
                <a:gd name="T14" fmla="*/ 122 w 136"/>
                <a:gd name="T15" fmla="*/ 27 h 137"/>
                <a:gd name="T16" fmla="*/ 110 w 136"/>
                <a:gd name="T17" fmla="*/ 14 h 137"/>
                <a:gd name="T18" fmla="*/ 94 w 136"/>
                <a:gd name="T19" fmla="*/ 22 h 137"/>
                <a:gd name="T20" fmla="*/ 83 w 136"/>
                <a:gd name="T21" fmla="*/ 18 h 137"/>
                <a:gd name="T22" fmla="*/ 77 w 136"/>
                <a:gd name="T23" fmla="*/ 1 h 137"/>
                <a:gd name="T24" fmla="*/ 68 w 136"/>
                <a:gd name="T25" fmla="*/ 0 h 137"/>
                <a:gd name="T26" fmla="*/ 59 w 136"/>
                <a:gd name="T27" fmla="*/ 1 h 137"/>
                <a:gd name="T28" fmla="*/ 53 w 136"/>
                <a:gd name="T29" fmla="*/ 18 h 137"/>
                <a:gd name="T30" fmla="*/ 43 w 136"/>
                <a:gd name="T31" fmla="*/ 22 h 137"/>
                <a:gd name="T32" fmla="*/ 26 w 136"/>
                <a:gd name="T33" fmla="*/ 14 h 137"/>
                <a:gd name="T34" fmla="*/ 14 w 136"/>
                <a:gd name="T35" fmla="*/ 27 h 137"/>
                <a:gd name="T36" fmla="*/ 22 w 136"/>
                <a:gd name="T37" fmla="*/ 43 h 137"/>
                <a:gd name="T38" fmla="*/ 17 w 136"/>
                <a:gd name="T39" fmla="*/ 54 h 137"/>
                <a:gd name="T40" fmla="*/ 0 w 136"/>
                <a:gd name="T41" fmla="*/ 60 h 137"/>
                <a:gd name="T42" fmla="*/ 0 w 136"/>
                <a:gd name="T43" fmla="*/ 68 h 137"/>
                <a:gd name="T44" fmla="*/ 0 w 136"/>
                <a:gd name="T45" fmla="*/ 77 h 137"/>
                <a:gd name="T46" fmla="*/ 17 w 136"/>
                <a:gd name="T47" fmla="*/ 83 h 137"/>
                <a:gd name="T48" fmla="*/ 22 w 136"/>
                <a:gd name="T49" fmla="*/ 94 h 137"/>
                <a:gd name="T50" fmla="*/ 14 w 136"/>
                <a:gd name="T51" fmla="*/ 110 h 137"/>
                <a:gd name="T52" fmla="*/ 26 w 136"/>
                <a:gd name="T53" fmla="*/ 123 h 137"/>
                <a:gd name="T54" fmla="*/ 43 w 136"/>
                <a:gd name="T55" fmla="*/ 115 h 137"/>
                <a:gd name="T56" fmla="*/ 53 w 136"/>
                <a:gd name="T57" fmla="*/ 119 h 137"/>
                <a:gd name="T58" fmla="*/ 59 w 136"/>
                <a:gd name="T59" fmla="*/ 136 h 137"/>
                <a:gd name="T60" fmla="*/ 68 w 136"/>
                <a:gd name="T61" fmla="*/ 137 h 137"/>
                <a:gd name="T62" fmla="*/ 77 w 136"/>
                <a:gd name="T63" fmla="*/ 136 h 137"/>
                <a:gd name="T64" fmla="*/ 83 w 136"/>
                <a:gd name="T65" fmla="*/ 119 h 137"/>
                <a:gd name="T66" fmla="*/ 94 w 136"/>
                <a:gd name="T67" fmla="*/ 115 h 137"/>
                <a:gd name="T68" fmla="*/ 110 w 136"/>
                <a:gd name="T69" fmla="*/ 123 h 137"/>
                <a:gd name="T70" fmla="*/ 122 w 136"/>
                <a:gd name="T71" fmla="*/ 110 h 137"/>
                <a:gd name="T72" fmla="*/ 115 w 136"/>
                <a:gd name="T73" fmla="*/ 94 h 137"/>
                <a:gd name="T74" fmla="*/ 68 w 136"/>
                <a:gd name="T75" fmla="*/ 92 h 137"/>
                <a:gd name="T76" fmla="*/ 44 w 136"/>
                <a:gd name="T77" fmla="*/ 68 h 137"/>
                <a:gd name="T78" fmla="*/ 68 w 136"/>
                <a:gd name="T79" fmla="*/ 45 h 137"/>
                <a:gd name="T80" fmla="*/ 92 w 136"/>
                <a:gd name="T81" fmla="*/ 68 h 137"/>
                <a:gd name="T82" fmla="*/ 68 w 136"/>
                <a:gd name="T83" fmla="*/ 9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6" h="137">
                  <a:moveTo>
                    <a:pt x="115" y="94"/>
                  </a:moveTo>
                  <a:cubicBezTo>
                    <a:pt x="116" y="91"/>
                    <a:pt x="118" y="87"/>
                    <a:pt x="119" y="83"/>
                  </a:cubicBezTo>
                  <a:cubicBezTo>
                    <a:pt x="136" y="77"/>
                    <a:pt x="136" y="77"/>
                    <a:pt x="136" y="77"/>
                  </a:cubicBezTo>
                  <a:cubicBezTo>
                    <a:pt x="136" y="74"/>
                    <a:pt x="136" y="71"/>
                    <a:pt x="136" y="68"/>
                  </a:cubicBezTo>
                  <a:cubicBezTo>
                    <a:pt x="136" y="65"/>
                    <a:pt x="136" y="63"/>
                    <a:pt x="136" y="60"/>
                  </a:cubicBezTo>
                  <a:cubicBezTo>
                    <a:pt x="119" y="54"/>
                    <a:pt x="119" y="54"/>
                    <a:pt x="119" y="54"/>
                  </a:cubicBezTo>
                  <a:cubicBezTo>
                    <a:pt x="118" y="50"/>
                    <a:pt x="116" y="46"/>
                    <a:pt x="115" y="43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19" y="22"/>
                    <a:pt x="115" y="18"/>
                    <a:pt x="110" y="1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0" y="20"/>
                    <a:pt x="87" y="19"/>
                    <a:pt x="83" y="18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4" y="0"/>
                    <a:pt x="71" y="0"/>
                    <a:pt x="68" y="0"/>
                  </a:cubicBezTo>
                  <a:cubicBezTo>
                    <a:pt x="65" y="0"/>
                    <a:pt x="62" y="0"/>
                    <a:pt x="59" y="1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0" y="19"/>
                    <a:pt x="46" y="20"/>
                    <a:pt x="43" y="22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8"/>
                    <a:pt x="18" y="22"/>
                    <a:pt x="14" y="27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0" y="46"/>
                    <a:pt x="18" y="50"/>
                    <a:pt x="17" y="5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3"/>
                    <a:pt x="0" y="65"/>
                    <a:pt x="0" y="68"/>
                  </a:cubicBezTo>
                  <a:cubicBezTo>
                    <a:pt x="0" y="71"/>
                    <a:pt x="0" y="74"/>
                    <a:pt x="0" y="77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8" y="87"/>
                    <a:pt x="20" y="91"/>
                    <a:pt x="22" y="94"/>
                  </a:cubicBezTo>
                  <a:cubicBezTo>
                    <a:pt x="14" y="110"/>
                    <a:pt x="14" y="110"/>
                    <a:pt x="14" y="110"/>
                  </a:cubicBezTo>
                  <a:cubicBezTo>
                    <a:pt x="18" y="115"/>
                    <a:pt x="22" y="119"/>
                    <a:pt x="26" y="123"/>
                  </a:cubicBezTo>
                  <a:cubicBezTo>
                    <a:pt x="43" y="115"/>
                    <a:pt x="43" y="115"/>
                    <a:pt x="43" y="115"/>
                  </a:cubicBezTo>
                  <a:cubicBezTo>
                    <a:pt x="46" y="117"/>
                    <a:pt x="50" y="118"/>
                    <a:pt x="53" y="119"/>
                  </a:cubicBezTo>
                  <a:cubicBezTo>
                    <a:pt x="59" y="136"/>
                    <a:pt x="59" y="136"/>
                    <a:pt x="59" y="136"/>
                  </a:cubicBezTo>
                  <a:cubicBezTo>
                    <a:pt x="62" y="137"/>
                    <a:pt x="65" y="137"/>
                    <a:pt x="68" y="137"/>
                  </a:cubicBezTo>
                  <a:cubicBezTo>
                    <a:pt x="71" y="137"/>
                    <a:pt x="74" y="137"/>
                    <a:pt x="77" y="136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7" y="118"/>
                    <a:pt x="90" y="117"/>
                    <a:pt x="94" y="115"/>
                  </a:cubicBezTo>
                  <a:cubicBezTo>
                    <a:pt x="110" y="123"/>
                    <a:pt x="110" y="123"/>
                    <a:pt x="110" y="123"/>
                  </a:cubicBezTo>
                  <a:cubicBezTo>
                    <a:pt x="115" y="119"/>
                    <a:pt x="119" y="115"/>
                    <a:pt x="122" y="110"/>
                  </a:cubicBezTo>
                  <a:lnTo>
                    <a:pt x="115" y="94"/>
                  </a:lnTo>
                  <a:close/>
                  <a:moveTo>
                    <a:pt x="68" y="92"/>
                  </a:moveTo>
                  <a:cubicBezTo>
                    <a:pt x="55" y="92"/>
                    <a:pt x="44" y="82"/>
                    <a:pt x="44" y="68"/>
                  </a:cubicBezTo>
                  <a:cubicBezTo>
                    <a:pt x="44" y="55"/>
                    <a:pt x="55" y="45"/>
                    <a:pt x="68" y="45"/>
                  </a:cubicBezTo>
                  <a:cubicBezTo>
                    <a:pt x="81" y="45"/>
                    <a:pt x="92" y="55"/>
                    <a:pt x="92" y="68"/>
                  </a:cubicBezTo>
                  <a:cubicBezTo>
                    <a:pt x="92" y="82"/>
                    <a:pt x="81" y="92"/>
                    <a:pt x="68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7" name="Freeform 21"/>
            <p:cNvSpPr>
              <a:spLocks noEditPoints="1"/>
            </p:cNvSpPr>
            <p:nvPr/>
          </p:nvSpPr>
          <p:spPr bwMode="auto">
            <a:xfrm>
              <a:off x="7608888" y="3633788"/>
              <a:ext cx="282575" cy="282575"/>
            </a:xfrm>
            <a:custGeom>
              <a:avLst/>
              <a:gdLst>
                <a:gd name="T0" fmla="*/ 4 w 90"/>
                <a:gd name="T1" fmla="*/ 67 h 90"/>
                <a:gd name="T2" fmla="*/ 16 w 90"/>
                <a:gd name="T3" fmla="*/ 67 h 90"/>
                <a:gd name="T4" fmla="*/ 22 w 90"/>
                <a:gd name="T5" fmla="*/ 73 h 90"/>
                <a:gd name="T6" fmla="*/ 21 w 90"/>
                <a:gd name="T7" fmla="*/ 85 h 90"/>
                <a:gd name="T8" fmla="*/ 26 w 90"/>
                <a:gd name="T9" fmla="*/ 88 h 90"/>
                <a:gd name="T10" fmla="*/ 32 w 90"/>
                <a:gd name="T11" fmla="*/ 90 h 90"/>
                <a:gd name="T12" fmla="*/ 40 w 90"/>
                <a:gd name="T13" fmla="*/ 81 h 90"/>
                <a:gd name="T14" fmla="*/ 48 w 90"/>
                <a:gd name="T15" fmla="*/ 81 h 90"/>
                <a:gd name="T16" fmla="*/ 56 w 90"/>
                <a:gd name="T17" fmla="*/ 90 h 90"/>
                <a:gd name="T18" fmla="*/ 67 w 90"/>
                <a:gd name="T19" fmla="*/ 86 h 90"/>
                <a:gd name="T20" fmla="*/ 67 w 90"/>
                <a:gd name="T21" fmla="*/ 74 h 90"/>
                <a:gd name="T22" fmla="*/ 73 w 90"/>
                <a:gd name="T23" fmla="*/ 68 h 90"/>
                <a:gd name="T24" fmla="*/ 85 w 90"/>
                <a:gd name="T25" fmla="*/ 69 h 90"/>
                <a:gd name="T26" fmla="*/ 87 w 90"/>
                <a:gd name="T27" fmla="*/ 64 h 90"/>
                <a:gd name="T28" fmla="*/ 89 w 90"/>
                <a:gd name="T29" fmla="*/ 58 h 90"/>
                <a:gd name="T30" fmla="*/ 81 w 90"/>
                <a:gd name="T31" fmla="*/ 50 h 90"/>
                <a:gd name="T32" fmla="*/ 81 w 90"/>
                <a:gd name="T33" fmla="*/ 42 h 90"/>
                <a:gd name="T34" fmla="*/ 90 w 90"/>
                <a:gd name="T35" fmla="*/ 34 h 90"/>
                <a:gd name="T36" fmla="*/ 86 w 90"/>
                <a:gd name="T37" fmla="*/ 23 h 90"/>
                <a:gd name="T38" fmla="*/ 73 w 90"/>
                <a:gd name="T39" fmla="*/ 23 h 90"/>
                <a:gd name="T40" fmla="*/ 68 w 90"/>
                <a:gd name="T41" fmla="*/ 17 h 90"/>
                <a:gd name="T42" fmla="*/ 69 w 90"/>
                <a:gd name="T43" fmla="*/ 5 h 90"/>
                <a:gd name="T44" fmla="*/ 63 w 90"/>
                <a:gd name="T45" fmla="*/ 3 h 90"/>
                <a:gd name="T46" fmla="*/ 58 w 90"/>
                <a:gd name="T47" fmla="*/ 0 h 90"/>
                <a:gd name="T48" fmla="*/ 49 w 90"/>
                <a:gd name="T49" fmla="*/ 9 h 90"/>
                <a:gd name="T50" fmla="*/ 41 w 90"/>
                <a:gd name="T51" fmla="*/ 9 h 90"/>
                <a:gd name="T52" fmla="*/ 33 w 90"/>
                <a:gd name="T53" fmla="*/ 0 h 90"/>
                <a:gd name="T54" fmla="*/ 22 w 90"/>
                <a:gd name="T55" fmla="*/ 4 h 90"/>
                <a:gd name="T56" fmla="*/ 23 w 90"/>
                <a:gd name="T57" fmla="*/ 17 h 90"/>
                <a:gd name="T58" fmla="*/ 17 w 90"/>
                <a:gd name="T59" fmla="*/ 22 h 90"/>
                <a:gd name="T60" fmla="*/ 5 w 90"/>
                <a:gd name="T61" fmla="*/ 21 h 90"/>
                <a:gd name="T62" fmla="*/ 2 w 90"/>
                <a:gd name="T63" fmla="*/ 27 h 90"/>
                <a:gd name="T64" fmla="*/ 0 w 90"/>
                <a:gd name="T65" fmla="*/ 32 h 90"/>
                <a:gd name="T66" fmla="*/ 9 w 90"/>
                <a:gd name="T67" fmla="*/ 40 h 90"/>
                <a:gd name="T68" fmla="*/ 9 w 90"/>
                <a:gd name="T69" fmla="*/ 48 h 90"/>
                <a:gd name="T70" fmla="*/ 0 w 90"/>
                <a:gd name="T71" fmla="*/ 56 h 90"/>
                <a:gd name="T72" fmla="*/ 4 w 90"/>
                <a:gd name="T73" fmla="*/ 67 h 90"/>
                <a:gd name="T74" fmla="*/ 30 w 90"/>
                <a:gd name="T75" fmla="*/ 39 h 90"/>
                <a:gd name="T76" fmla="*/ 51 w 90"/>
                <a:gd name="T77" fmla="*/ 30 h 90"/>
                <a:gd name="T78" fmla="*/ 60 w 90"/>
                <a:gd name="T79" fmla="*/ 52 h 90"/>
                <a:gd name="T80" fmla="*/ 38 w 90"/>
                <a:gd name="T81" fmla="*/ 60 h 90"/>
                <a:gd name="T82" fmla="*/ 30 w 90"/>
                <a:gd name="T83" fmla="*/ 3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0" h="90">
                  <a:moveTo>
                    <a:pt x="4" y="67"/>
                  </a:moveTo>
                  <a:cubicBezTo>
                    <a:pt x="16" y="67"/>
                    <a:pt x="16" y="67"/>
                    <a:pt x="16" y="67"/>
                  </a:cubicBezTo>
                  <a:cubicBezTo>
                    <a:pt x="18" y="69"/>
                    <a:pt x="20" y="71"/>
                    <a:pt x="22" y="73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23" y="86"/>
                    <a:pt x="25" y="87"/>
                    <a:pt x="26" y="88"/>
                  </a:cubicBezTo>
                  <a:cubicBezTo>
                    <a:pt x="28" y="88"/>
                    <a:pt x="30" y="89"/>
                    <a:pt x="32" y="90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3" y="81"/>
                    <a:pt x="46" y="81"/>
                    <a:pt x="48" y="81"/>
                  </a:cubicBezTo>
                  <a:cubicBezTo>
                    <a:pt x="56" y="90"/>
                    <a:pt x="56" y="90"/>
                    <a:pt x="56" y="90"/>
                  </a:cubicBezTo>
                  <a:cubicBezTo>
                    <a:pt x="60" y="89"/>
                    <a:pt x="64" y="88"/>
                    <a:pt x="67" y="86"/>
                  </a:cubicBezTo>
                  <a:cubicBezTo>
                    <a:pt x="67" y="74"/>
                    <a:pt x="67" y="74"/>
                    <a:pt x="67" y="74"/>
                  </a:cubicBezTo>
                  <a:cubicBezTo>
                    <a:pt x="69" y="72"/>
                    <a:pt x="71" y="70"/>
                    <a:pt x="73" y="68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6" y="67"/>
                    <a:pt x="87" y="65"/>
                    <a:pt x="87" y="64"/>
                  </a:cubicBezTo>
                  <a:cubicBezTo>
                    <a:pt x="88" y="62"/>
                    <a:pt x="89" y="60"/>
                    <a:pt x="89" y="58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81" y="47"/>
                    <a:pt x="81" y="44"/>
                    <a:pt x="81" y="42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89" y="30"/>
                    <a:pt x="87" y="26"/>
                    <a:pt x="86" y="2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2" y="21"/>
                    <a:pt x="70" y="19"/>
                    <a:pt x="68" y="17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7" y="4"/>
                    <a:pt x="65" y="3"/>
                    <a:pt x="63" y="3"/>
                  </a:cubicBezTo>
                  <a:cubicBezTo>
                    <a:pt x="62" y="2"/>
                    <a:pt x="60" y="1"/>
                    <a:pt x="58" y="0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9"/>
                    <a:pt x="44" y="9"/>
                    <a:pt x="41" y="9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0" y="1"/>
                    <a:pt x="26" y="3"/>
                    <a:pt x="22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1" y="18"/>
                    <a:pt x="19" y="20"/>
                    <a:pt x="17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4" y="23"/>
                    <a:pt x="3" y="25"/>
                    <a:pt x="2" y="27"/>
                  </a:cubicBezTo>
                  <a:cubicBezTo>
                    <a:pt x="2" y="28"/>
                    <a:pt x="1" y="30"/>
                    <a:pt x="0" y="32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3"/>
                    <a:pt x="9" y="46"/>
                    <a:pt x="9" y="4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" y="60"/>
                    <a:pt x="2" y="64"/>
                    <a:pt x="4" y="67"/>
                  </a:cubicBezTo>
                  <a:close/>
                  <a:moveTo>
                    <a:pt x="30" y="39"/>
                  </a:moveTo>
                  <a:cubicBezTo>
                    <a:pt x="34" y="30"/>
                    <a:pt x="43" y="27"/>
                    <a:pt x="51" y="30"/>
                  </a:cubicBezTo>
                  <a:cubicBezTo>
                    <a:pt x="60" y="34"/>
                    <a:pt x="63" y="43"/>
                    <a:pt x="60" y="52"/>
                  </a:cubicBezTo>
                  <a:cubicBezTo>
                    <a:pt x="56" y="60"/>
                    <a:pt x="47" y="63"/>
                    <a:pt x="38" y="60"/>
                  </a:cubicBezTo>
                  <a:cubicBezTo>
                    <a:pt x="30" y="56"/>
                    <a:pt x="26" y="47"/>
                    <a:pt x="3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8" name="Freeform 22"/>
            <p:cNvSpPr>
              <a:spLocks noEditPoints="1"/>
            </p:cNvSpPr>
            <p:nvPr/>
          </p:nvSpPr>
          <p:spPr bwMode="auto">
            <a:xfrm>
              <a:off x="7805738" y="3832226"/>
              <a:ext cx="227013" cy="228600"/>
            </a:xfrm>
            <a:custGeom>
              <a:avLst/>
              <a:gdLst>
                <a:gd name="T0" fmla="*/ 63 w 72"/>
                <a:gd name="T1" fmla="*/ 44 h 73"/>
                <a:gd name="T2" fmla="*/ 72 w 72"/>
                <a:gd name="T3" fmla="*/ 41 h 73"/>
                <a:gd name="T4" fmla="*/ 72 w 72"/>
                <a:gd name="T5" fmla="*/ 36 h 73"/>
                <a:gd name="T6" fmla="*/ 72 w 72"/>
                <a:gd name="T7" fmla="*/ 31 h 73"/>
                <a:gd name="T8" fmla="*/ 63 w 72"/>
                <a:gd name="T9" fmla="*/ 28 h 73"/>
                <a:gd name="T10" fmla="*/ 60 w 72"/>
                <a:gd name="T11" fmla="*/ 23 h 73"/>
                <a:gd name="T12" fmla="*/ 64 w 72"/>
                <a:gd name="T13" fmla="*/ 14 h 73"/>
                <a:gd name="T14" fmla="*/ 58 w 72"/>
                <a:gd name="T15" fmla="*/ 8 h 73"/>
                <a:gd name="T16" fmla="*/ 49 w 72"/>
                <a:gd name="T17" fmla="*/ 12 h 73"/>
                <a:gd name="T18" fmla="*/ 43 w 72"/>
                <a:gd name="T19" fmla="*/ 10 h 73"/>
                <a:gd name="T20" fmla="*/ 40 w 72"/>
                <a:gd name="T21" fmla="*/ 1 h 73"/>
                <a:gd name="T22" fmla="*/ 35 w 72"/>
                <a:gd name="T23" fmla="*/ 0 h 73"/>
                <a:gd name="T24" fmla="*/ 31 w 72"/>
                <a:gd name="T25" fmla="*/ 1 h 73"/>
                <a:gd name="T26" fmla="*/ 28 w 72"/>
                <a:gd name="T27" fmla="*/ 10 h 73"/>
                <a:gd name="T28" fmla="*/ 22 w 72"/>
                <a:gd name="T29" fmla="*/ 12 h 73"/>
                <a:gd name="T30" fmla="*/ 13 w 72"/>
                <a:gd name="T31" fmla="*/ 8 h 73"/>
                <a:gd name="T32" fmla="*/ 7 w 72"/>
                <a:gd name="T33" fmla="*/ 15 h 73"/>
                <a:gd name="T34" fmla="*/ 11 w 72"/>
                <a:gd name="T35" fmla="*/ 24 h 73"/>
                <a:gd name="T36" fmla="*/ 9 w 72"/>
                <a:gd name="T37" fmla="*/ 29 h 73"/>
                <a:gd name="T38" fmla="*/ 0 w 72"/>
                <a:gd name="T39" fmla="*/ 33 h 73"/>
                <a:gd name="T40" fmla="*/ 0 w 72"/>
                <a:gd name="T41" fmla="*/ 37 h 73"/>
                <a:gd name="T42" fmla="*/ 0 w 72"/>
                <a:gd name="T43" fmla="*/ 42 h 73"/>
                <a:gd name="T44" fmla="*/ 9 w 72"/>
                <a:gd name="T45" fmla="*/ 45 h 73"/>
                <a:gd name="T46" fmla="*/ 12 w 72"/>
                <a:gd name="T47" fmla="*/ 51 h 73"/>
                <a:gd name="T48" fmla="*/ 8 w 72"/>
                <a:gd name="T49" fmla="*/ 59 h 73"/>
                <a:gd name="T50" fmla="*/ 15 w 72"/>
                <a:gd name="T51" fmla="*/ 66 h 73"/>
                <a:gd name="T52" fmla="*/ 23 w 72"/>
                <a:gd name="T53" fmla="*/ 62 h 73"/>
                <a:gd name="T54" fmla="*/ 29 w 72"/>
                <a:gd name="T55" fmla="*/ 64 h 73"/>
                <a:gd name="T56" fmla="*/ 32 w 72"/>
                <a:gd name="T57" fmla="*/ 73 h 73"/>
                <a:gd name="T58" fmla="*/ 37 w 72"/>
                <a:gd name="T59" fmla="*/ 73 h 73"/>
                <a:gd name="T60" fmla="*/ 41 w 72"/>
                <a:gd name="T61" fmla="*/ 72 h 73"/>
                <a:gd name="T62" fmla="*/ 44 w 72"/>
                <a:gd name="T63" fmla="*/ 63 h 73"/>
                <a:gd name="T64" fmla="*/ 50 w 72"/>
                <a:gd name="T65" fmla="*/ 61 h 73"/>
                <a:gd name="T66" fmla="*/ 59 w 72"/>
                <a:gd name="T67" fmla="*/ 65 h 73"/>
                <a:gd name="T68" fmla="*/ 65 w 72"/>
                <a:gd name="T69" fmla="*/ 58 h 73"/>
                <a:gd name="T70" fmla="*/ 61 w 72"/>
                <a:gd name="T71" fmla="*/ 50 h 73"/>
                <a:gd name="T72" fmla="*/ 63 w 72"/>
                <a:gd name="T73" fmla="*/ 44 h 73"/>
                <a:gd name="T74" fmla="*/ 36 w 72"/>
                <a:gd name="T75" fmla="*/ 49 h 73"/>
                <a:gd name="T76" fmla="*/ 23 w 72"/>
                <a:gd name="T77" fmla="*/ 37 h 73"/>
                <a:gd name="T78" fmla="*/ 36 w 72"/>
                <a:gd name="T79" fmla="*/ 24 h 73"/>
                <a:gd name="T80" fmla="*/ 49 w 72"/>
                <a:gd name="T81" fmla="*/ 36 h 73"/>
                <a:gd name="T82" fmla="*/ 36 w 72"/>
                <a:gd name="T83" fmla="*/ 4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2" h="73">
                  <a:moveTo>
                    <a:pt x="63" y="44"/>
                  </a:moveTo>
                  <a:cubicBezTo>
                    <a:pt x="72" y="41"/>
                    <a:pt x="72" y="41"/>
                    <a:pt x="72" y="41"/>
                  </a:cubicBezTo>
                  <a:cubicBezTo>
                    <a:pt x="72" y="39"/>
                    <a:pt x="72" y="37"/>
                    <a:pt x="72" y="36"/>
                  </a:cubicBezTo>
                  <a:cubicBezTo>
                    <a:pt x="72" y="34"/>
                    <a:pt x="72" y="33"/>
                    <a:pt x="72" y="31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2" y="26"/>
                    <a:pt x="61" y="24"/>
                    <a:pt x="60" y="23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2" y="12"/>
                    <a:pt x="60" y="9"/>
                    <a:pt x="58" y="8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7" y="11"/>
                    <a:pt x="45" y="10"/>
                    <a:pt x="43" y="1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7" y="0"/>
                    <a:pt x="35" y="0"/>
                  </a:cubicBezTo>
                  <a:cubicBezTo>
                    <a:pt x="34" y="0"/>
                    <a:pt x="32" y="1"/>
                    <a:pt x="31" y="1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0"/>
                    <a:pt x="24" y="11"/>
                    <a:pt x="22" y="12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1" y="10"/>
                    <a:pt x="9" y="13"/>
                    <a:pt x="7" y="1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5"/>
                    <a:pt x="10" y="27"/>
                    <a:pt x="9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4"/>
                    <a:pt x="0" y="36"/>
                    <a:pt x="0" y="37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7"/>
                    <a:pt x="11" y="49"/>
                    <a:pt x="12" y="51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10" y="62"/>
                    <a:pt x="12" y="64"/>
                    <a:pt x="15" y="66"/>
                  </a:cubicBezTo>
                  <a:cubicBezTo>
                    <a:pt x="23" y="62"/>
                    <a:pt x="23" y="62"/>
                    <a:pt x="23" y="62"/>
                  </a:cubicBezTo>
                  <a:cubicBezTo>
                    <a:pt x="25" y="62"/>
                    <a:pt x="27" y="63"/>
                    <a:pt x="29" y="64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4" y="73"/>
                    <a:pt x="35" y="73"/>
                    <a:pt x="37" y="73"/>
                  </a:cubicBezTo>
                  <a:cubicBezTo>
                    <a:pt x="38" y="73"/>
                    <a:pt x="40" y="73"/>
                    <a:pt x="41" y="72"/>
                  </a:cubicBezTo>
                  <a:cubicBezTo>
                    <a:pt x="44" y="63"/>
                    <a:pt x="44" y="63"/>
                    <a:pt x="44" y="63"/>
                  </a:cubicBezTo>
                  <a:cubicBezTo>
                    <a:pt x="46" y="63"/>
                    <a:pt x="48" y="62"/>
                    <a:pt x="50" y="61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61" y="63"/>
                    <a:pt x="63" y="61"/>
                    <a:pt x="65" y="58"/>
                  </a:cubicBezTo>
                  <a:cubicBezTo>
                    <a:pt x="61" y="50"/>
                    <a:pt x="61" y="50"/>
                    <a:pt x="61" y="50"/>
                  </a:cubicBezTo>
                  <a:cubicBezTo>
                    <a:pt x="62" y="48"/>
                    <a:pt x="63" y="46"/>
                    <a:pt x="63" y="44"/>
                  </a:cubicBezTo>
                  <a:close/>
                  <a:moveTo>
                    <a:pt x="36" y="49"/>
                  </a:moveTo>
                  <a:cubicBezTo>
                    <a:pt x="29" y="49"/>
                    <a:pt x="24" y="44"/>
                    <a:pt x="23" y="37"/>
                  </a:cubicBezTo>
                  <a:cubicBezTo>
                    <a:pt x="23" y="30"/>
                    <a:pt x="29" y="24"/>
                    <a:pt x="36" y="24"/>
                  </a:cubicBezTo>
                  <a:cubicBezTo>
                    <a:pt x="43" y="24"/>
                    <a:pt x="49" y="29"/>
                    <a:pt x="49" y="36"/>
                  </a:cubicBezTo>
                  <a:cubicBezTo>
                    <a:pt x="49" y="43"/>
                    <a:pt x="43" y="49"/>
                    <a:pt x="36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8168568" y="1446522"/>
            <a:ext cx="464363" cy="482071"/>
            <a:chOff x="5719763" y="3041650"/>
            <a:chExt cx="749300" cy="777875"/>
          </a:xfrm>
          <a:solidFill>
            <a:schemeClr val="accent3"/>
          </a:solidFill>
        </p:grpSpPr>
        <p:sp>
          <p:nvSpPr>
            <p:cNvPr id="50" name="Oval 5"/>
            <p:cNvSpPr>
              <a:spLocks noChangeArrowheads="1"/>
            </p:cNvSpPr>
            <p:nvPr/>
          </p:nvSpPr>
          <p:spPr bwMode="auto">
            <a:xfrm>
              <a:off x="6035675" y="3368675"/>
              <a:ext cx="120650" cy="1206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Oval 6"/>
            <p:cNvSpPr>
              <a:spLocks noChangeArrowheads="1"/>
            </p:cNvSpPr>
            <p:nvPr/>
          </p:nvSpPr>
          <p:spPr bwMode="auto">
            <a:xfrm>
              <a:off x="6281738" y="3186113"/>
              <a:ext cx="84138" cy="841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2" name="Oval 7"/>
            <p:cNvSpPr>
              <a:spLocks noChangeArrowheads="1"/>
            </p:cNvSpPr>
            <p:nvPr/>
          </p:nvSpPr>
          <p:spPr bwMode="auto">
            <a:xfrm>
              <a:off x="5730875" y="3319463"/>
              <a:ext cx="84138" cy="82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3" name="Freeform 8"/>
            <p:cNvSpPr>
              <a:spLocks noEditPoints="1"/>
            </p:cNvSpPr>
            <p:nvPr/>
          </p:nvSpPr>
          <p:spPr bwMode="auto">
            <a:xfrm>
              <a:off x="5719763" y="3041650"/>
              <a:ext cx="749300" cy="777875"/>
            </a:xfrm>
            <a:custGeom>
              <a:avLst/>
              <a:gdLst>
                <a:gd name="T0" fmla="*/ 176 w 197"/>
                <a:gd name="T1" fmla="*/ 101 h 205"/>
                <a:gd name="T2" fmla="*/ 174 w 197"/>
                <a:gd name="T3" fmla="*/ 46 h 205"/>
                <a:gd name="T4" fmla="*/ 172 w 197"/>
                <a:gd name="T5" fmla="*/ 56 h 205"/>
                <a:gd name="T6" fmla="*/ 169 w 197"/>
                <a:gd name="T7" fmla="*/ 94 h 205"/>
                <a:gd name="T8" fmla="*/ 140 w 197"/>
                <a:gd name="T9" fmla="*/ 76 h 205"/>
                <a:gd name="T10" fmla="*/ 146 w 197"/>
                <a:gd name="T11" fmla="*/ 54 h 205"/>
                <a:gd name="T12" fmla="*/ 145 w 197"/>
                <a:gd name="T13" fmla="*/ 44 h 205"/>
                <a:gd name="T14" fmla="*/ 130 w 197"/>
                <a:gd name="T15" fmla="*/ 31 h 205"/>
                <a:gd name="T16" fmla="*/ 67 w 197"/>
                <a:gd name="T17" fmla="*/ 31 h 205"/>
                <a:gd name="T18" fmla="*/ 41 w 197"/>
                <a:gd name="T19" fmla="*/ 44 h 205"/>
                <a:gd name="T20" fmla="*/ 4 w 197"/>
                <a:gd name="T21" fmla="*/ 73 h 205"/>
                <a:gd name="T22" fmla="*/ 15 w 197"/>
                <a:gd name="T23" fmla="*/ 63 h 205"/>
                <a:gd name="T24" fmla="*/ 61 w 197"/>
                <a:gd name="T25" fmla="*/ 56 h 205"/>
                <a:gd name="T26" fmla="*/ 30 w 197"/>
                <a:gd name="T27" fmla="*/ 95 h 205"/>
                <a:gd name="T28" fmla="*/ 27 w 197"/>
                <a:gd name="T29" fmla="*/ 92 h 205"/>
                <a:gd name="T30" fmla="*/ 21 w 197"/>
                <a:gd name="T31" fmla="*/ 101 h 205"/>
                <a:gd name="T32" fmla="*/ 21 w 197"/>
                <a:gd name="T33" fmla="*/ 104 h 205"/>
                <a:gd name="T34" fmla="*/ 41 w 197"/>
                <a:gd name="T35" fmla="*/ 161 h 205"/>
                <a:gd name="T36" fmla="*/ 67 w 197"/>
                <a:gd name="T37" fmla="*/ 173 h 205"/>
                <a:gd name="T38" fmla="*/ 118 w 197"/>
                <a:gd name="T39" fmla="*/ 194 h 205"/>
                <a:gd name="T40" fmla="*/ 99 w 197"/>
                <a:gd name="T41" fmla="*/ 195 h 205"/>
                <a:gd name="T42" fmla="*/ 99 w 197"/>
                <a:gd name="T43" fmla="*/ 148 h 205"/>
                <a:gd name="T44" fmla="*/ 122 w 197"/>
                <a:gd name="T45" fmla="*/ 165 h 205"/>
                <a:gd name="T46" fmla="*/ 135 w 197"/>
                <a:gd name="T47" fmla="*/ 158 h 205"/>
                <a:gd name="T48" fmla="*/ 157 w 197"/>
                <a:gd name="T49" fmla="*/ 161 h 205"/>
                <a:gd name="T50" fmla="*/ 176 w 197"/>
                <a:gd name="T51" fmla="*/ 104 h 205"/>
                <a:gd name="T52" fmla="*/ 56 w 197"/>
                <a:gd name="T53" fmla="*/ 88 h 205"/>
                <a:gd name="T54" fmla="*/ 56 w 197"/>
                <a:gd name="T55" fmla="*/ 116 h 205"/>
                <a:gd name="T56" fmla="*/ 56 w 197"/>
                <a:gd name="T57" fmla="*/ 88 h 205"/>
                <a:gd name="T58" fmla="*/ 15 w 197"/>
                <a:gd name="T59" fmla="*/ 141 h 205"/>
                <a:gd name="T60" fmla="*/ 57 w 197"/>
                <a:gd name="T61" fmla="*/ 129 h 205"/>
                <a:gd name="T62" fmla="*/ 41 w 197"/>
                <a:gd name="T63" fmla="*/ 151 h 205"/>
                <a:gd name="T64" fmla="*/ 117 w 197"/>
                <a:gd name="T65" fmla="*/ 63 h 205"/>
                <a:gd name="T66" fmla="*/ 127 w 197"/>
                <a:gd name="T67" fmla="*/ 58 h 205"/>
                <a:gd name="T68" fmla="*/ 99 w 197"/>
                <a:gd name="T69" fmla="*/ 10 h 205"/>
                <a:gd name="T70" fmla="*/ 99 w 197"/>
                <a:gd name="T71" fmla="*/ 56 h 205"/>
                <a:gd name="T72" fmla="*/ 99 w 197"/>
                <a:gd name="T73" fmla="*/ 10 h 205"/>
                <a:gd name="T74" fmla="*/ 85 w 197"/>
                <a:gd name="T75" fmla="*/ 62 h 205"/>
                <a:gd name="T76" fmla="*/ 68 w 197"/>
                <a:gd name="T77" fmla="*/ 70 h 205"/>
                <a:gd name="T78" fmla="*/ 70 w 197"/>
                <a:gd name="T79" fmla="*/ 147 h 205"/>
                <a:gd name="T80" fmla="*/ 81 w 197"/>
                <a:gd name="T81" fmla="*/ 141 h 205"/>
                <a:gd name="T82" fmla="*/ 70 w 197"/>
                <a:gd name="T83" fmla="*/ 147 h 205"/>
                <a:gd name="T84" fmla="*/ 113 w 197"/>
                <a:gd name="T85" fmla="*/ 143 h 205"/>
                <a:gd name="T86" fmla="*/ 129 w 197"/>
                <a:gd name="T87" fmla="*/ 135 h 205"/>
                <a:gd name="T88" fmla="*/ 131 w 197"/>
                <a:gd name="T89" fmla="*/ 123 h 205"/>
                <a:gd name="T90" fmla="*/ 99 w 197"/>
                <a:gd name="T91" fmla="*/ 138 h 205"/>
                <a:gd name="T92" fmla="*/ 67 w 197"/>
                <a:gd name="T93" fmla="*/ 123 h 205"/>
                <a:gd name="T94" fmla="*/ 67 w 197"/>
                <a:gd name="T95" fmla="*/ 82 h 205"/>
                <a:gd name="T96" fmla="*/ 99 w 197"/>
                <a:gd name="T97" fmla="*/ 67 h 205"/>
                <a:gd name="T98" fmla="*/ 131 w 197"/>
                <a:gd name="T99" fmla="*/ 82 h 205"/>
                <a:gd name="T100" fmla="*/ 131 w 197"/>
                <a:gd name="T101" fmla="*/ 123 h 205"/>
                <a:gd name="T102" fmla="*/ 160 w 197"/>
                <a:gd name="T103" fmla="*/ 102 h 205"/>
                <a:gd name="T104" fmla="*/ 141 w 197"/>
                <a:gd name="T105" fmla="*/ 102 h 205"/>
                <a:gd name="T106" fmla="*/ 183 w 197"/>
                <a:gd name="T107" fmla="*/ 141 h 205"/>
                <a:gd name="T108" fmla="*/ 157 w 197"/>
                <a:gd name="T109" fmla="*/ 151 h 205"/>
                <a:gd name="T110" fmla="*/ 140 w 197"/>
                <a:gd name="T111" fmla="*/ 129 h 205"/>
                <a:gd name="T112" fmla="*/ 183 w 197"/>
                <a:gd name="T113" fmla="*/ 141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97" h="205">
                  <a:moveTo>
                    <a:pt x="175" y="102"/>
                  </a:moveTo>
                  <a:cubicBezTo>
                    <a:pt x="175" y="102"/>
                    <a:pt x="176" y="101"/>
                    <a:pt x="176" y="101"/>
                  </a:cubicBezTo>
                  <a:cubicBezTo>
                    <a:pt x="192" y="85"/>
                    <a:pt x="197" y="70"/>
                    <a:pt x="192" y="59"/>
                  </a:cubicBezTo>
                  <a:cubicBezTo>
                    <a:pt x="190" y="54"/>
                    <a:pt x="185" y="49"/>
                    <a:pt x="174" y="46"/>
                  </a:cubicBezTo>
                  <a:cubicBezTo>
                    <a:pt x="174" y="47"/>
                    <a:pt x="174" y="48"/>
                    <a:pt x="174" y="49"/>
                  </a:cubicBezTo>
                  <a:cubicBezTo>
                    <a:pt x="174" y="51"/>
                    <a:pt x="173" y="54"/>
                    <a:pt x="172" y="56"/>
                  </a:cubicBezTo>
                  <a:cubicBezTo>
                    <a:pt x="178" y="57"/>
                    <a:pt x="181" y="60"/>
                    <a:pt x="183" y="63"/>
                  </a:cubicBezTo>
                  <a:cubicBezTo>
                    <a:pt x="186" y="70"/>
                    <a:pt x="181" y="82"/>
                    <a:pt x="169" y="94"/>
                  </a:cubicBezTo>
                  <a:cubicBezTo>
                    <a:pt x="169" y="94"/>
                    <a:pt x="168" y="95"/>
                    <a:pt x="168" y="95"/>
                  </a:cubicBezTo>
                  <a:cubicBezTo>
                    <a:pt x="160" y="89"/>
                    <a:pt x="150" y="82"/>
                    <a:pt x="140" y="76"/>
                  </a:cubicBezTo>
                  <a:cubicBezTo>
                    <a:pt x="139" y="69"/>
                    <a:pt x="138" y="62"/>
                    <a:pt x="137" y="56"/>
                  </a:cubicBezTo>
                  <a:cubicBezTo>
                    <a:pt x="140" y="55"/>
                    <a:pt x="143" y="55"/>
                    <a:pt x="146" y="54"/>
                  </a:cubicBezTo>
                  <a:cubicBezTo>
                    <a:pt x="145" y="53"/>
                    <a:pt x="145" y="51"/>
                    <a:pt x="145" y="49"/>
                  </a:cubicBezTo>
                  <a:cubicBezTo>
                    <a:pt x="145" y="47"/>
                    <a:pt x="145" y="46"/>
                    <a:pt x="145" y="44"/>
                  </a:cubicBezTo>
                  <a:cubicBezTo>
                    <a:pt x="142" y="45"/>
                    <a:pt x="138" y="45"/>
                    <a:pt x="135" y="46"/>
                  </a:cubicBezTo>
                  <a:cubicBezTo>
                    <a:pt x="133" y="41"/>
                    <a:pt x="132" y="36"/>
                    <a:pt x="130" y="31"/>
                  </a:cubicBezTo>
                  <a:cubicBezTo>
                    <a:pt x="122" y="11"/>
                    <a:pt x="111" y="0"/>
                    <a:pt x="99" y="0"/>
                  </a:cubicBezTo>
                  <a:cubicBezTo>
                    <a:pt x="86" y="0"/>
                    <a:pt x="75" y="11"/>
                    <a:pt x="67" y="31"/>
                  </a:cubicBezTo>
                  <a:cubicBezTo>
                    <a:pt x="66" y="36"/>
                    <a:pt x="64" y="41"/>
                    <a:pt x="63" y="46"/>
                  </a:cubicBezTo>
                  <a:cubicBezTo>
                    <a:pt x="55" y="45"/>
                    <a:pt x="48" y="44"/>
                    <a:pt x="41" y="44"/>
                  </a:cubicBezTo>
                  <a:cubicBezTo>
                    <a:pt x="18" y="44"/>
                    <a:pt x="9" y="52"/>
                    <a:pt x="6" y="59"/>
                  </a:cubicBezTo>
                  <a:cubicBezTo>
                    <a:pt x="4" y="63"/>
                    <a:pt x="3" y="68"/>
                    <a:pt x="4" y="73"/>
                  </a:cubicBezTo>
                  <a:cubicBezTo>
                    <a:pt x="7" y="71"/>
                    <a:pt x="10" y="69"/>
                    <a:pt x="14" y="69"/>
                  </a:cubicBezTo>
                  <a:cubicBezTo>
                    <a:pt x="14" y="67"/>
                    <a:pt x="14" y="65"/>
                    <a:pt x="15" y="63"/>
                  </a:cubicBezTo>
                  <a:cubicBezTo>
                    <a:pt x="17" y="57"/>
                    <a:pt x="27" y="54"/>
                    <a:pt x="41" y="54"/>
                  </a:cubicBezTo>
                  <a:cubicBezTo>
                    <a:pt x="47" y="54"/>
                    <a:pt x="53" y="54"/>
                    <a:pt x="61" y="56"/>
                  </a:cubicBezTo>
                  <a:cubicBezTo>
                    <a:pt x="59" y="62"/>
                    <a:pt x="58" y="69"/>
                    <a:pt x="57" y="76"/>
                  </a:cubicBezTo>
                  <a:cubicBezTo>
                    <a:pt x="47" y="82"/>
                    <a:pt x="38" y="89"/>
                    <a:pt x="30" y="95"/>
                  </a:cubicBezTo>
                  <a:cubicBezTo>
                    <a:pt x="29" y="95"/>
                    <a:pt x="29" y="94"/>
                    <a:pt x="29" y="94"/>
                  </a:cubicBezTo>
                  <a:cubicBezTo>
                    <a:pt x="28" y="93"/>
                    <a:pt x="27" y="93"/>
                    <a:pt x="27" y="92"/>
                  </a:cubicBezTo>
                  <a:cubicBezTo>
                    <a:pt x="25" y="95"/>
                    <a:pt x="22" y="97"/>
                    <a:pt x="19" y="98"/>
                  </a:cubicBezTo>
                  <a:cubicBezTo>
                    <a:pt x="19" y="99"/>
                    <a:pt x="20" y="100"/>
                    <a:pt x="21" y="101"/>
                  </a:cubicBezTo>
                  <a:cubicBezTo>
                    <a:pt x="22" y="101"/>
                    <a:pt x="22" y="102"/>
                    <a:pt x="23" y="102"/>
                  </a:cubicBezTo>
                  <a:cubicBezTo>
                    <a:pt x="22" y="103"/>
                    <a:pt x="22" y="103"/>
                    <a:pt x="21" y="104"/>
                  </a:cubicBezTo>
                  <a:cubicBezTo>
                    <a:pt x="6" y="119"/>
                    <a:pt x="0" y="134"/>
                    <a:pt x="6" y="145"/>
                  </a:cubicBezTo>
                  <a:cubicBezTo>
                    <a:pt x="9" y="152"/>
                    <a:pt x="18" y="161"/>
                    <a:pt x="41" y="161"/>
                  </a:cubicBezTo>
                  <a:cubicBezTo>
                    <a:pt x="48" y="161"/>
                    <a:pt x="55" y="160"/>
                    <a:pt x="63" y="158"/>
                  </a:cubicBezTo>
                  <a:cubicBezTo>
                    <a:pt x="64" y="164"/>
                    <a:pt x="66" y="169"/>
                    <a:pt x="67" y="173"/>
                  </a:cubicBezTo>
                  <a:cubicBezTo>
                    <a:pt x="75" y="194"/>
                    <a:pt x="86" y="205"/>
                    <a:pt x="99" y="205"/>
                  </a:cubicBezTo>
                  <a:cubicBezTo>
                    <a:pt x="106" y="205"/>
                    <a:pt x="112" y="201"/>
                    <a:pt x="118" y="194"/>
                  </a:cubicBezTo>
                  <a:cubicBezTo>
                    <a:pt x="115" y="193"/>
                    <a:pt x="112" y="191"/>
                    <a:pt x="110" y="188"/>
                  </a:cubicBezTo>
                  <a:cubicBezTo>
                    <a:pt x="106" y="193"/>
                    <a:pt x="103" y="195"/>
                    <a:pt x="99" y="195"/>
                  </a:cubicBezTo>
                  <a:cubicBezTo>
                    <a:pt x="89" y="195"/>
                    <a:pt x="79" y="180"/>
                    <a:pt x="73" y="156"/>
                  </a:cubicBezTo>
                  <a:cubicBezTo>
                    <a:pt x="81" y="154"/>
                    <a:pt x="90" y="152"/>
                    <a:pt x="99" y="148"/>
                  </a:cubicBezTo>
                  <a:cubicBezTo>
                    <a:pt x="108" y="152"/>
                    <a:pt x="116" y="154"/>
                    <a:pt x="125" y="156"/>
                  </a:cubicBezTo>
                  <a:cubicBezTo>
                    <a:pt x="124" y="160"/>
                    <a:pt x="123" y="162"/>
                    <a:pt x="122" y="165"/>
                  </a:cubicBezTo>
                  <a:cubicBezTo>
                    <a:pt x="126" y="165"/>
                    <a:pt x="129" y="167"/>
                    <a:pt x="132" y="169"/>
                  </a:cubicBezTo>
                  <a:cubicBezTo>
                    <a:pt x="133" y="165"/>
                    <a:pt x="134" y="162"/>
                    <a:pt x="135" y="158"/>
                  </a:cubicBezTo>
                  <a:cubicBezTo>
                    <a:pt x="143" y="160"/>
                    <a:pt x="150" y="161"/>
                    <a:pt x="157" y="161"/>
                  </a:cubicBezTo>
                  <a:cubicBezTo>
                    <a:pt x="157" y="161"/>
                    <a:pt x="157" y="161"/>
                    <a:pt x="157" y="161"/>
                  </a:cubicBezTo>
                  <a:cubicBezTo>
                    <a:pt x="180" y="161"/>
                    <a:pt x="189" y="152"/>
                    <a:pt x="192" y="145"/>
                  </a:cubicBezTo>
                  <a:cubicBezTo>
                    <a:pt x="197" y="134"/>
                    <a:pt x="192" y="119"/>
                    <a:pt x="176" y="104"/>
                  </a:cubicBezTo>
                  <a:cubicBezTo>
                    <a:pt x="176" y="103"/>
                    <a:pt x="175" y="103"/>
                    <a:pt x="175" y="102"/>
                  </a:cubicBezTo>
                  <a:close/>
                  <a:moveTo>
                    <a:pt x="56" y="88"/>
                  </a:moveTo>
                  <a:cubicBezTo>
                    <a:pt x="56" y="93"/>
                    <a:pt x="56" y="97"/>
                    <a:pt x="56" y="102"/>
                  </a:cubicBezTo>
                  <a:cubicBezTo>
                    <a:pt x="56" y="107"/>
                    <a:pt x="56" y="112"/>
                    <a:pt x="56" y="116"/>
                  </a:cubicBezTo>
                  <a:cubicBezTo>
                    <a:pt x="49" y="112"/>
                    <a:pt x="43" y="107"/>
                    <a:pt x="37" y="102"/>
                  </a:cubicBezTo>
                  <a:cubicBezTo>
                    <a:pt x="43" y="98"/>
                    <a:pt x="49" y="93"/>
                    <a:pt x="56" y="88"/>
                  </a:cubicBezTo>
                  <a:close/>
                  <a:moveTo>
                    <a:pt x="41" y="151"/>
                  </a:moveTo>
                  <a:cubicBezTo>
                    <a:pt x="27" y="151"/>
                    <a:pt x="17" y="147"/>
                    <a:pt x="15" y="141"/>
                  </a:cubicBezTo>
                  <a:cubicBezTo>
                    <a:pt x="11" y="134"/>
                    <a:pt x="17" y="122"/>
                    <a:pt x="30" y="109"/>
                  </a:cubicBezTo>
                  <a:cubicBezTo>
                    <a:pt x="38" y="116"/>
                    <a:pt x="47" y="122"/>
                    <a:pt x="57" y="129"/>
                  </a:cubicBezTo>
                  <a:cubicBezTo>
                    <a:pt x="58" y="136"/>
                    <a:pt x="59" y="142"/>
                    <a:pt x="61" y="149"/>
                  </a:cubicBezTo>
                  <a:cubicBezTo>
                    <a:pt x="53" y="150"/>
                    <a:pt x="47" y="151"/>
                    <a:pt x="41" y="151"/>
                  </a:cubicBezTo>
                  <a:close/>
                  <a:moveTo>
                    <a:pt x="129" y="70"/>
                  </a:moveTo>
                  <a:cubicBezTo>
                    <a:pt x="125" y="68"/>
                    <a:pt x="121" y="65"/>
                    <a:pt x="117" y="63"/>
                  </a:cubicBezTo>
                  <a:cubicBezTo>
                    <a:pt x="115" y="63"/>
                    <a:pt x="114" y="62"/>
                    <a:pt x="113" y="62"/>
                  </a:cubicBezTo>
                  <a:cubicBezTo>
                    <a:pt x="118" y="60"/>
                    <a:pt x="123" y="59"/>
                    <a:pt x="127" y="58"/>
                  </a:cubicBezTo>
                  <a:cubicBezTo>
                    <a:pt x="128" y="62"/>
                    <a:pt x="129" y="66"/>
                    <a:pt x="129" y="70"/>
                  </a:cubicBezTo>
                  <a:close/>
                  <a:moveTo>
                    <a:pt x="99" y="10"/>
                  </a:moveTo>
                  <a:cubicBezTo>
                    <a:pt x="108" y="10"/>
                    <a:pt x="119" y="24"/>
                    <a:pt x="125" y="48"/>
                  </a:cubicBezTo>
                  <a:cubicBezTo>
                    <a:pt x="116" y="50"/>
                    <a:pt x="108" y="53"/>
                    <a:pt x="99" y="56"/>
                  </a:cubicBezTo>
                  <a:cubicBezTo>
                    <a:pt x="90" y="53"/>
                    <a:pt x="81" y="50"/>
                    <a:pt x="73" y="48"/>
                  </a:cubicBezTo>
                  <a:cubicBezTo>
                    <a:pt x="79" y="24"/>
                    <a:pt x="89" y="10"/>
                    <a:pt x="99" y="10"/>
                  </a:cubicBezTo>
                  <a:close/>
                  <a:moveTo>
                    <a:pt x="70" y="58"/>
                  </a:moveTo>
                  <a:cubicBezTo>
                    <a:pt x="75" y="59"/>
                    <a:pt x="80" y="60"/>
                    <a:pt x="85" y="62"/>
                  </a:cubicBezTo>
                  <a:cubicBezTo>
                    <a:pt x="83" y="62"/>
                    <a:pt x="82" y="63"/>
                    <a:pt x="81" y="63"/>
                  </a:cubicBezTo>
                  <a:cubicBezTo>
                    <a:pt x="77" y="65"/>
                    <a:pt x="72" y="68"/>
                    <a:pt x="68" y="70"/>
                  </a:cubicBezTo>
                  <a:cubicBezTo>
                    <a:pt x="69" y="66"/>
                    <a:pt x="70" y="62"/>
                    <a:pt x="70" y="58"/>
                  </a:cubicBezTo>
                  <a:close/>
                  <a:moveTo>
                    <a:pt x="70" y="147"/>
                  </a:moveTo>
                  <a:cubicBezTo>
                    <a:pt x="70" y="143"/>
                    <a:pt x="69" y="139"/>
                    <a:pt x="68" y="135"/>
                  </a:cubicBezTo>
                  <a:cubicBezTo>
                    <a:pt x="72" y="137"/>
                    <a:pt x="77" y="139"/>
                    <a:pt x="81" y="141"/>
                  </a:cubicBezTo>
                  <a:cubicBezTo>
                    <a:pt x="82" y="142"/>
                    <a:pt x="83" y="142"/>
                    <a:pt x="85" y="143"/>
                  </a:cubicBezTo>
                  <a:cubicBezTo>
                    <a:pt x="80" y="144"/>
                    <a:pt x="75" y="146"/>
                    <a:pt x="70" y="147"/>
                  </a:cubicBezTo>
                  <a:close/>
                  <a:moveTo>
                    <a:pt x="127" y="147"/>
                  </a:moveTo>
                  <a:cubicBezTo>
                    <a:pt x="123" y="146"/>
                    <a:pt x="118" y="144"/>
                    <a:pt x="113" y="143"/>
                  </a:cubicBezTo>
                  <a:cubicBezTo>
                    <a:pt x="114" y="142"/>
                    <a:pt x="115" y="142"/>
                    <a:pt x="117" y="141"/>
                  </a:cubicBezTo>
                  <a:cubicBezTo>
                    <a:pt x="121" y="139"/>
                    <a:pt x="125" y="137"/>
                    <a:pt x="129" y="135"/>
                  </a:cubicBezTo>
                  <a:cubicBezTo>
                    <a:pt x="129" y="139"/>
                    <a:pt x="128" y="143"/>
                    <a:pt x="127" y="147"/>
                  </a:cubicBezTo>
                  <a:close/>
                  <a:moveTo>
                    <a:pt x="131" y="123"/>
                  </a:moveTo>
                  <a:cubicBezTo>
                    <a:pt x="125" y="126"/>
                    <a:pt x="119" y="129"/>
                    <a:pt x="113" y="132"/>
                  </a:cubicBezTo>
                  <a:cubicBezTo>
                    <a:pt x="108" y="134"/>
                    <a:pt x="103" y="136"/>
                    <a:pt x="99" y="138"/>
                  </a:cubicBezTo>
                  <a:cubicBezTo>
                    <a:pt x="94" y="136"/>
                    <a:pt x="90" y="134"/>
                    <a:pt x="85" y="132"/>
                  </a:cubicBezTo>
                  <a:cubicBezTo>
                    <a:pt x="79" y="129"/>
                    <a:pt x="73" y="126"/>
                    <a:pt x="67" y="123"/>
                  </a:cubicBezTo>
                  <a:cubicBezTo>
                    <a:pt x="66" y="116"/>
                    <a:pt x="66" y="109"/>
                    <a:pt x="66" y="102"/>
                  </a:cubicBezTo>
                  <a:cubicBezTo>
                    <a:pt x="66" y="95"/>
                    <a:pt x="66" y="88"/>
                    <a:pt x="67" y="82"/>
                  </a:cubicBezTo>
                  <a:cubicBezTo>
                    <a:pt x="73" y="79"/>
                    <a:pt x="79" y="76"/>
                    <a:pt x="85" y="73"/>
                  </a:cubicBezTo>
                  <a:cubicBezTo>
                    <a:pt x="90" y="70"/>
                    <a:pt x="94" y="68"/>
                    <a:pt x="99" y="67"/>
                  </a:cubicBezTo>
                  <a:cubicBezTo>
                    <a:pt x="103" y="68"/>
                    <a:pt x="108" y="70"/>
                    <a:pt x="113" y="73"/>
                  </a:cubicBezTo>
                  <a:cubicBezTo>
                    <a:pt x="119" y="76"/>
                    <a:pt x="125" y="79"/>
                    <a:pt x="131" y="82"/>
                  </a:cubicBezTo>
                  <a:cubicBezTo>
                    <a:pt x="131" y="88"/>
                    <a:pt x="131" y="95"/>
                    <a:pt x="131" y="102"/>
                  </a:cubicBezTo>
                  <a:cubicBezTo>
                    <a:pt x="131" y="109"/>
                    <a:pt x="131" y="116"/>
                    <a:pt x="131" y="123"/>
                  </a:cubicBezTo>
                  <a:close/>
                  <a:moveTo>
                    <a:pt x="141" y="88"/>
                  </a:moveTo>
                  <a:cubicBezTo>
                    <a:pt x="148" y="93"/>
                    <a:pt x="155" y="98"/>
                    <a:pt x="160" y="102"/>
                  </a:cubicBezTo>
                  <a:cubicBezTo>
                    <a:pt x="154" y="107"/>
                    <a:pt x="148" y="112"/>
                    <a:pt x="141" y="116"/>
                  </a:cubicBezTo>
                  <a:cubicBezTo>
                    <a:pt x="141" y="112"/>
                    <a:pt x="141" y="107"/>
                    <a:pt x="141" y="102"/>
                  </a:cubicBezTo>
                  <a:cubicBezTo>
                    <a:pt x="141" y="97"/>
                    <a:pt x="141" y="93"/>
                    <a:pt x="141" y="88"/>
                  </a:cubicBezTo>
                  <a:close/>
                  <a:moveTo>
                    <a:pt x="183" y="141"/>
                  </a:moveTo>
                  <a:cubicBezTo>
                    <a:pt x="180" y="147"/>
                    <a:pt x="171" y="151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1" y="151"/>
                    <a:pt x="144" y="150"/>
                    <a:pt x="137" y="149"/>
                  </a:cubicBezTo>
                  <a:cubicBezTo>
                    <a:pt x="138" y="142"/>
                    <a:pt x="139" y="136"/>
                    <a:pt x="140" y="129"/>
                  </a:cubicBezTo>
                  <a:cubicBezTo>
                    <a:pt x="150" y="122"/>
                    <a:pt x="160" y="116"/>
                    <a:pt x="168" y="109"/>
                  </a:cubicBezTo>
                  <a:cubicBezTo>
                    <a:pt x="181" y="122"/>
                    <a:pt x="186" y="134"/>
                    <a:pt x="183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4" name="Oval 9"/>
            <p:cNvSpPr>
              <a:spLocks noChangeArrowheads="1"/>
            </p:cNvSpPr>
            <p:nvPr/>
          </p:nvSpPr>
          <p:spPr bwMode="auto">
            <a:xfrm>
              <a:off x="6142038" y="3683000"/>
              <a:ext cx="84138" cy="841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864006" y="3020864"/>
            <a:ext cx="462818" cy="527354"/>
            <a:chOff x="8196263" y="4981575"/>
            <a:chExt cx="796925" cy="908050"/>
          </a:xfrm>
          <a:solidFill>
            <a:schemeClr val="accent1"/>
          </a:solidFill>
        </p:grpSpPr>
        <p:sp>
          <p:nvSpPr>
            <p:cNvPr id="56" name="Freeform 5"/>
            <p:cNvSpPr>
              <a:spLocks noEditPoints="1"/>
            </p:cNvSpPr>
            <p:nvPr/>
          </p:nvSpPr>
          <p:spPr bwMode="auto">
            <a:xfrm>
              <a:off x="8196263" y="4981575"/>
              <a:ext cx="796925" cy="908050"/>
            </a:xfrm>
            <a:custGeom>
              <a:avLst/>
              <a:gdLst>
                <a:gd name="T0" fmla="*/ 666 w 907"/>
                <a:gd name="T1" fmla="*/ 33 h 1034"/>
                <a:gd name="T2" fmla="*/ 236 w 907"/>
                <a:gd name="T3" fmla="*/ 68 h 1034"/>
                <a:gd name="T4" fmla="*/ 77 w 907"/>
                <a:gd name="T5" fmla="*/ 272 h 1034"/>
                <a:gd name="T6" fmla="*/ 78 w 907"/>
                <a:gd name="T7" fmla="*/ 399 h 1034"/>
                <a:gd name="T8" fmla="*/ 81 w 907"/>
                <a:gd name="T9" fmla="*/ 411 h 1034"/>
                <a:gd name="T10" fmla="*/ 44 w 907"/>
                <a:gd name="T11" fmla="*/ 468 h 1034"/>
                <a:gd name="T12" fmla="*/ 16 w 907"/>
                <a:gd name="T13" fmla="*/ 509 h 1034"/>
                <a:gd name="T14" fmla="*/ 16 w 907"/>
                <a:gd name="T15" fmla="*/ 510 h 1034"/>
                <a:gd name="T16" fmla="*/ 42 w 907"/>
                <a:gd name="T17" fmla="*/ 624 h 1034"/>
                <a:gd name="T18" fmla="*/ 57 w 907"/>
                <a:gd name="T19" fmla="*/ 677 h 1034"/>
                <a:gd name="T20" fmla="*/ 86 w 907"/>
                <a:gd name="T21" fmla="*/ 749 h 1034"/>
                <a:gd name="T22" fmla="*/ 85 w 907"/>
                <a:gd name="T23" fmla="*/ 800 h 1034"/>
                <a:gd name="T24" fmla="*/ 195 w 907"/>
                <a:gd name="T25" fmla="*/ 892 h 1034"/>
                <a:gd name="T26" fmla="*/ 281 w 907"/>
                <a:gd name="T27" fmla="*/ 958 h 1034"/>
                <a:gd name="T28" fmla="*/ 713 w 907"/>
                <a:gd name="T29" fmla="*/ 1034 h 1034"/>
                <a:gd name="T30" fmla="*/ 791 w 907"/>
                <a:gd name="T31" fmla="*/ 940 h 1034"/>
                <a:gd name="T32" fmla="*/ 766 w 907"/>
                <a:gd name="T33" fmla="*/ 735 h 1034"/>
                <a:gd name="T34" fmla="*/ 896 w 907"/>
                <a:gd name="T35" fmla="*/ 481 h 1034"/>
                <a:gd name="T36" fmla="*/ 814 w 907"/>
                <a:gd name="T37" fmla="*/ 136 h 1034"/>
                <a:gd name="T38" fmla="*/ 723 w 907"/>
                <a:gd name="T39" fmla="*/ 699 h 1034"/>
                <a:gd name="T40" fmla="*/ 736 w 907"/>
                <a:gd name="T41" fmla="*/ 949 h 1034"/>
                <a:gd name="T42" fmla="*/ 713 w 907"/>
                <a:gd name="T43" fmla="*/ 978 h 1034"/>
                <a:gd name="T44" fmla="*/ 337 w 907"/>
                <a:gd name="T45" fmla="*/ 955 h 1034"/>
                <a:gd name="T46" fmla="*/ 300 w 907"/>
                <a:gd name="T47" fmla="*/ 814 h 1034"/>
                <a:gd name="T48" fmla="*/ 195 w 907"/>
                <a:gd name="T49" fmla="*/ 837 h 1034"/>
                <a:gd name="T50" fmla="*/ 116 w 907"/>
                <a:gd name="T51" fmla="*/ 697 h 1034"/>
                <a:gd name="T52" fmla="*/ 126 w 907"/>
                <a:gd name="T53" fmla="*/ 655 h 1034"/>
                <a:gd name="T54" fmla="*/ 99 w 907"/>
                <a:gd name="T55" fmla="*/ 640 h 1034"/>
                <a:gd name="T56" fmla="*/ 108 w 907"/>
                <a:gd name="T57" fmla="*/ 598 h 1034"/>
                <a:gd name="T58" fmla="*/ 75 w 907"/>
                <a:gd name="T59" fmla="*/ 579 h 1034"/>
                <a:gd name="T60" fmla="*/ 63 w 907"/>
                <a:gd name="T61" fmla="*/ 539 h 1034"/>
                <a:gd name="T62" fmla="*/ 128 w 907"/>
                <a:gd name="T63" fmla="*/ 440 h 1034"/>
                <a:gd name="T64" fmla="*/ 132 w 907"/>
                <a:gd name="T65" fmla="*/ 387 h 1034"/>
                <a:gd name="T66" fmla="*/ 131 w 907"/>
                <a:gd name="T67" fmla="*/ 286 h 1034"/>
                <a:gd name="T68" fmla="*/ 841 w 907"/>
                <a:gd name="T69" fmla="*/ 473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07" h="1034">
                  <a:moveTo>
                    <a:pt x="814" y="136"/>
                  </a:moveTo>
                  <a:cubicBezTo>
                    <a:pt x="775" y="91"/>
                    <a:pt x="726" y="56"/>
                    <a:pt x="666" y="33"/>
                  </a:cubicBezTo>
                  <a:cubicBezTo>
                    <a:pt x="613" y="11"/>
                    <a:pt x="552" y="0"/>
                    <a:pt x="490" y="0"/>
                  </a:cubicBezTo>
                  <a:cubicBezTo>
                    <a:pt x="399" y="0"/>
                    <a:pt x="308" y="24"/>
                    <a:pt x="236" y="68"/>
                  </a:cubicBezTo>
                  <a:cubicBezTo>
                    <a:pt x="196" y="92"/>
                    <a:pt x="163" y="120"/>
                    <a:pt x="137" y="153"/>
                  </a:cubicBezTo>
                  <a:cubicBezTo>
                    <a:pt x="108" y="189"/>
                    <a:pt x="88" y="229"/>
                    <a:pt x="77" y="272"/>
                  </a:cubicBezTo>
                  <a:cubicBezTo>
                    <a:pt x="68" y="310"/>
                    <a:pt x="67" y="352"/>
                    <a:pt x="75" y="387"/>
                  </a:cubicBezTo>
                  <a:cubicBezTo>
                    <a:pt x="78" y="399"/>
                    <a:pt x="78" y="399"/>
                    <a:pt x="78" y="399"/>
                  </a:cubicBezTo>
                  <a:cubicBezTo>
                    <a:pt x="78" y="403"/>
                    <a:pt x="79" y="406"/>
                    <a:pt x="80" y="409"/>
                  </a:cubicBezTo>
                  <a:cubicBezTo>
                    <a:pt x="80" y="410"/>
                    <a:pt x="80" y="410"/>
                    <a:pt x="81" y="411"/>
                  </a:cubicBezTo>
                  <a:cubicBezTo>
                    <a:pt x="78" y="416"/>
                    <a:pt x="78" y="416"/>
                    <a:pt x="78" y="416"/>
                  </a:cubicBezTo>
                  <a:cubicBezTo>
                    <a:pt x="70" y="433"/>
                    <a:pt x="58" y="450"/>
                    <a:pt x="44" y="468"/>
                  </a:cubicBezTo>
                  <a:cubicBezTo>
                    <a:pt x="35" y="481"/>
                    <a:pt x="25" y="494"/>
                    <a:pt x="16" y="509"/>
                  </a:cubicBezTo>
                  <a:cubicBezTo>
                    <a:pt x="16" y="509"/>
                    <a:pt x="16" y="509"/>
                    <a:pt x="16" y="509"/>
                  </a:cubicBezTo>
                  <a:cubicBezTo>
                    <a:pt x="16" y="509"/>
                    <a:pt x="16" y="509"/>
                    <a:pt x="16" y="509"/>
                  </a:cubicBezTo>
                  <a:cubicBezTo>
                    <a:pt x="16" y="510"/>
                    <a:pt x="16" y="510"/>
                    <a:pt x="16" y="510"/>
                  </a:cubicBezTo>
                  <a:cubicBezTo>
                    <a:pt x="3" y="530"/>
                    <a:pt x="0" y="555"/>
                    <a:pt x="7" y="578"/>
                  </a:cubicBezTo>
                  <a:cubicBezTo>
                    <a:pt x="12" y="597"/>
                    <a:pt x="25" y="613"/>
                    <a:pt x="42" y="624"/>
                  </a:cubicBezTo>
                  <a:cubicBezTo>
                    <a:pt x="40" y="638"/>
                    <a:pt x="43" y="652"/>
                    <a:pt x="49" y="665"/>
                  </a:cubicBezTo>
                  <a:cubicBezTo>
                    <a:pt x="51" y="669"/>
                    <a:pt x="54" y="674"/>
                    <a:pt x="57" y="677"/>
                  </a:cubicBezTo>
                  <a:cubicBezTo>
                    <a:pt x="55" y="696"/>
                    <a:pt x="60" y="714"/>
                    <a:pt x="71" y="730"/>
                  </a:cubicBezTo>
                  <a:cubicBezTo>
                    <a:pt x="86" y="749"/>
                    <a:pt x="86" y="749"/>
                    <a:pt x="86" y="749"/>
                  </a:cubicBezTo>
                  <a:cubicBezTo>
                    <a:pt x="86" y="752"/>
                    <a:pt x="86" y="755"/>
                    <a:pt x="85" y="758"/>
                  </a:cubicBezTo>
                  <a:cubicBezTo>
                    <a:pt x="85" y="770"/>
                    <a:pt x="84" y="785"/>
                    <a:pt x="85" y="800"/>
                  </a:cubicBezTo>
                  <a:cubicBezTo>
                    <a:pt x="88" y="825"/>
                    <a:pt x="97" y="845"/>
                    <a:pt x="112" y="860"/>
                  </a:cubicBezTo>
                  <a:cubicBezTo>
                    <a:pt x="132" y="881"/>
                    <a:pt x="160" y="892"/>
                    <a:pt x="195" y="892"/>
                  </a:cubicBezTo>
                  <a:cubicBezTo>
                    <a:pt x="218" y="892"/>
                    <a:pt x="244" y="888"/>
                    <a:pt x="276" y="879"/>
                  </a:cubicBezTo>
                  <a:cubicBezTo>
                    <a:pt x="278" y="899"/>
                    <a:pt x="280" y="925"/>
                    <a:pt x="281" y="958"/>
                  </a:cubicBezTo>
                  <a:cubicBezTo>
                    <a:pt x="283" y="1000"/>
                    <a:pt x="318" y="1034"/>
                    <a:pt x="361" y="1034"/>
                  </a:cubicBezTo>
                  <a:cubicBezTo>
                    <a:pt x="713" y="1034"/>
                    <a:pt x="713" y="1034"/>
                    <a:pt x="713" y="1034"/>
                  </a:cubicBezTo>
                  <a:cubicBezTo>
                    <a:pt x="736" y="1034"/>
                    <a:pt x="759" y="1023"/>
                    <a:pt x="774" y="1005"/>
                  </a:cubicBezTo>
                  <a:cubicBezTo>
                    <a:pt x="789" y="987"/>
                    <a:pt x="795" y="963"/>
                    <a:pt x="791" y="940"/>
                  </a:cubicBezTo>
                  <a:cubicBezTo>
                    <a:pt x="759" y="759"/>
                    <a:pt x="759" y="759"/>
                    <a:pt x="759" y="759"/>
                  </a:cubicBezTo>
                  <a:cubicBezTo>
                    <a:pt x="758" y="751"/>
                    <a:pt x="760" y="742"/>
                    <a:pt x="766" y="735"/>
                  </a:cubicBezTo>
                  <a:cubicBezTo>
                    <a:pt x="792" y="704"/>
                    <a:pt x="821" y="668"/>
                    <a:pt x="845" y="625"/>
                  </a:cubicBezTo>
                  <a:cubicBezTo>
                    <a:pt x="872" y="578"/>
                    <a:pt x="888" y="531"/>
                    <a:pt x="896" y="481"/>
                  </a:cubicBezTo>
                  <a:cubicBezTo>
                    <a:pt x="907" y="410"/>
                    <a:pt x="905" y="344"/>
                    <a:pt x="890" y="285"/>
                  </a:cubicBezTo>
                  <a:cubicBezTo>
                    <a:pt x="876" y="228"/>
                    <a:pt x="850" y="178"/>
                    <a:pt x="814" y="136"/>
                  </a:cubicBezTo>
                  <a:close/>
                  <a:moveTo>
                    <a:pt x="841" y="473"/>
                  </a:moveTo>
                  <a:cubicBezTo>
                    <a:pt x="826" y="567"/>
                    <a:pt x="777" y="635"/>
                    <a:pt x="723" y="699"/>
                  </a:cubicBezTo>
                  <a:cubicBezTo>
                    <a:pt x="707" y="718"/>
                    <a:pt x="700" y="744"/>
                    <a:pt x="704" y="769"/>
                  </a:cubicBezTo>
                  <a:cubicBezTo>
                    <a:pt x="736" y="949"/>
                    <a:pt x="736" y="949"/>
                    <a:pt x="736" y="949"/>
                  </a:cubicBezTo>
                  <a:cubicBezTo>
                    <a:pt x="738" y="956"/>
                    <a:pt x="736" y="964"/>
                    <a:pt x="731" y="969"/>
                  </a:cubicBezTo>
                  <a:cubicBezTo>
                    <a:pt x="727" y="975"/>
                    <a:pt x="720" y="978"/>
                    <a:pt x="713" y="978"/>
                  </a:cubicBezTo>
                  <a:cubicBezTo>
                    <a:pt x="361" y="978"/>
                    <a:pt x="361" y="978"/>
                    <a:pt x="361" y="978"/>
                  </a:cubicBezTo>
                  <a:cubicBezTo>
                    <a:pt x="348" y="978"/>
                    <a:pt x="337" y="968"/>
                    <a:pt x="337" y="955"/>
                  </a:cubicBezTo>
                  <a:cubicBezTo>
                    <a:pt x="334" y="894"/>
                    <a:pt x="330" y="856"/>
                    <a:pt x="328" y="835"/>
                  </a:cubicBezTo>
                  <a:cubicBezTo>
                    <a:pt x="327" y="825"/>
                    <a:pt x="314" y="814"/>
                    <a:pt x="300" y="814"/>
                  </a:cubicBezTo>
                  <a:cubicBezTo>
                    <a:pt x="297" y="814"/>
                    <a:pt x="295" y="815"/>
                    <a:pt x="292" y="816"/>
                  </a:cubicBezTo>
                  <a:cubicBezTo>
                    <a:pt x="249" y="830"/>
                    <a:pt x="217" y="837"/>
                    <a:pt x="195" y="837"/>
                  </a:cubicBezTo>
                  <a:cubicBezTo>
                    <a:pt x="109" y="837"/>
                    <a:pt x="154" y="748"/>
                    <a:pt x="137" y="725"/>
                  </a:cubicBezTo>
                  <a:cubicBezTo>
                    <a:pt x="116" y="697"/>
                    <a:pt x="116" y="697"/>
                    <a:pt x="116" y="697"/>
                  </a:cubicBezTo>
                  <a:cubicBezTo>
                    <a:pt x="111" y="689"/>
                    <a:pt x="111" y="680"/>
                    <a:pt x="115" y="672"/>
                  </a:cubicBezTo>
                  <a:cubicBezTo>
                    <a:pt x="126" y="655"/>
                    <a:pt x="126" y="655"/>
                    <a:pt x="126" y="655"/>
                  </a:cubicBezTo>
                  <a:cubicBezTo>
                    <a:pt x="112" y="652"/>
                    <a:pt x="112" y="652"/>
                    <a:pt x="112" y="652"/>
                  </a:cubicBezTo>
                  <a:cubicBezTo>
                    <a:pt x="107" y="650"/>
                    <a:pt x="102" y="646"/>
                    <a:pt x="99" y="640"/>
                  </a:cubicBezTo>
                  <a:cubicBezTo>
                    <a:pt x="96" y="635"/>
                    <a:pt x="96" y="629"/>
                    <a:pt x="98" y="623"/>
                  </a:cubicBezTo>
                  <a:cubicBezTo>
                    <a:pt x="108" y="598"/>
                    <a:pt x="108" y="598"/>
                    <a:pt x="108" y="598"/>
                  </a:cubicBezTo>
                  <a:cubicBezTo>
                    <a:pt x="109" y="596"/>
                    <a:pt x="108" y="593"/>
                    <a:pt x="106" y="592"/>
                  </a:cubicBezTo>
                  <a:cubicBezTo>
                    <a:pt x="75" y="579"/>
                    <a:pt x="75" y="579"/>
                    <a:pt x="75" y="579"/>
                  </a:cubicBezTo>
                  <a:cubicBezTo>
                    <a:pt x="68" y="575"/>
                    <a:pt x="62" y="569"/>
                    <a:pt x="60" y="562"/>
                  </a:cubicBezTo>
                  <a:cubicBezTo>
                    <a:pt x="58" y="554"/>
                    <a:pt x="59" y="546"/>
                    <a:pt x="63" y="539"/>
                  </a:cubicBezTo>
                  <a:cubicBezTo>
                    <a:pt x="63" y="538"/>
                    <a:pt x="63" y="538"/>
                    <a:pt x="63" y="538"/>
                  </a:cubicBezTo>
                  <a:cubicBezTo>
                    <a:pt x="84" y="505"/>
                    <a:pt x="111" y="475"/>
                    <a:pt x="128" y="440"/>
                  </a:cubicBezTo>
                  <a:cubicBezTo>
                    <a:pt x="136" y="425"/>
                    <a:pt x="136" y="425"/>
                    <a:pt x="136" y="425"/>
                  </a:cubicBezTo>
                  <a:cubicBezTo>
                    <a:pt x="141" y="415"/>
                    <a:pt x="134" y="398"/>
                    <a:pt x="132" y="387"/>
                  </a:cubicBezTo>
                  <a:cubicBezTo>
                    <a:pt x="129" y="375"/>
                    <a:pt x="129" y="375"/>
                    <a:pt x="129" y="375"/>
                  </a:cubicBezTo>
                  <a:cubicBezTo>
                    <a:pt x="123" y="347"/>
                    <a:pt x="124" y="313"/>
                    <a:pt x="131" y="286"/>
                  </a:cubicBezTo>
                  <a:cubicBezTo>
                    <a:pt x="168" y="139"/>
                    <a:pt x="330" y="56"/>
                    <a:pt x="490" y="56"/>
                  </a:cubicBezTo>
                  <a:cubicBezTo>
                    <a:pt x="689" y="56"/>
                    <a:pt x="885" y="183"/>
                    <a:pt x="841" y="4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7" name="Freeform 6"/>
            <p:cNvSpPr>
              <a:spLocks noEditPoints="1"/>
            </p:cNvSpPr>
            <p:nvPr/>
          </p:nvSpPr>
          <p:spPr bwMode="auto">
            <a:xfrm>
              <a:off x="8596313" y="5100638"/>
              <a:ext cx="296863" cy="295275"/>
            </a:xfrm>
            <a:custGeom>
              <a:avLst/>
              <a:gdLst>
                <a:gd name="T0" fmla="*/ 192 w 337"/>
                <a:gd name="T1" fmla="*/ 36 h 336"/>
                <a:gd name="T2" fmla="*/ 234 w 337"/>
                <a:gd name="T3" fmla="*/ 68 h 336"/>
                <a:gd name="T4" fmla="*/ 253 w 337"/>
                <a:gd name="T5" fmla="*/ 54 h 336"/>
                <a:gd name="T6" fmla="*/ 279 w 337"/>
                <a:gd name="T7" fmla="*/ 74 h 336"/>
                <a:gd name="T8" fmla="*/ 268 w 337"/>
                <a:gd name="T9" fmla="*/ 102 h 336"/>
                <a:gd name="T10" fmla="*/ 301 w 337"/>
                <a:gd name="T11" fmla="*/ 144 h 336"/>
                <a:gd name="T12" fmla="*/ 313 w 337"/>
                <a:gd name="T13" fmla="*/ 180 h 336"/>
                <a:gd name="T14" fmla="*/ 286 w 337"/>
                <a:gd name="T15" fmla="*/ 192 h 336"/>
                <a:gd name="T16" fmla="*/ 279 w 337"/>
                <a:gd name="T17" fmla="*/ 244 h 336"/>
                <a:gd name="T18" fmla="*/ 262 w 337"/>
                <a:gd name="T19" fmla="*/ 278 h 336"/>
                <a:gd name="T20" fmla="*/ 245 w 337"/>
                <a:gd name="T21" fmla="*/ 278 h 336"/>
                <a:gd name="T22" fmla="*/ 192 w 337"/>
                <a:gd name="T23" fmla="*/ 286 h 336"/>
                <a:gd name="T24" fmla="*/ 180 w 337"/>
                <a:gd name="T25" fmla="*/ 312 h 336"/>
                <a:gd name="T26" fmla="*/ 144 w 337"/>
                <a:gd name="T27" fmla="*/ 300 h 336"/>
                <a:gd name="T28" fmla="*/ 102 w 337"/>
                <a:gd name="T29" fmla="*/ 268 h 336"/>
                <a:gd name="T30" fmla="*/ 84 w 337"/>
                <a:gd name="T31" fmla="*/ 282 h 336"/>
                <a:gd name="T32" fmla="*/ 58 w 337"/>
                <a:gd name="T33" fmla="*/ 261 h 336"/>
                <a:gd name="T34" fmla="*/ 69 w 337"/>
                <a:gd name="T35" fmla="*/ 234 h 336"/>
                <a:gd name="T36" fmla="*/ 36 w 337"/>
                <a:gd name="T37" fmla="*/ 192 h 336"/>
                <a:gd name="T38" fmla="*/ 24 w 337"/>
                <a:gd name="T39" fmla="*/ 156 h 336"/>
                <a:gd name="T40" fmla="*/ 51 w 337"/>
                <a:gd name="T41" fmla="*/ 144 h 336"/>
                <a:gd name="T42" fmla="*/ 58 w 337"/>
                <a:gd name="T43" fmla="*/ 91 h 336"/>
                <a:gd name="T44" fmla="*/ 75 w 337"/>
                <a:gd name="T45" fmla="*/ 57 h 336"/>
                <a:gd name="T46" fmla="*/ 92 w 337"/>
                <a:gd name="T47" fmla="*/ 57 h 336"/>
                <a:gd name="T48" fmla="*/ 144 w 337"/>
                <a:gd name="T49" fmla="*/ 50 h 336"/>
                <a:gd name="T50" fmla="*/ 156 w 337"/>
                <a:gd name="T51" fmla="*/ 24 h 336"/>
                <a:gd name="T52" fmla="*/ 180 w 337"/>
                <a:gd name="T53" fmla="*/ 0 h 336"/>
                <a:gd name="T54" fmla="*/ 121 w 337"/>
                <a:gd name="T55" fmla="*/ 32 h 336"/>
                <a:gd name="T56" fmla="*/ 84 w 337"/>
                <a:gd name="T57" fmla="*/ 30 h 336"/>
                <a:gd name="T58" fmla="*/ 41 w 337"/>
                <a:gd name="T59" fmla="*/ 57 h 336"/>
                <a:gd name="T60" fmla="*/ 39 w 337"/>
                <a:gd name="T61" fmla="*/ 106 h 336"/>
                <a:gd name="T62" fmla="*/ 0 w 337"/>
                <a:gd name="T63" fmla="*/ 156 h 336"/>
                <a:gd name="T64" fmla="*/ 33 w 337"/>
                <a:gd name="T65" fmla="*/ 216 h 336"/>
                <a:gd name="T66" fmla="*/ 31 w 337"/>
                <a:gd name="T67" fmla="*/ 253 h 336"/>
                <a:gd name="T68" fmla="*/ 58 w 337"/>
                <a:gd name="T69" fmla="*/ 295 h 336"/>
                <a:gd name="T70" fmla="*/ 106 w 337"/>
                <a:gd name="T71" fmla="*/ 298 h 336"/>
                <a:gd name="T72" fmla="*/ 156 w 337"/>
                <a:gd name="T73" fmla="*/ 336 h 336"/>
                <a:gd name="T74" fmla="*/ 216 w 337"/>
                <a:gd name="T75" fmla="*/ 304 h 336"/>
                <a:gd name="T76" fmla="*/ 253 w 337"/>
                <a:gd name="T77" fmla="*/ 306 h 336"/>
                <a:gd name="T78" fmla="*/ 296 w 337"/>
                <a:gd name="T79" fmla="*/ 278 h 336"/>
                <a:gd name="T80" fmla="*/ 298 w 337"/>
                <a:gd name="T81" fmla="*/ 230 h 336"/>
                <a:gd name="T82" fmla="*/ 337 w 337"/>
                <a:gd name="T83" fmla="*/ 180 h 336"/>
                <a:gd name="T84" fmla="*/ 304 w 337"/>
                <a:gd name="T85" fmla="*/ 120 h 336"/>
                <a:gd name="T86" fmla="*/ 306 w 337"/>
                <a:gd name="T87" fmla="*/ 83 h 336"/>
                <a:gd name="T88" fmla="*/ 279 w 337"/>
                <a:gd name="T89" fmla="*/ 40 h 336"/>
                <a:gd name="T90" fmla="*/ 231 w 337"/>
                <a:gd name="T91" fmla="*/ 38 h 336"/>
                <a:gd name="T92" fmla="*/ 180 w 337"/>
                <a:gd name="T93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37" h="336">
                  <a:moveTo>
                    <a:pt x="180" y="24"/>
                  </a:moveTo>
                  <a:cubicBezTo>
                    <a:pt x="187" y="24"/>
                    <a:pt x="192" y="29"/>
                    <a:pt x="192" y="36"/>
                  </a:cubicBezTo>
                  <a:cubicBezTo>
                    <a:pt x="192" y="50"/>
                    <a:pt x="192" y="50"/>
                    <a:pt x="192" y="50"/>
                  </a:cubicBezTo>
                  <a:cubicBezTo>
                    <a:pt x="208" y="53"/>
                    <a:pt x="222" y="60"/>
                    <a:pt x="234" y="68"/>
                  </a:cubicBezTo>
                  <a:cubicBezTo>
                    <a:pt x="245" y="57"/>
                    <a:pt x="245" y="57"/>
                    <a:pt x="245" y="57"/>
                  </a:cubicBezTo>
                  <a:cubicBezTo>
                    <a:pt x="247" y="55"/>
                    <a:pt x="250" y="54"/>
                    <a:pt x="253" y="54"/>
                  </a:cubicBezTo>
                  <a:cubicBezTo>
                    <a:pt x="256" y="54"/>
                    <a:pt x="260" y="55"/>
                    <a:pt x="262" y="57"/>
                  </a:cubicBezTo>
                  <a:cubicBezTo>
                    <a:pt x="279" y="74"/>
                    <a:pt x="279" y="74"/>
                    <a:pt x="279" y="74"/>
                  </a:cubicBezTo>
                  <a:cubicBezTo>
                    <a:pt x="284" y="79"/>
                    <a:pt x="284" y="87"/>
                    <a:pt x="279" y="91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77" y="114"/>
                    <a:pt x="283" y="129"/>
                    <a:pt x="286" y="144"/>
                  </a:cubicBezTo>
                  <a:cubicBezTo>
                    <a:pt x="301" y="144"/>
                    <a:pt x="301" y="144"/>
                    <a:pt x="301" y="144"/>
                  </a:cubicBezTo>
                  <a:cubicBezTo>
                    <a:pt x="307" y="144"/>
                    <a:pt x="313" y="149"/>
                    <a:pt x="313" y="156"/>
                  </a:cubicBezTo>
                  <a:cubicBezTo>
                    <a:pt x="313" y="180"/>
                    <a:pt x="313" y="180"/>
                    <a:pt x="313" y="180"/>
                  </a:cubicBezTo>
                  <a:cubicBezTo>
                    <a:pt x="313" y="187"/>
                    <a:pt x="307" y="192"/>
                    <a:pt x="301" y="192"/>
                  </a:cubicBezTo>
                  <a:cubicBezTo>
                    <a:pt x="286" y="192"/>
                    <a:pt x="286" y="192"/>
                    <a:pt x="286" y="192"/>
                  </a:cubicBezTo>
                  <a:cubicBezTo>
                    <a:pt x="283" y="207"/>
                    <a:pt x="277" y="221"/>
                    <a:pt x="268" y="234"/>
                  </a:cubicBezTo>
                  <a:cubicBezTo>
                    <a:pt x="279" y="244"/>
                    <a:pt x="279" y="244"/>
                    <a:pt x="279" y="244"/>
                  </a:cubicBezTo>
                  <a:cubicBezTo>
                    <a:pt x="284" y="249"/>
                    <a:pt x="284" y="257"/>
                    <a:pt x="279" y="261"/>
                  </a:cubicBezTo>
                  <a:cubicBezTo>
                    <a:pt x="262" y="278"/>
                    <a:pt x="262" y="278"/>
                    <a:pt x="262" y="278"/>
                  </a:cubicBezTo>
                  <a:cubicBezTo>
                    <a:pt x="260" y="281"/>
                    <a:pt x="256" y="282"/>
                    <a:pt x="253" y="282"/>
                  </a:cubicBezTo>
                  <a:cubicBezTo>
                    <a:pt x="250" y="282"/>
                    <a:pt x="247" y="281"/>
                    <a:pt x="245" y="278"/>
                  </a:cubicBezTo>
                  <a:cubicBezTo>
                    <a:pt x="234" y="268"/>
                    <a:pt x="234" y="268"/>
                    <a:pt x="234" y="268"/>
                  </a:cubicBezTo>
                  <a:cubicBezTo>
                    <a:pt x="222" y="276"/>
                    <a:pt x="208" y="282"/>
                    <a:pt x="192" y="286"/>
                  </a:cubicBezTo>
                  <a:cubicBezTo>
                    <a:pt x="192" y="300"/>
                    <a:pt x="192" y="300"/>
                    <a:pt x="192" y="300"/>
                  </a:cubicBezTo>
                  <a:cubicBezTo>
                    <a:pt x="192" y="307"/>
                    <a:pt x="187" y="312"/>
                    <a:pt x="180" y="312"/>
                  </a:cubicBezTo>
                  <a:cubicBezTo>
                    <a:pt x="156" y="312"/>
                    <a:pt x="156" y="312"/>
                    <a:pt x="156" y="312"/>
                  </a:cubicBezTo>
                  <a:cubicBezTo>
                    <a:pt x="150" y="312"/>
                    <a:pt x="144" y="307"/>
                    <a:pt x="144" y="300"/>
                  </a:cubicBezTo>
                  <a:cubicBezTo>
                    <a:pt x="144" y="286"/>
                    <a:pt x="144" y="286"/>
                    <a:pt x="144" y="286"/>
                  </a:cubicBezTo>
                  <a:cubicBezTo>
                    <a:pt x="129" y="282"/>
                    <a:pt x="115" y="276"/>
                    <a:pt x="102" y="268"/>
                  </a:cubicBezTo>
                  <a:cubicBezTo>
                    <a:pt x="92" y="278"/>
                    <a:pt x="92" y="278"/>
                    <a:pt x="92" y="278"/>
                  </a:cubicBezTo>
                  <a:cubicBezTo>
                    <a:pt x="90" y="281"/>
                    <a:pt x="87" y="282"/>
                    <a:pt x="84" y="282"/>
                  </a:cubicBezTo>
                  <a:cubicBezTo>
                    <a:pt x="80" y="282"/>
                    <a:pt x="77" y="281"/>
                    <a:pt x="75" y="278"/>
                  </a:cubicBezTo>
                  <a:cubicBezTo>
                    <a:pt x="58" y="261"/>
                    <a:pt x="58" y="261"/>
                    <a:pt x="58" y="261"/>
                  </a:cubicBezTo>
                  <a:cubicBezTo>
                    <a:pt x="53" y="257"/>
                    <a:pt x="53" y="249"/>
                    <a:pt x="58" y="244"/>
                  </a:cubicBezTo>
                  <a:cubicBezTo>
                    <a:pt x="69" y="234"/>
                    <a:pt x="69" y="234"/>
                    <a:pt x="69" y="234"/>
                  </a:cubicBezTo>
                  <a:cubicBezTo>
                    <a:pt x="60" y="221"/>
                    <a:pt x="54" y="207"/>
                    <a:pt x="51" y="192"/>
                  </a:cubicBezTo>
                  <a:cubicBezTo>
                    <a:pt x="36" y="192"/>
                    <a:pt x="36" y="192"/>
                    <a:pt x="36" y="192"/>
                  </a:cubicBezTo>
                  <a:cubicBezTo>
                    <a:pt x="30" y="192"/>
                    <a:pt x="24" y="187"/>
                    <a:pt x="24" y="180"/>
                  </a:cubicBezTo>
                  <a:cubicBezTo>
                    <a:pt x="24" y="156"/>
                    <a:pt x="24" y="156"/>
                    <a:pt x="24" y="156"/>
                  </a:cubicBezTo>
                  <a:cubicBezTo>
                    <a:pt x="24" y="149"/>
                    <a:pt x="30" y="144"/>
                    <a:pt x="36" y="144"/>
                  </a:cubicBezTo>
                  <a:cubicBezTo>
                    <a:pt x="51" y="144"/>
                    <a:pt x="51" y="144"/>
                    <a:pt x="51" y="144"/>
                  </a:cubicBezTo>
                  <a:cubicBezTo>
                    <a:pt x="54" y="129"/>
                    <a:pt x="60" y="114"/>
                    <a:pt x="69" y="102"/>
                  </a:cubicBezTo>
                  <a:cubicBezTo>
                    <a:pt x="58" y="91"/>
                    <a:pt x="58" y="91"/>
                    <a:pt x="58" y="91"/>
                  </a:cubicBezTo>
                  <a:cubicBezTo>
                    <a:pt x="53" y="87"/>
                    <a:pt x="53" y="79"/>
                    <a:pt x="58" y="74"/>
                  </a:cubicBezTo>
                  <a:cubicBezTo>
                    <a:pt x="75" y="57"/>
                    <a:pt x="75" y="57"/>
                    <a:pt x="75" y="57"/>
                  </a:cubicBezTo>
                  <a:cubicBezTo>
                    <a:pt x="77" y="55"/>
                    <a:pt x="80" y="54"/>
                    <a:pt x="84" y="54"/>
                  </a:cubicBezTo>
                  <a:cubicBezTo>
                    <a:pt x="87" y="54"/>
                    <a:pt x="90" y="55"/>
                    <a:pt x="92" y="57"/>
                  </a:cubicBezTo>
                  <a:cubicBezTo>
                    <a:pt x="102" y="68"/>
                    <a:pt x="102" y="68"/>
                    <a:pt x="102" y="68"/>
                  </a:cubicBezTo>
                  <a:cubicBezTo>
                    <a:pt x="115" y="60"/>
                    <a:pt x="129" y="53"/>
                    <a:pt x="144" y="50"/>
                  </a:cubicBezTo>
                  <a:cubicBezTo>
                    <a:pt x="144" y="36"/>
                    <a:pt x="144" y="36"/>
                    <a:pt x="144" y="36"/>
                  </a:cubicBezTo>
                  <a:cubicBezTo>
                    <a:pt x="144" y="29"/>
                    <a:pt x="150" y="24"/>
                    <a:pt x="156" y="24"/>
                  </a:cubicBezTo>
                  <a:cubicBezTo>
                    <a:pt x="180" y="24"/>
                    <a:pt x="180" y="24"/>
                    <a:pt x="180" y="24"/>
                  </a:cubicBezTo>
                  <a:moveTo>
                    <a:pt x="180" y="0"/>
                  </a:moveTo>
                  <a:cubicBezTo>
                    <a:pt x="156" y="0"/>
                    <a:pt x="156" y="0"/>
                    <a:pt x="156" y="0"/>
                  </a:cubicBezTo>
                  <a:cubicBezTo>
                    <a:pt x="138" y="0"/>
                    <a:pt x="123" y="14"/>
                    <a:pt x="121" y="32"/>
                  </a:cubicBezTo>
                  <a:cubicBezTo>
                    <a:pt x="116" y="34"/>
                    <a:pt x="111" y="36"/>
                    <a:pt x="106" y="38"/>
                  </a:cubicBezTo>
                  <a:cubicBezTo>
                    <a:pt x="100" y="33"/>
                    <a:pt x="92" y="30"/>
                    <a:pt x="84" y="30"/>
                  </a:cubicBezTo>
                  <a:cubicBezTo>
                    <a:pt x="74" y="30"/>
                    <a:pt x="65" y="34"/>
                    <a:pt x="58" y="40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34" y="64"/>
                    <a:pt x="31" y="73"/>
                    <a:pt x="31" y="83"/>
                  </a:cubicBezTo>
                  <a:cubicBezTo>
                    <a:pt x="31" y="91"/>
                    <a:pt x="33" y="99"/>
                    <a:pt x="39" y="106"/>
                  </a:cubicBezTo>
                  <a:cubicBezTo>
                    <a:pt x="36" y="110"/>
                    <a:pt x="34" y="115"/>
                    <a:pt x="33" y="120"/>
                  </a:cubicBezTo>
                  <a:cubicBezTo>
                    <a:pt x="15" y="122"/>
                    <a:pt x="0" y="137"/>
                    <a:pt x="0" y="156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199"/>
                    <a:pt x="15" y="214"/>
                    <a:pt x="33" y="216"/>
                  </a:cubicBezTo>
                  <a:cubicBezTo>
                    <a:pt x="34" y="221"/>
                    <a:pt x="36" y="225"/>
                    <a:pt x="39" y="230"/>
                  </a:cubicBezTo>
                  <a:cubicBezTo>
                    <a:pt x="33" y="236"/>
                    <a:pt x="31" y="244"/>
                    <a:pt x="31" y="253"/>
                  </a:cubicBezTo>
                  <a:cubicBezTo>
                    <a:pt x="31" y="262"/>
                    <a:pt x="34" y="271"/>
                    <a:pt x="41" y="278"/>
                  </a:cubicBezTo>
                  <a:cubicBezTo>
                    <a:pt x="58" y="295"/>
                    <a:pt x="58" y="295"/>
                    <a:pt x="58" y="295"/>
                  </a:cubicBezTo>
                  <a:cubicBezTo>
                    <a:pt x="65" y="302"/>
                    <a:pt x="74" y="306"/>
                    <a:pt x="84" y="306"/>
                  </a:cubicBezTo>
                  <a:cubicBezTo>
                    <a:pt x="92" y="306"/>
                    <a:pt x="100" y="303"/>
                    <a:pt x="106" y="298"/>
                  </a:cubicBezTo>
                  <a:cubicBezTo>
                    <a:pt x="111" y="300"/>
                    <a:pt x="116" y="302"/>
                    <a:pt x="121" y="304"/>
                  </a:cubicBezTo>
                  <a:cubicBezTo>
                    <a:pt x="123" y="322"/>
                    <a:pt x="138" y="336"/>
                    <a:pt x="156" y="336"/>
                  </a:cubicBezTo>
                  <a:cubicBezTo>
                    <a:pt x="180" y="336"/>
                    <a:pt x="180" y="336"/>
                    <a:pt x="180" y="336"/>
                  </a:cubicBezTo>
                  <a:cubicBezTo>
                    <a:pt x="199" y="336"/>
                    <a:pt x="214" y="322"/>
                    <a:pt x="216" y="304"/>
                  </a:cubicBezTo>
                  <a:cubicBezTo>
                    <a:pt x="221" y="302"/>
                    <a:pt x="226" y="300"/>
                    <a:pt x="231" y="298"/>
                  </a:cubicBezTo>
                  <a:cubicBezTo>
                    <a:pt x="237" y="303"/>
                    <a:pt x="245" y="306"/>
                    <a:pt x="253" y="306"/>
                  </a:cubicBezTo>
                  <a:cubicBezTo>
                    <a:pt x="263" y="306"/>
                    <a:pt x="272" y="302"/>
                    <a:pt x="279" y="295"/>
                  </a:cubicBezTo>
                  <a:cubicBezTo>
                    <a:pt x="296" y="278"/>
                    <a:pt x="296" y="278"/>
                    <a:pt x="296" y="278"/>
                  </a:cubicBezTo>
                  <a:cubicBezTo>
                    <a:pt x="303" y="271"/>
                    <a:pt x="306" y="262"/>
                    <a:pt x="306" y="253"/>
                  </a:cubicBezTo>
                  <a:cubicBezTo>
                    <a:pt x="306" y="244"/>
                    <a:pt x="304" y="236"/>
                    <a:pt x="298" y="230"/>
                  </a:cubicBezTo>
                  <a:cubicBezTo>
                    <a:pt x="301" y="225"/>
                    <a:pt x="303" y="221"/>
                    <a:pt x="304" y="216"/>
                  </a:cubicBezTo>
                  <a:cubicBezTo>
                    <a:pt x="322" y="214"/>
                    <a:pt x="337" y="199"/>
                    <a:pt x="337" y="180"/>
                  </a:cubicBezTo>
                  <a:cubicBezTo>
                    <a:pt x="337" y="156"/>
                    <a:pt x="337" y="156"/>
                    <a:pt x="337" y="156"/>
                  </a:cubicBezTo>
                  <a:cubicBezTo>
                    <a:pt x="337" y="137"/>
                    <a:pt x="322" y="122"/>
                    <a:pt x="304" y="120"/>
                  </a:cubicBezTo>
                  <a:cubicBezTo>
                    <a:pt x="303" y="115"/>
                    <a:pt x="301" y="110"/>
                    <a:pt x="298" y="106"/>
                  </a:cubicBezTo>
                  <a:cubicBezTo>
                    <a:pt x="304" y="99"/>
                    <a:pt x="306" y="91"/>
                    <a:pt x="306" y="83"/>
                  </a:cubicBezTo>
                  <a:cubicBezTo>
                    <a:pt x="306" y="73"/>
                    <a:pt x="303" y="64"/>
                    <a:pt x="296" y="57"/>
                  </a:cubicBezTo>
                  <a:cubicBezTo>
                    <a:pt x="279" y="40"/>
                    <a:pt x="279" y="40"/>
                    <a:pt x="279" y="40"/>
                  </a:cubicBezTo>
                  <a:cubicBezTo>
                    <a:pt x="272" y="34"/>
                    <a:pt x="263" y="30"/>
                    <a:pt x="253" y="30"/>
                  </a:cubicBezTo>
                  <a:cubicBezTo>
                    <a:pt x="245" y="30"/>
                    <a:pt x="237" y="33"/>
                    <a:pt x="231" y="38"/>
                  </a:cubicBezTo>
                  <a:cubicBezTo>
                    <a:pt x="226" y="36"/>
                    <a:pt x="221" y="34"/>
                    <a:pt x="216" y="32"/>
                  </a:cubicBezTo>
                  <a:cubicBezTo>
                    <a:pt x="214" y="14"/>
                    <a:pt x="199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8" name="Freeform 7"/>
            <p:cNvSpPr>
              <a:spLocks noEditPoints="1"/>
            </p:cNvSpPr>
            <p:nvPr/>
          </p:nvSpPr>
          <p:spPr bwMode="auto">
            <a:xfrm>
              <a:off x="8675688" y="5180013"/>
              <a:ext cx="138113" cy="136525"/>
            </a:xfrm>
            <a:custGeom>
              <a:avLst/>
              <a:gdLst>
                <a:gd name="T0" fmla="*/ 78 w 157"/>
                <a:gd name="T1" fmla="*/ 156 h 156"/>
                <a:gd name="T2" fmla="*/ 0 w 157"/>
                <a:gd name="T3" fmla="*/ 78 h 156"/>
                <a:gd name="T4" fmla="*/ 78 w 157"/>
                <a:gd name="T5" fmla="*/ 0 h 156"/>
                <a:gd name="T6" fmla="*/ 157 w 157"/>
                <a:gd name="T7" fmla="*/ 78 h 156"/>
                <a:gd name="T8" fmla="*/ 78 w 157"/>
                <a:gd name="T9" fmla="*/ 156 h 156"/>
                <a:gd name="T10" fmla="*/ 78 w 157"/>
                <a:gd name="T11" fmla="*/ 12 h 156"/>
                <a:gd name="T12" fmla="*/ 12 w 157"/>
                <a:gd name="T13" fmla="*/ 78 h 156"/>
                <a:gd name="T14" fmla="*/ 78 w 157"/>
                <a:gd name="T15" fmla="*/ 144 h 156"/>
                <a:gd name="T16" fmla="*/ 145 w 157"/>
                <a:gd name="T17" fmla="*/ 78 h 156"/>
                <a:gd name="T18" fmla="*/ 78 w 157"/>
                <a:gd name="T19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7" h="156">
                  <a:moveTo>
                    <a:pt x="78" y="156"/>
                  </a:moveTo>
                  <a:cubicBezTo>
                    <a:pt x="35" y="156"/>
                    <a:pt x="0" y="121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22" y="0"/>
                    <a:pt x="157" y="35"/>
                    <a:pt x="157" y="78"/>
                  </a:cubicBezTo>
                  <a:cubicBezTo>
                    <a:pt x="157" y="121"/>
                    <a:pt x="122" y="156"/>
                    <a:pt x="78" y="156"/>
                  </a:cubicBezTo>
                  <a:close/>
                  <a:moveTo>
                    <a:pt x="78" y="12"/>
                  </a:moveTo>
                  <a:cubicBezTo>
                    <a:pt x="42" y="12"/>
                    <a:pt x="12" y="41"/>
                    <a:pt x="12" y="78"/>
                  </a:cubicBezTo>
                  <a:cubicBezTo>
                    <a:pt x="12" y="114"/>
                    <a:pt x="42" y="144"/>
                    <a:pt x="78" y="144"/>
                  </a:cubicBezTo>
                  <a:cubicBezTo>
                    <a:pt x="115" y="144"/>
                    <a:pt x="145" y="114"/>
                    <a:pt x="145" y="78"/>
                  </a:cubicBezTo>
                  <a:cubicBezTo>
                    <a:pt x="145" y="41"/>
                    <a:pt x="115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9" name="Freeform 8"/>
            <p:cNvSpPr>
              <a:spLocks noEditPoints="1"/>
            </p:cNvSpPr>
            <p:nvPr/>
          </p:nvSpPr>
          <p:spPr bwMode="auto">
            <a:xfrm>
              <a:off x="8707438" y="5211763"/>
              <a:ext cx="74613" cy="73025"/>
            </a:xfrm>
            <a:custGeom>
              <a:avLst/>
              <a:gdLst>
                <a:gd name="T0" fmla="*/ 42 w 85"/>
                <a:gd name="T1" fmla="*/ 84 h 84"/>
                <a:gd name="T2" fmla="*/ 0 w 85"/>
                <a:gd name="T3" fmla="*/ 42 h 84"/>
                <a:gd name="T4" fmla="*/ 42 w 85"/>
                <a:gd name="T5" fmla="*/ 0 h 84"/>
                <a:gd name="T6" fmla="*/ 85 w 85"/>
                <a:gd name="T7" fmla="*/ 42 h 84"/>
                <a:gd name="T8" fmla="*/ 42 w 85"/>
                <a:gd name="T9" fmla="*/ 84 h 84"/>
                <a:gd name="T10" fmla="*/ 42 w 85"/>
                <a:gd name="T11" fmla="*/ 12 h 84"/>
                <a:gd name="T12" fmla="*/ 12 w 85"/>
                <a:gd name="T13" fmla="*/ 42 h 84"/>
                <a:gd name="T14" fmla="*/ 42 w 85"/>
                <a:gd name="T15" fmla="*/ 72 h 84"/>
                <a:gd name="T16" fmla="*/ 73 w 85"/>
                <a:gd name="T17" fmla="*/ 42 h 84"/>
                <a:gd name="T18" fmla="*/ 42 w 85"/>
                <a:gd name="T19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" h="84">
                  <a:moveTo>
                    <a:pt x="42" y="84"/>
                  </a:moveTo>
                  <a:cubicBezTo>
                    <a:pt x="19" y="84"/>
                    <a:pt x="0" y="65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66" y="0"/>
                    <a:pt x="85" y="19"/>
                    <a:pt x="85" y="42"/>
                  </a:cubicBezTo>
                  <a:cubicBezTo>
                    <a:pt x="85" y="65"/>
                    <a:pt x="66" y="84"/>
                    <a:pt x="42" y="84"/>
                  </a:cubicBezTo>
                  <a:close/>
                  <a:moveTo>
                    <a:pt x="42" y="12"/>
                  </a:moveTo>
                  <a:cubicBezTo>
                    <a:pt x="26" y="12"/>
                    <a:pt x="12" y="25"/>
                    <a:pt x="12" y="42"/>
                  </a:cubicBezTo>
                  <a:cubicBezTo>
                    <a:pt x="12" y="58"/>
                    <a:pt x="26" y="72"/>
                    <a:pt x="42" y="72"/>
                  </a:cubicBezTo>
                  <a:cubicBezTo>
                    <a:pt x="59" y="72"/>
                    <a:pt x="73" y="58"/>
                    <a:pt x="73" y="42"/>
                  </a:cubicBezTo>
                  <a:cubicBezTo>
                    <a:pt x="73" y="25"/>
                    <a:pt x="59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0" name="Freeform 9"/>
            <p:cNvSpPr>
              <a:spLocks noEditPoints="1"/>
            </p:cNvSpPr>
            <p:nvPr/>
          </p:nvSpPr>
          <p:spPr bwMode="auto">
            <a:xfrm>
              <a:off x="8416926" y="5081588"/>
              <a:ext cx="187325" cy="187325"/>
            </a:xfrm>
            <a:custGeom>
              <a:avLst/>
              <a:gdLst>
                <a:gd name="T0" fmla="*/ 121 w 213"/>
                <a:gd name="T1" fmla="*/ 23 h 213"/>
                <a:gd name="T2" fmla="*/ 148 w 213"/>
                <a:gd name="T3" fmla="*/ 44 h 213"/>
                <a:gd name="T4" fmla="*/ 160 w 213"/>
                <a:gd name="T5" fmla="*/ 35 h 213"/>
                <a:gd name="T6" fmla="*/ 176 w 213"/>
                <a:gd name="T7" fmla="*/ 48 h 213"/>
                <a:gd name="T8" fmla="*/ 170 w 213"/>
                <a:gd name="T9" fmla="*/ 65 h 213"/>
                <a:gd name="T10" fmla="*/ 190 w 213"/>
                <a:gd name="T11" fmla="*/ 92 h 213"/>
                <a:gd name="T12" fmla="*/ 198 w 213"/>
                <a:gd name="T13" fmla="*/ 115 h 213"/>
                <a:gd name="T14" fmla="*/ 181 w 213"/>
                <a:gd name="T15" fmla="*/ 122 h 213"/>
                <a:gd name="T16" fmla="*/ 176 w 213"/>
                <a:gd name="T17" fmla="*/ 155 h 213"/>
                <a:gd name="T18" fmla="*/ 165 w 213"/>
                <a:gd name="T19" fmla="*/ 177 h 213"/>
                <a:gd name="T20" fmla="*/ 155 w 213"/>
                <a:gd name="T21" fmla="*/ 177 h 213"/>
                <a:gd name="T22" fmla="*/ 121 w 213"/>
                <a:gd name="T23" fmla="*/ 182 h 213"/>
                <a:gd name="T24" fmla="*/ 114 w 213"/>
                <a:gd name="T25" fmla="*/ 198 h 213"/>
                <a:gd name="T26" fmla="*/ 91 w 213"/>
                <a:gd name="T27" fmla="*/ 191 h 213"/>
                <a:gd name="T28" fmla="*/ 64 w 213"/>
                <a:gd name="T29" fmla="*/ 170 h 213"/>
                <a:gd name="T30" fmla="*/ 52 w 213"/>
                <a:gd name="T31" fmla="*/ 179 h 213"/>
                <a:gd name="T32" fmla="*/ 36 w 213"/>
                <a:gd name="T33" fmla="*/ 166 h 213"/>
                <a:gd name="T34" fmla="*/ 43 w 213"/>
                <a:gd name="T35" fmla="*/ 149 h 213"/>
                <a:gd name="T36" fmla="*/ 22 w 213"/>
                <a:gd name="T37" fmla="*/ 122 h 213"/>
                <a:gd name="T38" fmla="*/ 15 w 213"/>
                <a:gd name="T39" fmla="*/ 99 h 213"/>
                <a:gd name="T40" fmla="*/ 32 w 213"/>
                <a:gd name="T41" fmla="*/ 92 h 213"/>
                <a:gd name="T42" fmla="*/ 36 w 213"/>
                <a:gd name="T43" fmla="*/ 59 h 213"/>
                <a:gd name="T44" fmla="*/ 47 w 213"/>
                <a:gd name="T45" fmla="*/ 37 h 213"/>
                <a:gd name="T46" fmla="*/ 58 w 213"/>
                <a:gd name="T47" fmla="*/ 37 h 213"/>
                <a:gd name="T48" fmla="*/ 91 w 213"/>
                <a:gd name="T49" fmla="*/ 32 h 213"/>
                <a:gd name="T50" fmla="*/ 99 w 213"/>
                <a:gd name="T51" fmla="*/ 16 h 213"/>
                <a:gd name="T52" fmla="*/ 114 w 213"/>
                <a:gd name="T53" fmla="*/ 0 h 213"/>
                <a:gd name="T54" fmla="*/ 76 w 213"/>
                <a:gd name="T55" fmla="*/ 21 h 213"/>
                <a:gd name="T56" fmla="*/ 52 w 213"/>
                <a:gd name="T57" fmla="*/ 20 h 213"/>
                <a:gd name="T58" fmla="*/ 25 w 213"/>
                <a:gd name="T59" fmla="*/ 37 h 213"/>
                <a:gd name="T60" fmla="*/ 24 w 213"/>
                <a:gd name="T61" fmla="*/ 68 h 213"/>
                <a:gd name="T62" fmla="*/ 0 w 213"/>
                <a:gd name="T63" fmla="*/ 99 h 213"/>
                <a:gd name="T64" fmla="*/ 20 w 213"/>
                <a:gd name="T65" fmla="*/ 137 h 213"/>
                <a:gd name="T66" fmla="*/ 19 w 213"/>
                <a:gd name="T67" fmla="*/ 161 h 213"/>
                <a:gd name="T68" fmla="*/ 36 w 213"/>
                <a:gd name="T69" fmla="*/ 188 h 213"/>
                <a:gd name="T70" fmla="*/ 67 w 213"/>
                <a:gd name="T71" fmla="*/ 189 h 213"/>
                <a:gd name="T72" fmla="*/ 99 w 213"/>
                <a:gd name="T73" fmla="*/ 213 h 213"/>
                <a:gd name="T74" fmla="*/ 137 w 213"/>
                <a:gd name="T75" fmla="*/ 193 h 213"/>
                <a:gd name="T76" fmla="*/ 160 w 213"/>
                <a:gd name="T77" fmla="*/ 194 h 213"/>
                <a:gd name="T78" fmla="*/ 187 w 213"/>
                <a:gd name="T79" fmla="*/ 177 h 213"/>
                <a:gd name="T80" fmla="*/ 188 w 213"/>
                <a:gd name="T81" fmla="*/ 146 h 213"/>
                <a:gd name="T82" fmla="*/ 213 w 213"/>
                <a:gd name="T83" fmla="*/ 115 h 213"/>
                <a:gd name="T84" fmla="*/ 192 w 213"/>
                <a:gd name="T85" fmla="*/ 77 h 213"/>
                <a:gd name="T86" fmla="*/ 194 w 213"/>
                <a:gd name="T87" fmla="*/ 53 h 213"/>
                <a:gd name="T88" fmla="*/ 176 w 213"/>
                <a:gd name="T89" fmla="*/ 26 h 213"/>
                <a:gd name="T90" fmla="*/ 146 w 213"/>
                <a:gd name="T91" fmla="*/ 25 h 213"/>
                <a:gd name="T92" fmla="*/ 114 w 213"/>
                <a:gd name="T93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213">
                  <a:moveTo>
                    <a:pt x="114" y="16"/>
                  </a:moveTo>
                  <a:cubicBezTo>
                    <a:pt x="118" y="16"/>
                    <a:pt x="121" y="19"/>
                    <a:pt x="121" y="23"/>
                  </a:cubicBezTo>
                  <a:cubicBezTo>
                    <a:pt x="121" y="32"/>
                    <a:pt x="121" y="32"/>
                    <a:pt x="121" y="32"/>
                  </a:cubicBezTo>
                  <a:cubicBezTo>
                    <a:pt x="131" y="34"/>
                    <a:pt x="140" y="38"/>
                    <a:pt x="148" y="44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6" y="35"/>
                    <a:pt x="158" y="35"/>
                    <a:pt x="160" y="35"/>
                  </a:cubicBezTo>
                  <a:cubicBezTo>
                    <a:pt x="162" y="35"/>
                    <a:pt x="164" y="35"/>
                    <a:pt x="165" y="37"/>
                  </a:cubicBezTo>
                  <a:cubicBezTo>
                    <a:pt x="176" y="48"/>
                    <a:pt x="176" y="48"/>
                    <a:pt x="176" y="48"/>
                  </a:cubicBezTo>
                  <a:cubicBezTo>
                    <a:pt x="179" y="51"/>
                    <a:pt x="179" y="56"/>
                    <a:pt x="176" y="59"/>
                  </a:cubicBezTo>
                  <a:cubicBezTo>
                    <a:pt x="170" y="65"/>
                    <a:pt x="170" y="65"/>
                    <a:pt x="170" y="65"/>
                  </a:cubicBezTo>
                  <a:cubicBezTo>
                    <a:pt x="175" y="73"/>
                    <a:pt x="179" y="82"/>
                    <a:pt x="181" y="92"/>
                  </a:cubicBezTo>
                  <a:cubicBezTo>
                    <a:pt x="190" y="92"/>
                    <a:pt x="190" y="92"/>
                    <a:pt x="190" y="92"/>
                  </a:cubicBezTo>
                  <a:cubicBezTo>
                    <a:pt x="194" y="92"/>
                    <a:pt x="198" y="95"/>
                    <a:pt x="198" y="99"/>
                  </a:cubicBezTo>
                  <a:cubicBezTo>
                    <a:pt x="198" y="115"/>
                    <a:pt x="198" y="115"/>
                    <a:pt x="198" y="115"/>
                  </a:cubicBezTo>
                  <a:cubicBezTo>
                    <a:pt x="198" y="119"/>
                    <a:pt x="194" y="122"/>
                    <a:pt x="190" y="122"/>
                  </a:cubicBezTo>
                  <a:cubicBezTo>
                    <a:pt x="181" y="122"/>
                    <a:pt x="181" y="122"/>
                    <a:pt x="181" y="122"/>
                  </a:cubicBezTo>
                  <a:cubicBezTo>
                    <a:pt x="179" y="132"/>
                    <a:pt x="175" y="141"/>
                    <a:pt x="170" y="149"/>
                  </a:cubicBezTo>
                  <a:cubicBezTo>
                    <a:pt x="176" y="155"/>
                    <a:pt x="176" y="155"/>
                    <a:pt x="176" y="155"/>
                  </a:cubicBezTo>
                  <a:cubicBezTo>
                    <a:pt x="179" y="158"/>
                    <a:pt x="179" y="163"/>
                    <a:pt x="176" y="166"/>
                  </a:cubicBezTo>
                  <a:cubicBezTo>
                    <a:pt x="165" y="177"/>
                    <a:pt x="165" y="177"/>
                    <a:pt x="165" y="177"/>
                  </a:cubicBezTo>
                  <a:cubicBezTo>
                    <a:pt x="164" y="178"/>
                    <a:pt x="162" y="179"/>
                    <a:pt x="160" y="179"/>
                  </a:cubicBezTo>
                  <a:cubicBezTo>
                    <a:pt x="158" y="179"/>
                    <a:pt x="156" y="178"/>
                    <a:pt x="155" y="177"/>
                  </a:cubicBezTo>
                  <a:cubicBezTo>
                    <a:pt x="148" y="170"/>
                    <a:pt x="148" y="170"/>
                    <a:pt x="148" y="170"/>
                  </a:cubicBezTo>
                  <a:cubicBezTo>
                    <a:pt x="140" y="176"/>
                    <a:pt x="131" y="180"/>
                    <a:pt x="121" y="182"/>
                  </a:cubicBezTo>
                  <a:cubicBezTo>
                    <a:pt x="121" y="191"/>
                    <a:pt x="121" y="191"/>
                    <a:pt x="121" y="191"/>
                  </a:cubicBezTo>
                  <a:cubicBezTo>
                    <a:pt x="121" y="195"/>
                    <a:pt x="118" y="198"/>
                    <a:pt x="114" y="198"/>
                  </a:cubicBezTo>
                  <a:cubicBezTo>
                    <a:pt x="99" y="198"/>
                    <a:pt x="99" y="198"/>
                    <a:pt x="99" y="198"/>
                  </a:cubicBezTo>
                  <a:cubicBezTo>
                    <a:pt x="94" y="198"/>
                    <a:pt x="91" y="195"/>
                    <a:pt x="91" y="191"/>
                  </a:cubicBezTo>
                  <a:cubicBezTo>
                    <a:pt x="91" y="182"/>
                    <a:pt x="91" y="182"/>
                    <a:pt x="91" y="182"/>
                  </a:cubicBezTo>
                  <a:cubicBezTo>
                    <a:pt x="81" y="180"/>
                    <a:pt x="72" y="176"/>
                    <a:pt x="64" y="170"/>
                  </a:cubicBezTo>
                  <a:cubicBezTo>
                    <a:pt x="58" y="177"/>
                    <a:pt x="58" y="177"/>
                    <a:pt x="58" y="177"/>
                  </a:cubicBezTo>
                  <a:cubicBezTo>
                    <a:pt x="56" y="178"/>
                    <a:pt x="54" y="179"/>
                    <a:pt x="52" y="179"/>
                  </a:cubicBezTo>
                  <a:cubicBezTo>
                    <a:pt x="50" y="179"/>
                    <a:pt x="48" y="178"/>
                    <a:pt x="47" y="177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3" y="163"/>
                    <a:pt x="33" y="158"/>
                    <a:pt x="36" y="155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38" y="141"/>
                    <a:pt x="34" y="132"/>
                    <a:pt x="32" y="122"/>
                  </a:cubicBezTo>
                  <a:cubicBezTo>
                    <a:pt x="22" y="122"/>
                    <a:pt x="22" y="122"/>
                    <a:pt x="22" y="122"/>
                  </a:cubicBezTo>
                  <a:cubicBezTo>
                    <a:pt x="18" y="122"/>
                    <a:pt x="15" y="119"/>
                    <a:pt x="15" y="115"/>
                  </a:cubicBezTo>
                  <a:cubicBezTo>
                    <a:pt x="15" y="99"/>
                    <a:pt x="15" y="99"/>
                    <a:pt x="15" y="99"/>
                  </a:cubicBezTo>
                  <a:cubicBezTo>
                    <a:pt x="15" y="95"/>
                    <a:pt x="18" y="92"/>
                    <a:pt x="22" y="92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34" y="82"/>
                    <a:pt x="38" y="73"/>
                    <a:pt x="43" y="65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3" y="56"/>
                    <a:pt x="33" y="51"/>
                    <a:pt x="36" y="48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8" y="35"/>
                    <a:pt x="50" y="35"/>
                    <a:pt x="52" y="35"/>
                  </a:cubicBezTo>
                  <a:cubicBezTo>
                    <a:pt x="54" y="35"/>
                    <a:pt x="56" y="35"/>
                    <a:pt x="58" y="37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72" y="38"/>
                    <a:pt x="81" y="34"/>
                    <a:pt x="91" y="32"/>
                  </a:cubicBezTo>
                  <a:cubicBezTo>
                    <a:pt x="91" y="23"/>
                    <a:pt x="91" y="23"/>
                    <a:pt x="91" y="23"/>
                  </a:cubicBezTo>
                  <a:cubicBezTo>
                    <a:pt x="91" y="19"/>
                    <a:pt x="94" y="16"/>
                    <a:pt x="99" y="16"/>
                  </a:cubicBezTo>
                  <a:cubicBezTo>
                    <a:pt x="114" y="16"/>
                    <a:pt x="114" y="16"/>
                    <a:pt x="114" y="16"/>
                  </a:cubicBezTo>
                  <a:moveTo>
                    <a:pt x="114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87" y="0"/>
                    <a:pt x="77" y="9"/>
                    <a:pt x="76" y="21"/>
                  </a:cubicBezTo>
                  <a:cubicBezTo>
                    <a:pt x="73" y="22"/>
                    <a:pt x="70" y="23"/>
                    <a:pt x="67" y="25"/>
                  </a:cubicBezTo>
                  <a:cubicBezTo>
                    <a:pt x="63" y="21"/>
                    <a:pt x="58" y="20"/>
                    <a:pt x="52" y="20"/>
                  </a:cubicBezTo>
                  <a:cubicBezTo>
                    <a:pt x="46" y="20"/>
                    <a:pt x="41" y="22"/>
                    <a:pt x="36" y="2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1" y="41"/>
                    <a:pt x="19" y="47"/>
                    <a:pt x="19" y="53"/>
                  </a:cubicBezTo>
                  <a:cubicBezTo>
                    <a:pt x="19" y="58"/>
                    <a:pt x="21" y="64"/>
                    <a:pt x="24" y="68"/>
                  </a:cubicBezTo>
                  <a:cubicBezTo>
                    <a:pt x="23" y="71"/>
                    <a:pt x="21" y="74"/>
                    <a:pt x="20" y="77"/>
                  </a:cubicBezTo>
                  <a:cubicBezTo>
                    <a:pt x="9" y="78"/>
                    <a:pt x="0" y="88"/>
                    <a:pt x="0" y="99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6"/>
                    <a:pt x="9" y="136"/>
                    <a:pt x="20" y="137"/>
                  </a:cubicBezTo>
                  <a:cubicBezTo>
                    <a:pt x="21" y="140"/>
                    <a:pt x="23" y="143"/>
                    <a:pt x="24" y="146"/>
                  </a:cubicBezTo>
                  <a:cubicBezTo>
                    <a:pt x="21" y="150"/>
                    <a:pt x="19" y="155"/>
                    <a:pt x="19" y="161"/>
                  </a:cubicBezTo>
                  <a:cubicBezTo>
                    <a:pt x="19" y="167"/>
                    <a:pt x="21" y="173"/>
                    <a:pt x="25" y="177"/>
                  </a:cubicBezTo>
                  <a:cubicBezTo>
                    <a:pt x="36" y="188"/>
                    <a:pt x="36" y="188"/>
                    <a:pt x="36" y="188"/>
                  </a:cubicBezTo>
                  <a:cubicBezTo>
                    <a:pt x="41" y="192"/>
                    <a:pt x="46" y="194"/>
                    <a:pt x="52" y="194"/>
                  </a:cubicBezTo>
                  <a:cubicBezTo>
                    <a:pt x="58" y="194"/>
                    <a:pt x="63" y="193"/>
                    <a:pt x="67" y="189"/>
                  </a:cubicBezTo>
                  <a:cubicBezTo>
                    <a:pt x="70" y="191"/>
                    <a:pt x="73" y="192"/>
                    <a:pt x="76" y="193"/>
                  </a:cubicBezTo>
                  <a:cubicBezTo>
                    <a:pt x="77" y="205"/>
                    <a:pt x="87" y="213"/>
                    <a:pt x="99" y="213"/>
                  </a:cubicBezTo>
                  <a:cubicBezTo>
                    <a:pt x="114" y="213"/>
                    <a:pt x="114" y="213"/>
                    <a:pt x="114" y="213"/>
                  </a:cubicBezTo>
                  <a:cubicBezTo>
                    <a:pt x="126" y="213"/>
                    <a:pt x="135" y="205"/>
                    <a:pt x="137" y="193"/>
                  </a:cubicBezTo>
                  <a:cubicBezTo>
                    <a:pt x="140" y="192"/>
                    <a:pt x="143" y="191"/>
                    <a:pt x="146" y="189"/>
                  </a:cubicBezTo>
                  <a:cubicBezTo>
                    <a:pt x="150" y="193"/>
                    <a:pt x="155" y="194"/>
                    <a:pt x="160" y="194"/>
                  </a:cubicBezTo>
                  <a:cubicBezTo>
                    <a:pt x="166" y="194"/>
                    <a:pt x="172" y="192"/>
                    <a:pt x="176" y="188"/>
                  </a:cubicBezTo>
                  <a:cubicBezTo>
                    <a:pt x="187" y="177"/>
                    <a:pt x="187" y="177"/>
                    <a:pt x="187" y="177"/>
                  </a:cubicBezTo>
                  <a:cubicBezTo>
                    <a:pt x="191" y="173"/>
                    <a:pt x="194" y="167"/>
                    <a:pt x="194" y="161"/>
                  </a:cubicBezTo>
                  <a:cubicBezTo>
                    <a:pt x="194" y="155"/>
                    <a:pt x="192" y="150"/>
                    <a:pt x="188" y="146"/>
                  </a:cubicBezTo>
                  <a:cubicBezTo>
                    <a:pt x="190" y="143"/>
                    <a:pt x="191" y="140"/>
                    <a:pt x="192" y="137"/>
                  </a:cubicBezTo>
                  <a:cubicBezTo>
                    <a:pt x="204" y="136"/>
                    <a:pt x="213" y="126"/>
                    <a:pt x="213" y="115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3" y="88"/>
                    <a:pt x="204" y="78"/>
                    <a:pt x="192" y="77"/>
                  </a:cubicBezTo>
                  <a:cubicBezTo>
                    <a:pt x="191" y="74"/>
                    <a:pt x="190" y="71"/>
                    <a:pt x="188" y="68"/>
                  </a:cubicBezTo>
                  <a:cubicBezTo>
                    <a:pt x="192" y="64"/>
                    <a:pt x="194" y="58"/>
                    <a:pt x="194" y="53"/>
                  </a:cubicBezTo>
                  <a:cubicBezTo>
                    <a:pt x="194" y="47"/>
                    <a:pt x="191" y="41"/>
                    <a:pt x="187" y="37"/>
                  </a:cubicBezTo>
                  <a:cubicBezTo>
                    <a:pt x="176" y="26"/>
                    <a:pt x="176" y="26"/>
                    <a:pt x="176" y="26"/>
                  </a:cubicBezTo>
                  <a:cubicBezTo>
                    <a:pt x="172" y="22"/>
                    <a:pt x="166" y="20"/>
                    <a:pt x="160" y="20"/>
                  </a:cubicBezTo>
                  <a:cubicBezTo>
                    <a:pt x="155" y="20"/>
                    <a:pt x="150" y="21"/>
                    <a:pt x="146" y="25"/>
                  </a:cubicBezTo>
                  <a:cubicBezTo>
                    <a:pt x="143" y="23"/>
                    <a:pt x="140" y="22"/>
                    <a:pt x="137" y="21"/>
                  </a:cubicBezTo>
                  <a:cubicBezTo>
                    <a:pt x="135" y="9"/>
                    <a:pt x="12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1" name="Freeform 10"/>
            <p:cNvSpPr>
              <a:spLocks noEditPoints="1"/>
            </p:cNvSpPr>
            <p:nvPr/>
          </p:nvSpPr>
          <p:spPr bwMode="auto">
            <a:xfrm>
              <a:off x="8467726" y="5132388"/>
              <a:ext cx="87313" cy="85725"/>
            </a:xfrm>
            <a:custGeom>
              <a:avLst/>
              <a:gdLst>
                <a:gd name="T0" fmla="*/ 49 w 99"/>
                <a:gd name="T1" fmla="*/ 99 h 99"/>
                <a:gd name="T2" fmla="*/ 0 w 99"/>
                <a:gd name="T3" fmla="*/ 50 h 99"/>
                <a:gd name="T4" fmla="*/ 49 w 99"/>
                <a:gd name="T5" fmla="*/ 0 h 99"/>
                <a:gd name="T6" fmla="*/ 99 w 99"/>
                <a:gd name="T7" fmla="*/ 50 h 99"/>
                <a:gd name="T8" fmla="*/ 49 w 99"/>
                <a:gd name="T9" fmla="*/ 99 h 99"/>
                <a:gd name="T10" fmla="*/ 49 w 99"/>
                <a:gd name="T11" fmla="*/ 8 h 99"/>
                <a:gd name="T12" fmla="*/ 7 w 99"/>
                <a:gd name="T13" fmla="*/ 50 h 99"/>
                <a:gd name="T14" fmla="*/ 49 w 99"/>
                <a:gd name="T15" fmla="*/ 92 h 99"/>
                <a:gd name="T16" fmla="*/ 91 w 99"/>
                <a:gd name="T17" fmla="*/ 50 h 99"/>
                <a:gd name="T18" fmla="*/ 49 w 99"/>
                <a:gd name="T19" fmla="*/ 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" h="99">
                  <a:moveTo>
                    <a:pt x="49" y="99"/>
                  </a:moveTo>
                  <a:cubicBezTo>
                    <a:pt x="22" y="99"/>
                    <a:pt x="0" y="77"/>
                    <a:pt x="0" y="50"/>
                  </a:cubicBezTo>
                  <a:cubicBezTo>
                    <a:pt x="0" y="23"/>
                    <a:pt x="22" y="0"/>
                    <a:pt x="49" y="0"/>
                  </a:cubicBezTo>
                  <a:cubicBezTo>
                    <a:pt x="76" y="0"/>
                    <a:pt x="99" y="23"/>
                    <a:pt x="99" y="50"/>
                  </a:cubicBezTo>
                  <a:cubicBezTo>
                    <a:pt x="99" y="77"/>
                    <a:pt x="76" y="99"/>
                    <a:pt x="49" y="99"/>
                  </a:cubicBezTo>
                  <a:close/>
                  <a:moveTo>
                    <a:pt x="49" y="8"/>
                  </a:moveTo>
                  <a:cubicBezTo>
                    <a:pt x="26" y="8"/>
                    <a:pt x="7" y="27"/>
                    <a:pt x="7" y="50"/>
                  </a:cubicBezTo>
                  <a:cubicBezTo>
                    <a:pt x="7" y="73"/>
                    <a:pt x="26" y="92"/>
                    <a:pt x="49" y="92"/>
                  </a:cubicBezTo>
                  <a:cubicBezTo>
                    <a:pt x="72" y="92"/>
                    <a:pt x="91" y="73"/>
                    <a:pt x="91" y="50"/>
                  </a:cubicBezTo>
                  <a:cubicBezTo>
                    <a:pt x="91" y="27"/>
                    <a:pt x="72" y="8"/>
                    <a:pt x="4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2" name="Freeform 11"/>
            <p:cNvSpPr>
              <a:spLocks noEditPoints="1"/>
            </p:cNvSpPr>
            <p:nvPr/>
          </p:nvSpPr>
          <p:spPr bwMode="auto">
            <a:xfrm>
              <a:off x="8488363" y="5151438"/>
              <a:ext cx="46038" cy="47625"/>
            </a:xfrm>
            <a:custGeom>
              <a:avLst/>
              <a:gdLst>
                <a:gd name="T0" fmla="*/ 26 w 53"/>
                <a:gd name="T1" fmla="*/ 54 h 54"/>
                <a:gd name="T2" fmla="*/ 0 w 53"/>
                <a:gd name="T3" fmla="*/ 27 h 54"/>
                <a:gd name="T4" fmla="*/ 26 w 53"/>
                <a:gd name="T5" fmla="*/ 0 h 54"/>
                <a:gd name="T6" fmla="*/ 53 w 53"/>
                <a:gd name="T7" fmla="*/ 27 h 54"/>
                <a:gd name="T8" fmla="*/ 26 w 53"/>
                <a:gd name="T9" fmla="*/ 54 h 54"/>
                <a:gd name="T10" fmla="*/ 26 w 53"/>
                <a:gd name="T11" fmla="*/ 8 h 54"/>
                <a:gd name="T12" fmla="*/ 7 w 53"/>
                <a:gd name="T13" fmla="*/ 27 h 54"/>
                <a:gd name="T14" fmla="*/ 26 w 53"/>
                <a:gd name="T15" fmla="*/ 46 h 54"/>
                <a:gd name="T16" fmla="*/ 45 w 53"/>
                <a:gd name="T17" fmla="*/ 27 h 54"/>
                <a:gd name="T18" fmla="*/ 26 w 53"/>
                <a:gd name="T19" fmla="*/ 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54">
                  <a:moveTo>
                    <a:pt x="26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3" y="12"/>
                    <a:pt x="53" y="27"/>
                  </a:cubicBezTo>
                  <a:cubicBezTo>
                    <a:pt x="53" y="42"/>
                    <a:pt x="41" y="54"/>
                    <a:pt x="26" y="54"/>
                  </a:cubicBezTo>
                  <a:close/>
                  <a:moveTo>
                    <a:pt x="26" y="8"/>
                  </a:moveTo>
                  <a:cubicBezTo>
                    <a:pt x="16" y="8"/>
                    <a:pt x="7" y="16"/>
                    <a:pt x="7" y="27"/>
                  </a:cubicBezTo>
                  <a:cubicBezTo>
                    <a:pt x="7" y="37"/>
                    <a:pt x="16" y="46"/>
                    <a:pt x="26" y="46"/>
                  </a:cubicBezTo>
                  <a:cubicBezTo>
                    <a:pt x="37" y="46"/>
                    <a:pt x="45" y="37"/>
                    <a:pt x="45" y="27"/>
                  </a:cubicBezTo>
                  <a:cubicBezTo>
                    <a:pt x="45" y="16"/>
                    <a:pt x="37" y="8"/>
                    <a:pt x="2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7932269" y="5111703"/>
            <a:ext cx="357108" cy="352148"/>
            <a:chOff x="5978526" y="184151"/>
            <a:chExt cx="228600" cy="225425"/>
          </a:xfrm>
          <a:solidFill>
            <a:schemeClr val="accent4"/>
          </a:solidFill>
        </p:grpSpPr>
        <p:sp>
          <p:nvSpPr>
            <p:cNvPr id="64" name="Freeform 14"/>
            <p:cNvSpPr/>
            <p:nvPr/>
          </p:nvSpPr>
          <p:spPr bwMode="auto">
            <a:xfrm>
              <a:off x="5978526" y="334963"/>
              <a:ext cx="74613" cy="74613"/>
            </a:xfrm>
            <a:custGeom>
              <a:avLst/>
              <a:gdLst>
                <a:gd name="T0" fmla="*/ 7 w 47"/>
                <a:gd name="T1" fmla="*/ 0 h 47"/>
                <a:gd name="T2" fmla="*/ 2 w 47"/>
                <a:gd name="T3" fmla="*/ 23 h 47"/>
                <a:gd name="T4" fmla="*/ 0 w 47"/>
                <a:gd name="T5" fmla="*/ 47 h 47"/>
                <a:gd name="T6" fmla="*/ 23 w 47"/>
                <a:gd name="T7" fmla="*/ 45 h 47"/>
                <a:gd name="T8" fmla="*/ 47 w 47"/>
                <a:gd name="T9" fmla="*/ 40 h 47"/>
                <a:gd name="T10" fmla="*/ 26 w 47"/>
                <a:gd name="T11" fmla="*/ 21 h 47"/>
                <a:gd name="T12" fmla="*/ 7 w 47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47">
                  <a:moveTo>
                    <a:pt x="7" y="0"/>
                  </a:moveTo>
                  <a:lnTo>
                    <a:pt x="2" y="23"/>
                  </a:lnTo>
                  <a:lnTo>
                    <a:pt x="0" y="47"/>
                  </a:lnTo>
                  <a:lnTo>
                    <a:pt x="23" y="45"/>
                  </a:lnTo>
                  <a:lnTo>
                    <a:pt x="47" y="40"/>
                  </a:lnTo>
                  <a:lnTo>
                    <a:pt x="26" y="21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5" name="Freeform 15"/>
            <p:cNvSpPr/>
            <p:nvPr/>
          </p:nvSpPr>
          <p:spPr bwMode="auto">
            <a:xfrm>
              <a:off x="6000751" y="217488"/>
              <a:ext cx="165100" cy="169863"/>
            </a:xfrm>
            <a:custGeom>
              <a:avLst/>
              <a:gdLst>
                <a:gd name="T0" fmla="*/ 38 w 104"/>
                <a:gd name="T1" fmla="*/ 95 h 107"/>
                <a:gd name="T2" fmla="*/ 33 w 104"/>
                <a:gd name="T3" fmla="*/ 88 h 107"/>
                <a:gd name="T4" fmla="*/ 92 w 104"/>
                <a:gd name="T5" fmla="*/ 29 h 107"/>
                <a:gd name="T6" fmla="*/ 78 w 104"/>
                <a:gd name="T7" fmla="*/ 15 h 107"/>
                <a:gd name="T8" fmla="*/ 19 w 104"/>
                <a:gd name="T9" fmla="*/ 74 h 107"/>
                <a:gd name="T10" fmla="*/ 12 w 104"/>
                <a:gd name="T11" fmla="*/ 67 h 107"/>
                <a:gd name="T12" fmla="*/ 71 w 104"/>
                <a:gd name="T13" fmla="*/ 7 h 107"/>
                <a:gd name="T14" fmla="*/ 66 w 104"/>
                <a:gd name="T15" fmla="*/ 0 h 107"/>
                <a:gd name="T16" fmla="*/ 0 w 104"/>
                <a:gd name="T17" fmla="*/ 67 h 107"/>
                <a:gd name="T18" fmla="*/ 38 w 104"/>
                <a:gd name="T19" fmla="*/ 107 h 107"/>
                <a:gd name="T20" fmla="*/ 104 w 104"/>
                <a:gd name="T21" fmla="*/ 41 h 107"/>
                <a:gd name="T22" fmla="*/ 99 w 104"/>
                <a:gd name="T23" fmla="*/ 33 h 107"/>
                <a:gd name="T24" fmla="*/ 38 w 104"/>
                <a:gd name="T25" fmla="*/ 9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107">
                  <a:moveTo>
                    <a:pt x="38" y="95"/>
                  </a:moveTo>
                  <a:lnTo>
                    <a:pt x="33" y="88"/>
                  </a:lnTo>
                  <a:lnTo>
                    <a:pt x="92" y="29"/>
                  </a:lnTo>
                  <a:lnTo>
                    <a:pt x="78" y="15"/>
                  </a:lnTo>
                  <a:lnTo>
                    <a:pt x="19" y="74"/>
                  </a:lnTo>
                  <a:lnTo>
                    <a:pt x="12" y="67"/>
                  </a:lnTo>
                  <a:lnTo>
                    <a:pt x="71" y="7"/>
                  </a:lnTo>
                  <a:lnTo>
                    <a:pt x="66" y="0"/>
                  </a:lnTo>
                  <a:lnTo>
                    <a:pt x="0" y="67"/>
                  </a:lnTo>
                  <a:lnTo>
                    <a:pt x="38" y="107"/>
                  </a:lnTo>
                  <a:lnTo>
                    <a:pt x="104" y="41"/>
                  </a:lnTo>
                  <a:lnTo>
                    <a:pt x="99" y="33"/>
                  </a:lnTo>
                  <a:lnTo>
                    <a:pt x="38" y="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6" name="Freeform 16"/>
            <p:cNvSpPr/>
            <p:nvPr/>
          </p:nvSpPr>
          <p:spPr bwMode="auto">
            <a:xfrm>
              <a:off x="6116638" y="184151"/>
              <a:ext cx="90488" cy="90488"/>
            </a:xfrm>
            <a:custGeom>
              <a:avLst/>
              <a:gdLst>
                <a:gd name="T0" fmla="*/ 22 w 24"/>
                <a:gd name="T1" fmla="*/ 12 h 24"/>
                <a:gd name="T2" fmla="*/ 11 w 24"/>
                <a:gd name="T3" fmla="*/ 1 h 24"/>
                <a:gd name="T4" fmla="*/ 5 w 24"/>
                <a:gd name="T5" fmla="*/ 1 h 24"/>
                <a:gd name="T6" fmla="*/ 5 w 24"/>
                <a:gd name="T7" fmla="*/ 1 h 24"/>
                <a:gd name="T8" fmla="*/ 5 w 24"/>
                <a:gd name="T9" fmla="*/ 1 h 24"/>
                <a:gd name="T10" fmla="*/ 0 w 24"/>
                <a:gd name="T11" fmla="*/ 7 h 24"/>
                <a:gd name="T12" fmla="*/ 17 w 24"/>
                <a:gd name="T13" fmla="*/ 24 h 24"/>
                <a:gd name="T14" fmla="*/ 22 w 24"/>
                <a:gd name="T15" fmla="*/ 18 h 24"/>
                <a:gd name="T16" fmla="*/ 22 w 24"/>
                <a:gd name="T17" fmla="*/ 18 h 24"/>
                <a:gd name="T18" fmla="*/ 22 w 24"/>
                <a:gd name="T19" fmla="*/ 18 h 24"/>
                <a:gd name="T20" fmla="*/ 22 w 24"/>
                <a:gd name="T21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24">
                  <a:moveTo>
                    <a:pt x="22" y="12"/>
                  </a:moveTo>
                  <a:cubicBezTo>
                    <a:pt x="11" y="1"/>
                    <a:pt x="11" y="1"/>
                    <a:pt x="11" y="1"/>
                  </a:cubicBezTo>
                  <a:cubicBezTo>
                    <a:pt x="9" y="0"/>
                    <a:pt x="7" y="0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6"/>
                    <a:pt x="24" y="14"/>
                    <a:pt x="2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67" name="Freeform 47"/>
          <p:cNvSpPr>
            <a:spLocks noEditPoints="1"/>
          </p:cNvSpPr>
          <p:nvPr/>
        </p:nvSpPr>
        <p:spPr bwMode="auto">
          <a:xfrm>
            <a:off x="1375178" y="4911701"/>
            <a:ext cx="400024" cy="400024"/>
          </a:xfrm>
          <a:custGeom>
            <a:avLst/>
            <a:gdLst>
              <a:gd name="T0" fmla="*/ 81 w 128"/>
              <a:gd name="T1" fmla="*/ 14 h 128"/>
              <a:gd name="T2" fmla="*/ 53 w 128"/>
              <a:gd name="T3" fmla="*/ 36 h 128"/>
              <a:gd name="T4" fmla="*/ 33 w 128"/>
              <a:gd name="T5" fmla="*/ 36 h 128"/>
              <a:gd name="T6" fmla="*/ 0 w 128"/>
              <a:gd name="T7" fmla="*/ 56 h 128"/>
              <a:gd name="T8" fmla="*/ 24 w 128"/>
              <a:gd name="T9" fmla="*/ 84 h 128"/>
              <a:gd name="T10" fmla="*/ 32 w 128"/>
              <a:gd name="T11" fmla="*/ 128 h 128"/>
              <a:gd name="T12" fmla="*/ 56 w 128"/>
              <a:gd name="T13" fmla="*/ 120 h 128"/>
              <a:gd name="T14" fmla="*/ 52 w 128"/>
              <a:gd name="T15" fmla="*/ 108 h 128"/>
              <a:gd name="T16" fmla="*/ 52 w 128"/>
              <a:gd name="T17" fmla="*/ 80 h 128"/>
              <a:gd name="T18" fmla="*/ 53 w 128"/>
              <a:gd name="T19" fmla="*/ 78 h 128"/>
              <a:gd name="T20" fmla="*/ 54 w 128"/>
              <a:gd name="T21" fmla="*/ 77 h 128"/>
              <a:gd name="T22" fmla="*/ 55 w 128"/>
              <a:gd name="T23" fmla="*/ 76 h 128"/>
              <a:gd name="T24" fmla="*/ 81 w 128"/>
              <a:gd name="T25" fmla="*/ 98 h 128"/>
              <a:gd name="T26" fmla="*/ 128 w 128"/>
              <a:gd name="T27" fmla="*/ 56 h 128"/>
              <a:gd name="T28" fmla="*/ 80 w 128"/>
              <a:gd name="T29" fmla="*/ 56 h 128"/>
              <a:gd name="T30" fmla="*/ 92 w 128"/>
              <a:gd name="T31" fmla="*/ 44 h 128"/>
              <a:gd name="T32" fmla="*/ 92 w 128"/>
              <a:gd name="T33" fmla="*/ 68 h 128"/>
              <a:gd name="T34" fmla="*/ 80 w 128"/>
              <a:gd name="T35" fmla="*/ 56 h 128"/>
              <a:gd name="T36" fmla="*/ 16 w 128"/>
              <a:gd name="T37" fmla="*/ 44 h 128"/>
              <a:gd name="T38" fmla="*/ 40 w 128"/>
              <a:gd name="T39" fmla="*/ 56 h 128"/>
              <a:gd name="T40" fmla="*/ 16 w 128"/>
              <a:gd name="T41" fmla="*/ 68 h 128"/>
              <a:gd name="T42" fmla="*/ 48 w 128"/>
              <a:gd name="T43" fmla="*/ 120 h 128"/>
              <a:gd name="T44" fmla="*/ 32 w 128"/>
              <a:gd name="T45" fmla="*/ 84 h 128"/>
              <a:gd name="T46" fmla="*/ 33 w 128"/>
              <a:gd name="T47" fmla="*/ 76 h 128"/>
              <a:gd name="T48" fmla="*/ 45 w 128"/>
              <a:gd name="T49" fmla="*/ 76 h 128"/>
              <a:gd name="T50" fmla="*/ 44 w 128"/>
              <a:gd name="T51" fmla="*/ 108 h 128"/>
              <a:gd name="T52" fmla="*/ 48 w 128"/>
              <a:gd name="T53" fmla="*/ 117 h 128"/>
              <a:gd name="T54" fmla="*/ 53 w 128"/>
              <a:gd name="T55" fmla="*/ 68 h 128"/>
              <a:gd name="T56" fmla="*/ 52 w 128"/>
              <a:gd name="T57" fmla="*/ 68 h 128"/>
              <a:gd name="T58" fmla="*/ 52 w 128"/>
              <a:gd name="T59" fmla="*/ 44 h 128"/>
              <a:gd name="T60" fmla="*/ 74 w 128"/>
              <a:gd name="T61" fmla="*/ 36 h 128"/>
              <a:gd name="T62" fmla="*/ 74 w 128"/>
              <a:gd name="T63" fmla="*/ 76 h 128"/>
              <a:gd name="T64" fmla="*/ 100 w 128"/>
              <a:gd name="T65" fmla="*/ 104 h 128"/>
              <a:gd name="T66" fmla="*/ 92 w 128"/>
              <a:gd name="T67" fmla="*/ 76 h 128"/>
              <a:gd name="T68" fmla="*/ 92 w 128"/>
              <a:gd name="T69" fmla="*/ 36 h 128"/>
              <a:gd name="T70" fmla="*/ 100 w 128"/>
              <a:gd name="T71" fmla="*/ 8 h 128"/>
              <a:gd name="T72" fmla="*/ 100 w 128"/>
              <a:gd name="T73" fmla="*/ 10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8" h="128">
                <a:moveTo>
                  <a:pt x="100" y="0"/>
                </a:moveTo>
                <a:cubicBezTo>
                  <a:pt x="92" y="0"/>
                  <a:pt x="85" y="6"/>
                  <a:pt x="81" y="14"/>
                </a:cubicBezTo>
                <a:cubicBezTo>
                  <a:pt x="81" y="14"/>
                  <a:pt x="81" y="14"/>
                  <a:pt x="81" y="14"/>
                </a:cubicBezTo>
                <a:cubicBezTo>
                  <a:pt x="74" y="27"/>
                  <a:pt x="64" y="36"/>
                  <a:pt x="53" y="36"/>
                </a:cubicBezTo>
                <a:cubicBezTo>
                  <a:pt x="50" y="36"/>
                  <a:pt x="50" y="36"/>
                  <a:pt x="50" y="36"/>
                </a:cubicBezTo>
                <a:cubicBezTo>
                  <a:pt x="33" y="36"/>
                  <a:pt x="33" y="36"/>
                  <a:pt x="33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7" y="36"/>
                  <a:pt x="0" y="45"/>
                  <a:pt x="0" y="56"/>
                </a:cubicBezTo>
                <a:cubicBezTo>
                  <a:pt x="0" y="67"/>
                  <a:pt x="7" y="76"/>
                  <a:pt x="16" y="76"/>
                </a:cubicBezTo>
                <a:cubicBezTo>
                  <a:pt x="20" y="76"/>
                  <a:pt x="24" y="80"/>
                  <a:pt x="24" y="84"/>
                </a:cubicBezTo>
                <a:cubicBezTo>
                  <a:pt x="24" y="120"/>
                  <a:pt x="24" y="120"/>
                  <a:pt x="24" y="120"/>
                </a:cubicBezTo>
                <a:cubicBezTo>
                  <a:pt x="24" y="124"/>
                  <a:pt x="28" y="128"/>
                  <a:pt x="32" y="128"/>
                </a:cubicBezTo>
                <a:cubicBezTo>
                  <a:pt x="48" y="128"/>
                  <a:pt x="48" y="128"/>
                  <a:pt x="48" y="128"/>
                </a:cubicBezTo>
                <a:cubicBezTo>
                  <a:pt x="52" y="128"/>
                  <a:pt x="56" y="124"/>
                  <a:pt x="56" y="120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6" y="112"/>
                  <a:pt x="52" y="110"/>
                  <a:pt x="52" y="108"/>
                </a:cubicBezTo>
                <a:cubicBezTo>
                  <a:pt x="52" y="80"/>
                  <a:pt x="52" y="80"/>
                  <a:pt x="52" y="80"/>
                </a:cubicBezTo>
                <a:cubicBezTo>
                  <a:pt x="52" y="80"/>
                  <a:pt x="52" y="80"/>
                  <a:pt x="52" y="80"/>
                </a:cubicBezTo>
                <a:cubicBezTo>
                  <a:pt x="52" y="79"/>
                  <a:pt x="52" y="79"/>
                  <a:pt x="53" y="78"/>
                </a:cubicBezTo>
                <a:cubicBezTo>
                  <a:pt x="53" y="78"/>
                  <a:pt x="53" y="78"/>
                  <a:pt x="53" y="78"/>
                </a:cubicBezTo>
                <a:cubicBezTo>
                  <a:pt x="53" y="77"/>
                  <a:pt x="53" y="77"/>
                  <a:pt x="54" y="77"/>
                </a:cubicBezTo>
                <a:cubicBezTo>
                  <a:pt x="54" y="77"/>
                  <a:pt x="54" y="77"/>
                  <a:pt x="54" y="77"/>
                </a:cubicBezTo>
                <a:cubicBezTo>
                  <a:pt x="54" y="77"/>
                  <a:pt x="54" y="77"/>
                  <a:pt x="54" y="77"/>
                </a:cubicBezTo>
                <a:cubicBezTo>
                  <a:pt x="54" y="76"/>
                  <a:pt x="55" y="76"/>
                  <a:pt x="55" y="76"/>
                </a:cubicBezTo>
                <a:cubicBezTo>
                  <a:pt x="65" y="77"/>
                  <a:pt x="74" y="85"/>
                  <a:pt x="81" y="98"/>
                </a:cubicBezTo>
                <a:cubicBezTo>
                  <a:pt x="81" y="98"/>
                  <a:pt x="81" y="98"/>
                  <a:pt x="81" y="98"/>
                </a:cubicBezTo>
                <a:cubicBezTo>
                  <a:pt x="85" y="106"/>
                  <a:pt x="92" y="112"/>
                  <a:pt x="100" y="112"/>
                </a:cubicBezTo>
                <a:cubicBezTo>
                  <a:pt x="118" y="112"/>
                  <a:pt x="128" y="84"/>
                  <a:pt x="128" y="56"/>
                </a:cubicBezTo>
                <a:cubicBezTo>
                  <a:pt x="128" y="28"/>
                  <a:pt x="118" y="0"/>
                  <a:pt x="100" y="0"/>
                </a:cubicBezTo>
                <a:close/>
                <a:moveTo>
                  <a:pt x="80" y="56"/>
                </a:moveTo>
                <a:cubicBezTo>
                  <a:pt x="80" y="52"/>
                  <a:pt x="80" y="48"/>
                  <a:pt x="81" y="44"/>
                </a:cubicBezTo>
                <a:cubicBezTo>
                  <a:pt x="92" y="44"/>
                  <a:pt x="92" y="44"/>
                  <a:pt x="92" y="44"/>
                </a:cubicBezTo>
                <a:cubicBezTo>
                  <a:pt x="96" y="44"/>
                  <a:pt x="100" y="49"/>
                  <a:pt x="100" y="56"/>
                </a:cubicBezTo>
                <a:cubicBezTo>
                  <a:pt x="100" y="63"/>
                  <a:pt x="96" y="68"/>
                  <a:pt x="92" y="68"/>
                </a:cubicBezTo>
                <a:cubicBezTo>
                  <a:pt x="81" y="68"/>
                  <a:pt x="81" y="68"/>
                  <a:pt x="81" y="68"/>
                </a:cubicBezTo>
                <a:cubicBezTo>
                  <a:pt x="80" y="64"/>
                  <a:pt x="80" y="60"/>
                  <a:pt x="80" y="56"/>
                </a:cubicBezTo>
                <a:close/>
                <a:moveTo>
                  <a:pt x="8" y="56"/>
                </a:moveTo>
                <a:cubicBezTo>
                  <a:pt x="8" y="49"/>
                  <a:pt x="12" y="44"/>
                  <a:pt x="16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2" y="47"/>
                  <a:pt x="40" y="51"/>
                  <a:pt x="40" y="56"/>
                </a:cubicBezTo>
                <a:cubicBezTo>
                  <a:pt x="40" y="61"/>
                  <a:pt x="42" y="65"/>
                  <a:pt x="44" y="68"/>
                </a:cubicBezTo>
                <a:cubicBezTo>
                  <a:pt x="16" y="68"/>
                  <a:pt x="16" y="68"/>
                  <a:pt x="16" y="68"/>
                </a:cubicBezTo>
                <a:cubicBezTo>
                  <a:pt x="12" y="68"/>
                  <a:pt x="8" y="63"/>
                  <a:pt x="8" y="56"/>
                </a:cubicBezTo>
                <a:close/>
                <a:moveTo>
                  <a:pt x="48" y="120"/>
                </a:moveTo>
                <a:cubicBezTo>
                  <a:pt x="32" y="120"/>
                  <a:pt x="32" y="120"/>
                  <a:pt x="32" y="120"/>
                </a:cubicBezTo>
                <a:cubicBezTo>
                  <a:pt x="32" y="84"/>
                  <a:pt x="32" y="84"/>
                  <a:pt x="32" y="84"/>
                </a:cubicBezTo>
                <a:cubicBezTo>
                  <a:pt x="32" y="81"/>
                  <a:pt x="31" y="78"/>
                  <a:pt x="30" y="76"/>
                </a:cubicBezTo>
                <a:cubicBezTo>
                  <a:pt x="33" y="76"/>
                  <a:pt x="33" y="76"/>
                  <a:pt x="33" y="76"/>
                </a:cubicBezTo>
                <a:cubicBezTo>
                  <a:pt x="33" y="76"/>
                  <a:pt x="33" y="76"/>
                  <a:pt x="33" y="76"/>
                </a:cubicBezTo>
                <a:cubicBezTo>
                  <a:pt x="45" y="76"/>
                  <a:pt x="45" y="76"/>
                  <a:pt x="45" y="76"/>
                </a:cubicBezTo>
                <a:cubicBezTo>
                  <a:pt x="44" y="77"/>
                  <a:pt x="44" y="79"/>
                  <a:pt x="44" y="80"/>
                </a:cubicBezTo>
                <a:cubicBezTo>
                  <a:pt x="44" y="108"/>
                  <a:pt x="44" y="108"/>
                  <a:pt x="44" y="108"/>
                </a:cubicBezTo>
                <a:cubicBezTo>
                  <a:pt x="44" y="112"/>
                  <a:pt x="46" y="114"/>
                  <a:pt x="47" y="116"/>
                </a:cubicBezTo>
                <a:cubicBezTo>
                  <a:pt x="48" y="116"/>
                  <a:pt x="48" y="116"/>
                  <a:pt x="48" y="117"/>
                </a:cubicBezTo>
                <a:lnTo>
                  <a:pt x="48" y="120"/>
                </a:lnTo>
                <a:close/>
                <a:moveTo>
                  <a:pt x="53" y="68"/>
                </a:moveTo>
                <a:cubicBezTo>
                  <a:pt x="52" y="68"/>
                  <a:pt x="52" y="68"/>
                  <a:pt x="52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48" y="68"/>
                  <a:pt x="44" y="63"/>
                  <a:pt x="44" y="56"/>
                </a:cubicBezTo>
                <a:cubicBezTo>
                  <a:pt x="44" y="49"/>
                  <a:pt x="48" y="44"/>
                  <a:pt x="52" y="44"/>
                </a:cubicBezTo>
                <a:cubicBezTo>
                  <a:pt x="53" y="44"/>
                  <a:pt x="53" y="44"/>
                  <a:pt x="53" y="44"/>
                </a:cubicBezTo>
                <a:cubicBezTo>
                  <a:pt x="60" y="44"/>
                  <a:pt x="68" y="41"/>
                  <a:pt x="74" y="36"/>
                </a:cubicBezTo>
                <a:cubicBezTo>
                  <a:pt x="73" y="42"/>
                  <a:pt x="72" y="49"/>
                  <a:pt x="72" y="56"/>
                </a:cubicBezTo>
                <a:cubicBezTo>
                  <a:pt x="72" y="63"/>
                  <a:pt x="73" y="70"/>
                  <a:pt x="74" y="76"/>
                </a:cubicBezTo>
                <a:cubicBezTo>
                  <a:pt x="68" y="71"/>
                  <a:pt x="60" y="68"/>
                  <a:pt x="53" y="68"/>
                </a:cubicBezTo>
                <a:close/>
                <a:moveTo>
                  <a:pt x="100" y="104"/>
                </a:moveTo>
                <a:cubicBezTo>
                  <a:pt x="92" y="104"/>
                  <a:pt x="85" y="93"/>
                  <a:pt x="82" y="76"/>
                </a:cubicBezTo>
                <a:cubicBezTo>
                  <a:pt x="92" y="76"/>
                  <a:pt x="92" y="76"/>
                  <a:pt x="92" y="76"/>
                </a:cubicBezTo>
                <a:cubicBezTo>
                  <a:pt x="101" y="76"/>
                  <a:pt x="108" y="67"/>
                  <a:pt x="108" y="56"/>
                </a:cubicBezTo>
                <a:cubicBezTo>
                  <a:pt x="108" y="45"/>
                  <a:pt x="101" y="36"/>
                  <a:pt x="92" y="36"/>
                </a:cubicBezTo>
                <a:cubicBezTo>
                  <a:pt x="82" y="36"/>
                  <a:pt x="82" y="36"/>
                  <a:pt x="82" y="36"/>
                </a:cubicBezTo>
                <a:cubicBezTo>
                  <a:pt x="85" y="19"/>
                  <a:pt x="92" y="8"/>
                  <a:pt x="100" y="8"/>
                </a:cubicBezTo>
                <a:cubicBezTo>
                  <a:pt x="111" y="8"/>
                  <a:pt x="120" y="29"/>
                  <a:pt x="120" y="56"/>
                </a:cubicBezTo>
                <a:cubicBezTo>
                  <a:pt x="120" y="83"/>
                  <a:pt x="111" y="104"/>
                  <a:pt x="100" y="10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500"/>
                            </p:stCondLst>
                            <p:childTnLst>
                              <p:par>
                                <p:cTn id="7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0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50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00"/>
                            </p:stCondLst>
                            <p:childTnLst>
                              <p:par>
                                <p:cTn id="10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9000"/>
                            </p:stCondLst>
                            <p:childTnLst>
                              <p:par>
                                <p:cTn id="1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 animBg="1"/>
      <p:bldP spid="271" grpId="0" animBg="1"/>
      <p:bldP spid="272" grpId="0" animBg="1"/>
      <p:bldP spid="281" grpId="0" animBg="1"/>
      <p:bldP spid="290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6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/>
          <p:cNvCxnSpPr/>
          <p:nvPr/>
        </p:nvCxnSpPr>
        <p:spPr>
          <a:xfrm flipH="1" flipV="1">
            <a:off x="5452043" y="3015045"/>
            <a:ext cx="515275" cy="883081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273800" y="4088844"/>
            <a:ext cx="977941" cy="0"/>
          </a:xfrm>
          <a:prstGeom prst="line">
            <a:avLst/>
          </a:prstGeom>
          <a:ln w="444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6102611" y="3044410"/>
            <a:ext cx="569113" cy="975347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Six Cycle Process</a:t>
            </a:r>
            <a:endParaRPr lang="id-ID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Process</a:t>
            </a:r>
            <a:endParaRPr lang="id-ID" dirty="0"/>
          </a:p>
        </p:txBody>
      </p:sp>
      <p:cxnSp>
        <p:nvCxnSpPr>
          <p:cNvPr id="4" name="Straight Connector 3"/>
          <p:cNvCxnSpPr/>
          <p:nvPr/>
        </p:nvCxnSpPr>
        <p:spPr>
          <a:xfrm flipH="1" flipV="1">
            <a:off x="6096000" y="4086744"/>
            <a:ext cx="574139" cy="1015878"/>
          </a:xfrm>
          <a:prstGeom prst="line">
            <a:avLst/>
          </a:prstGeom>
          <a:ln w="444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5468848" y="4257075"/>
            <a:ext cx="498470" cy="854279"/>
          </a:xfrm>
          <a:prstGeom prst="line">
            <a:avLst/>
          </a:prstGeom>
          <a:ln w="444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824370" y="4088844"/>
            <a:ext cx="988141" cy="0"/>
          </a:xfrm>
          <a:prstGeom prst="line">
            <a:avLst/>
          </a:prstGeom>
          <a:ln w="444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4719190" y="2079668"/>
            <a:ext cx="1008000" cy="1008000"/>
          </a:xfrm>
          <a:custGeom>
            <a:avLst/>
            <a:gdLst>
              <a:gd name="connsiteX0" fmla="*/ 0 w 874484"/>
              <a:gd name="connsiteY0" fmla="*/ 437242 h 874484"/>
              <a:gd name="connsiteX1" fmla="*/ 437242 w 874484"/>
              <a:gd name="connsiteY1" fmla="*/ 0 h 874484"/>
              <a:gd name="connsiteX2" fmla="*/ 874484 w 874484"/>
              <a:gd name="connsiteY2" fmla="*/ 437242 h 874484"/>
              <a:gd name="connsiteX3" fmla="*/ 437242 w 874484"/>
              <a:gd name="connsiteY3" fmla="*/ 874484 h 874484"/>
              <a:gd name="connsiteX4" fmla="*/ 0 w 874484"/>
              <a:gd name="connsiteY4" fmla="*/ 437242 h 87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484" h="874484">
                <a:moveTo>
                  <a:pt x="0" y="437242"/>
                </a:moveTo>
                <a:cubicBezTo>
                  <a:pt x="0" y="195760"/>
                  <a:pt x="195760" y="0"/>
                  <a:pt x="437242" y="0"/>
                </a:cubicBezTo>
                <a:cubicBezTo>
                  <a:pt x="678724" y="0"/>
                  <a:pt x="874484" y="195760"/>
                  <a:pt x="874484" y="437242"/>
                </a:cubicBezTo>
                <a:cubicBezTo>
                  <a:pt x="874484" y="678724"/>
                  <a:pt x="678724" y="874484"/>
                  <a:pt x="437242" y="874484"/>
                </a:cubicBezTo>
                <a:cubicBezTo>
                  <a:pt x="195760" y="874484"/>
                  <a:pt x="0" y="678724"/>
                  <a:pt x="0" y="437242"/>
                </a:cubicBezTo>
                <a:close/>
              </a:path>
            </a:pathLst>
          </a:custGeom>
          <a:noFill/>
          <a:ln w="57150">
            <a:solidFill>
              <a:schemeClr val="accent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150925" tIns="150925" rIns="150925" bIns="150925" numCol="1" spcCol="1270" anchor="ctr" anchorCtr="0">
            <a:noAutofit/>
          </a:bodyPr>
          <a:lstStyle/>
          <a:p>
            <a:pPr marL="0" marR="0" lvl="0" indent="0" algn="ctr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6419732" y="2079668"/>
            <a:ext cx="1008000" cy="1008000"/>
          </a:xfrm>
          <a:custGeom>
            <a:avLst/>
            <a:gdLst>
              <a:gd name="connsiteX0" fmla="*/ 0 w 874484"/>
              <a:gd name="connsiteY0" fmla="*/ 437242 h 874484"/>
              <a:gd name="connsiteX1" fmla="*/ 437242 w 874484"/>
              <a:gd name="connsiteY1" fmla="*/ 0 h 874484"/>
              <a:gd name="connsiteX2" fmla="*/ 874484 w 874484"/>
              <a:gd name="connsiteY2" fmla="*/ 437242 h 874484"/>
              <a:gd name="connsiteX3" fmla="*/ 437242 w 874484"/>
              <a:gd name="connsiteY3" fmla="*/ 874484 h 874484"/>
              <a:gd name="connsiteX4" fmla="*/ 0 w 874484"/>
              <a:gd name="connsiteY4" fmla="*/ 437242 h 87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484" h="874484">
                <a:moveTo>
                  <a:pt x="0" y="437242"/>
                </a:moveTo>
                <a:cubicBezTo>
                  <a:pt x="0" y="195760"/>
                  <a:pt x="195760" y="0"/>
                  <a:pt x="437242" y="0"/>
                </a:cubicBezTo>
                <a:cubicBezTo>
                  <a:pt x="678724" y="0"/>
                  <a:pt x="874484" y="195760"/>
                  <a:pt x="874484" y="437242"/>
                </a:cubicBezTo>
                <a:cubicBezTo>
                  <a:pt x="874484" y="678724"/>
                  <a:pt x="678724" y="874484"/>
                  <a:pt x="437242" y="874484"/>
                </a:cubicBezTo>
                <a:cubicBezTo>
                  <a:pt x="195760" y="874484"/>
                  <a:pt x="0" y="678724"/>
                  <a:pt x="0" y="437242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150925" tIns="150925" rIns="150925" bIns="150925" numCol="1" spcCol="1270" anchor="ctr" anchorCtr="0">
            <a:noAutofit/>
          </a:bodyPr>
          <a:lstStyle/>
          <a:p>
            <a:pPr marL="0" marR="0" lvl="0" indent="0" algn="ctr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6419732" y="5056410"/>
            <a:ext cx="1008000" cy="1008000"/>
          </a:xfrm>
          <a:custGeom>
            <a:avLst/>
            <a:gdLst>
              <a:gd name="connsiteX0" fmla="*/ 0 w 874484"/>
              <a:gd name="connsiteY0" fmla="*/ 437242 h 874484"/>
              <a:gd name="connsiteX1" fmla="*/ 437242 w 874484"/>
              <a:gd name="connsiteY1" fmla="*/ 0 h 874484"/>
              <a:gd name="connsiteX2" fmla="*/ 874484 w 874484"/>
              <a:gd name="connsiteY2" fmla="*/ 437242 h 874484"/>
              <a:gd name="connsiteX3" fmla="*/ 437242 w 874484"/>
              <a:gd name="connsiteY3" fmla="*/ 874484 h 874484"/>
              <a:gd name="connsiteX4" fmla="*/ 0 w 874484"/>
              <a:gd name="connsiteY4" fmla="*/ 437242 h 87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484" h="874484">
                <a:moveTo>
                  <a:pt x="0" y="437242"/>
                </a:moveTo>
                <a:cubicBezTo>
                  <a:pt x="0" y="195760"/>
                  <a:pt x="195760" y="0"/>
                  <a:pt x="437242" y="0"/>
                </a:cubicBezTo>
                <a:cubicBezTo>
                  <a:pt x="678724" y="0"/>
                  <a:pt x="874484" y="195760"/>
                  <a:pt x="874484" y="437242"/>
                </a:cubicBezTo>
                <a:cubicBezTo>
                  <a:pt x="874484" y="678724"/>
                  <a:pt x="678724" y="874484"/>
                  <a:pt x="437242" y="874484"/>
                </a:cubicBezTo>
                <a:cubicBezTo>
                  <a:pt x="195760" y="874484"/>
                  <a:pt x="0" y="678724"/>
                  <a:pt x="0" y="437242"/>
                </a:cubicBezTo>
                <a:close/>
              </a:path>
            </a:pathLst>
          </a:custGeom>
          <a:noFill/>
          <a:ln w="57150">
            <a:solidFill>
              <a:schemeClr val="accent4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150925" tIns="150925" rIns="150925" bIns="150925" numCol="1" spcCol="1270" anchor="ctr" anchorCtr="0">
            <a:noAutofit/>
          </a:bodyPr>
          <a:lstStyle/>
          <a:p>
            <a:pPr marL="0" marR="0" lvl="0" indent="0" algn="ctr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4719190" y="5056410"/>
            <a:ext cx="1008000" cy="1008000"/>
          </a:xfrm>
          <a:custGeom>
            <a:avLst/>
            <a:gdLst>
              <a:gd name="connsiteX0" fmla="*/ 0 w 874484"/>
              <a:gd name="connsiteY0" fmla="*/ 437242 h 874484"/>
              <a:gd name="connsiteX1" fmla="*/ 437242 w 874484"/>
              <a:gd name="connsiteY1" fmla="*/ 0 h 874484"/>
              <a:gd name="connsiteX2" fmla="*/ 874484 w 874484"/>
              <a:gd name="connsiteY2" fmla="*/ 437242 h 874484"/>
              <a:gd name="connsiteX3" fmla="*/ 437242 w 874484"/>
              <a:gd name="connsiteY3" fmla="*/ 874484 h 874484"/>
              <a:gd name="connsiteX4" fmla="*/ 0 w 874484"/>
              <a:gd name="connsiteY4" fmla="*/ 437242 h 87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484" h="874484">
                <a:moveTo>
                  <a:pt x="0" y="437242"/>
                </a:moveTo>
                <a:cubicBezTo>
                  <a:pt x="0" y="195760"/>
                  <a:pt x="195760" y="0"/>
                  <a:pt x="437242" y="0"/>
                </a:cubicBezTo>
                <a:cubicBezTo>
                  <a:pt x="678724" y="0"/>
                  <a:pt x="874484" y="195760"/>
                  <a:pt x="874484" y="437242"/>
                </a:cubicBezTo>
                <a:cubicBezTo>
                  <a:pt x="874484" y="678724"/>
                  <a:pt x="678724" y="874484"/>
                  <a:pt x="437242" y="874484"/>
                </a:cubicBezTo>
                <a:cubicBezTo>
                  <a:pt x="195760" y="874484"/>
                  <a:pt x="0" y="678724"/>
                  <a:pt x="0" y="437242"/>
                </a:cubicBezTo>
                <a:close/>
              </a:path>
            </a:pathLst>
          </a:custGeom>
          <a:noFill/>
          <a:ln w="57150">
            <a:solidFill>
              <a:schemeClr val="accent5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150925" tIns="150925" rIns="150925" bIns="150925" numCol="1" spcCol="1270" anchor="ctr" anchorCtr="0">
            <a:noAutofit/>
          </a:bodyPr>
          <a:lstStyle/>
          <a:p>
            <a:pPr marL="0" marR="0" lvl="0" indent="0" algn="ctr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7261266" y="3584844"/>
            <a:ext cx="1008000" cy="1008000"/>
          </a:xfrm>
          <a:custGeom>
            <a:avLst/>
            <a:gdLst>
              <a:gd name="connsiteX0" fmla="*/ 0 w 874484"/>
              <a:gd name="connsiteY0" fmla="*/ 437242 h 874484"/>
              <a:gd name="connsiteX1" fmla="*/ 437242 w 874484"/>
              <a:gd name="connsiteY1" fmla="*/ 0 h 874484"/>
              <a:gd name="connsiteX2" fmla="*/ 874484 w 874484"/>
              <a:gd name="connsiteY2" fmla="*/ 437242 h 874484"/>
              <a:gd name="connsiteX3" fmla="*/ 437242 w 874484"/>
              <a:gd name="connsiteY3" fmla="*/ 874484 h 874484"/>
              <a:gd name="connsiteX4" fmla="*/ 0 w 874484"/>
              <a:gd name="connsiteY4" fmla="*/ 437242 h 87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484" h="874484">
                <a:moveTo>
                  <a:pt x="0" y="437242"/>
                </a:moveTo>
                <a:cubicBezTo>
                  <a:pt x="0" y="195760"/>
                  <a:pt x="195760" y="0"/>
                  <a:pt x="437242" y="0"/>
                </a:cubicBezTo>
                <a:cubicBezTo>
                  <a:pt x="678724" y="0"/>
                  <a:pt x="874484" y="195760"/>
                  <a:pt x="874484" y="437242"/>
                </a:cubicBezTo>
                <a:cubicBezTo>
                  <a:pt x="874484" y="678724"/>
                  <a:pt x="678724" y="874484"/>
                  <a:pt x="437242" y="874484"/>
                </a:cubicBezTo>
                <a:cubicBezTo>
                  <a:pt x="195760" y="874484"/>
                  <a:pt x="0" y="678724"/>
                  <a:pt x="0" y="437242"/>
                </a:cubicBezTo>
                <a:close/>
              </a:path>
            </a:pathLst>
          </a:custGeom>
          <a:noFill/>
          <a:ln w="57150">
            <a:solidFill>
              <a:schemeClr val="accent3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150925" tIns="150925" rIns="150925" bIns="150925" numCol="1" spcCol="1270" anchor="ctr" anchorCtr="0">
            <a:noAutofit/>
          </a:bodyPr>
          <a:lstStyle/>
          <a:p>
            <a:pPr marL="0" marR="0" lvl="0" indent="0" algn="ctr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3808784" y="3584844"/>
            <a:ext cx="1008000" cy="1008000"/>
          </a:xfrm>
          <a:custGeom>
            <a:avLst/>
            <a:gdLst>
              <a:gd name="connsiteX0" fmla="*/ 0 w 874484"/>
              <a:gd name="connsiteY0" fmla="*/ 437242 h 874484"/>
              <a:gd name="connsiteX1" fmla="*/ 437242 w 874484"/>
              <a:gd name="connsiteY1" fmla="*/ 0 h 874484"/>
              <a:gd name="connsiteX2" fmla="*/ 874484 w 874484"/>
              <a:gd name="connsiteY2" fmla="*/ 437242 h 874484"/>
              <a:gd name="connsiteX3" fmla="*/ 437242 w 874484"/>
              <a:gd name="connsiteY3" fmla="*/ 874484 h 874484"/>
              <a:gd name="connsiteX4" fmla="*/ 0 w 874484"/>
              <a:gd name="connsiteY4" fmla="*/ 437242 h 87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484" h="874484">
                <a:moveTo>
                  <a:pt x="0" y="437242"/>
                </a:moveTo>
                <a:cubicBezTo>
                  <a:pt x="0" y="195760"/>
                  <a:pt x="195760" y="0"/>
                  <a:pt x="437242" y="0"/>
                </a:cubicBezTo>
                <a:cubicBezTo>
                  <a:pt x="678724" y="0"/>
                  <a:pt x="874484" y="195760"/>
                  <a:pt x="874484" y="437242"/>
                </a:cubicBezTo>
                <a:cubicBezTo>
                  <a:pt x="874484" y="678724"/>
                  <a:pt x="678724" y="874484"/>
                  <a:pt x="437242" y="874484"/>
                </a:cubicBezTo>
                <a:cubicBezTo>
                  <a:pt x="195760" y="874484"/>
                  <a:pt x="0" y="678724"/>
                  <a:pt x="0" y="437242"/>
                </a:cubicBezTo>
                <a:close/>
              </a:path>
            </a:pathLst>
          </a:custGeom>
          <a:noFill/>
          <a:ln w="57150">
            <a:solidFill>
              <a:schemeClr val="accent6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150925" tIns="150925" rIns="150925" bIns="150925" numCol="1" spcCol="1270" anchor="ctr" anchorCtr="0">
            <a:noAutofit/>
          </a:bodyPr>
          <a:lstStyle/>
          <a:p>
            <a:pPr marL="0" marR="0" lvl="0" indent="0" algn="ctr" defTabSz="8001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7551855" y="3894827"/>
            <a:ext cx="429893" cy="388035"/>
            <a:chOff x="5957888" y="684213"/>
            <a:chExt cx="1206500" cy="1089026"/>
          </a:xfrm>
          <a:solidFill>
            <a:schemeClr val="accent3"/>
          </a:solidFill>
          <a:effectLst/>
        </p:grpSpPr>
        <p:sp>
          <p:nvSpPr>
            <p:cNvPr id="16" name="Freeform 5"/>
            <p:cNvSpPr/>
            <p:nvPr/>
          </p:nvSpPr>
          <p:spPr bwMode="auto">
            <a:xfrm>
              <a:off x="6203950" y="1536701"/>
              <a:ext cx="711200" cy="236538"/>
            </a:xfrm>
            <a:custGeom>
              <a:avLst/>
              <a:gdLst>
                <a:gd name="T0" fmla="*/ 410 w 492"/>
                <a:gd name="T1" fmla="*/ 0 h 163"/>
                <a:gd name="T2" fmla="*/ 82 w 492"/>
                <a:gd name="T3" fmla="*/ 0 h 163"/>
                <a:gd name="T4" fmla="*/ 0 w 492"/>
                <a:gd name="T5" fmla="*/ 81 h 163"/>
                <a:gd name="T6" fmla="*/ 82 w 492"/>
                <a:gd name="T7" fmla="*/ 163 h 163"/>
                <a:gd name="T8" fmla="*/ 410 w 492"/>
                <a:gd name="T9" fmla="*/ 163 h 163"/>
                <a:gd name="T10" fmla="*/ 492 w 492"/>
                <a:gd name="T11" fmla="*/ 81 h 163"/>
                <a:gd name="T12" fmla="*/ 410 w 492"/>
                <a:gd name="T1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2" h="163">
                  <a:moveTo>
                    <a:pt x="410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37" y="0"/>
                    <a:pt x="0" y="36"/>
                    <a:pt x="0" y="81"/>
                  </a:cubicBezTo>
                  <a:cubicBezTo>
                    <a:pt x="0" y="127"/>
                    <a:pt x="37" y="163"/>
                    <a:pt x="82" y="163"/>
                  </a:cubicBezTo>
                  <a:cubicBezTo>
                    <a:pt x="410" y="163"/>
                    <a:pt x="410" y="163"/>
                    <a:pt x="410" y="163"/>
                  </a:cubicBezTo>
                  <a:cubicBezTo>
                    <a:pt x="455" y="163"/>
                    <a:pt x="492" y="127"/>
                    <a:pt x="492" y="81"/>
                  </a:cubicBezTo>
                  <a:cubicBezTo>
                    <a:pt x="492" y="36"/>
                    <a:pt x="455" y="0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5957888" y="684213"/>
              <a:ext cx="1206500" cy="1016000"/>
            </a:xfrm>
            <a:custGeom>
              <a:avLst/>
              <a:gdLst>
                <a:gd name="T0" fmla="*/ 724 w 835"/>
                <a:gd name="T1" fmla="*/ 331 h 702"/>
                <a:gd name="T2" fmla="*/ 664 w 835"/>
                <a:gd name="T3" fmla="*/ 331 h 702"/>
                <a:gd name="T4" fmla="*/ 664 w 835"/>
                <a:gd name="T5" fmla="*/ 0 h 702"/>
                <a:gd name="T6" fmla="*/ 174 w 835"/>
                <a:gd name="T7" fmla="*/ 0 h 702"/>
                <a:gd name="T8" fmla="*/ 174 w 835"/>
                <a:gd name="T9" fmla="*/ 331 h 702"/>
                <a:gd name="T10" fmla="*/ 111 w 835"/>
                <a:gd name="T11" fmla="*/ 331 h 702"/>
                <a:gd name="T12" fmla="*/ 0 w 835"/>
                <a:gd name="T13" fmla="*/ 442 h 702"/>
                <a:gd name="T14" fmla="*/ 0 w 835"/>
                <a:gd name="T15" fmla="*/ 591 h 702"/>
                <a:gd name="T16" fmla="*/ 111 w 835"/>
                <a:gd name="T17" fmla="*/ 702 h 702"/>
                <a:gd name="T18" fmla="*/ 155 w 835"/>
                <a:gd name="T19" fmla="*/ 702 h 702"/>
                <a:gd name="T20" fmla="*/ 150 w 835"/>
                <a:gd name="T21" fmla="*/ 671 h 702"/>
                <a:gd name="T22" fmla="*/ 252 w 835"/>
                <a:gd name="T23" fmla="*/ 570 h 702"/>
                <a:gd name="T24" fmla="*/ 580 w 835"/>
                <a:gd name="T25" fmla="*/ 570 h 702"/>
                <a:gd name="T26" fmla="*/ 682 w 835"/>
                <a:gd name="T27" fmla="*/ 671 h 702"/>
                <a:gd name="T28" fmla="*/ 677 w 835"/>
                <a:gd name="T29" fmla="*/ 702 h 702"/>
                <a:gd name="T30" fmla="*/ 724 w 835"/>
                <a:gd name="T31" fmla="*/ 702 h 702"/>
                <a:gd name="T32" fmla="*/ 835 w 835"/>
                <a:gd name="T33" fmla="*/ 591 h 702"/>
                <a:gd name="T34" fmla="*/ 835 w 835"/>
                <a:gd name="T35" fmla="*/ 442 h 702"/>
                <a:gd name="T36" fmla="*/ 724 w 835"/>
                <a:gd name="T37" fmla="*/ 331 h 702"/>
                <a:gd name="T38" fmla="*/ 194 w 835"/>
                <a:gd name="T39" fmla="*/ 20 h 702"/>
                <a:gd name="T40" fmla="*/ 644 w 835"/>
                <a:gd name="T41" fmla="*/ 20 h 702"/>
                <a:gd name="T42" fmla="*/ 644 w 835"/>
                <a:gd name="T43" fmla="*/ 424 h 702"/>
                <a:gd name="T44" fmla="*/ 194 w 835"/>
                <a:gd name="T45" fmla="*/ 424 h 702"/>
                <a:gd name="T46" fmla="*/ 194 w 835"/>
                <a:gd name="T47" fmla="*/ 20 h 702"/>
                <a:gd name="T48" fmla="*/ 474 w 835"/>
                <a:gd name="T49" fmla="*/ 509 h 702"/>
                <a:gd name="T50" fmla="*/ 353 w 835"/>
                <a:gd name="T51" fmla="*/ 509 h 702"/>
                <a:gd name="T52" fmla="*/ 343 w 835"/>
                <a:gd name="T53" fmla="*/ 499 h 702"/>
                <a:gd name="T54" fmla="*/ 353 w 835"/>
                <a:gd name="T55" fmla="*/ 489 h 702"/>
                <a:gd name="T56" fmla="*/ 474 w 835"/>
                <a:gd name="T57" fmla="*/ 489 h 702"/>
                <a:gd name="T58" fmla="*/ 484 w 835"/>
                <a:gd name="T59" fmla="*/ 499 h 702"/>
                <a:gd name="T60" fmla="*/ 474 w 835"/>
                <a:gd name="T61" fmla="*/ 509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35" h="702">
                  <a:moveTo>
                    <a:pt x="724" y="331"/>
                  </a:moveTo>
                  <a:cubicBezTo>
                    <a:pt x="664" y="331"/>
                    <a:pt x="664" y="331"/>
                    <a:pt x="664" y="331"/>
                  </a:cubicBezTo>
                  <a:cubicBezTo>
                    <a:pt x="664" y="0"/>
                    <a:pt x="664" y="0"/>
                    <a:pt x="664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4" y="331"/>
                    <a:pt x="174" y="331"/>
                    <a:pt x="174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49" y="331"/>
                    <a:pt x="0" y="381"/>
                    <a:pt x="0" y="442"/>
                  </a:cubicBezTo>
                  <a:cubicBezTo>
                    <a:pt x="0" y="591"/>
                    <a:pt x="0" y="591"/>
                    <a:pt x="0" y="591"/>
                  </a:cubicBezTo>
                  <a:cubicBezTo>
                    <a:pt x="0" y="652"/>
                    <a:pt x="49" y="702"/>
                    <a:pt x="111" y="702"/>
                  </a:cubicBezTo>
                  <a:cubicBezTo>
                    <a:pt x="155" y="702"/>
                    <a:pt x="155" y="702"/>
                    <a:pt x="155" y="702"/>
                  </a:cubicBezTo>
                  <a:cubicBezTo>
                    <a:pt x="152" y="693"/>
                    <a:pt x="150" y="682"/>
                    <a:pt x="150" y="671"/>
                  </a:cubicBezTo>
                  <a:cubicBezTo>
                    <a:pt x="150" y="615"/>
                    <a:pt x="196" y="570"/>
                    <a:pt x="252" y="570"/>
                  </a:cubicBezTo>
                  <a:cubicBezTo>
                    <a:pt x="580" y="570"/>
                    <a:pt x="580" y="570"/>
                    <a:pt x="580" y="570"/>
                  </a:cubicBezTo>
                  <a:cubicBezTo>
                    <a:pt x="636" y="570"/>
                    <a:pt x="682" y="615"/>
                    <a:pt x="682" y="671"/>
                  </a:cubicBezTo>
                  <a:cubicBezTo>
                    <a:pt x="682" y="682"/>
                    <a:pt x="680" y="693"/>
                    <a:pt x="677" y="702"/>
                  </a:cubicBezTo>
                  <a:cubicBezTo>
                    <a:pt x="724" y="702"/>
                    <a:pt x="724" y="702"/>
                    <a:pt x="724" y="702"/>
                  </a:cubicBezTo>
                  <a:cubicBezTo>
                    <a:pt x="785" y="702"/>
                    <a:pt x="835" y="652"/>
                    <a:pt x="835" y="591"/>
                  </a:cubicBezTo>
                  <a:cubicBezTo>
                    <a:pt x="835" y="442"/>
                    <a:pt x="835" y="442"/>
                    <a:pt x="835" y="442"/>
                  </a:cubicBezTo>
                  <a:cubicBezTo>
                    <a:pt x="835" y="381"/>
                    <a:pt x="785" y="331"/>
                    <a:pt x="724" y="331"/>
                  </a:cubicBezTo>
                  <a:close/>
                  <a:moveTo>
                    <a:pt x="194" y="20"/>
                  </a:moveTo>
                  <a:cubicBezTo>
                    <a:pt x="644" y="20"/>
                    <a:pt x="644" y="20"/>
                    <a:pt x="644" y="20"/>
                  </a:cubicBezTo>
                  <a:cubicBezTo>
                    <a:pt x="644" y="424"/>
                    <a:pt x="644" y="424"/>
                    <a:pt x="644" y="424"/>
                  </a:cubicBezTo>
                  <a:cubicBezTo>
                    <a:pt x="194" y="424"/>
                    <a:pt x="194" y="424"/>
                    <a:pt x="194" y="424"/>
                  </a:cubicBezTo>
                  <a:lnTo>
                    <a:pt x="194" y="20"/>
                  </a:lnTo>
                  <a:close/>
                  <a:moveTo>
                    <a:pt x="474" y="509"/>
                  </a:moveTo>
                  <a:cubicBezTo>
                    <a:pt x="353" y="509"/>
                    <a:pt x="353" y="509"/>
                    <a:pt x="353" y="509"/>
                  </a:cubicBezTo>
                  <a:cubicBezTo>
                    <a:pt x="348" y="509"/>
                    <a:pt x="343" y="504"/>
                    <a:pt x="343" y="499"/>
                  </a:cubicBezTo>
                  <a:cubicBezTo>
                    <a:pt x="343" y="493"/>
                    <a:pt x="348" y="489"/>
                    <a:pt x="353" y="489"/>
                  </a:cubicBezTo>
                  <a:cubicBezTo>
                    <a:pt x="474" y="489"/>
                    <a:pt x="474" y="489"/>
                    <a:pt x="474" y="489"/>
                  </a:cubicBezTo>
                  <a:cubicBezTo>
                    <a:pt x="480" y="489"/>
                    <a:pt x="484" y="493"/>
                    <a:pt x="484" y="499"/>
                  </a:cubicBezTo>
                  <a:cubicBezTo>
                    <a:pt x="484" y="504"/>
                    <a:pt x="480" y="509"/>
                    <a:pt x="474" y="5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8" name="Freeform 7"/>
            <p:cNvSpPr/>
            <p:nvPr/>
          </p:nvSpPr>
          <p:spPr bwMode="auto">
            <a:xfrm>
              <a:off x="6338888" y="877888"/>
              <a:ext cx="447675" cy="28575"/>
            </a:xfrm>
            <a:custGeom>
              <a:avLst/>
              <a:gdLst>
                <a:gd name="T0" fmla="*/ 300 w 310"/>
                <a:gd name="T1" fmla="*/ 0 h 20"/>
                <a:gd name="T2" fmla="*/ 10 w 310"/>
                <a:gd name="T3" fmla="*/ 0 h 20"/>
                <a:gd name="T4" fmla="*/ 0 w 310"/>
                <a:gd name="T5" fmla="*/ 10 h 20"/>
                <a:gd name="T6" fmla="*/ 10 w 310"/>
                <a:gd name="T7" fmla="*/ 20 h 20"/>
                <a:gd name="T8" fmla="*/ 300 w 310"/>
                <a:gd name="T9" fmla="*/ 20 h 20"/>
                <a:gd name="T10" fmla="*/ 310 w 310"/>
                <a:gd name="T11" fmla="*/ 10 h 20"/>
                <a:gd name="T12" fmla="*/ 300 w 310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" h="20">
                  <a:moveTo>
                    <a:pt x="30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300" y="20"/>
                    <a:pt x="300" y="20"/>
                    <a:pt x="300" y="20"/>
                  </a:cubicBezTo>
                  <a:cubicBezTo>
                    <a:pt x="306" y="20"/>
                    <a:pt x="310" y="15"/>
                    <a:pt x="310" y="10"/>
                  </a:cubicBezTo>
                  <a:cubicBezTo>
                    <a:pt x="310" y="4"/>
                    <a:pt x="306" y="0"/>
                    <a:pt x="3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9" name="Freeform 8"/>
            <p:cNvSpPr/>
            <p:nvPr/>
          </p:nvSpPr>
          <p:spPr bwMode="auto">
            <a:xfrm>
              <a:off x="6338888" y="968376"/>
              <a:ext cx="447675" cy="30163"/>
            </a:xfrm>
            <a:custGeom>
              <a:avLst/>
              <a:gdLst>
                <a:gd name="T0" fmla="*/ 300 w 310"/>
                <a:gd name="T1" fmla="*/ 0 h 20"/>
                <a:gd name="T2" fmla="*/ 10 w 310"/>
                <a:gd name="T3" fmla="*/ 0 h 20"/>
                <a:gd name="T4" fmla="*/ 0 w 310"/>
                <a:gd name="T5" fmla="*/ 10 h 20"/>
                <a:gd name="T6" fmla="*/ 10 w 310"/>
                <a:gd name="T7" fmla="*/ 20 h 20"/>
                <a:gd name="T8" fmla="*/ 300 w 310"/>
                <a:gd name="T9" fmla="*/ 20 h 20"/>
                <a:gd name="T10" fmla="*/ 310 w 310"/>
                <a:gd name="T11" fmla="*/ 10 h 20"/>
                <a:gd name="T12" fmla="*/ 300 w 310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" h="20">
                  <a:moveTo>
                    <a:pt x="30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300" y="20"/>
                    <a:pt x="300" y="20"/>
                    <a:pt x="300" y="20"/>
                  </a:cubicBezTo>
                  <a:cubicBezTo>
                    <a:pt x="306" y="20"/>
                    <a:pt x="310" y="16"/>
                    <a:pt x="310" y="10"/>
                  </a:cubicBezTo>
                  <a:cubicBezTo>
                    <a:pt x="310" y="5"/>
                    <a:pt x="306" y="0"/>
                    <a:pt x="3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338888" y="1062038"/>
              <a:ext cx="447675" cy="28575"/>
            </a:xfrm>
            <a:custGeom>
              <a:avLst/>
              <a:gdLst>
                <a:gd name="T0" fmla="*/ 300 w 310"/>
                <a:gd name="T1" fmla="*/ 0 h 20"/>
                <a:gd name="T2" fmla="*/ 10 w 310"/>
                <a:gd name="T3" fmla="*/ 0 h 20"/>
                <a:gd name="T4" fmla="*/ 0 w 310"/>
                <a:gd name="T5" fmla="*/ 10 h 20"/>
                <a:gd name="T6" fmla="*/ 10 w 310"/>
                <a:gd name="T7" fmla="*/ 20 h 20"/>
                <a:gd name="T8" fmla="*/ 300 w 310"/>
                <a:gd name="T9" fmla="*/ 20 h 20"/>
                <a:gd name="T10" fmla="*/ 310 w 310"/>
                <a:gd name="T11" fmla="*/ 10 h 20"/>
                <a:gd name="T12" fmla="*/ 300 w 310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" h="20">
                  <a:moveTo>
                    <a:pt x="30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300" y="20"/>
                    <a:pt x="300" y="20"/>
                    <a:pt x="300" y="20"/>
                  </a:cubicBezTo>
                  <a:cubicBezTo>
                    <a:pt x="306" y="20"/>
                    <a:pt x="310" y="15"/>
                    <a:pt x="310" y="10"/>
                  </a:cubicBezTo>
                  <a:cubicBezTo>
                    <a:pt x="310" y="4"/>
                    <a:pt x="306" y="0"/>
                    <a:pt x="30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102641" y="3857915"/>
            <a:ext cx="397037" cy="461859"/>
            <a:chOff x="9309100" y="825501"/>
            <a:chExt cx="700088" cy="814388"/>
          </a:xfrm>
          <a:solidFill>
            <a:schemeClr val="accent6"/>
          </a:solidFill>
        </p:grpSpPr>
        <p:sp>
          <p:nvSpPr>
            <p:cNvPr id="22" name="Freeform 5"/>
            <p:cNvSpPr/>
            <p:nvPr/>
          </p:nvSpPr>
          <p:spPr bwMode="auto">
            <a:xfrm>
              <a:off x="9693275" y="974726"/>
              <a:ext cx="309563" cy="409575"/>
            </a:xfrm>
            <a:custGeom>
              <a:avLst/>
              <a:gdLst>
                <a:gd name="T0" fmla="*/ 0 w 254"/>
                <a:gd name="T1" fmla="*/ 236 h 336"/>
                <a:gd name="T2" fmla="*/ 236 w 254"/>
                <a:gd name="T3" fmla="*/ 336 h 336"/>
                <a:gd name="T4" fmla="*/ 254 w 254"/>
                <a:gd name="T5" fmla="*/ 240 h 336"/>
                <a:gd name="T6" fmla="*/ 102 w 254"/>
                <a:gd name="T7" fmla="*/ 0 h 336"/>
                <a:gd name="T8" fmla="*/ 0 w 254"/>
                <a:gd name="T9" fmla="*/ 2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336">
                  <a:moveTo>
                    <a:pt x="0" y="236"/>
                  </a:moveTo>
                  <a:cubicBezTo>
                    <a:pt x="236" y="336"/>
                    <a:pt x="236" y="336"/>
                    <a:pt x="236" y="336"/>
                  </a:cubicBezTo>
                  <a:cubicBezTo>
                    <a:pt x="247" y="307"/>
                    <a:pt x="254" y="274"/>
                    <a:pt x="254" y="240"/>
                  </a:cubicBezTo>
                  <a:cubicBezTo>
                    <a:pt x="254" y="134"/>
                    <a:pt x="192" y="43"/>
                    <a:pt x="102" y="0"/>
                  </a:cubicBezTo>
                  <a:lnTo>
                    <a:pt x="0" y="2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3" name="Freeform 6"/>
            <p:cNvSpPr/>
            <p:nvPr/>
          </p:nvSpPr>
          <p:spPr bwMode="auto">
            <a:xfrm>
              <a:off x="9309100" y="920751"/>
              <a:ext cx="700088" cy="719138"/>
            </a:xfrm>
            <a:custGeom>
              <a:avLst/>
              <a:gdLst>
                <a:gd name="T0" fmla="*/ 293 w 574"/>
                <a:gd name="T1" fmla="*/ 296 h 590"/>
                <a:gd name="T2" fmla="*/ 216 w 574"/>
                <a:gd name="T3" fmla="*/ 0 h 590"/>
                <a:gd name="T4" fmla="*/ 0 w 574"/>
                <a:gd name="T5" fmla="*/ 289 h 590"/>
                <a:gd name="T6" fmla="*/ 301 w 574"/>
                <a:gd name="T7" fmla="*/ 590 h 590"/>
                <a:gd name="T8" fmla="*/ 574 w 574"/>
                <a:gd name="T9" fmla="*/ 416 h 590"/>
                <a:gd name="T10" fmla="*/ 293 w 574"/>
                <a:gd name="T11" fmla="*/ 29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590">
                  <a:moveTo>
                    <a:pt x="293" y="296"/>
                  </a:moveTo>
                  <a:cubicBezTo>
                    <a:pt x="216" y="0"/>
                    <a:pt x="216" y="0"/>
                    <a:pt x="216" y="0"/>
                  </a:cubicBezTo>
                  <a:cubicBezTo>
                    <a:pt x="91" y="37"/>
                    <a:pt x="0" y="152"/>
                    <a:pt x="0" y="289"/>
                  </a:cubicBezTo>
                  <a:cubicBezTo>
                    <a:pt x="0" y="455"/>
                    <a:pt x="135" y="590"/>
                    <a:pt x="301" y="590"/>
                  </a:cubicBezTo>
                  <a:cubicBezTo>
                    <a:pt x="422" y="590"/>
                    <a:pt x="527" y="519"/>
                    <a:pt x="574" y="416"/>
                  </a:cubicBezTo>
                  <a:lnTo>
                    <a:pt x="293" y="2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4" name="Freeform 7"/>
            <p:cNvSpPr/>
            <p:nvPr/>
          </p:nvSpPr>
          <p:spPr bwMode="auto">
            <a:xfrm>
              <a:off x="9574213" y="825501"/>
              <a:ext cx="268288" cy="409575"/>
            </a:xfrm>
            <a:custGeom>
              <a:avLst/>
              <a:gdLst>
                <a:gd name="T0" fmla="*/ 85 w 219"/>
                <a:gd name="T1" fmla="*/ 336 h 336"/>
                <a:gd name="T2" fmla="*/ 219 w 219"/>
                <a:gd name="T3" fmla="*/ 27 h 336"/>
                <a:gd name="T4" fmla="*/ 82 w 219"/>
                <a:gd name="T5" fmla="*/ 0 h 336"/>
                <a:gd name="T6" fmla="*/ 0 w 219"/>
                <a:gd name="T7" fmla="*/ 10 h 336"/>
                <a:gd name="T8" fmla="*/ 85 w 219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9" h="336">
                  <a:moveTo>
                    <a:pt x="85" y="336"/>
                  </a:moveTo>
                  <a:cubicBezTo>
                    <a:pt x="219" y="27"/>
                    <a:pt x="219" y="27"/>
                    <a:pt x="219" y="27"/>
                  </a:cubicBezTo>
                  <a:cubicBezTo>
                    <a:pt x="177" y="10"/>
                    <a:pt x="131" y="0"/>
                    <a:pt x="82" y="0"/>
                  </a:cubicBezTo>
                  <a:cubicBezTo>
                    <a:pt x="54" y="0"/>
                    <a:pt x="26" y="4"/>
                    <a:pt x="0" y="10"/>
                  </a:cubicBezTo>
                  <a:lnTo>
                    <a:pt x="85" y="3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022898" y="2383376"/>
            <a:ext cx="400584" cy="400585"/>
            <a:chOff x="8756835" y="3387391"/>
            <a:chExt cx="380133" cy="380134"/>
          </a:xfrm>
          <a:solidFill>
            <a:schemeClr val="accent1"/>
          </a:solidFill>
        </p:grpSpPr>
        <p:sp>
          <p:nvSpPr>
            <p:cNvPr id="26" name="Freeform 11"/>
            <p:cNvSpPr/>
            <p:nvPr/>
          </p:nvSpPr>
          <p:spPr bwMode="auto">
            <a:xfrm>
              <a:off x="8957479" y="3387391"/>
              <a:ext cx="179489" cy="179490"/>
            </a:xfrm>
            <a:custGeom>
              <a:avLst/>
              <a:gdLst>
                <a:gd name="T0" fmla="*/ 12 w 117"/>
                <a:gd name="T1" fmla="*/ 98 h 117"/>
                <a:gd name="T2" fmla="*/ 16 w 117"/>
                <a:gd name="T3" fmla="*/ 94 h 117"/>
                <a:gd name="T4" fmla="*/ 23 w 117"/>
                <a:gd name="T5" fmla="*/ 94 h 117"/>
                <a:gd name="T6" fmla="*/ 23 w 117"/>
                <a:gd name="T7" fmla="*/ 101 h 117"/>
                <a:gd name="T8" fmla="*/ 19 w 117"/>
                <a:gd name="T9" fmla="*/ 105 h 117"/>
                <a:gd name="T10" fmla="*/ 31 w 117"/>
                <a:gd name="T11" fmla="*/ 117 h 117"/>
                <a:gd name="T12" fmla="*/ 53 w 117"/>
                <a:gd name="T13" fmla="*/ 95 h 117"/>
                <a:gd name="T14" fmla="*/ 101 w 117"/>
                <a:gd name="T15" fmla="*/ 83 h 117"/>
                <a:gd name="T16" fmla="*/ 113 w 117"/>
                <a:gd name="T17" fmla="*/ 39 h 117"/>
                <a:gd name="T18" fmla="*/ 87 w 117"/>
                <a:gd name="T19" fmla="*/ 65 h 117"/>
                <a:gd name="T20" fmla="*/ 68 w 117"/>
                <a:gd name="T21" fmla="*/ 65 h 117"/>
                <a:gd name="T22" fmla="*/ 52 w 117"/>
                <a:gd name="T23" fmla="*/ 49 h 117"/>
                <a:gd name="T24" fmla="*/ 52 w 117"/>
                <a:gd name="T25" fmla="*/ 30 h 117"/>
                <a:gd name="T26" fmla="*/ 78 w 117"/>
                <a:gd name="T27" fmla="*/ 4 h 117"/>
                <a:gd name="T28" fmla="*/ 34 w 117"/>
                <a:gd name="T29" fmla="*/ 17 h 117"/>
                <a:gd name="T30" fmla="*/ 22 w 117"/>
                <a:gd name="T31" fmla="*/ 64 h 117"/>
                <a:gd name="T32" fmla="*/ 0 w 117"/>
                <a:gd name="T33" fmla="*/ 86 h 117"/>
                <a:gd name="T34" fmla="*/ 12 w 117"/>
                <a:gd name="T35" fmla="*/ 9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7" h="117">
                  <a:moveTo>
                    <a:pt x="12" y="98"/>
                  </a:moveTo>
                  <a:cubicBezTo>
                    <a:pt x="16" y="94"/>
                    <a:pt x="16" y="94"/>
                    <a:pt x="16" y="94"/>
                  </a:cubicBezTo>
                  <a:cubicBezTo>
                    <a:pt x="18" y="92"/>
                    <a:pt x="21" y="92"/>
                    <a:pt x="23" y="94"/>
                  </a:cubicBezTo>
                  <a:cubicBezTo>
                    <a:pt x="25" y="96"/>
                    <a:pt x="25" y="99"/>
                    <a:pt x="23" y="101"/>
                  </a:cubicBezTo>
                  <a:cubicBezTo>
                    <a:pt x="19" y="105"/>
                    <a:pt x="19" y="105"/>
                    <a:pt x="19" y="105"/>
                  </a:cubicBezTo>
                  <a:cubicBezTo>
                    <a:pt x="31" y="117"/>
                    <a:pt x="31" y="117"/>
                    <a:pt x="31" y="117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69" y="100"/>
                    <a:pt x="88" y="96"/>
                    <a:pt x="101" y="83"/>
                  </a:cubicBezTo>
                  <a:cubicBezTo>
                    <a:pt x="113" y="71"/>
                    <a:pt x="117" y="54"/>
                    <a:pt x="113" y="39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2" y="70"/>
                    <a:pt x="74" y="70"/>
                    <a:pt x="68" y="65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47" y="44"/>
                    <a:pt x="47" y="35"/>
                    <a:pt x="52" y="30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63" y="0"/>
                    <a:pt x="46" y="5"/>
                    <a:pt x="34" y="17"/>
                  </a:cubicBezTo>
                  <a:cubicBezTo>
                    <a:pt x="21" y="29"/>
                    <a:pt x="17" y="48"/>
                    <a:pt x="22" y="64"/>
                  </a:cubicBezTo>
                  <a:cubicBezTo>
                    <a:pt x="0" y="86"/>
                    <a:pt x="0" y="86"/>
                    <a:pt x="0" y="86"/>
                  </a:cubicBezTo>
                  <a:lnTo>
                    <a:pt x="12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8756835" y="3589958"/>
              <a:ext cx="177566" cy="177567"/>
            </a:xfrm>
            <a:custGeom>
              <a:avLst/>
              <a:gdLst>
                <a:gd name="T0" fmla="*/ 105 w 116"/>
                <a:gd name="T1" fmla="*/ 19 h 116"/>
                <a:gd name="T2" fmla="*/ 101 w 116"/>
                <a:gd name="T3" fmla="*/ 23 h 116"/>
                <a:gd name="T4" fmla="*/ 93 w 116"/>
                <a:gd name="T5" fmla="*/ 23 h 116"/>
                <a:gd name="T6" fmla="*/ 93 w 116"/>
                <a:gd name="T7" fmla="*/ 15 h 116"/>
                <a:gd name="T8" fmla="*/ 97 w 116"/>
                <a:gd name="T9" fmla="*/ 11 h 116"/>
                <a:gd name="T10" fmla="*/ 86 w 116"/>
                <a:gd name="T11" fmla="*/ 0 h 116"/>
                <a:gd name="T12" fmla="*/ 64 w 116"/>
                <a:gd name="T13" fmla="*/ 22 h 116"/>
                <a:gd name="T14" fmla="*/ 16 w 116"/>
                <a:gd name="T15" fmla="*/ 34 h 116"/>
                <a:gd name="T16" fmla="*/ 4 w 116"/>
                <a:gd name="T17" fmla="*/ 78 h 116"/>
                <a:gd name="T18" fmla="*/ 30 w 116"/>
                <a:gd name="T19" fmla="*/ 52 h 116"/>
                <a:gd name="T20" fmla="*/ 48 w 116"/>
                <a:gd name="T21" fmla="*/ 52 h 116"/>
                <a:gd name="T22" fmla="*/ 64 w 116"/>
                <a:gd name="T23" fmla="*/ 68 h 116"/>
                <a:gd name="T24" fmla="*/ 64 w 116"/>
                <a:gd name="T25" fmla="*/ 86 h 116"/>
                <a:gd name="T26" fmla="*/ 38 w 116"/>
                <a:gd name="T27" fmla="*/ 113 h 116"/>
                <a:gd name="T28" fmla="*/ 83 w 116"/>
                <a:gd name="T29" fmla="*/ 100 h 116"/>
                <a:gd name="T30" fmla="*/ 94 w 116"/>
                <a:gd name="T31" fmla="*/ 52 h 116"/>
                <a:gd name="T32" fmla="*/ 116 w 116"/>
                <a:gd name="T33" fmla="*/ 30 h 116"/>
                <a:gd name="T34" fmla="*/ 105 w 116"/>
                <a:gd name="T35" fmla="*/ 1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6">
                  <a:moveTo>
                    <a:pt x="105" y="19"/>
                  </a:moveTo>
                  <a:cubicBezTo>
                    <a:pt x="101" y="23"/>
                    <a:pt x="101" y="23"/>
                    <a:pt x="101" y="23"/>
                  </a:cubicBezTo>
                  <a:cubicBezTo>
                    <a:pt x="99" y="25"/>
                    <a:pt x="95" y="25"/>
                    <a:pt x="93" y="23"/>
                  </a:cubicBezTo>
                  <a:cubicBezTo>
                    <a:pt x="91" y="21"/>
                    <a:pt x="91" y="17"/>
                    <a:pt x="93" y="15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47" y="17"/>
                    <a:pt x="29" y="21"/>
                    <a:pt x="16" y="34"/>
                  </a:cubicBezTo>
                  <a:cubicBezTo>
                    <a:pt x="4" y="46"/>
                    <a:pt x="0" y="63"/>
                    <a:pt x="4" y="78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5" y="47"/>
                    <a:pt x="43" y="47"/>
                    <a:pt x="48" y="52"/>
                  </a:cubicBezTo>
                  <a:cubicBezTo>
                    <a:pt x="64" y="68"/>
                    <a:pt x="64" y="68"/>
                    <a:pt x="64" y="68"/>
                  </a:cubicBezTo>
                  <a:cubicBezTo>
                    <a:pt x="69" y="73"/>
                    <a:pt x="69" y="81"/>
                    <a:pt x="64" y="8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3" y="116"/>
                    <a:pt x="71" y="112"/>
                    <a:pt x="83" y="100"/>
                  </a:cubicBezTo>
                  <a:cubicBezTo>
                    <a:pt x="95" y="87"/>
                    <a:pt x="99" y="69"/>
                    <a:pt x="94" y="52"/>
                  </a:cubicBezTo>
                  <a:cubicBezTo>
                    <a:pt x="116" y="30"/>
                    <a:pt x="116" y="30"/>
                    <a:pt x="116" y="30"/>
                  </a:cubicBezTo>
                  <a:lnTo>
                    <a:pt x="10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auto">
            <a:xfrm>
              <a:off x="8756835" y="3387391"/>
              <a:ext cx="380133" cy="380134"/>
            </a:xfrm>
            <a:custGeom>
              <a:avLst/>
              <a:gdLst>
                <a:gd name="T0" fmla="*/ 232 w 248"/>
                <a:gd name="T1" fmla="*/ 166 h 248"/>
                <a:gd name="T2" fmla="*/ 184 w 248"/>
                <a:gd name="T3" fmla="*/ 154 h 248"/>
                <a:gd name="T4" fmla="*/ 94 w 248"/>
                <a:gd name="T5" fmla="*/ 64 h 248"/>
                <a:gd name="T6" fmla="*/ 83 w 248"/>
                <a:gd name="T7" fmla="*/ 17 h 248"/>
                <a:gd name="T8" fmla="*/ 38 w 248"/>
                <a:gd name="T9" fmla="*/ 4 h 248"/>
                <a:gd name="T10" fmla="*/ 64 w 248"/>
                <a:gd name="T11" fmla="*/ 30 h 248"/>
                <a:gd name="T12" fmla="*/ 64 w 248"/>
                <a:gd name="T13" fmla="*/ 49 h 248"/>
                <a:gd name="T14" fmla="*/ 48 w 248"/>
                <a:gd name="T15" fmla="*/ 65 h 248"/>
                <a:gd name="T16" fmla="*/ 30 w 248"/>
                <a:gd name="T17" fmla="*/ 65 h 248"/>
                <a:gd name="T18" fmla="*/ 4 w 248"/>
                <a:gd name="T19" fmla="*/ 39 h 248"/>
                <a:gd name="T20" fmla="*/ 16 w 248"/>
                <a:gd name="T21" fmla="*/ 83 h 248"/>
                <a:gd name="T22" fmla="*/ 64 w 248"/>
                <a:gd name="T23" fmla="*/ 95 h 248"/>
                <a:gd name="T24" fmla="*/ 153 w 248"/>
                <a:gd name="T25" fmla="*/ 184 h 248"/>
                <a:gd name="T26" fmla="*/ 165 w 248"/>
                <a:gd name="T27" fmla="*/ 232 h 248"/>
                <a:gd name="T28" fmla="*/ 209 w 248"/>
                <a:gd name="T29" fmla="*/ 245 h 248"/>
                <a:gd name="T30" fmla="*/ 183 w 248"/>
                <a:gd name="T31" fmla="*/ 218 h 248"/>
                <a:gd name="T32" fmla="*/ 183 w 248"/>
                <a:gd name="T33" fmla="*/ 200 h 248"/>
                <a:gd name="T34" fmla="*/ 199 w 248"/>
                <a:gd name="T35" fmla="*/ 184 h 248"/>
                <a:gd name="T36" fmla="*/ 218 w 248"/>
                <a:gd name="T37" fmla="*/ 184 h 248"/>
                <a:gd name="T38" fmla="*/ 244 w 248"/>
                <a:gd name="T39" fmla="*/ 210 h 248"/>
                <a:gd name="T40" fmla="*/ 232 w 248"/>
                <a:gd name="T41" fmla="*/ 166 h 248"/>
                <a:gd name="T42" fmla="*/ 154 w 248"/>
                <a:gd name="T43" fmla="*/ 155 h 248"/>
                <a:gd name="T44" fmla="*/ 147 w 248"/>
                <a:gd name="T45" fmla="*/ 155 h 248"/>
                <a:gd name="T46" fmla="*/ 93 w 248"/>
                <a:gd name="T47" fmla="*/ 101 h 248"/>
                <a:gd name="T48" fmla="*/ 93 w 248"/>
                <a:gd name="T49" fmla="*/ 94 h 248"/>
                <a:gd name="T50" fmla="*/ 101 w 248"/>
                <a:gd name="T51" fmla="*/ 94 h 248"/>
                <a:gd name="T52" fmla="*/ 154 w 248"/>
                <a:gd name="T53" fmla="*/ 147 h 248"/>
                <a:gd name="T54" fmla="*/ 154 w 248"/>
                <a:gd name="T55" fmla="*/ 15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8" h="248">
                  <a:moveTo>
                    <a:pt x="232" y="166"/>
                  </a:moveTo>
                  <a:cubicBezTo>
                    <a:pt x="219" y="153"/>
                    <a:pt x="200" y="149"/>
                    <a:pt x="184" y="15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9" y="48"/>
                    <a:pt x="95" y="29"/>
                    <a:pt x="83" y="17"/>
                  </a:cubicBezTo>
                  <a:cubicBezTo>
                    <a:pt x="71" y="5"/>
                    <a:pt x="53" y="0"/>
                    <a:pt x="38" y="4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9" y="35"/>
                    <a:pt x="69" y="44"/>
                    <a:pt x="64" y="49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3" y="70"/>
                    <a:pt x="35" y="70"/>
                    <a:pt x="30" y="6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54"/>
                    <a:pt x="4" y="71"/>
                    <a:pt x="16" y="83"/>
                  </a:cubicBezTo>
                  <a:cubicBezTo>
                    <a:pt x="29" y="96"/>
                    <a:pt x="47" y="100"/>
                    <a:pt x="64" y="95"/>
                  </a:cubicBezTo>
                  <a:cubicBezTo>
                    <a:pt x="153" y="184"/>
                    <a:pt x="153" y="184"/>
                    <a:pt x="153" y="184"/>
                  </a:cubicBezTo>
                  <a:cubicBezTo>
                    <a:pt x="148" y="201"/>
                    <a:pt x="152" y="219"/>
                    <a:pt x="165" y="232"/>
                  </a:cubicBezTo>
                  <a:cubicBezTo>
                    <a:pt x="177" y="244"/>
                    <a:pt x="194" y="248"/>
                    <a:pt x="209" y="245"/>
                  </a:cubicBezTo>
                  <a:cubicBezTo>
                    <a:pt x="183" y="218"/>
                    <a:pt x="183" y="218"/>
                    <a:pt x="183" y="218"/>
                  </a:cubicBezTo>
                  <a:cubicBezTo>
                    <a:pt x="178" y="213"/>
                    <a:pt x="178" y="205"/>
                    <a:pt x="183" y="200"/>
                  </a:cubicBezTo>
                  <a:cubicBezTo>
                    <a:pt x="199" y="184"/>
                    <a:pt x="199" y="184"/>
                    <a:pt x="199" y="184"/>
                  </a:cubicBezTo>
                  <a:cubicBezTo>
                    <a:pt x="205" y="179"/>
                    <a:pt x="213" y="179"/>
                    <a:pt x="218" y="184"/>
                  </a:cubicBezTo>
                  <a:cubicBezTo>
                    <a:pt x="244" y="210"/>
                    <a:pt x="244" y="210"/>
                    <a:pt x="244" y="210"/>
                  </a:cubicBezTo>
                  <a:cubicBezTo>
                    <a:pt x="248" y="195"/>
                    <a:pt x="244" y="178"/>
                    <a:pt x="232" y="166"/>
                  </a:cubicBezTo>
                  <a:close/>
                  <a:moveTo>
                    <a:pt x="154" y="155"/>
                  </a:moveTo>
                  <a:cubicBezTo>
                    <a:pt x="152" y="157"/>
                    <a:pt x="149" y="157"/>
                    <a:pt x="147" y="15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99"/>
                    <a:pt x="91" y="96"/>
                    <a:pt x="93" y="94"/>
                  </a:cubicBezTo>
                  <a:cubicBezTo>
                    <a:pt x="95" y="92"/>
                    <a:pt x="99" y="92"/>
                    <a:pt x="101" y="94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6" y="149"/>
                    <a:pt x="156" y="153"/>
                    <a:pt x="154" y="1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9" name="Freeform 386"/>
          <p:cNvSpPr>
            <a:spLocks noEditPoints="1"/>
          </p:cNvSpPr>
          <p:nvPr/>
        </p:nvSpPr>
        <p:spPr bwMode="auto">
          <a:xfrm>
            <a:off x="6755970" y="2404091"/>
            <a:ext cx="335525" cy="359154"/>
          </a:xfrm>
          <a:custGeom>
            <a:avLst/>
            <a:gdLst>
              <a:gd name="T0" fmla="*/ 56 w 60"/>
              <a:gd name="T1" fmla="*/ 0 h 64"/>
              <a:gd name="T2" fmla="*/ 8 w 60"/>
              <a:gd name="T3" fmla="*/ 0 h 64"/>
              <a:gd name="T4" fmla="*/ 4 w 60"/>
              <a:gd name="T5" fmla="*/ 4 h 64"/>
              <a:gd name="T6" fmla="*/ 4 w 60"/>
              <a:gd name="T7" fmla="*/ 12 h 64"/>
              <a:gd name="T8" fmla="*/ 10 w 60"/>
              <a:gd name="T9" fmla="*/ 12 h 64"/>
              <a:gd name="T10" fmla="*/ 12 w 60"/>
              <a:gd name="T11" fmla="*/ 14 h 64"/>
              <a:gd name="T12" fmla="*/ 10 w 60"/>
              <a:gd name="T13" fmla="*/ 16 h 64"/>
              <a:gd name="T14" fmla="*/ 2 w 60"/>
              <a:gd name="T15" fmla="*/ 16 h 64"/>
              <a:gd name="T16" fmla="*/ 0 w 60"/>
              <a:gd name="T17" fmla="*/ 18 h 64"/>
              <a:gd name="T18" fmla="*/ 2 w 60"/>
              <a:gd name="T19" fmla="*/ 20 h 64"/>
              <a:gd name="T20" fmla="*/ 4 w 60"/>
              <a:gd name="T21" fmla="*/ 20 h 64"/>
              <a:gd name="T22" fmla="*/ 4 w 60"/>
              <a:gd name="T23" fmla="*/ 28 h 64"/>
              <a:gd name="T24" fmla="*/ 10 w 60"/>
              <a:gd name="T25" fmla="*/ 28 h 64"/>
              <a:gd name="T26" fmla="*/ 12 w 60"/>
              <a:gd name="T27" fmla="*/ 30 h 64"/>
              <a:gd name="T28" fmla="*/ 10 w 60"/>
              <a:gd name="T29" fmla="*/ 32 h 64"/>
              <a:gd name="T30" fmla="*/ 2 w 60"/>
              <a:gd name="T31" fmla="*/ 32 h 64"/>
              <a:gd name="T32" fmla="*/ 0 w 60"/>
              <a:gd name="T33" fmla="*/ 34 h 64"/>
              <a:gd name="T34" fmla="*/ 2 w 60"/>
              <a:gd name="T35" fmla="*/ 36 h 64"/>
              <a:gd name="T36" fmla="*/ 4 w 60"/>
              <a:gd name="T37" fmla="*/ 36 h 64"/>
              <a:gd name="T38" fmla="*/ 4 w 60"/>
              <a:gd name="T39" fmla="*/ 44 h 64"/>
              <a:gd name="T40" fmla="*/ 10 w 60"/>
              <a:gd name="T41" fmla="*/ 44 h 64"/>
              <a:gd name="T42" fmla="*/ 12 w 60"/>
              <a:gd name="T43" fmla="*/ 46 h 64"/>
              <a:gd name="T44" fmla="*/ 10 w 60"/>
              <a:gd name="T45" fmla="*/ 48 h 64"/>
              <a:gd name="T46" fmla="*/ 2 w 60"/>
              <a:gd name="T47" fmla="*/ 48 h 64"/>
              <a:gd name="T48" fmla="*/ 0 w 60"/>
              <a:gd name="T49" fmla="*/ 50 h 64"/>
              <a:gd name="T50" fmla="*/ 2 w 60"/>
              <a:gd name="T51" fmla="*/ 52 h 64"/>
              <a:gd name="T52" fmla="*/ 4 w 60"/>
              <a:gd name="T53" fmla="*/ 52 h 64"/>
              <a:gd name="T54" fmla="*/ 4 w 60"/>
              <a:gd name="T55" fmla="*/ 60 h 64"/>
              <a:gd name="T56" fmla="*/ 8 w 60"/>
              <a:gd name="T57" fmla="*/ 64 h 64"/>
              <a:gd name="T58" fmla="*/ 56 w 60"/>
              <a:gd name="T59" fmla="*/ 64 h 64"/>
              <a:gd name="T60" fmla="*/ 60 w 60"/>
              <a:gd name="T61" fmla="*/ 60 h 64"/>
              <a:gd name="T62" fmla="*/ 60 w 60"/>
              <a:gd name="T63" fmla="*/ 4 h 64"/>
              <a:gd name="T64" fmla="*/ 56 w 60"/>
              <a:gd name="T65" fmla="*/ 0 h 64"/>
              <a:gd name="T66" fmla="*/ 48 w 60"/>
              <a:gd name="T67" fmla="*/ 28 h 64"/>
              <a:gd name="T68" fmla="*/ 24 w 60"/>
              <a:gd name="T69" fmla="*/ 28 h 64"/>
              <a:gd name="T70" fmla="*/ 24 w 60"/>
              <a:gd name="T71" fmla="*/ 12 h 64"/>
              <a:gd name="T72" fmla="*/ 48 w 60"/>
              <a:gd name="T73" fmla="*/ 12 h 64"/>
              <a:gd name="T74" fmla="*/ 48 w 60"/>
              <a:gd name="T75" fmla="*/ 2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0" h="64">
                <a:moveTo>
                  <a:pt x="56" y="0"/>
                </a:moveTo>
                <a:cubicBezTo>
                  <a:pt x="8" y="0"/>
                  <a:pt x="8" y="0"/>
                  <a:pt x="8" y="0"/>
                </a:cubicBezTo>
                <a:cubicBezTo>
                  <a:pt x="6" y="0"/>
                  <a:pt x="4" y="2"/>
                  <a:pt x="4" y="4"/>
                </a:cubicBezTo>
                <a:cubicBezTo>
                  <a:pt x="4" y="12"/>
                  <a:pt x="4" y="12"/>
                  <a:pt x="4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2" y="13"/>
                  <a:pt x="12" y="14"/>
                </a:cubicBezTo>
                <a:cubicBezTo>
                  <a:pt x="12" y="15"/>
                  <a:pt x="11" y="16"/>
                  <a:pt x="1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1" y="16"/>
                  <a:pt x="0" y="17"/>
                  <a:pt x="0" y="18"/>
                </a:cubicBezTo>
                <a:cubicBezTo>
                  <a:pt x="0" y="19"/>
                  <a:pt x="1" y="20"/>
                  <a:pt x="2" y="20"/>
                </a:cubicBezTo>
                <a:cubicBezTo>
                  <a:pt x="4" y="20"/>
                  <a:pt x="4" y="20"/>
                  <a:pt x="4" y="20"/>
                </a:cubicBezTo>
                <a:cubicBezTo>
                  <a:pt x="4" y="28"/>
                  <a:pt x="4" y="28"/>
                  <a:pt x="4" y="28"/>
                </a:cubicBezTo>
                <a:cubicBezTo>
                  <a:pt x="10" y="28"/>
                  <a:pt x="10" y="28"/>
                  <a:pt x="10" y="28"/>
                </a:cubicBezTo>
                <a:cubicBezTo>
                  <a:pt x="11" y="28"/>
                  <a:pt x="12" y="29"/>
                  <a:pt x="12" y="30"/>
                </a:cubicBezTo>
                <a:cubicBezTo>
                  <a:pt x="12" y="31"/>
                  <a:pt x="11" y="32"/>
                  <a:pt x="10" y="32"/>
                </a:cubicBezTo>
                <a:cubicBezTo>
                  <a:pt x="2" y="32"/>
                  <a:pt x="2" y="32"/>
                  <a:pt x="2" y="32"/>
                </a:cubicBezTo>
                <a:cubicBezTo>
                  <a:pt x="1" y="32"/>
                  <a:pt x="0" y="33"/>
                  <a:pt x="0" y="34"/>
                </a:cubicBezTo>
                <a:cubicBezTo>
                  <a:pt x="0" y="35"/>
                  <a:pt x="1" y="36"/>
                  <a:pt x="2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4" y="44"/>
                  <a:pt x="4" y="44"/>
                  <a:pt x="4" y="44"/>
                </a:cubicBezTo>
                <a:cubicBezTo>
                  <a:pt x="10" y="44"/>
                  <a:pt x="10" y="44"/>
                  <a:pt x="10" y="44"/>
                </a:cubicBezTo>
                <a:cubicBezTo>
                  <a:pt x="11" y="44"/>
                  <a:pt x="12" y="45"/>
                  <a:pt x="12" y="46"/>
                </a:cubicBezTo>
                <a:cubicBezTo>
                  <a:pt x="12" y="47"/>
                  <a:pt x="11" y="48"/>
                  <a:pt x="10" y="48"/>
                </a:cubicBezTo>
                <a:cubicBezTo>
                  <a:pt x="2" y="48"/>
                  <a:pt x="2" y="48"/>
                  <a:pt x="2" y="48"/>
                </a:cubicBezTo>
                <a:cubicBezTo>
                  <a:pt x="1" y="48"/>
                  <a:pt x="0" y="49"/>
                  <a:pt x="0" y="50"/>
                </a:cubicBezTo>
                <a:cubicBezTo>
                  <a:pt x="0" y="51"/>
                  <a:pt x="1" y="52"/>
                  <a:pt x="2" y="52"/>
                </a:cubicBezTo>
                <a:cubicBezTo>
                  <a:pt x="4" y="52"/>
                  <a:pt x="4" y="52"/>
                  <a:pt x="4" y="52"/>
                </a:cubicBezTo>
                <a:cubicBezTo>
                  <a:pt x="4" y="60"/>
                  <a:pt x="4" y="60"/>
                  <a:pt x="4" y="60"/>
                </a:cubicBezTo>
                <a:cubicBezTo>
                  <a:pt x="4" y="62"/>
                  <a:pt x="6" y="64"/>
                  <a:pt x="8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8" y="64"/>
                  <a:pt x="60" y="62"/>
                  <a:pt x="60" y="60"/>
                </a:cubicBezTo>
                <a:cubicBezTo>
                  <a:pt x="60" y="4"/>
                  <a:pt x="60" y="4"/>
                  <a:pt x="60" y="4"/>
                </a:cubicBezTo>
                <a:cubicBezTo>
                  <a:pt x="60" y="2"/>
                  <a:pt x="58" y="0"/>
                  <a:pt x="56" y="0"/>
                </a:cubicBezTo>
                <a:close/>
                <a:moveTo>
                  <a:pt x="48" y="28"/>
                </a:moveTo>
                <a:cubicBezTo>
                  <a:pt x="24" y="28"/>
                  <a:pt x="24" y="28"/>
                  <a:pt x="24" y="28"/>
                </a:cubicBezTo>
                <a:cubicBezTo>
                  <a:pt x="24" y="12"/>
                  <a:pt x="24" y="12"/>
                  <a:pt x="24" y="12"/>
                </a:cubicBezTo>
                <a:cubicBezTo>
                  <a:pt x="48" y="12"/>
                  <a:pt x="48" y="12"/>
                  <a:pt x="48" y="12"/>
                </a:cubicBezTo>
                <a:lnTo>
                  <a:pt x="48" y="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30" name="Group 29"/>
          <p:cNvGrpSpPr/>
          <p:nvPr/>
        </p:nvGrpSpPr>
        <p:grpSpPr>
          <a:xfrm rot="21545399">
            <a:off x="4994461" y="5405131"/>
            <a:ext cx="457458" cy="310558"/>
            <a:chOff x="3221038" y="1938338"/>
            <a:chExt cx="563562" cy="382588"/>
          </a:xfrm>
          <a:solidFill>
            <a:schemeClr val="accent5"/>
          </a:solidFill>
        </p:grpSpPr>
        <p:sp>
          <p:nvSpPr>
            <p:cNvPr id="31" name="Freeform 5"/>
            <p:cNvSpPr/>
            <p:nvPr/>
          </p:nvSpPr>
          <p:spPr bwMode="auto">
            <a:xfrm>
              <a:off x="3221038" y="2011363"/>
              <a:ext cx="306387" cy="263525"/>
            </a:xfrm>
            <a:custGeom>
              <a:avLst/>
              <a:gdLst>
                <a:gd name="T0" fmla="*/ 0 w 114"/>
                <a:gd name="T1" fmla="*/ 43 h 99"/>
                <a:gd name="T2" fmla="*/ 57 w 114"/>
                <a:gd name="T3" fmla="*/ 0 h 99"/>
                <a:gd name="T4" fmla="*/ 114 w 114"/>
                <a:gd name="T5" fmla="*/ 43 h 99"/>
                <a:gd name="T6" fmla="*/ 57 w 114"/>
                <a:gd name="T7" fmla="*/ 86 h 99"/>
                <a:gd name="T8" fmla="*/ 33 w 114"/>
                <a:gd name="T9" fmla="*/ 82 h 99"/>
                <a:gd name="T10" fmla="*/ 7 w 114"/>
                <a:gd name="T11" fmla="*/ 99 h 99"/>
                <a:gd name="T12" fmla="*/ 5 w 114"/>
                <a:gd name="T13" fmla="*/ 98 h 99"/>
                <a:gd name="T14" fmla="*/ 18 w 114"/>
                <a:gd name="T15" fmla="*/ 74 h 99"/>
                <a:gd name="T16" fmla="*/ 0 w 114"/>
                <a:gd name="T17" fmla="*/ 4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" h="99">
                  <a:moveTo>
                    <a:pt x="0" y="43"/>
                  </a:moveTo>
                  <a:cubicBezTo>
                    <a:pt x="0" y="19"/>
                    <a:pt x="25" y="0"/>
                    <a:pt x="57" y="0"/>
                  </a:cubicBezTo>
                  <a:cubicBezTo>
                    <a:pt x="88" y="0"/>
                    <a:pt x="114" y="19"/>
                    <a:pt x="114" y="43"/>
                  </a:cubicBezTo>
                  <a:cubicBezTo>
                    <a:pt x="114" y="66"/>
                    <a:pt x="88" y="86"/>
                    <a:pt x="57" y="86"/>
                  </a:cubicBezTo>
                  <a:cubicBezTo>
                    <a:pt x="49" y="86"/>
                    <a:pt x="41" y="84"/>
                    <a:pt x="33" y="82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5" y="98"/>
                    <a:pt x="5" y="98"/>
                    <a:pt x="5" y="98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6" y="66"/>
                    <a:pt x="0" y="55"/>
                    <a:pt x="0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2" name="Freeform 6"/>
            <p:cNvSpPr/>
            <p:nvPr/>
          </p:nvSpPr>
          <p:spPr bwMode="auto">
            <a:xfrm>
              <a:off x="3398838" y="1938338"/>
              <a:ext cx="385762" cy="382588"/>
            </a:xfrm>
            <a:custGeom>
              <a:avLst/>
              <a:gdLst>
                <a:gd name="T0" fmla="*/ 63 w 144"/>
                <a:gd name="T1" fmla="*/ 113 h 143"/>
                <a:gd name="T2" fmla="*/ 93 w 144"/>
                <a:gd name="T3" fmla="*/ 108 h 143"/>
                <a:gd name="T4" fmla="*/ 96 w 144"/>
                <a:gd name="T5" fmla="*/ 107 h 143"/>
                <a:gd name="T6" fmla="*/ 114 w 144"/>
                <a:gd name="T7" fmla="*/ 119 h 143"/>
                <a:gd name="T8" fmla="*/ 105 w 144"/>
                <a:gd name="T9" fmla="*/ 102 h 143"/>
                <a:gd name="T10" fmla="*/ 110 w 144"/>
                <a:gd name="T11" fmla="*/ 99 h 143"/>
                <a:gd name="T12" fmla="*/ 132 w 144"/>
                <a:gd name="T13" fmla="*/ 62 h 143"/>
                <a:gd name="T14" fmla="*/ 63 w 144"/>
                <a:gd name="T15" fmla="*/ 12 h 143"/>
                <a:gd name="T16" fmla="*/ 16 w 144"/>
                <a:gd name="T17" fmla="*/ 26 h 143"/>
                <a:gd name="T18" fmla="*/ 0 w 144"/>
                <a:gd name="T19" fmla="*/ 22 h 143"/>
                <a:gd name="T20" fmla="*/ 63 w 144"/>
                <a:gd name="T21" fmla="*/ 0 h 143"/>
                <a:gd name="T22" fmla="*/ 144 w 144"/>
                <a:gd name="T23" fmla="*/ 62 h 143"/>
                <a:gd name="T24" fmla="*/ 121 w 144"/>
                <a:gd name="T25" fmla="*/ 106 h 143"/>
                <a:gd name="T26" fmla="*/ 137 w 144"/>
                <a:gd name="T27" fmla="*/ 143 h 143"/>
                <a:gd name="T28" fmla="*/ 94 w 144"/>
                <a:gd name="T29" fmla="*/ 120 h 143"/>
                <a:gd name="T30" fmla="*/ 63 w 144"/>
                <a:gd name="T31" fmla="*/ 125 h 143"/>
                <a:gd name="T32" fmla="*/ 16 w 144"/>
                <a:gd name="T33" fmla="*/ 114 h 143"/>
                <a:gd name="T34" fmla="*/ 30 w 144"/>
                <a:gd name="T35" fmla="*/ 107 h 143"/>
                <a:gd name="T36" fmla="*/ 63 w 144"/>
                <a:gd name="T37" fmla="*/ 11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4" h="143">
                  <a:moveTo>
                    <a:pt x="63" y="113"/>
                  </a:moveTo>
                  <a:cubicBezTo>
                    <a:pt x="74" y="113"/>
                    <a:pt x="84" y="111"/>
                    <a:pt x="93" y="108"/>
                  </a:cubicBezTo>
                  <a:cubicBezTo>
                    <a:pt x="96" y="107"/>
                    <a:pt x="96" y="107"/>
                    <a:pt x="96" y="107"/>
                  </a:cubicBezTo>
                  <a:cubicBezTo>
                    <a:pt x="114" y="119"/>
                    <a:pt x="114" y="119"/>
                    <a:pt x="114" y="119"/>
                  </a:cubicBezTo>
                  <a:cubicBezTo>
                    <a:pt x="105" y="102"/>
                    <a:pt x="105" y="102"/>
                    <a:pt x="105" y="102"/>
                  </a:cubicBezTo>
                  <a:cubicBezTo>
                    <a:pt x="110" y="99"/>
                    <a:pt x="110" y="99"/>
                    <a:pt x="110" y="99"/>
                  </a:cubicBezTo>
                  <a:cubicBezTo>
                    <a:pt x="124" y="90"/>
                    <a:pt x="132" y="76"/>
                    <a:pt x="132" y="62"/>
                  </a:cubicBezTo>
                  <a:cubicBezTo>
                    <a:pt x="132" y="35"/>
                    <a:pt x="101" y="12"/>
                    <a:pt x="63" y="12"/>
                  </a:cubicBezTo>
                  <a:cubicBezTo>
                    <a:pt x="45" y="12"/>
                    <a:pt x="28" y="17"/>
                    <a:pt x="16" y="26"/>
                  </a:cubicBezTo>
                  <a:cubicBezTo>
                    <a:pt x="11" y="24"/>
                    <a:pt x="6" y="23"/>
                    <a:pt x="0" y="22"/>
                  </a:cubicBezTo>
                  <a:cubicBezTo>
                    <a:pt x="15" y="9"/>
                    <a:pt x="38" y="0"/>
                    <a:pt x="63" y="0"/>
                  </a:cubicBezTo>
                  <a:cubicBezTo>
                    <a:pt x="108" y="0"/>
                    <a:pt x="144" y="28"/>
                    <a:pt x="144" y="62"/>
                  </a:cubicBezTo>
                  <a:cubicBezTo>
                    <a:pt x="144" y="79"/>
                    <a:pt x="136" y="95"/>
                    <a:pt x="121" y="106"/>
                  </a:cubicBezTo>
                  <a:cubicBezTo>
                    <a:pt x="137" y="143"/>
                    <a:pt x="137" y="143"/>
                    <a:pt x="137" y="143"/>
                  </a:cubicBezTo>
                  <a:cubicBezTo>
                    <a:pt x="94" y="120"/>
                    <a:pt x="94" y="120"/>
                    <a:pt x="94" y="120"/>
                  </a:cubicBezTo>
                  <a:cubicBezTo>
                    <a:pt x="84" y="123"/>
                    <a:pt x="74" y="125"/>
                    <a:pt x="63" y="125"/>
                  </a:cubicBezTo>
                  <a:cubicBezTo>
                    <a:pt x="45" y="125"/>
                    <a:pt x="29" y="121"/>
                    <a:pt x="16" y="114"/>
                  </a:cubicBezTo>
                  <a:cubicBezTo>
                    <a:pt x="21" y="112"/>
                    <a:pt x="26" y="109"/>
                    <a:pt x="30" y="107"/>
                  </a:cubicBezTo>
                  <a:cubicBezTo>
                    <a:pt x="40" y="111"/>
                    <a:pt x="51" y="113"/>
                    <a:pt x="63" y="1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697636" y="5334313"/>
            <a:ext cx="452193" cy="452194"/>
            <a:chOff x="1827213" y="333375"/>
            <a:chExt cx="490537" cy="490538"/>
          </a:xfrm>
          <a:solidFill>
            <a:schemeClr val="accent4"/>
          </a:solidFill>
        </p:grpSpPr>
        <p:sp>
          <p:nvSpPr>
            <p:cNvPr id="34" name="Freeform 5"/>
            <p:cNvSpPr>
              <a:spLocks noEditPoints="1"/>
            </p:cNvSpPr>
            <p:nvPr/>
          </p:nvSpPr>
          <p:spPr bwMode="auto">
            <a:xfrm>
              <a:off x="1827213" y="333375"/>
              <a:ext cx="490537" cy="490538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64 w 128"/>
                <a:gd name="T9" fmla="*/ 0 h 128"/>
                <a:gd name="T10" fmla="*/ 70 w 128"/>
                <a:gd name="T11" fmla="*/ 120 h 128"/>
                <a:gd name="T12" fmla="*/ 70 w 128"/>
                <a:gd name="T13" fmla="*/ 107 h 128"/>
                <a:gd name="T14" fmla="*/ 67 w 128"/>
                <a:gd name="T15" fmla="*/ 107 h 128"/>
                <a:gd name="T16" fmla="*/ 67 w 128"/>
                <a:gd name="T17" fmla="*/ 94 h 128"/>
                <a:gd name="T18" fmla="*/ 64 w 128"/>
                <a:gd name="T19" fmla="*/ 95 h 128"/>
                <a:gd name="T20" fmla="*/ 62 w 128"/>
                <a:gd name="T21" fmla="*/ 94 h 128"/>
                <a:gd name="T22" fmla="*/ 62 w 128"/>
                <a:gd name="T23" fmla="*/ 107 h 128"/>
                <a:gd name="T24" fmla="*/ 59 w 128"/>
                <a:gd name="T25" fmla="*/ 107 h 128"/>
                <a:gd name="T26" fmla="*/ 59 w 128"/>
                <a:gd name="T27" fmla="*/ 120 h 128"/>
                <a:gd name="T28" fmla="*/ 8 w 128"/>
                <a:gd name="T29" fmla="*/ 70 h 128"/>
                <a:gd name="T30" fmla="*/ 22 w 128"/>
                <a:gd name="T31" fmla="*/ 70 h 128"/>
                <a:gd name="T32" fmla="*/ 22 w 128"/>
                <a:gd name="T33" fmla="*/ 66 h 128"/>
                <a:gd name="T34" fmla="*/ 34 w 128"/>
                <a:gd name="T35" fmla="*/ 66 h 128"/>
                <a:gd name="T36" fmla="*/ 34 w 128"/>
                <a:gd name="T37" fmla="*/ 64 h 128"/>
                <a:gd name="T38" fmla="*/ 34 w 128"/>
                <a:gd name="T39" fmla="*/ 62 h 128"/>
                <a:gd name="T40" fmla="*/ 22 w 128"/>
                <a:gd name="T41" fmla="*/ 62 h 128"/>
                <a:gd name="T42" fmla="*/ 22 w 128"/>
                <a:gd name="T43" fmla="*/ 58 h 128"/>
                <a:gd name="T44" fmla="*/ 8 w 128"/>
                <a:gd name="T45" fmla="*/ 58 h 128"/>
                <a:gd name="T46" fmla="*/ 59 w 128"/>
                <a:gd name="T47" fmla="*/ 8 h 128"/>
                <a:gd name="T48" fmla="*/ 59 w 128"/>
                <a:gd name="T49" fmla="*/ 22 h 128"/>
                <a:gd name="T50" fmla="*/ 62 w 128"/>
                <a:gd name="T51" fmla="*/ 21 h 128"/>
                <a:gd name="T52" fmla="*/ 62 w 128"/>
                <a:gd name="T53" fmla="*/ 34 h 128"/>
                <a:gd name="T54" fmla="*/ 64 w 128"/>
                <a:gd name="T55" fmla="*/ 34 h 128"/>
                <a:gd name="T56" fmla="*/ 67 w 128"/>
                <a:gd name="T57" fmla="*/ 34 h 128"/>
                <a:gd name="T58" fmla="*/ 67 w 128"/>
                <a:gd name="T59" fmla="*/ 21 h 128"/>
                <a:gd name="T60" fmla="*/ 70 w 128"/>
                <a:gd name="T61" fmla="*/ 22 h 128"/>
                <a:gd name="T62" fmla="*/ 70 w 128"/>
                <a:gd name="T63" fmla="*/ 8 h 128"/>
                <a:gd name="T64" fmla="*/ 121 w 128"/>
                <a:gd name="T65" fmla="*/ 58 h 128"/>
                <a:gd name="T66" fmla="*/ 107 w 128"/>
                <a:gd name="T67" fmla="*/ 58 h 128"/>
                <a:gd name="T68" fmla="*/ 107 w 128"/>
                <a:gd name="T69" fmla="*/ 62 h 128"/>
                <a:gd name="T70" fmla="*/ 95 w 128"/>
                <a:gd name="T71" fmla="*/ 62 h 128"/>
                <a:gd name="T72" fmla="*/ 95 w 128"/>
                <a:gd name="T73" fmla="*/ 64 h 128"/>
                <a:gd name="T74" fmla="*/ 95 w 128"/>
                <a:gd name="T75" fmla="*/ 66 h 128"/>
                <a:gd name="T76" fmla="*/ 107 w 128"/>
                <a:gd name="T77" fmla="*/ 66 h 128"/>
                <a:gd name="T78" fmla="*/ 107 w 128"/>
                <a:gd name="T79" fmla="*/ 70 h 128"/>
                <a:gd name="T80" fmla="*/ 121 w 128"/>
                <a:gd name="T81" fmla="*/ 70 h 128"/>
                <a:gd name="T82" fmla="*/ 70 w 128"/>
                <a:gd name="T83" fmla="*/ 12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100" y="128"/>
                    <a:pt x="128" y="99"/>
                    <a:pt x="128" y="64"/>
                  </a:cubicBezTo>
                  <a:cubicBezTo>
                    <a:pt x="128" y="29"/>
                    <a:pt x="100" y="0"/>
                    <a:pt x="64" y="0"/>
                  </a:cubicBezTo>
                  <a:close/>
                  <a:moveTo>
                    <a:pt x="70" y="120"/>
                  </a:moveTo>
                  <a:cubicBezTo>
                    <a:pt x="70" y="107"/>
                    <a:pt x="70" y="107"/>
                    <a:pt x="70" y="107"/>
                  </a:cubicBezTo>
                  <a:cubicBezTo>
                    <a:pt x="69" y="107"/>
                    <a:pt x="68" y="107"/>
                    <a:pt x="67" y="107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66" y="94"/>
                    <a:pt x="65" y="95"/>
                    <a:pt x="64" y="95"/>
                  </a:cubicBezTo>
                  <a:cubicBezTo>
                    <a:pt x="64" y="95"/>
                    <a:pt x="63" y="94"/>
                    <a:pt x="62" y="94"/>
                  </a:cubicBezTo>
                  <a:cubicBezTo>
                    <a:pt x="62" y="107"/>
                    <a:pt x="62" y="107"/>
                    <a:pt x="62" y="107"/>
                  </a:cubicBezTo>
                  <a:cubicBezTo>
                    <a:pt x="61" y="107"/>
                    <a:pt x="60" y="107"/>
                    <a:pt x="59" y="107"/>
                  </a:cubicBezTo>
                  <a:cubicBezTo>
                    <a:pt x="59" y="120"/>
                    <a:pt x="59" y="120"/>
                    <a:pt x="59" y="120"/>
                  </a:cubicBezTo>
                  <a:cubicBezTo>
                    <a:pt x="32" y="118"/>
                    <a:pt x="11" y="96"/>
                    <a:pt x="8" y="70"/>
                  </a:cubicBezTo>
                  <a:cubicBezTo>
                    <a:pt x="22" y="70"/>
                    <a:pt x="22" y="70"/>
                    <a:pt x="22" y="70"/>
                  </a:cubicBezTo>
                  <a:cubicBezTo>
                    <a:pt x="22" y="69"/>
                    <a:pt x="22" y="67"/>
                    <a:pt x="22" y="66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4" y="66"/>
                    <a:pt x="34" y="65"/>
                    <a:pt x="34" y="64"/>
                  </a:cubicBezTo>
                  <a:cubicBezTo>
                    <a:pt x="34" y="63"/>
                    <a:pt x="34" y="63"/>
                    <a:pt x="34" y="62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22" y="61"/>
                    <a:pt x="22" y="60"/>
                    <a:pt x="22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11" y="32"/>
                    <a:pt x="32" y="11"/>
                    <a:pt x="59" y="8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60" y="21"/>
                    <a:pt x="61" y="21"/>
                    <a:pt x="62" y="21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3" y="34"/>
                    <a:pt x="64" y="34"/>
                    <a:pt x="64" y="34"/>
                  </a:cubicBezTo>
                  <a:cubicBezTo>
                    <a:pt x="65" y="34"/>
                    <a:pt x="66" y="34"/>
                    <a:pt x="67" y="34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68" y="21"/>
                    <a:pt x="69" y="21"/>
                    <a:pt x="70" y="22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97" y="11"/>
                    <a:pt x="118" y="32"/>
                    <a:pt x="121" y="58"/>
                  </a:cubicBezTo>
                  <a:cubicBezTo>
                    <a:pt x="107" y="58"/>
                    <a:pt x="107" y="58"/>
                    <a:pt x="107" y="58"/>
                  </a:cubicBezTo>
                  <a:cubicBezTo>
                    <a:pt x="107" y="60"/>
                    <a:pt x="107" y="61"/>
                    <a:pt x="107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95" y="63"/>
                    <a:pt x="95" y="63"/>
                    <a:pt x="95" y="64"/>
                  </a:cubicBezTo>
                  <a:cubicBezTo>
                    <a:pt x="95" y="65"/>
                    <a:pt x="95" y="66"/>
                    <a:pt x="95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67"/>
                    <a:pt x="107" y="69"/>
                    <a:pt x="107" y="70"/>
                  </a:cubicBezTo>
                  <a:cubicBezTo>
                    <a:pt x="121" y="70"/>
                    <a:pt x="121" y="70"/>
                    <a:pt x="121" y="70"/>
                  </a:cubicBezTo>
                  <a:cubicBezTo>
                    <a:pt x="118" y="96"/>
                    <a:pt x="97" y="118"/>
                    <a:pt x="70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5" name="Freeform 6"/>
            <p:cNvSpPr/>
            <p:nvPr/>
          </p:nvSpPr>
          <p:spPr bwMode="auto">
            <a:xfrm>
              <a:off x="1981200" y="509588"/>
              <a:ext cx="187325" cy="169863"/>
            </a:xfrm>
            <a:custGeom>
              <a:avLst/>
              <a:gdLst>
                <a:gd name="T0" fmla="*/ 28 w 49"/>
                <a:gd name="T1" fmla="*/ 28 h 44"/>
                <a:gd name="T2" fmla="*/ 28 w 49"/>
                <a:gd name="T3" fmla="*/ 26 h 44"/>
                <a:gd name="T4" fmla="*/ 35 w 49"/>
                <a:gd name="T5" fmla="*/ 11 h 44"/>
                <a:gd name="T6" fmla="*/ 24 w 49"/>
                <a:gd name="T7" fmla="*/ 0 h 44"/>
                <a:gd name="T8" fmla="*/ 14 w 49"/>
                <a:gd name="T9" fmla="*/ 11 h 44"/>
                <a:gd name="T10" fmla="*/ 21 w 49"/>
                <a:gd name="T11" fmla="*/ 26 h 44"/>
                <a:gd name="T12" fmla="*/ 21 w 49"/>
                <a:gd name="T13" fmla="*/ 28 h 44"/>
                <a:gd name="T14" fmla="*/ 0 w 49"/>
                <a:gd name="T15" fmla="*/ 39 h 44"/>
                <a:gd name="T16" fmla="*/ 24 w 49"/>
                <a:gd name="T17" fmla="*/ 44 h 44"/>
                <a:gd name="T18" fmla="*/ 49 w 49"/>
                <a:gd name="T19" fmla="*/ 39 h 44"/>
                <a:gd name="T20" fmla="*/ 28 w 49"/>
                <a:gd name="T21" fmla="*/ 2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44">
                  <a:moveTo>
                    <a:pt x="28" y="28"/>
                  </a:moveTo>
                  <a:cubicBezTo>
                    <a:pt x="28" y="26"/>
                    <a:pt x="28" y="26"/>
                    <a:pt x="28" y="26"/>
                  </a:cubicBezTo>
                  <a:cubicBezTo>
                    <a:pt x="32" y="23"/>
                    <a:pt x="35" y="16"/>
                    <a:pt x="35" y="11"/>
                  </a:cubicBezTo>
                  <a:cubicBezTo>
                    <a:pt x="35" y="3"/>
                    <a:pt x="29" y="0"/>
                    <a:pt x="24" y="0"/>
                  </a:cubicBezTo>
                  <a:cubicBezTo>
                    <a:pt x="21" y="0"/>
                    <a:pt x="14" y="3"/>
                    <a:pt x="14" y="11"/>
                  </a:cubicBezTo>
                  <a:cubicBezTo>
                    <a:pt x="14" y="16"/>
                    <a:pt x="17" y="23"/>
                    <a:pt x="21" y="26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11" y="28"/>
                    <a:pt x="3" y="33"/>
                    <a:pt x="0" y="39"/>
                  </a:cubicBezTo>
                  <a:cubicBezTo>
                    <a:pt x="7" y="42"/>
                    <a:pt x="15" y="44"/>
                    <a:pt x="24" y="44"/>
                  </a:cubicBezTo>
                  <a:cubicBezTo>
                    <a:pt x="34" y="44"/>
                    <a:pt x="42" y="42"/>
                    <a:pt x="49" y="39"/>
                  </a:cubicBezTo>
                  <a:cubicBezTo>
                    <a:pt x="46" y="33"/>
                    <a:pt x="38" y="28"/>
                    <a:pt x="2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6" name="Freeform 7"/>
            <p:cNvSpPr/>
            <p:nvPr/>
          </p:nvSpPr>
          <p:spPr bwMode="auto">
            <a:xfrm>
              <a:off x="2103438" y="506413"/>
              <a:ext cx="114300" cy="141288"/>
            </a:xfrm>
            <a:custGeom>
              <a:avLst/>
              <a:gdLst>
                <a:gd name="T0" fmla="*/ 13 w 30"/>
                <a:gd name="T1" fmla="*/ 23 h 37"/>
                <a:gd name="T2" fmla="*/ 13 w 30"/>
                <a:gd name="T3" fmla="*/ 22 h 37"/>
                <a:gd name="T4" fmla="*/ 19 w 30"/>
                <a:gd name="T5" fmla="*/ 9 h 37"/>
                <a:gd name="T6" fmla="*/ 10 w 30"/>
                <a:gd name="T7" fmla="*/ 0 h 37"/>
                <a:gd name="T8" fmla="*/ 3 w 30"/>
                <a:gd name="T9" fmla="*/ 4 h 37"/>
                <a:gd name="T10" fmla="*/ 6 w 30"/>
                <a:gd name="T11" fmla="*/ 12 h 37"/>
                <a:gd name="T12" fmla="*/ 4 w 30"/>
                <a:gd name="T13" fmla="*/ 19 h 37"/>
                <a:gd name="T14" fmla="*/ 7 w 30"/>
                <a:gd name="T15" fmla="*/ 22 h 37"/>
                <a:gd name="T16" fmla="*/ 7 w 30"/>
                <a:gd name="T17" fmla="*/ 23 h 37"/>
                <a:gd name="T18" fmla="*/ 2 w 30"/>
                <a:gd name="T19" fmla="*/ 24 h 37"/>
                <a:gd name="T20" fmla="*/ 0 w 30"/>
                <a:gd name="T21" fmla="*/ 27 h 37"/>
                <a:gd name="T22" fmla="*/ 17 w 30"/>
                <a:gd name="T23" fmla="*/ 37 h 37"/>
                <a:gd name="T24" fmla="*/ 30 w 30"/>
                <a:gd name="T25" fmla="*/ 33 h 37"/>
                <a:gd name="T26" fmla="*/ 13 w 30"/>
                <a:gd name="T27" fmla="*/ 23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" h="37">
                  <a:moveTo>
                    <a:pt x="13" y="23"/>
                  </a:moveTo>
                  <a:cubicBezTo>
                    <a:pt x="13" y="22"/>
                    <a:pt x="13" y="22"/>
                    <a:pt x="13" y="22"/>
                  </a:cubicBezTo>
                  <a:cubicBezTo>
                    <a:pt x="17" y="20"/>
                    <a:pt x="19" y="14"/>
                    <a:pt x="19" y="9"/>
                  </a:cubicBezTo>
                  <a:cubicBezTo>
                    <a:pt x="19" y="3"/>
                    <a:pt x="14" y="0"/>
                    <a:pt x="10" y="0"/>
                  </a:cubicBezTo>
                  <a:cubicBezTo>
                    <a:pt x="8" y="0"/>
                    <a:pt x="5" y="1"/>
                    <a:pt x="3" y="4"/>
                  </a:cubicBezTo>
                  <a:cubicBezTo>
                    <a:pt x="5" y="6"/>
                    <a:pt x="6" y="8"/>
                    <a:pt x="6" y="12"/>
                  </a:cubicBezTo>
                  <a:cubicBezTo>
                    <a:pt x="6" y="14"/>
                    <a:pt x="5" y="16"/>
                    <a:pt x="4" y="19"/>
                  </a:cubicBezTo>
                  <a:cubicBezTo>
                    <a:pt x="5" y="20"/>
                    <a:pt x="6" y="21"/>
                    <a:pt x="7" y="22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5" y="23"/>
                    <a:pt x="3" y="24"/>
                    <a:pt x="2" y="24"/>
                  </a:cubicBezTo>
                  <a:cubicBezTo>
                    <a:pt x="1" y="25"/>
                    <a:pt x="0" y="26"/>
                    <a:pt x="0" y="27"/>
                  </a:cubicBezTo>
                  <a:cubicBezTo>
                    <a:pt x="8" y="28"/>
                    <a:pt x="14" y="32"/>
                    <a:pt x="17" y="37"/>
                  </a:cubicBezTo>
                  <a:cubicBezTo>
                    <a:pt x="22" y="36"/>
                    <a:pt x="27" y="35"/>
                    <a:pt x="30" y="33"/>
                  </a:cubicBezTo>
                  <a:cubicBezTo>
                    <a:pt x="28" y="28"/>
                    <a:pt x="22" y="24"/>
                    <a:pt x="1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8"/>
            <p:cNvSpPr/>
            <p:nvPr/>
          </p:nvSpPr>
          <p:spPr bwMode="auto">
            <a:xfrm>
              <a:off x="1931988" y="506413"/>
              <a:ext cx="114300" cy="141288"/>
            </a:xfrm>
            <a:custGeom>
              <a:avLst/>
              <a:gdLst>
                <a:gd name="T0" fmla="*/ 30 w 30"/>
                <a:gd name="T1" fmla="*/ 27 h 37"/>
                <a:gd name="T2" fmla="*/ 28 w 30"/>
                <a:gd name="T3" fmla="*/ 24 h 37"/>
                <a:gd name="T4" fmla="*/ 23 w 30"/>
                <a:gd name="T5" fmla="*/ 23 h 37"/>
                <a:gd name="T6" fmla="*/ 23 w 30"/>
                <a:gd name="T7" fmla="*/ 22 h 37"/>
                <a:gd name="T8" fmla="*/ 26 w 30"/>
                <a:gd name="T9" fmla="*/ 19 h 37"/>
                <a:gd name="T10" fmla="*/ 24 w 30"/>
                <a:gd name="T11" fmla="*/ 12 h 37"/>
                <a:gd name="T12" fmla="*/ 27 w 30"/>
                <a:gd name="T13" fmla="*/ 4 h 37"/>
                <a:gd name="T14" fmla="*/ 20 w 30"/>
                <a:gd name="T15" fmla="*/ 0 h 37"/>
                <a:gd name="T16" fmla="*/ 11 w 30"/>
                <a:gd name="T17" fmla="*/ 9 h 37"/>
                <a:gd name="T18" fmla="*/ 17 w 30"/>
                <a:gd name="T19" fmla="*/ 22 h 37"/>
                <a:gd name="T20" fmla="*/ 17 w 30"/>
                <a:gd name="T21" fmla="*/ 23 h 37"/>
                <a:gd name="T22" fmla="*/ 0 w 30"/>
                <a:gd name="T23" fmla="*/ 33 h 37"/>
                <a:gd name="T24" fmla="*/ 13 w 30"/>
                <a:gd name="T25" fmla="*/ 37 h 37"/>
                <a:gd name="T26" fmla="*/ 30 w 30"/>
                <a:gd name="T27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" h="37">
                  <a:moveTo>
                    <a:pt x="30" y="27"/>
                  </a:moveTo>
                  <a:cubicBezTo>
                    <a:pt x="30" y="26"/>
                    <a:pt x="29" y="25"/>
                    <a:pt x="28" y="24"/>
                  </a:cubicBezTo>
                  <a:cubicBezTo>
                    <a:pt x="27" y="24"/>
                    <a:pt x="25" y="23"/>
                    <a:pt x="23" y="23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4" y="21"/>
                    <a:pt x="25" y="20"/>
                    <a:pt x="26" y="19"/>
                  </a:cubicBezTo>
                  <a:cubicBezTo>
                    <a:pt x="25" y="16"/>
                    <a:pt x="24" y="14"/>
                    <a:pt x="24" y="12"/>
                  </a:cubicBezTo>
                  <a:cubicBezTo>
                    <a:pt x="24" y="8"/>
                    <a:pt x="25" y="6"/>
                    <a:pt x="27" y="4"/>
                  </a:cubicBezTo>
                  <a:cubicBezTo>
                    <a:pt x="25" y="1"/>
                    <a:pt x="22" y="0"/>
                    <a:pt x="20" y="0"/>
                  </a:cubicBezTo>
                  <a:cubicBezTo>
                    <a:pt x="16" y="0"/>
                    <a:pt x="11" y="3"/>
                    <a:pt x="11" y="9"/>
                  </a:cubicBezTo>
                  <a:cubicBezTo>
                    <a:pt x="11" y="14"/>
                    <a:pt x="13" y="20"/>
                    <a:pt x="17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8" y="24"/>
                    <a:pt x="2" y="28"/>
                    <a:pt x="0" y="33"/>
                  </a:cubicBezTo>
                  <a:cubicBezTo>
                    <a:pt x="3" y="35"/>
                    <a:pt x="8" y="36"/>
                    <a:pt x="13" y="37"/>
                  </a:cubicBezTo>
                  <a:cubicBezTo>
                    <a:pt x="16" y="32"/>
                    <a:pt x="22" y="28"/>
                    <a:pt x="3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096283" y="3418785"/>
            <a:ext cx="1839368" cy="1126599"/>
            <a:chOff x="7840658" y="2154917"/>
            <a:chExt cx="4279548" cy="2621192"/>
          </a:xfrm>
          <a:solidFill>
            <a:schemeClr val="bg2"/>
          </a:solidFill>
        </p:grpSpPr>
        <p:sp>
          <p:nvSpPr>
            <p:cNvPr id="38" name="Freeform 5"/>
            <p:cNvSpPr/>
            <p:nvPr/>
          </p:nvSpPr>
          <p:spPr bwMode="auto">
            <a:xfrm>
              <a:off x="7840658" y="2154917"/>
              <a:ext cx="4279548" cy="2621192"/>
            </a:xfrm>
            <a:custGeom>
              <a:avLst/>
              <a:gdLst>
                <a:gd name="T0" fmla="*/ 1174 w 3009"/>
                <a:gd name="T1" fmla="*/ 1833 h 1833"/>
                <a:gd name="T2" fmla="*/ 1270 w 3009"/>
                <a:gd name="T3" fmla="*/ 1826 h 1833"/>
                <a:gd name="T4" fmla="*/ 1675 w 3009"/>
                <a:gd name="T5" fmla="*/ 1594 h 1833"/>
                <a:gd name="T6" fmla="*/ 1997 w 3009"/>
                <a:gd name="T7" fmla="*/ 1748 h 1833"/>
                <a:gd name="T8" fmla="*/ 2071 w 3009"/>
                <a:gd name="T9" fmla="*/ 1741 h 1833"/>
                <a:gd name="T10" fmla="*/ 2352 w 3009"/>
                <a:gd name="T11" fmla="*/ 1474 h 1833"/>
                <a:gd name="T12" fmla="*/ 2512 w 3009"/>
                <a:gd name="T13" fmla="*/ 1492 h 1833"/>
                <a:gd name="T14" fmla="*/ 2932 w 3009"/>
                <a:gd name="T15" fmla="*/ 1262 h 1833"/>
                <a:gd name="T16" fmla="*/ 2921 w 3009"/>
                <a:gd name="T17" fmla="*/ 814 h 1833"/>
                <a:gd name="T18" fmla="*/ 2619 w 3009"/>
                <a:gd name="T19" fmla="*/ 620 h 1833"/>
                <a:gd name="T20" fmla="*/ 2584 w 3009"/>
                <a:gd name="T21" fmla="*/ 622 h 1833"/>
                <a:gd name="T22" fmla="*/ 2298 w 3009"/>
                <a:gd name="T23" fmla="*/ 409 h 1833"/>
                <a:gd name="T24" fmla="*/ 2209 w 3009"/>
                <a:gd name="T25" fmla="*/ 418 h 1833"/>
                <a:gd name="T26" fmla="*/ 1710 w 3009"/>
                <a:gd name="T27" fmla="*/ 0 h 1833"/>
                <a:gd name="T28" fmla="*/ 1682 w 3009"/>
                <a:gd name="T29" fmla="*/ 0 h 1833"/>
                <a:gd name="T30" fmla="*/ 1198 w 3009"/>
                <a:gd name="T31" fmla="*/ 254 h 1833"/>
                <a:gd name="T32" fmla="*/ 972 w 3009"/>
                <a:gd name="T33" fmla="*/ 208 h 1833"/>
                <a:gd name="T34" fmla="*/ 693 w 3009"/>
                <a:gd name="T35" fmla="*/ 311 h 1833"/>
                <a:gd name="T36" fmla="*/ 531 w 3009"/>
                <a:gd name="T37" fmla="*/ 680 h 1833"/>
                <a:gd name="T38" fmla="*/ 474 w 3009"/>
                <a:gd name="T39" fmla="*/ 677 h 1833"/>
                <a:gd name="T40" fmla="*/ 85 w 3009"/>
                <a:gd name="T41" fmla="*/ 848 h 1833"/>
                <a:gd name="T42" fmla="*/ 69 w 3009"/>
                <a:gd name="T43" fmla="*/ 1244 h 1833"/>
                <a:gd name="T44" fmla="*/ 350 w 3009"/>
                <a:gd name="T45" fmla="*/ 1449 h 1833"/>
                <a:gd name="T46" fmla="*/ 603 w 3009"/>
                <a:gd name="T47" fmla="*/ 1585 h 1833"/>
                <a:gd name="T48" fmla="*/ 735 w 3009"/>
                <a:gd name="T49" fmla="*/ 1564 h 1833"/>
                <a:gd name="T50" fmla="*/ 1174 w 3009"/>
                <a:gd name="T51" fmla="*/ 1833 h 1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09" h="1833">
                  <a:moveTo>
                    <a:pt x="1174" y="1833"/>
                  </a:moveTo>
                  <a:cubicBezTo>
                    <a:pt x="1205" y="1833"/>
                    <a:pt x="1237" y="1831"/>
                    <a:pt x="1270" y="1826"/>
                  </a:cubicBezTo>
                  <a:cubicBezTo>
                    <a:pt x="1563" y="1783"/>
                    <a:pt x="1649" y="1663"/>
                    <a:pt x="1675" y="1594"/>
                  </a:cubicBezTo>
                  <a:cubicBezTo>
                    <a:pt x="1724" y="1650"/>
                    <a:pt x="1833" y="1748"/>
                    <a:pt x="1997" y="1748"/>
                  </a:cubicBezTo>
                  <a:cubicBezTo>
                    <a:pt x="2021" y="1748"/>
                    <a:pt x="2046" y="1746"/>
                    <a:pt x="2071" y="1741"/>
                  </a:cubicBezTo>
                  <a:cubicBezTo>
                    <a:pt x="2291" y="1703"/>
                    <a:pt x="2341" y="1539"/>
                    <a:pt x="2352" y="1474"/>
                  </a:cubicBezTo>
                  <a:cubicBezTo>
                    <a:pt x="2384" y="1481"/>
                    <a:pt x="2442" y="1492"/>
                    <a:pt x="2512" y="1492"/>
                  </a:cubicBezTo>
                  <a:cubicBezTo>
                    <a:pt x="2646" y="1492"/>
                    <a:pt x="2827" y="1452"/>
                    <a:pt x="2932" y="1262"/>
                  </a:cubicBezTo>
                  <a:cubicBezTo>
                    <a:pt x="3009" y="1123"/>
                    <a:pt x="3005" y="955"/>
                    <a:pt x="2921" y="814"/>
                  </a:cubicBezTo>
                  <a:cubicBezTo>
                    <a:pt x="2850" y="694"/>
                    <a:pt x="2734" y="620"/>
                    <a:pt x="2619" y="620"/>
                  </a:cubicBezTo>
                  <a:cubicBezTo>
                    <a:pt x="2607" y="620"/>
                    <a:pt x="2596" y="620"/>
                    <a:pt x="2584" y="622"/>
                  </a:cubicBezTo>
                  <a:cubicBezTo>
                    <a:pt x="2566" y="565"/>
                    <a:pt x="2499" y="409"/>
                    <a:pt x="2298" y="409"/>
                  </a:cubicBezTo>
                  <a:cubicBezTo>
                    <a:pt x="2270" y="409"/>
                    <a:pt x="2240" y="412"/>
                    <a:pt x="2209" y="418"/>
                  </a:cubicBezTo>
                  <a:cubicBezTo>
                    <a:pt x="2192" y="328"/>
                    <a:pt x="2104" y="13"/>
                    <a:pt x="1710" y="0"/>
                  </a:cubicBezTo>
                  <a:cubicBezTo>
                    <a:pt x="1700" y="0"/>
                    <a:pt x="1691" y="0"/>
                    <a:pt x="1682" y="0"/>
                  </a:cubicBezTo>
                  <a:cubicBezTo>
                    <a:pt x="1356" y="0"/>
                    <a:pt x="1231" y="189"/>
                    <a:pt x="1198" y="254"/>
                  </a:cubicBezTo>
                  <a:cubicBezTo>
                    <a:pt x="1160" y="238"/>
                    <a:pt x="1073" y="208"/>
                    <a:pt x="972" y="208"/>
                  </a:cubicBezTo>
                  <a:cubicBezTo>
                    <a:pt x="862" y="208"/>
                    <a:pt x="768" y="243"/>
                    <a:pt x="693" y="311"/>
                  </a:cubicBezTo>
                  <a:cubicBezTo>
                    <a:pt x="525" y="463"/>
                    <a:pt x="522" y="615"/>
                    <a:pt x="531" y="680"/>
                  </a:cubicBezTo>
                  <a:cubicBezTo>
                    <a:pt x="516" y="678"/>
                    <a:pt x="497" y="677"/>
                    <a:pt x="474" y="677"/>
                  </a:cubicBezTo>
                  <a:cubicBezTo>
                    <a:pt x="377" y="677"/>
                    <a:pt x="196" y="700"/>
                    <a:pt x="85" y="848"/>
                  </a:cubicBezTo>
                  <a:cubicBezTo>
                    <a:pt x="6" y="954"/>
                    <a:pt x="0" y="1106"/>
                    <a:pt x="69" y="1244"/>
                  </a:cubicBezTo>
                  <a:cubicBezTo>
                    <a:pt x="131" y="1368"/>
                    <a:pt x="238" y="1446"/>
                    <a:pt x="350" y="1449"/>
                  </a:cubicBezTo>
                  <a:cubicBezTo>
                    <a:pt x="371" y="1485"/>
                    <a:pt x="445" y="1585"/>
                    <a:pt x="603" y="1585"/>
                  </a:cubicBezTo>
                  <a:cubicBezTo>
                    <a:pt x="644" y="1585"/>
                    <a:pt x="689" y="1578"/>
                    <a:pt x="735" y="1564"/>
                  </a:cubicBezTo>
                  <a:cubicBezTo>
                    <a:pt x="767" y="1628"/>
                    <a:pt x="890" y="1833"/>
                    <a:pt x="1174" y="1833"/>
                  </a:cubicBezTo>
                  <a:close/>
                </a:path>
              </a:pathLst>
            </a:custGeom>
            <a:grpFill/>
            <a:ln w="4445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9" name="Subtitle 4"/>
            <p:cNvSpPr txBox="1"/>
            <p:nvPr/>
          </p:nvSpPr>
          <p:spPr>
            <a:xfrm>
              <a:off x="8026559" y="3273294"/>
              <a:ext cx="3980170" cy="85214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id-ID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Our Process</a:t>
              </a:r>
              <a:endPara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458626" y="2190607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1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291493" y="2445764"/>
            <a:ext cx="2217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538181" y="3677137"/>
            <a:ext cx="10711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2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91887" y="3932294"/>
            <a:ext cx="2217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37787" y="5243611"/>
            <a:ext cx="10711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3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291493" y="5498768"/>
            <a:ext cx="2217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551855" y="2189625"/>
            <a:ext cx="10711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4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551855" y="2444782"/>
            <a:ext cx="2301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417722" y="3677137"/>
            <a:ext cx="10711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5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417722" y="3932294"/>
            <a:ext cx="2301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569919" y="5243611"/>
            <a:ext cx="10711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Content 6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569919" y="5498768"/>
            <a:ext cx="2301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Lorem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Ipsum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is not simply random text.</a:t>
            </a: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9" grpId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Gantt Chart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Progress Review</a:t>
            </a:r>
            <a:endParaRPr lang="id-ID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5831" y="3014919"/>
          <a:ext cx="11164765" cy="22389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592"/>
                <a:gridCol w="367645"/>
                <a:gridCol w="358219"/>
                <a:gridCol w="367645"/>
                <a:gridCol w="339365"/>
                <a:gridCol w="348792"/>
                <a:gridCol w="358218"/>
                <a:gridCol w="358219"/>
                <a:gridCol w="358218"/>
                <a:gridCol w="339365"/>
                <a:gridCol w="358219"/>
                <a:gridCol w="348792"/>
                <a:gridCol w="358218"/>
                <a:gridCol w="367646"/>
                <a:gridCol w="348791"/>
                <a:gridCol w="348792"/>
                <a:gridCol w="367645"/>
                <a:gridCol w="367646"/>
                <a:gridCol w="329938"/>
                <a:gridCol w="367645"/>
                <a:gridCol w="339365"/>
                <a:gridCol w="377072"/>
                <a:gridCol w="348792"/>
                <a:gridCol w="348792"/>
                <a:gridCol w="358218"/>
                <a:gridCol w="358219"/>
                <a:gridCol w="358219"/>
                <a:gridCol w="339364"/>
                <a:gridCol w="368114"/>
              </a:tblGrid>
              <a:tr h="319843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One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  <a:tr h="319843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Two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  <a:tr h="319843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Three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  <a:tr h="319843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Four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  <a:tr h="319843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Five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  <a:tr h="319843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Six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  <a:tr h="319843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Step Seven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7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66011" y="2142592"/>
          <a:ext cx="9944116" cy="779749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  <a:gridCol w="355147"/>
              </a:tblGrid>
              <a:tr h="427688">
                <a:tc gridSpan="7">
                  <a:txBody>
                    <a:bodyPr/>
                    <a:lstStyle/>
                    <a:p>
                      <a:pPr algn="ctr"/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1st Week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2nd Week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3rd Week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4th</a:t>
                      </a:r>
                      <a:r>
                        <a:rPr lang="id-ID" sz="1600" b="1" cap="none" spc="0" baseline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 Week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</a:tr>
              <a:tr h="352061"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1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2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3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4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5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6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7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1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2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3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4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5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6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7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1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2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3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4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5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6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7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1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2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3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4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5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6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500" b="0" cap="none" spc="0" dirty="0">
                          <a:ln w="0"/>
                          <a:solidFill>
                            <a:schemeClr val="tx2"/>
                          </a:solidFill>
                          <a:effectLst/>
                          <a:latin typeface="Aa楷体" panose="02000500000000000000" pitchFamily="2" charset="-122"/>
                        </a:rPr>
                        <a:t>7</a:t>
                      </a:r>
                      <a:endParaRPr lang="pl-PL" sz="1500" b="0" cap="none" spc="0" dirty="0">
                        <a:ln w="0"/>
                        <a:solidFill>
                          <a:schemeClr val="tx2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952360" y="584576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0908" y="584576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2133" y="584576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71383" y="584576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42735" y="5684908"/>
            <a:ext cx="160532" cy="1605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C9C9C9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61283" y="5684908"/>
            <a:ext cx="160532" cy="1605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C9C9C9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02508" y="5684908"/>
            <a:ext cx="160532" cy="1605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C9C9C9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61758" y="5684908"/>
            <a:ext cx="160532" cy="1605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C9C9C9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4471779" y="2286284"/>
            <a:ext cx="3250029" cy="3250029"/>
          </a:xfrm>
          <a:prstGeom prst="ellipse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172142" y="1986647"/>
            <a:ext cx="3849304" cy="3849304"/>
          </a:xfrm>
          <a:prstGeom prst="ellipse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Cloud Diagram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5 Step process</a:t>
            </a:r>
            <a:endParaRPr lang="id-ID" dirty="0"/>
          </a:p>
        </p:txBody>
      </p:sp>
      <p:sp>
        <p:nvSpPr>
          <p:cNvPr id="7" name="Freeform 5"/>
          <p:cNvSpPr/>
          <p:nvPr/>
        </p:nvSpPr>
        <p:spPr bwMode="auto">
          <a:xfrm>
            <a:off x="4969268" y="4687283"/>
            <a:ext cx="2295881" cy="1399852"/>
          </a:xfrm>
          <a:custGeom>
            <a:avLst/>
            <a:gdLst>
              <a:gd name="T0" fmla="*/ 855 w 1403"/>
              <a:gd name="T1" fmla="*/ 855 h 855"/>
              <a:gd name="T2" fmla="*/ 811 w 1403"/>
              <a:gd name="T3" fmla="*/ 851 h 855"/>
              <a:gd name="T4" fmla="*/ 622 w 1403"/>
              <a:gd name="T5" fmla="*/ 743 h 855"/>
              <a:gd name="T6" fmla="*/ 472 w 1403"/>
              <a:gd name="T7" fmla="*/ 815 h 855"/>
              <a:gd name="T8" fmla="*/ 437 w 1403"/>
              <a:gd name="T9" fmla="*/ 812 h 855"/>
              <a:gd name="T10" fmla="*/ 306 w 1403"/>
              <a:gd name="T11" fmla="*/ 687 h 855"/>
              <a:gd name="T12" fmla="*/ 232 w 1403"/>
              <a:gd name="T13" fmla="*/ 696 h 855"/>
              <a:gd name="T14" fmla="*/ 36 w 1403"/>
              <a:gd name="T15" fmla="*/ 589 h 855"/>
              <a:gd name="T16" fmla="*/ 41 w 1403"/>
              <a:gd name="T17" fmla="*/ 380 h 855"/>
              <a:gd name="T18" fmla="*/ 182 w 1403"/>
              <a:gd name="T19" fmla="*/ 289 h 855"/>
              <a:gd name="T20" fmla="*/ 198 w 1403"/>
              <a:gd name="T21" fmla="*/ 290 h 855"/>
              <a:gd name="T22" fmla="*/ 331 w 1403"/>
              <a:gd name="T23" fmla="*/ 191 h 855"/>
              <a:gd name="T24" fmla="*/ 373 w 1403"/>
              <a:gd name="T25" fmla="*/ 196 h 855"/>
              <a:gd name="T26" fmla="*/ 606 w 1403"/>
              <a:gd name="T27" fmla="*/ 1 h 855"/>
              <a:gd name="T28" fmla="*/ 619 w 1403"/>
              <a:gd name="T29" fmla="*/ 0 h 855"/>
              <a:gd name="T30" fmla="*/ 844 w 1403"/>
              <a:gd name="T31" fmla="*/ 119 h 855"/>
              <a:gd name="T32" fmla="*/ 950 w 1403"/>
              <a:gd name="T33" fmla="*/ 98 h 855"/>
              <a:gd name="T34" fmla="*/ 1080 w 1403"/>
              <a:gd name="T35" fmla="*/ 146 h 855"/>
              <a:gd name="T36" fmla="*/ 1155 w 1403"/>
              <a:gd name="T37" fmla="*/ 317 h 855"/>
              <a:gd name="T38" fmla="*/ 1181 w 1403"/>
              <a:gd name="T39" fmla="*/ 316 h 855"/>
              <a:gd name="T40" fmla="*/ 1363 w 1403"/>
              <a:gd name="T41" fmla="*/ 396 h 855"/>
              <a:gd name="T42" fmla="*/ 1370 w 1403"/>
              <a:gd name="T43" fmla="*/ 580 h 855"/>
              <a:gd name="T44" fmla="*/ 1240 w 1403"/>
              <a:gd name="T45" fmla="*/ 676 h 855"/>
              <a:gd name="T46" fmla="*/ 1121 w 1403"/>
              <a:gd name="T47" fmla="*/ 739 h 855"/>
              <a:gd name="T48" fmla="*/ 1060 w 1403"/>
              <a:gd name="T49" fmla="*/ 730 h 855"/>
              <a:gd name="T50" fmla="*/ 855 w 1403"/>
              <a:gd name="T51" fmla="*/ 855 h 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03" h="855">
                <a:moveTo>
                  <a:pt x="855" y="855"/>
                </a:moveTo>
                <a:cubicBezTo>
                  <a:pt x="841" y="855"/>
                  <a:pt x="826" y="854"/>
                  <a:pt x="811" y="851"/>
                </a:cubicBezTo>
                <a:cubicBezTo>
                  <a:pt x="674" y="831"/>
                  <a:pt x="634" y="775"/>
                  <a:pt x="622" y="743"/>
                </a:cubicBezTo>
                <a:cubicBezTo>
                  <a:pt x="599" y="769"/>
                  <a:pt x="548" y="815"/>
                  <a:pt x="472" y="815"/>
                </a:cubicBezTo>
                <a:cubicBezTo>
                  <a:pt x="461" y="815"/>
                  <a:pt x="449" y="814"/>
                  <a:pt x="437" y="812"/>
                </a:cubicBezTo>
                <a:cubicBezTo>
                  <a:pt x="335" y="794"/>
                  <a:pt x="312" y="718"/>
                  <a:pt x="306" y="687"/>
                </a:cubicBezTo>
                <a:cubicBezTo>
                  <a:pt x="292" y="691"/>
                  <a:pt x="264" y="696"/>
                  <a:pt x="232" y="696"/>
                </a:cubicBezTo>
                <a:cubicBezTo>
                  <a:pt x="170" y="696"/>
                  <a:pt x="85" y="677"/>
                  <a:pt x="36" y="589"/>
                </a:cubicBezTo>
                <a:cubicBezTo>
                  <a:pt x="0" y="524"/>
                  <a:pt x="2" y="446"/>
                  <a:pt x="41" y="380"/>
                </a:cubicBezTo>
                <a:cubicBezTo>
                  <a:pt x="74" y="324"/>
                  <a:pt x="128" y="289"/>
                  <a:pt x="182" y="289"/>
                </a:cubicBezTo>
                <a:cubicBezTo>
                  <a:pt x="188" y="289"/>
                  <a:pt x="193" y="290"/>
                  <a:pt x="198" y="290"/>
                </a:cubicBezTo>
                <a:cubicBezTo>
                  <a:pt x="207" y="264"/>
                  <a:pt x="238" y="191"/>
                  <a:pt x="331" y="191"/>
                </a:cubicBezTo>
                <a:cubicBezTo>
                  <a:pt x="345" y="191"/>
                  <a:pt x="359" y="193"/>
                  <a:pt x="373" y="196"/>
                </a:cubicBezTo>
                <a:cubicBezTo>
                  <a:pt x="381" y="153"/>
                  <a:pt x="422" y="6"/>
                  <a:pt x="606" y="1"/>
                </a:cubicBezTo>
                <a:cubicBezTo>
                  <a:pt x="610" y="0"/>
                  <a:pt x="615" y="0"/>
                  <a:pt x="619" y="0"/>
                </a:cubicBezTo>
                <a:cubicBezTo>
                  <a:pt x="771" y="0"/>
                  <a:pt x="829" y="89"/>
                  <a:pt x="844" y="119"/>
                </a:cubicBezTo>
                <a:cubicBezTo>
                  <a:pt x="862" y="111"/>
                  <a:pt x="902" y="98"/>
                  <a:pt x="950" y="98"/>
                </a:cubicBezTo>
                <a:cubicBezTo>
                  <a:pt x="1001" y="98"/>
                  <a:pt x="1044" y="114"/>
                  <a:pt x="1080" y="146"/>
                </a:cubicBezTo>
                <a:cubicBezTo>
                  <a:pt x="1158" y="216"/>
                  <a:pt x="1159" y="287"/>
                  <a:pt x="1155" y="317"/>
                </a:cubicBezTo>
                <a:cubicBezTo>
                  <a:pt x="1162" y="317"/>
                  <a:pt x="1171" y="316"/>
                  <a:pt x="1181" y="316"/>
                </a:cubicBezTo>
                <a:cubicBezTo>
                  <a:pt x="1227" y="316"/>
                  <a:pt x="1311" y="327"/>
                  <a:pt x="1363" y="396"/>
                </a:cubicBezTo>
                <a:cubicBezTo>
                  <a:pt x="1400" y="445"/>
                  <a:pt x="1403" y="516"/>
                  <a:pt x="1370" y="580"/>
                </a:cubicBezTo>
                <a:cubicBezTo>
                  <a:pt x="1342" y="638"/>
                  <a:pt x="1292" y="674"/>
                  <a:pt x="1240" y="676"/>
                </a:cubicBezTo>
                <a:cubicBezTo>
                  <a:pt x="1230" y="693"/>
                  <a:pt x="1195" y="739"/>
                  <a:pt x="1121" y="739"/>
                </a:cubicBezTo>
                <a:cubicBezTo>
                  <a:pt x="1102" y="739"/>
                  <a:pt x="1082" y="736"/>
                  <a:pt x="1060" y="730"/>
                </a:cubicBezTo>
                <a:cubicBezTo>
                  <a:pt x="1045" y="759"/>
                  <a:pt x="988" y="855"/>
                  <a:pt x="855" y="8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Freeform 6"/>
          <p:cNvSpPr/>
          <p:nvPr/>
        </p:nvSpPr>
        <p:spPr bwMode="auto">
          <a:xfrm>
            <a:off x="6791718" y="3555627"/>
            <a:ext cx="2047875" cy="1247775"/>
          </a:xfrm>
          <a:custGeom>
            <a:avLst/>
            <a:gdLst>
              <a:gd name="T0" fmla="*/ 745 w 1222"/>
              <a:gd name="T1" fmla="*/ 744 h 744"/>
              <a:gd name="T2" fmla="*/ 706 w 1222"/>
              <a:gd name="T3" fmla="*/ 742 h 744"/>
              <a:gd name="T4" fmla="*/ 542 w 1222"/>
              <a:gd name="T5" fmla="*/ 647 h 744"/>
              <a:gd name="T6" fmla="*/ 411 w 1222"/>
              <a:gd name="T7" fmla="*/ 710 h 744"/>
              <a:gd name="T8" fmla="*/ 381 w 1222"/>
              <a:gd name="T9" fmla="*/ 707 h 744"/>
              <a:gd name="T10" fmla="*/ 267 w 1222"/>
              <a:gd name="T11" fmla="*/ 599 h 744"/>
              <a:gd name="T12" fmla="*/ 202 w 1222"/>
              <a:gd name="T13" fmla="*/ 606 h 744"/>
              <a:gd name="T14" fmla="*/ 31 w 1222"/>
              <a:gd name="T15" fmla="*/ 512 h 744"/>
              <a:gd name="T16" fmla="*/ 36 w 1222"/>
              <a:gd name="T17" fmla="*/ 330 h 744"/>
              <a:gd name="T18" fmla="*/ 159 w 1222"/>
              <a:gd name="T19" fmla="*/ 252 h 744"/>
              <a:gd name="T20" fmla="*/ 173 w 1222"/>
              <a:gd name="T21" fmla="*/ 252 h 744"/>
              <a:gd name="T22" fmla="*/ 289 w 1222"/>
              <a:gd name="T23" fmla="*/ 166 h 744"/>
              <a:gd name="T24" fmla="*/ 325 w 1222"/>
              <a:gd name="T25" fmla="*/ 170 h 744"/>
              <a:gd name="T26" fmla="*/ 528 w 1222"/>
              <a:gd name="T27" fmla="*/ 0 h 744"/>
              <a:gd name="T28" fmla="*/ 539 w 1222"/>
              <a:gd name="T29" fmla="*/ 0 h 744"/>
              <a:gd name="T30" fmla="*/ 736 w 1222"/>
              <a:gd name="T31" fmla="*/ 103 h 744"/>
              <a:gd name="T32" fmla="*/ 828 w 1222"/>
              <a:gd name="T33" fmla="*/ 84 h 744"/>
              <a:gd name="T34" fmla="*/ 941 w 1222"/>
              <a:gd name="T35" fmla="*/ 126 h 744"/>
              <a:gd name="T36" fmla="*/ 1007 w 1222"/>
              <a:gd name="T37" fmla="*/ 276 h 744"/>
              <a:gd name="T38" fmla="*/ 1030 w 1222"/>
              <a:gd name="T39" fmla="*/ 275 h 744"/>
              <a:gd name="T40" fmla="*/ 1188 w 1222"/>
              <a:gd name="T41" fmla="*/ 344 h 744"/>
              <a:gd name="T42" fmla="*/ 1194 w 1222"/>
              <a:gd name="T43" fmla="*/ 505 h 744"/>
              <a:gd name="T44" fmla="*/ 1080 w 1222"/>
              <a:gd name="T45" fmla="*/ 588 h 744"/>
              <a:gd name="T46" fmla="*/ 977 w 1222"/>
              <a:gd name="T47" fmla="*/ 644 h 744"/>
              <a:gd name="T48" fmla="*/ 924 w 1222"/>
              <a:gd name="T49" fmla="*/ 635 h 744"/>
              <a:gd name="T50" fmla="*/ 745 w 1222"/>
              <a:gd name="T51" fmla="*/ 74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22" h="744">
                <a:moveTo>
                  <a:pt x="745" y="744"/>
                </a:moveTo>
                <a:cubicBezTo>
                  <a:pt x="733" y="744"/>
                  <a:pt x="720" y="743"/>
                  <a:pt x="706" y="742"/>
                </a:cubicBezTo>
                <a:cubicBezTo>
                  <a:pt x="588" y="724"/>
                  <a:pt x="552" y="675"/>
                  <a:pt x="542" y="647"/>
                </a:cubicBezTo>
                <a:cubicBezTo>
                  <a:pt x="522" y="670"/>
                  <a:pt x="478" y="710"/>
                  <a:pt x="411" y="710"/>
                </a:cubicBezTo>
                <a:cubicBezTo>
                  <a:pt x="401" y="710"/>
                  <a:pt x="391" y="709"/>
                  <a:pt x="381" y="707"/>
                </a:cubicBezTo>
                <a:cubicBezTo>
                  <a:pt x="292" y="692"/>
                  <a:pt x="271" y="625"/>
                  <a:pt x="267" y="599"/>
                </a:cubicBezTo>
                <a:cubicBezTo>
                  <a:pt x="254" y="601"/>
                  <a:pt x="230" y="606"/>
                  <a:pt x="202" y="606"/>
                </a:cubicBezTo>
                <a:cubicBezTo>
                  <a:pt x="148" y="606"/>
                  <a:pt x="74" y="590"/>
                  <a:pt x="31" y="512"/>
                </a:cubicBezTo>
                <a:cubicBezTo>
                  <a:pt x="0" y="456"/>
                  <a:pt x="2" y="388"/>
                  <a:pt x="36" y="330"/>
                </a:cubicBezTo>
                <a:cubicBezTo>
                  <a:pt x="65" y="282"/>
                  <a:pt x="112" y="252"/>
                  <a:pt x="159" y="252"/>
                </a:cubicBezTo>
                <a:cubicBezTo>
                  <a:pt x="163" y="252"/>
                  <a:pt x="168" y="252"/>
                  <a:pt x="173" y="252"/>
                </a:cubicBezTo>
                <a:cubicBezTo>
                  <a:pt x="180" y="229"/>
                  <a:pt x="207" y="166"/>
                  <a:pt x="289" y="166"/>
                </a:cubicBezTo>
                <a:cubicBezTo>
                  <a:pt x="300" y="166"/>
                  <a:pt x="312" y="167"/>
                  <a:pt x="325" y="170"/>
                </a:cubicBezTo>
                <a:cubicBezTo>
                  <a:pt x="332" y="133"/>
                  <a:pt x="368" y="5"/>
                  <a:pt x="528" y="0"/>
                </a:cubicBezTo>
                <a:cubicBezTo>
                  <a:pt x="532" y="0"/>
                  <a:pt x="536" y="0"/>
                  <a:pt x="539" y="0"/>
                </a:cubicBezTo>
                <a:cubicBezTo>
                  <a:pt x="672" y="0"/>
                  <a:pt x="723" y="77"/>
                  <a:pt x="736" y="103"/>
                </a:cubicBezTo>
                <a:cubicBezTo>
                  <a:pt x="751" y="97"/>
                  <a:pt x="786" y="84"/>
                  <a:pt x="828" y="84"/>
                </a:cubicBezTo>
                <a:cubicBezTo>
                  <a:pt x="872" y="84"/>
                  <a:pt x="910" y="99"/>
                  <a:pt x="941" y="126"/>
                </a:cubicBezTo>
                <a:cubicBezTo>
                  <a:pt x="1009" y="188"/>
                  <a:pt x="1010" y="250"/>
                  <a:pt x="1007" y="276"/>
                </a:cubicBezTo>
                <a:cubicBezTo>
                  <a:pt x="1013" y="275"/>
                  <a:pt x="1021" y="275"/>
                  <a:pt x="1030" y="275"/>
                </a:cubicBezTo>
                <a:cubicBezTo>
                  <a:pt x="1069" y="275"/>
                  <a:pt x="1143" y="284"/>
                  <a:pt x="1188" y="344"/>
                </a:cubicBezTo>
                <a:cubicBezTo>
                  <a:pt x="1220" y="387"/>
                  <a:pt x="1222" y="449"/>
                  <a:pt x="1194" y="505"/>
                </a:cubicBezTo>
                <a:cubicBezTo>
                  <a:pt x="1169" y="556"/>
                  <a:pt x="1126" y="587"/>
                  <a:pt x="1080" y="588"/>
                </a:cubicBezTo>
                <a:cubicBezTo>
                  <a:pt x="1072" y="603"/>
                  <a:pt x="1041" y="644"/>
                  <a:pt x="977" y="644"/>
                </a:cubicBezTo>
                <a:cubicBezTo>
                  <a:pt x="961" y="644"/>
                  <a:pt x="943" y="641"/>
                  <a:pt x="924" y="635"/>
                </a:cubicBezTo>
                <a:cubicBezTo>
                  <a:pt x="911" y="661"/>
                  <a:pt x="861" y="744"/>
                  <a:pt x="745" y="74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Freeform 7"/>
          <p:cNvSpPr/>
          <p:nvPr/>
        </p:nvSpPr>
        <p:spPr bwMode="auto">
          <a:xfrm>
            <a:off x="6371476" y="1992313"/>
            <a:ext cx="1674813" cy="1020763"/>
          </a:xfrm>
          <a:custGeom>
            <a:avLst/>
            <a:gdLst>
              <a:gd name="T0" fmla="*/ 609 w 999"/>
              <a:gd name="T1" fmla="*/ 609 h 609"/>
              <a:gd name="T2" fmla="*/ 577 w 999"/>
              <a:gd name="T3" fmla="*/ 606 h 609"/>
              <a:gd name="T4" fmla="*/ 443 w 999"/>
              <a:gd name="T5" fmla="*/ 529 h 609"/>
              <a:gd name="T6" fmla="*/ 336 w 999"/>
              <a:gd name="T7" fmla="*/ 580 h 609"/>
              <a:gd name="T8" fmla="*/ 312 w 999"/>
              <a:gd name="T9" fmla="*/ 578 h 609"/>
              <a:gd name="T10" fmla="*/ 218 w 999"/>
              <a:gd name="T11" fmla="*/ 489 h 609"/>
              <a:gd name="T12" fmla="*/ 165 w 999"/>
              <a:gd name="T13" fmla="*/ 495 h 609"/>
              <a:gd name="T14" fmla="*/ 26 w 999"/>
              <a:gd name="T15" fmla="*/ 419 h 609"/>
              <a:gd name="T16" fmla="*/ 30 w 999"/>
              <a:gd name="T17" fmla="*/ 270 h 609"/>
              <a:gd name="T18" fmla="*/ 130 w 999"/>
              <a:gd name="T19" fmla="*/ 206 h 609"/>
              <a:gd name="T20" fmla="*/ 141 w 999"/>
              <a:gd name="T21" fmla="*/ 206 h 609"/>
              <a:gd name="T22" fmla="*/ 236 w 999"/>
              <a:gd name="T23" fmla="*/ 136 h 609"/>
              <a:gd name="T24" fmla="*/ 266 w 999"/>
              <a:gd name="T25" fmla="*/ 139 h 609"/>
              <a:gd name="T26" fmla="*/ 431 w 999"/>
              <a:gd name="T27" fmla="*/ 0 h 609"/>
              <a:gd name="T28" fmla="*/ 441 w 999"/>
              <a:gd name="T29" fmla="*/ 0 h 609"/>
              <a:gd name="T30" fmla="*/ 602 w 999"/>
              <a:gd name="T31" fmla="*/ 84 h 609"/>
              <a:gd name="T32" fmla="*/ 676 w 999"/>
              <a:gd name="T33" fmla="*/ 69 h 609"/>
              <a:gd name="T34" fmla="*/ 769 w 999"/>
              <a:gd name="T35" fmla="*/ 103 h 609"/>
              <a:gd name="T36" fmla="*/ 823 w 999"/>
              <a:gd name="T37" fmla="*/ 226 h 609"/>
              <a:gd name="T38" fmla="*/ 842 w 999"/>
              <a:gd name="T39" fmla="*/ 225 h 609"/>
              <a:gd name="T40" fmla="*/ 971 w 999"/>
              <a:gd name="T41" fmla="*/ 282 h 609"/>
              <a:gd name="T42" fmla="*/ 976 w 999"/>
              <a:gd name="T43" fmla="*/ 413 h 609"/>
              <a:gd name="T44" fmla="*/ 883 w 999"/>
              <a:gd name="T45" fmla="*/ 481 h 609"/>
              <a:gd name="T46" fmla="*/ 799 w 999"/>
              <a:gd name="T47" fmla="*/ 526 h 609"/>
              <a:gd name="T48" fmla="*/ 755 w 999"/>
              <a:gd name="T49" fmla="*/ 519 h 609"/>
              <a:gd name="T50" fmla="*/ 609 w 999"/>
              <a:gd name="T51" fmla="*/ 609 h 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999" h="609">
                <a:moveTo>
                  <a:pt x="609" y="609"/>
                </a:moveTo>
                <a:cubicBezTo>
                  <a:pt x="599" y="609"/>
                  <a:pt x="588" y="608"/>
                  <a:pt x="577" y="606"/>
                </a:cubicBezTo>
                <a:cubicBezTo>
                  <a:pt x="480" y="592"/>
                  <a:pt x="452" y="552"/>
                  <a:pt x="443" y="529"/>
                </a:cubicBezTo>
                <a:cubicBezTo>
                  <a:pt x="427" y="548"/>
                  <a:pt x="391" y="580"/>
                  <a:pt x="336" y="580"/>
                </a:cubicBezTo>
                <a:cubicBezTo>
                  <a:pt x="328" y="580"/>
                  <a:pt x="320" y="579"/>
                  <a:pt x="312" y="578"/>
                </a:cubicBezTo>
                <a:cubicBezTo>
                  <a:pt x="239" y="565"/>
                  <a:pt x="222" y="511"/>
                  <a:pt x="218" y="489"/>
                </a:cubicBezTo>
                <a:cubicBezTo>
                  <a:pt x="208" y="492"/>
                  <a:pt x="188" y="495"/>
                  <a:pt x="165" y="495"/>
                </a:cubicBezTo>
                <a:cubicBezTo>
                  <a:pt x="121" y="495"/>
                  <a:pt x="61" y="482"/>
                  <a:pt x="26" y="419"/>
                </a:cubicBezTo>
                <a:cubicBezTo>
                  <a:pt x="0" y="373"/>
                  <a:pt x="2" y="317"/>
                  <a:pt x="30" y="270"/>
                </a:cubicBezTo>
                <a:cubicBezTo>
                  <a:pt x="53" y="230"/>
                  <a:pt x="91" y="206"/>
                  <a:pt x="130" y="206"/>
                </a:cubicBezTo>
                <a:cubicBezTo>
                  <a:pt x="134" y="206"/>
                  <a:pt x="138" y="206"/>
                  <a:pt x="141" y="206"/>
                </a:cubicBezTo>
                <a:cubicBezTo>
                  <a:pt x="147" y="187"/>
                  <a:pt x="170" y="136"/>
                  <a:pt x="236" y="136"/>
                </a:cubicBezTo>
                <a:cubicBezTo>
                  <a:pt x="246" y="136"/>
                  <a:pt x="256" y="137"/>
                  <a:pt x="266" y="139"/>
                </a:cubicBezTo>
                <a:cubicBezTo>
                  <a:pt x="272" y="109"/>
                  <a:pt x="301" y="4"/>
                  <a:pt x="431" y="0"/>
                </a:cubicBezTo>
                <a:cubicBezTo>
                  <a:pt x="435" y="0"/>
                  <a:pt x="438" y="0"/>
                  <a:pt x="441" y="0"/>
                </a:cubicBezTo>
                <a:cubicBezTo>
                  <a:pt x="549" y="0"/>
                  <a:pt x="591" y="63"/>
                  <a:pt x="602" y="84"/>
                </a:cubicBezTo>
                <a:cubicBezTo>
                  <a:pt x="614" y="79"/>
                  <a:pt x="643" y="69"/>
                  <a:pt x="676" y="69"/>
                </a:cubicBezTo>
                <a:cubicBezTo>
                  <a:pt x="713" y="69"/>
                  <a:pt x="744" y="81"/>
                  <a:pt x="769" y="103"/>
                </a:cubicBezTo>
                <a:cubicBezTo>
                  <a:pt x="825" y="154"/>
                  <a:pt x="826" y="204"/>
                  <a:pt x="823" y="226"/>
                </a:cubicBezTo>
                <a:cubicBezTo>
                  <a:pt x="828" y="225"/>
                  <a:pt x="834" y="225"/>
                  <a:pt x="842" y="225"/>
                </a:cubicBezTo>
                <a:cubicBezTo>
                  <a:pt x="874" y="225"/>
                  <a:pt x="934" y="232"/>
                  <a:pt x="971" y="282"/>
                </a:cubicBezTo>
                <a:cubicBezTo>
                  <a:pt x="997" y="317"/>
                  <a:pt x="999" y="367"/>
                  <a:pt x="976" y="413"/>
                </a:cubicBezTo>
                <a:cubicBezTo>
                  <a:pt x="956" y="454"/>
                  <a:pt x="920" y="480"/>
                  <a:pt x="883" y="481"/>
                </a:cubicBezTo>
                <a:cubicBezTo>
                  <a:pt x="876" y="493"/>
                  <a:pt x="851" y="526"/>
                  <a:pt x="799" y="526"/>
                </a:cubicBezTo>
                <a:cubicBezTo>
                  <a:pt x="785" y="526"/>
                  <a:pt x="770" y="524"/>
                  <a:pt x="755" y="519"/>
                </a:cubicBezTo>
                <a:cubicBezTo>
                  <a:pt x="745" y="541"/>
                  <a:pt x="704" y="609"/>
                  <a:pt x="609" y="60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Freeform 8"/>
          <p:cNvSpPr/>
          <p:nvPr/>
        </p:nvSpPr>
        <p:spPr bwMode="auto">
          <a:xfrm>
            <a:off x="3436099" y="3708400"/>
            <a:ext cx="1885950" cy="1150938"/>
          </a:xfrm>
          <a:custGeom>
            <a:avLst/>
            <a:gdLst>
              <a:gd name="T0" fmla="*/ 687 w 1126"/>
              <a:gd name="T1" fmla="*/ 686 h 686"/>
              <a:gd name="T2" fmla="*/ 651 w 1126"/>
              <a:gd name="T3" fmla="*/ 684 h 686"/>
              <a:gd name="T4" fmla="*/ 499 w 1126"/>
              <a:gd name="T5" fmla="*/ 597 h 686"/>
              <a:gd name="T6" fmla="*/ 378 w 1126"/>
              <a:gd name="T7" fmla="*/ 654 h 686"/>
              <a:gd name="T8" fmla="*/ 351 w 1126"/>
              <a:gd name="T9" fmla="*/ 652 h 686"/>
              <a:gd name="T10" fmla="*/ 245 w 1126"/>
              <a:gd name="T11" fmla="*/ 552 h 686"/>
              <a:gd name="T12" fmla="*/ 186 w 1126"/>
              <a:gd name="T13" fmla="*/ 559 h 686"/>
              <a:gd name="T14" fmla="*/ 28 w 1126"/>
              <a:gd name="T15" fmla="*/ 472 h 686"/>
              <a:gd name="T16" fmla="*/ 32 w 1126"/>
              <a:gd name="T17" fmla="*/ 305 h 686"/>
              <a:gd name="T18" fmla="*/ 146 w 1126"/>
              <a:gd name="T19" fmla="*/ 232 h 686"/>
              <a:gd name="T20" fmla="*/ 159 w 1126"/>
              <a:gd name="T21" fmla="*/ 233 h 686"/>
              <a:gd name="T22" fmla="*/ 266 w 1126"/>
              <a:gd name="T23" fmla="*/ 153 h 686"/>
              <a:gd name="T24" fmla="*/ 299 w 1126"/>
              <a:gd name="T25" fmla="*/ 157 h 686"/>
              <a:gd name="T26" fmla="*/ 486 w 1126"/>
              <a:gd name="T27" fmla="*/ 0 h 686"/>
              <a:gd name="T28" fmla="*/ 497 w 1126"/>
              <a:gd name="T29" fmla="*/ 0 h 686"/>
              <a:gd name="T30" fmla="*/ 678 w 1126"/>
              <a:gd name="T31" fmla="*/ 95 h 686"/>
              <a:gd name="T32" fmla="*/ 762 w 1126"/>
              <a:gd name="T33" fmla="*/ 78 h 686"/>
              <a:gd name="T34" fmla="*/ 867 w 1126"/>
              <a:gd name="T35" fmla="*/ 117 h 686"/>
              <a:gd name="T36" fmla="*/ 928 w 1126"/>
              <a:gd name="T37" fmla="*/ 254 h 686"/>
              <a:gd name="T38" fmla="*/ 949 w 1126"/>
              <a:gd name="T39" fmla="*/ 254 h 686"/>
              <a:gd name="T40" fmla="*/ 1095 w 1126"/>
              <a:gd name="T41" fmla="*/ 317 h 686"/>
              <a:gd name="T42" fmla="*/ 1100 w 1126"/>
              <a:gd name="T43" fmla="*/ 466 h 686"/>
              <a:gd name="T44" fmla="*/ 995 w 1126"/>
              <a:gd name="T45" fmla="*/ 542 h 686"/>
              <a:gd name="T46" fmla="*/ 900 w 1126"/>
              <a:gd name="T47" fmla="*/ 594 h 686"/>
              <a:gd name="T48" fmla="*/ 851 w 1126"/>
              <a:gd name="T49" fmla="*/ 586 h 686"/>
              <a:gd name="T50" fmla="*/ 687 w 1126"/>
              <a:gd name="T51" fmla="*/ 686 h 6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26" h="686">
                <a:moveTo>
                  <a:pt x="687" y="686"/>
                </a:moveTo>
                <a:cubicBezTo>
                  <a:pt x="675" y="686"/>
                  <a:pt x="663" y="685"/>
                  <a:pt x="651" y="684"/>
                </a:cubicBezTo>
                <a:cubicBezTo>
                  <a:pt x="541" y="667"/>
                  <a:pt x="509" y="622"/>
                  <a:pt x="499" y="597"/>
                </a:cubicBezTo>
                <a:cubicBezTo>
                  <a:pt x="481" y="618"/>
                  <a:pt x="440" y="654"/>
                  <a:pt x="378" y="654"/>
                </a:cubicBezTo>
                <a:cubicBezTo>
                  <a:pt x="369" y="654"/>
                  <a:pt x="360" y="654"/>
                  <a:pt x="351" y="652"/>
                </a:cubicBezTo>
                <a:cubicBezTo>
                  <a:pt x="269" y="638"/>
                  <a:pt x="250" y="576"/>
                  <a:pt x="245" y="552"/>
                </a:cubicBezTo>
                <a:cubicBezTo>
                  <a:pt x="234" y="555"/>
                  <a:pt x="212" y="559"/>
                  <a:pt x="186" y="559"/>
                </a:cubicBezTo>
                <a:cubicBezTo>
                  <a:pt x="136" y="559"/>
                  <a:pt x="68" y="544"/>
                  <a:pt x="28" y="472"/>
                </a:cubicBezTo>
                <a:cubicBezTo>
                  <a:pt x="0" y="420"/>
                  <a:pt x="1" y="358"/>
                  <a:pt x="32" y="305"/>
                </a:cubicBezTo>
                <a:cubicBezTo>
                  <a:pt x="59" y="260"/>
                  <a:pt x="102" y="232"/>
                  <a:pt x="146" y="232"/>
                </a:cubicBezTo>
                <a:cubicBezTo>
                  <a:pt x="150" y="232"/>
                  <a:pt x="154" y="232"/>
                  <a:pt x="159" y="233"/>
                </a:cubicBezTo>
                <a:cubicBezTo>
                  <a:pt x="165" y="211"/>
                  <a:pt x="190" y="153"/>
                  <a:pt x="266" y="153"/>
                </a:cubicBezTo>
                <a:cubicBezTo>
                  <a:pt x="276" y="153"/>
                  <a:pt x="288" y="154"/>
                  <a:pt x="299" y="157"/>
                </a:cubicBezTo>
                <a:cubicBezTo>
                  <a:pt x="306" y="123"/>
                  <a:pt x="338" y="5"/>
                  <a:pt x="486" y="0"/>
                </a:cubicBezTo>
                <a:cubicBezTo>
                  <a:pt x="490" y="0"/>
                  <a:pt x="493" y="0"/>
                  <a:pt x="497" y="0"/>
                </a:cubicBezTo>
                <a:cubicBezTo>
                  <a:pt x="619" y="0"/>
                  <a:pt x="666" y="71"/>
                  <a:pt x="678" y="95"/>
                </a:cubicBezTo>
                <a:cubicBezTo>
                  <a:pt x="692" y="89"/>
                  <a:pt x="724" y="78"/>
                  <a:pt x="762" y="78"/>
                </a:cubicBezTo>
                <a:cubicBezTo>
                  <a:pt x="803" y="78"/>
                  <a:pt x="839" y="91"/>
                  <a:pt x="867" y="117"/>
                </a:cubicBezTo>
                <a:cubicBezTo>
                  <a:pt x="930" y="173"/>
                  <a:pt x="931" y="230"/>
                  <a:pt x="928" y="254"/>
                </a:cubicBezTo>
                <a:cubicBezTo>
                  <a:pt x="933" y="254"/>
                  <a:pt x="940" y="254"/>
                  <a:pt x="949" y="254"/>
                </a:cubicBezTo>
                <a:cubicBezTo>
                  <a:pt x="985" y="254"/>
                  <a:pt x="1053" y="262"/>
                  <a:pt x="1095" y="317"/>
                </a:cubicBezTo>
                <a:cubicBezTo>
                  <a:pt x="1124" y="357"/>
                  <a:pt x="1126" y="414"/>
                  <a:pt x="1100" y="466"/>
                </a:cubicBezTo>
                <a:cubicBezTo>
                  <a:pt x="1077" y="512"/>
                  <a:pt x="1037" y="541"/>
                  <a:pt x="995" y="542"/>
                </a:cubicBezTo>
                <a:cubicBezTo>
                  <a:pt x="987" y="556"/>
                  <a:pt x="960" y="594"/>
                  <a:pt x="900" y="594"/>
                </a:cubicBezTo>
                <a:cubicBezTo>
                  <a:pt x="885" y="594"/>
                  <a:pt x="869" y="591"/>
                  <a:pt x="851" y="586"/>
                </a:cubicBezTo>
                <a:cubicBezTo>
                  <a:pt x="839" y="610"/>
                  <a:pt x="793" y="686"/>
                  <a:pt x="687" y="68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Freeform 9"/>
          <p:cNvSpPr/>
          <p:nvPr/>
        </p:nvSpPr>
        <p:spPr bwMode="auto">
          <a:xfrm>
            <a:off x="3840163" y="2044700"/>
            <a:ext cx="2049463" cy="1247775"/>
          </a:xfrm>
          <a:custGeom>
            <a:avLst/>
            <a:gdLst>
              <a:gd name="T0" fmla="*/ 745 w 1222"/>
              <a:gd name="T1" fmla="*/ 745 h 745"/>
              <a:gd name="T2" fmla="*/ 706 w 1222"/>
              <a:gd name="T3" fmla="*/ 742 h 745"/>
              <a:gd name="T4" fmla="*/ 541 w 1222"/>
              <a:gd name="T5" fmla="*/ 647 h 745"/>
              <a:gd name="T6" fmla="*/ 410 w 1222"/>
              <a:gd name="T7" fmla="*/ 710 h 745"/>
              <a:gd name="T8" fmla="*/ 380 w 1222"/>
              <a:gd name="T9" fmla="*/ 707 h 745"/>
              <a:gd name="T10" fmla="*/ 266 w 1222"/>
              <a:gd name="T11" fmla="*/ 599 h 745"/>
              <a:gd name="T12" fmla="*/ 201 w 1222"/>
              <a:gd name="T13" fmla="*/ 606 h 745"/>
              <a:gd name="T14" fmla="*/ 31 w 1222"/>
              <a:gd name="T15" fmla="*/ 513 h 745"/>
              <a:gd name="T16" fmla="*/ 35 w 1222"/>
              <a:gd name="T17" fmla="*/ 331 h 745"/>
              <a:gd name="T18" fmla="*/ 158 w 1222"/>
              <a:gd name="T19" fmla="*/ 252 h 745"/>
              <a:gd name="T20" fmla="*/ 172 w 1222"/>
              <a:gd name="T21" fmla="*/ 253 h 745"/>
              <a:gd name="T22" fmla="*/ 288 w 1222"/>
              <a:gd name="T23" fmla="*/ 166 h 745"/>
              <a:gd name="T24" fmla="*/ 324 w 1222"/>
              <a:gd name="T25" fmla="*/ 170 h 745"/>
              <a:gd name="T26" fmla="*/ 527 w 1222"/>
              <a:gd name="T27" fmla="*/ 0 h 745"/>
              <a:gd name="T28" fmla="*/ 539 w 1222"/>
              <a:gd name="T29" fmla="*/ 0 h 745"/>
              <a:gd name="T30" fmla="*/ 735 w 1222"/>
              <a:gd name="T31" fmla="*/ 103 h 745"/>
              <a:gd name="T32" fmla="*/ 827 w 1222"/>
              <a:gd name="T33" fmla="*/ 85 h 745"/>
              <a:gd name="T34" fmla="*/ 940 w 1222"/>
              <a:gd name="T35" fmla="*/ 127 h 745"/>
              <a:gd name="T36" fmla="*/ 1006 w 1222"/>
              <a:gd name="T37" fmla="*/ 276 h 745"/>
              <a:gd name="T38" fmla="*/ 1029 w 1222"/>
              <a:gd name="T39" fmla="*/ 275 h 745"/>
              <a:gd name="T40" fmla="*/ 1187 w 1222"/>
              <a:gd name="T41" fmla="*/ 344 h 745"/>
              <a:gd name="T42" fmla="*/ 1194 w 1222"/>
              <a:gd name="T43" fmla="*/ 505 h 745"/>
              <a:gd name="T44" fmla="*/ 1080 w 1222"/>
              <a:gd name="T45" fmla="*/ 589 h 745"/>
              <a:gd name="T46" fmla="*/ 977 w 1222"/>
              <a:gd name="T47" fmla="*/ 644 h 745"/>
              <a:gd name="T48" fmla="*/ 923 w 1222"/>
              <a:gd name="T49" fmla="*/ 635 h 745"/>
              <a:gd name="T50" fmla="*/ 745 w 1222"/>
              <a:gd name="T51" fmla="*/ 745 h 7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22" h="745">
                <a:moveTo>
                  <a:pt x="745" y="745"/>
                </a:moveTo>
                <a:cubicBezTo>
                  <a:pt x="732" y="745"/>
                  <a:pt x="719" y="744"/>
                  <a:pt x="706" y="742"/>
                </a:cubicBezTo>
                <a:cubicBezTo>
                  <a:pt x="587" y="724"/>
                  <a:pt x="552" y="675"/>
                  <a:pt x="541" y="647"/>
                </a:cubicBezTo>
                <a:cubicBezTo>
                  <a:pt x="521" y="670"/>
                  <a:pt x="477" y="710"/>
                  <a:pt x="410" y="710"/>
                </a:cubicBezTo>
                <a:cubicBezTo>
                  <a:pt x="400" y="710"/>
                  <a:pt x="390" y="709"/>
                  <a:pt x="380" y="707"/>
                </a:cubicBezTo>
                <a:cubicBezTo>
                  <a:pt x="291" y="692"/>
                  <a:pt x="271" y="625"/>
                  <a:pt x="266" y="599"/>
                </a:cubicBezTo>
                <a:cubicBezTo>
                  <a:pt x="253" y="602"/>
                  <a:pt x="230" y="606"/>
                  <a:pt x="201" y="606"/>
                </a:cubicBezTo>
                <a:cubicBezTo>
                  <a:pt x="147" y="606"/>
                  <a:pt x="73" y="590"/>
                  <a:pt x="31" y="513"/>
                </a:cubicBezTo>
                <a:cubicBezTo>
                  <a:pt x="0" y="456"/>
                  <a:pt x="1" y="388"/>
                  <a:pt x="35" y="331"/>
                </a:cubicBezTo>
                <a:cubicBezTo>
                  <a:pt x="64" y="282"/>
                  <a:pt x="111" y="252"/>
                  <a:pt x="158" y="252"/>
                </a:cubicBezTo>
                <a:cubicBezTo>
                  <a:pt x="163" y="252"/>
                  <a:pt x="167" y="252"/>
                  <a:pt x="172" y="253"/>
                </a:cubicBezTo>
                <a:cubicBezTo>
                  <a:pt x="179" y="229"/>
                  <a:pt x="206" y="166"/>
                  <a:pt x="288" y="166"/>
                </a:cubicBezTo>
                <a:cubicBezTo>
                  <a:pt x="300" y="166"/>
                  <a:pt x="312" y="167"/>
                  <a:pt x="324" y="170"/>
                </a:cubicBezTo>
                <a:cubicBezTo>
                  <a:pt x="331" y="133"/>
                  <a:pt x="367" y="5"/>
                  <a:pt x="527" y="0"/>
                </a:cubicBezTo>
                <a:cubicBezTo>
                  <a:pt x="531" y="0"/>
                  <a:pt x="535" y="0"/>
                  <a:pt x="539" y="0"/>
                </a:cubicBezTo>
                <a:cubicBezTo>
                  <a:pt x="671" y="0"/>
                  <a:pt x="722" y="77"/>
                  <a:pt x="735" y="103"/>
                </a:cubicBezTo>
                <a:cubicBezTo>
                  <a:pt x="751" y="97"/>
                  <a:pt x="786" y="85"/>
                  <a:pt x="827" y="85"/>
                </a:cubicBezTo>
                <a:cubicBezTo>
                  <a:pt x="871" y="85"/>
                  <a:pt x="909" y="99"/>
                  <a:pt x="940" y="127"/>
                </a:cubicBezTo>
                <a:cubicBezTo>
                  <a:pt x="1008" y="188"/>
                  <a:pt x="1009" y="250"/>
                  <a:pt x="1006" y="276"/>
                </a:cubicBezTo>
                <a:cubicBezTo>
                  <a:pt x="1012" y="276"/>
                  <a:pt x="1020" y="275"/>
                  <a:pt x="1029" y="275"/>
                </a:cubicBezTo>
                <a:cubicBezTo>
                  <a:pt x="1069" y="275"/>
                  <a:pt x="1142" y="284"/>
                  <a:pt x="1187" y="344"/>
                </a:cubicBezTo>
                <a:cubicBezTo>
                  <a:pt x="1219" y="387"/>
                  <a:pt x="1222" y="449"/>
                  <a:pt x="1194" y="505"/>
                </a:cubicBezTo>
                <a:cubicBezTo>
                  <a:pt x="1168" y="556"/>
                  <a:pt x="1125" y="587"/>
                  <a:pt x="1080" y="589"/>
                </a:cubicBezTo>
                <a:cubicBezTo>
                  <a:pt x="1071" y="603"/>
                  <a:pt x="1041" y="644"/>
                  <a:pt x="977" y="644"/>
                </a:cubicBezTo>
                <a:cubicBezTo>
                  <a:pt x="960" y="644"/>
                  <a:pt x="942" y="641"/>
                  <a:pt x="923" y="635"/>
                </a:cubicBezTo>
                <a:cubicBezTo>
                  <a:pt x="910" y="661"/>
                  <a:pt x="860" y="745"/>
                  <a:pt x="745" y="74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Isosceles Triangle 15"/>
          <p:cNvSpPr/>
          <p:nvPr/>
        </p:nvSpPr>
        <p:spPr>
          <a:xfrm rot="16200000">
            <a:off x="5925519" y="1898250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Isosceles Triangle 16"/>
          <p:cNvSpPr/>
          <p:nvPr/>
        </p:nvSpPr>
        <p:spPr>
          <a:xfrm rot="5400000">
            <a:off x="5961557" y="2183949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Isosceles Triangle 19"/>
          <p:cNvSpPr/>
          <p:nvPr/>
        </p:nvSpPr>
        <p:spPr>
          <a:xfrm rot="11558988">
            <a:off x="4086005" y="3366776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Isosceles Triangle 20"/>
          <p:cNvSpPr/>
          <p:nvPr/>
        </p:nvSpPr>
        <p:spPr>
          <a:xfrm rot="939106">
            <a:off x="4400524" y="3366776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Isosceles Triangle 21"/>
          <p:cNvSpPr/>
          <p:nvPr/>
        </p:nvSpPr>
        <p:spPr>
          <a:xfrm rot="9842551">
            <a:off x="7430975" y="3108162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Isosceles Triangle 22"/>
          <p:cNvSpPr/>
          <p:nvPr/>
        </p:nvSpPr>
        <p:spPr>
          <a:xfrm rot="20173805">
            <a:off x="7696824" y="2967844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5" name="Isosceles Triangle 24"/>
          <p:cNvSpPr/>
          <p:nvPr/>
        </p:nvSpPr>
        <p:spPr>
          <a:xfrm rot="13096375">
            <a:off x="7187054" y="4870112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" name="Isosceles Triangle 25"/>
          <p:cNvSpPr/>
          <p:nvPr/>
        </p:nvSpPr>
        <p:spPr>
          <a:xfrm rot="1827629">
            <a:off x="7476849" y="5014070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" name="Isosceles Triangle 27"/>
          <p:cNvSpPr/>
          <p:nvPr/>
        </p:nvSpPr>
        <p:spPr>
          <a:xfrm rot="7935739">
            <a:off x="4561068" y="5135984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Isosceles Triangle 28"/>
          <p:cNvSpPr/>
          <p:nvPr/>
        </p:nvSpPr>
        <p:spPr>
          <a:xfrm rot="18915857">
            <a:off x="4737029" y="4872820"/>
            <a:ext cx="271620" cy="20481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08713" y="5345953"/>
            <a:ext cx="774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Order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85735" y="4194075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Pay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30668" y="2491245"/>
            <a:ext cx="10070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Packaging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28021" y="2630117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Delivery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803885" y="4258133"/>
            <a:ext cx="1056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Feedback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grpSp>
        <p:nvGrpSpPr>
          <p:cNvPr id="37" name="Group 36"/>
          <p:cNvGrpSpPr/>
          <p:nvPr/>
        </p:nvGrpSpPr>
        <p:grpSpPr>
          <a:xfrm rot="20700000">
            <a:off x="7587832" y="3879756"/>
            <a:ext cx="387137" cy="222115"/>
            <a:chOff x="7779638" y="1072086"/>
            <a:chExt cx="436722" cy="250564"/>
          </a:xfrm>
          <a:solidFill>
            <a:schemeClr val="bg1"/>
          </a:solidFill>
        </p:grpSpPr>
        <p:sp>
          <p:nvSpPr>
            <p:cNvPr id="38" name="Freeform 16"/>
            <p:cNvSpPr/>
            <p:nvPr/>
          </p:nvSpPr>
          <p:spPr bwMode="auto">
            <a:xfrm>
              <a:off x="7829045" y="1124140"/>
              <a:ext cx="117342" cy="146456"/>
            </a:xfrm>
            <a:custGeom>
              <a:avLst/>
              <a:gdLst>
                <a:gd name="T0" fmla="*/ 40 w 56"/>
                <a:gd name="T1" fmla="*/ 35 h 70"/>
                <a:gd name="T2" fmla="*/ 56 w 56"/>
                <a:gd name="T3" fmla="*/ 0 h 70"/>
                <a:gd name="T4" fmla="*/ 20 w 56"/>
                <a:gd name="T5" fmla="*/ 0 h 70"/>
                <a:gd name="T6" fmla="*/ 0 w 56"/>
                <a:gd name="T7" fmla="*/ 19 h 70"/>
                <a:gd name="T8" fmla="*/ 0 w 56"/>
                <a:gd name="T9" fmla="*/ 51 h 70"/>
                <a:gd name="T10" fmla="*/ 20 w 56"/>
                <a:gd name="T11" fmla="*/ 70 h 70"/>
                <a:gd name="T12" fmla="*/ 56 w 56"/>
                <a:gd name="T13" fmla="*/ 70 h 70"/>
                <a:gd name="T14" fmla="*/ 40 w 56"/>
                <a:gd name="T15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70">
                  <a:moveTo>
                    <a:pt x="40" y="35"/>
                  </a:moveTo>
                  <a:cubicBezTo>
                    <a:pt x="40" y="21"/>
                    <a:pt x="46" y="8"/>
                    <a:pt x="5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10"/>
                    <a:pt x="10" y="17"/>
                    <a:pt x="0" y="1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0" y="52"/>
                    <a:pt x="18" y="60"/>
                    <a:pt x="20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46" y="62"/>
                    <a:pt x="40" y="49"/>
                    <a:pt x="40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9" name="Freeform 17"/>
            <p:cNvSpPr/>
            <p:nvPr/>
          </p:nvSpPr>
          <p:spPr bwMode="auto">
            <a:xfrm>
              <a:off x="8049611" y="1124140"/>
              <a:ext cx="114695" cy="146456"/>
            </a:xfrm>
            <a:custGeom>
              <a:avLst/>
              <a:gdLst>
                <a:gd name="T0" fmla="*/ 35 w 55"/>
                <a:gd name="T1" fmla="*/ 0 h 70"/>
                <a:gd name="T2" fmla="*/ 0 w 55"/>
                <a:gd name="T3" fmla="*/ 0 h 70"/>
                <a:gd name="T4" fmla="*/ 15 w 55"/>
                <a:gd name="T5" fmla="*/ 35 h 70"/>
                <a:gd name="T6" fmla="*/ 0 w 55"/>
                <a:gd name="T7" fmla="*/ 70 h 70"/>
                <a:gd name="T8" fmla="*/ 35 w 55"/>
                <a:gd name="T9" fmla="*/ 70 h 70"/>
                <a:gd name="T10" fmla="*/ 55 w 55"/>
                <a:gd name="T11" fmla="*/ 51 h 70"/>
                <a:gd name="T12" fmla="*/ 55 w 55"/>
                <a:gd name="T13" fmla="*/ 19 h 70"/>
                <a:gd name="T14" fmla="*/ 35 w 55"/>
                <a:gd name="T15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70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8"/>
                    <a:pt x="15" y="21"/>
                    <a:pt x="15" y="35"/>
                  </a:cubicBezTo>
                  <a:cubicBezTo>
                    <a:pt x="15" y="49"/>
                    <a:pt x="9" y="62"/>
                    <a:pt x="0" y="70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7" y="60"/>
                    <a:pt x="45" y="52"/>
                    <a:pt x="55" y="51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45" y="17"/>
                    <a:pt x="37" y="10"/>
                    <a:pt x="3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0" name="Freeform 18"/>
            <p:cNvSpPr>
              <a:spLocks noEditPoints="1"/>
            </p:cNvSpPr>
            <p:nvPr/>
          </p:nvSpPr>
          <p:spPr bwMode="auto">
            <a:xfrm>
              <a:off x="7932270" y="1124140"/>
              <a:ext cx="129693" cy="146456"/>
            </a:xfrm>
            <a:custGeom>
              <a:avLst/>
              <a:gdLst>
                <a:gd name="T0" fmla="*/ 31 w 62"/>
                <a:gd name="T1" fmla="*/ 0 h 70"/>
                <a:gd name="T2" fmla="*/ 0 w 62"/>
                <a:gd name="T3" fmla="*/ 35 h 70"/>
                <a:gd name="T4" fmla="*/ 31 w 62"/>
                <a:gd name="T5" fmla="*/ 70 h 70"/>
                <a:gd name="T6" fmla="*/ 62 w 62"/>
                <a:gd name="T7" fmla="*/ 35 h 70"/>
                <a:gd name="T8" fmla="*/ 31 w 62"/>
                <a:gd name="T9" fmla="*/ 0 h 70"/>
                <a:gd name="T10" fmla="*/ 34 w 62"/>
                <a:gd name="T11" fmla="*/ 54 h 70"/>
                <a:gd name="T12" fmla="*/ 34 w 62"/>
                <a:gd name="T13" fmla="*/ 61 h 70"/>
                <a:gd name="T14" fmla="*/ 28 w 62"/>
                <a:gd name="T15" fmla="*/ 61 h 70"/>
                <a:gd name="T16" fmla="*/ 28 w 62"/>
                <a:gd name="T17" fmla="*/ 55 h 70"/>
                <a:gd name="T18" fmla="*/ 17 w 62"/>
                <a:gd name="T19" fmla="*/ 52 h 70"/>
                <a:gd name="T20" fmla="*/ 19 w 62"/>
                <a:gd name="T21" fmla="*/ 45 h 70"/>
                <a:gd name="T22" fmla="*/ 29 w 62"/>
                <a:gd name="T23" fmla="*/ 47 h 70"/>
                <a:gd name="T24" fmla="*/ 36 w 62"/>
                <a:gd name="T25" fmla="*/ 43 h 70"/>
                <a:gd name="T26" fmla="*/ 29 w 62"/>
                <a:gd name="T27" fmla="*/ 38 h 70"/>
                <a:gd name="T28" fmla="*/ 18 w 62"/>
                <a:gd name="T29" fmla="*/ 26 h 70"/>
                <a:gd name="T30" fmla="*/ 28 w 62"/>
                <a:gd name="T31" fmla="*/ 15 h 70"/>
                <a:gd name="T32" fmla="*/ 28 w 62"/>
                <a:gd name="T33" fmla="*/ 9 h 70"/>
                <a:gd name="T34" fmla="*/ 34 w 62"/>
                <a:gd name="T35" fmla="*/ 9 h 70"/>
                <a:gd name="T36" fmla="*/ 34 w 62"/>
                <a:gd name="T37" fmla="*/ 15 h 70"/>
                <a:gd name="T38" fmla="*/ 44 w 62"/>
                <a:gd name="T39" fmla="*/ 17 h 70"/>
                <a:gd name="T40" fmla="*/ 42 w 62"/>
                <a:gd name="T41" fmla="*/ 24 h 70"/>
                <a:gd name="T42" fmla="*/ 33 w 62"/>
                <a:gd name="T43" fmla="*/ 22 h 70"/>
                <a:gd name="T44" fmla="*/ 27 w 62"/>
                <a:gd name="T45" fmla="*/ 25 h 70"/>
                <a:gd name="T46" fmla="*/ 35 w 62"/>
                <a:gd name="T47" fmla="*/ 31 h 70"/>
                <a:gd name="T48" fmla="*/ 45 w 62"/>
                <a:gd name="T49" fmla="*/ 43 h 70"/>
                <a:gd name="T50" fmla="*/ 34 w 62"/>
                <a:gd name="T51" fmla="*/ 5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70">
                  <a:moveTo>
                    <a:pt x="31" y="0"/>
                  </a:moveTo>
                  <a:cubicBezTo>
                    <a:pt x="14" y="0"/>
                    <a:pt x="0" y="15"/>
                    <a:pt x="0" y="35"/>
                  </a:cubicBezTo>
                  <a:cubicBezTo>
                    <a:pt x="0" y="54"/>
                    <a:pt x="14" y="70"/>
                    <a:pt x="31" y="70"/>
                  </a:cubicBezTo>
                  <a:cubicBezTo>
                    <a:pt x="48" y="70"/>
                    <a:pt x="62" y="54"/>
                    <a:pt x="62" y="35"/>
                  </a:cubicBezTo>
                  <a:cubicBezTo>
                    <a:pt x="62" y="15"/>
                    <a:pt x="48" y="0"/>
                    <a:pt x="31" y="0"/>
                  </a:cubicBezTo>
                  <a:close/>
                  <a:moveTo>
                    <a:pt x="34" y="54"/>
                  </a:moveTo>
                  <a:cubicBezTo>
                    <a:pt x="34" y="61"/>
                    <a:pt x="34" y="61"/>
                    <a:pt x="34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4" y="54"/>
                    <a:pt x="20" y="53"/>
                    <a:pt x="17" y="5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6"/>
                    <a:pt x="25" y="47"/>
                    <a:pt x="29" y="47"/>
                  </a:cubicBezTo>
                  <a:cubicBezTo>
                    <a:pt x="33" y="47"/>
                    <a:pt x="36" y="46"/>
                    <a:pt x="36" y="43"/>
                  </a:cubicBezTo>
                  <a:cubicBezTo>
                    <a:pt x="36" y="41"/>
                    <a:pt x="34" y="40"/>
                    <a:pt x="29" y="38"/>
                  </a:cubicBezTo>
                  <a:cubicBezTo>
                    <a:pt x="22" y="36"/>
                    <a:pt x="18" y="33"/>
                    <a:pt x="18" y="26"/>
                  </a:cubicBezTo>
                  <a:cubicBezTo>
                    <a:pt x="18" y="21"/>
                    <a:pt x="21" y="16"/>
                    <a:pt x="28" y="15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8" y="15"/>
                    <a:pt x="41" y="16"/>
                    <a:pt x="44" y="17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0" y="23"/>
                    <a:pt x="37" y="22"/>
                    <a:pt x="33" y="22"/>
                  </a:cubicBezTo>
                  <a:cubicBezTo>
                    <a:pt x="28" y="22"/>
                    <a:pt x="27" y="24"/>
                    <a:pt x="27" y="25"/>
                  </a:cubicBezTo>
                  <a:cubicBezTo>
                    <a:pt x="27" y="27"/>
                    <a:pt x="29" y="29"/>
                    <a:pt x="35" y="31"/>
                  </a:cubicBezTo>
                  <a:cubicBezTo>
                    <a:pt x="42" y="33"/>
                    <a:pt x="45" y="37"/>
                    <a:pt x="45" y="43"/>
                  </a:cubicBezTo>
                  <a:cubicBezTo>
                    <a:pt x="45" y="48"/>
                    <a:pt x="41" y="53"/>
                    <a:pt x="34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1" name="Freeform 19"/>
            <p:cNvSpPr>
              <a:spLocks noEditPoints="1"/>
            </p:cNvSpPr>
            <p:nvPr/>
          </p:nvSpPr>
          <p:spPr bwMode="auto">
            <a:xfrm>
              <a:off x="7779638" y="1072086"/>
              <a:ext cx="436722" cy="250564"/>
            </a:xfrm>
            <a:custGeom>
              <a:avLst/>
              <a:gdLst>
                <a:gd name="T0" fmla="*/ 192 w 209"/>
                <a:gd name="T1" fmla="*/ 0 h 120"/>
                <a:gd name="T2" fmla="*/ 16 w 209"/>
                <a:gd name="T3" fmla="*/ 0 h 120"/>
                <a:gd name="T4" fmla="*/ 0 w 209"/>
                <a:gd name="T5" fmla="*/ 17 h 120"/>
                <a:gd name="T6" fmla="*/ 0 w 209"/>
                <a:gd name="T7" fmla="*/ 103 h 120"/>
                <a:gd name="T8" fmla="*/ 16 w 209"/>
                <a:gd name="T9" fmla="*/ 120 h 120"/>
                <a:gd name="T10" fmla="*/ 192 w 209"/>
                <a:gd name="T11" fmla="*/ 120 h 120"/>
                <a:gd name="T12" fmla="*/ 209 w 209"/>
                <a:gd name="T13" fmla="*/ 103 h 120"/>
                <a:gd name="T14" fmla="*/ 209 w 209"/>
                <a:gd name="T15" fmla="*/ 17 h 120"/>
                <a:gd name="T16" fmla="*/ 192 w 209"/>
                <a:gd name="T17" fmla="*/ 0 h 120"/>
                <a:gd name="T18" fmla="*/ 194 w 209"/>
                <a:gd name="T19" fmla="*/ 84 h 120"/>
                <a:gd name="T20" fmla="*/ 189 w 209"/>
                <a:gd name="T21" fmla="*/ 84 h 120"/>
                <a:gd name="T22" fmla="*/ 173 w 209"/>
                <a:gd name="T23" fmla="*/ 100 h 120"/>
                <a:gd name="T24" fmla="*/ 173 w 209"/>
                <a:gd name="T25" fmla="*/ 105 h 120"/>
                <a:gd name="T26" fmla="*/ 35 w 209"/>
                <a:gd name="T27" fmla="*/ 105 h 120"/>
                <a:gd name="T28" fmla="*/ 35 w 209"/>
                <a:gd name="T29" fmla="*/ 100 h 120"/>
                <a:gd name="T30" fmla="*/ 19 w 209"/>
                <a:gd name="T31" fmla="*/ 84 h 120"/>
                <a:gd name="T32" fmla="*/ 15 w 209"/>
                <a:gd name="T33" fmla="*/ 84 h 120"/>
                <a:gd name="T34" fmla="*/ 15 w 209"/>
                <a:gd name="T35" fmla="*/ 35 h 120"/>
                <a:gd name="T36" fmla="*/ 19 w 209"/>
                <a:gd name="T37" fmla="*/ 35 h 120"/>
                <a:gd name="T38" fmla="*/ 35 w 209"/>
                <a:gd name="T39" fmla="*/ 20 h 120"/>
                <a:gd name="T40" fmla="*/ 35 w 209"/>
                <a:gd name="T41" fmla="*/ 15 h 120"/>
                <a:gd name="T42" fmla="*/ 173 w 209"/>
                <a:gd name="T43" fmla="*/ 15 h 120"/>
                <a:gd name="T44" fmla="*/ 173 w 209"/>
                <a:gd name="T45" fmla="*/ 20 h 120"/>
                <a:gd name="T46" fmla="*/ 189 w 209"/>
                <a:gd name="T47" fmla="*/ 35 h 120"/>
                <a:gd name="T48" fmla="*/ 194 w 209"/>
                <a:gd name="T49" fmla="*/ 35 h 120"/>
                <a:gd name="T50" fmla="*/ 194 w 209"/>
                <a:gd name="T51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9" h="120">
                  <a:moveTo>
                    <a:pt x="192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12"/>
                    <a:pt x="7" y="120"/>
                    <a:pt x="16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201" y="120"/>
                    <a:pt x="209" y="112"/>
                    <a:pt x="209" y="103"/>
                  </a:cubicBezTo>
                  <a:cubicBezTo>
                    <a:pt x="209" y="17"/>
                    <a:pt x="209" y="17"/>
                    <a:pt x="209" y="17"/>
                  </a:cubicBezTo>
                  <a:cubicBezTo>
                    <a:pt x="209" y="8"/>
                    <a:pt x="201" y="0"/>
                    <a:pt x="192" y="0"/>
                  </a:cubicBezTo>
                  <a:close/>
                  <a:moveTo>
                    <a:pt x="194" y="84"/>
                  </a:moveTo>
                  <a:cubicBezTo>
                    <a:pt x="189" y="84"/>
                    <a:pt x="189" y="84"/>
                    <a:pt x="189" y="84"/>
                  </a:cubicBezTo>
                  <a:cubicBezTo>
                    <a:pt x="180" y="84"/>
                    <a:pt x="173" y="91"/>
                    <a:pt x="173" y="100"/>
                  </a:cubicBezTo>
                  <a:cubicBezTo>
                    <a:pt x="173" y="105"/>
                    <a:pt x="173" y="105"/>
                    <a:pt x="173" y="105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5" y="100"/>
                    <a:pt x="35" y="100"/>
                    <a:pt x="35" y="100"/>
                  </a:cubicBezTo>
                  <a:cubicBezTo>
                    <a:pt x="35" y="91"/>
                    <a:pt x="28" y="84"/>
                    <a:pt x="19" y="84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8" y="35"/>
                    <a:pt x="35" y="29"/>
                    <a:pt x="35" y="20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173" y="15"/>
                    <a:pt x="173" y="15"/>
                    <a:pt x="173" y="15"/>
                  </a:cubicBezTo>
                  <a:cubicBezTo>
                    <a:pt x="173" y="20"/>
                    <a:pt x="173" y="20"/>
                    <a:pt x="173" y="20"/>
                  </a:cubicBezTo>
                  <a:cubicBezTo>
                    <a:pt x="173" y="29"/>
                    <a:pt x="180" y="35"/>
                    <a:pt x="189" y="35"/>
                  </a:cubicBezTo>
                  <a:cubicBezTo>
                    <a:pt x="194" y="35"/>
                    <a:pt x="194" y="35"/>
                    <a:pt x="194" y="35"/>
                  </a:cubicBezTo>
                  <a:lnTo>
                    <a:pt x="194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605556" y="2284979"/>
            <a:ext cx="435835" cy="305837"/>
            <a:chOff x="5730876" y="4662488"/>
            <a:chExt cx="1931988" cy="1355725"/>
          </a:xfrm>
          <a:solidFill>
            <a:schemeClr val="bg1"/>
          </a:solidFill>
        </p:grpSpPr>
        <p:sp>
          <p:nvSpPr>
            <p:cNvPr id="43" name="Freeform 9"/>
            <p:cNvSpPr>
              <a:spLocks noEditPoints="1"/>
            </p:cNvSpPr>
            <p:nvPr/>
          </p:nvSpPr>
          <p:spPr bwMode="auto">
            <a:xfrm>
              <a:off x="5730876" y="4662488"/>
              <a:ext cx="1931988" cy="1355725"/>
            </a:xfrm>
            <a:custGeom>
              <a:avLst/>
              <a:gdLst>
                <a:gd name="T0" fmla="*/ 1712 w 1759"/>
                <a:gd name="T1" fmla="*/ 863 h 1235"/>
                <a:gd name="T2" fmla="*/ 1593 w 1759"/>
                <a:gd name="T3" fmla="*/ 409 h 1235"/>
                <a:gd name="T4" fmla="*/ 1477 w 1759"/>
                <a:gd name="T5" fmla="*/ 206 h 1235"/>
                <a:gd name="T6" fmla="*/ 1408 w 1759"/>
                <a:gd name="T7" fmla="*/ 175 h 1235"/>
                <a:gd name="T8" fmla="*/ 969 w 1759"/>
                <a:gd name="T9" fmla="*/ 174 h 1235"/>
                <a:gd name="T10" fmla="*/ 957 w 1759"/>
                <a:gd name="T11" fmla="*/ 61 h 1235"/>
                <a:gd name="T12" fmla="*/ 62 w 1759"/>
                <a:gd name="T13" fmla="*/ 0 h 1235"/>
                <a:gd name="T14" fmla="*/ 1 w 1759"/>
                <a:gd name="T15" fmla="*/ 643 h 1235"/>
                <a:gd name="T16" fmla="*/ 93 w 1759"/>
                <a:gd name="T17" fmla="*/ 1043 h 1235"/>
                <a:gd name="T18" fmla="*/ 423 w 1759"/>
                <a:gd name="T19" fmla="*/ 1235 h 1235"/>
                <a:gd name="T20" fmla="*/ 1085 w 1759"/>
                <a:gd name="T21" fmla="*/ 1043 h 1235"/>
                <a:gd name="T22" fmla="*/ 1544 w 1759"/>
                <a:gd name="T23" fmla="*/ 1043 h 1235"/>
                <a:gd name="T24" fmla="*/ 1759 w 1759"/>
                <a:gd name="T25" fmla="*/ 1033 h 1235"/>
                <a:gd name="T26" fmla="*/ 1749 w 1759"/>
                <a:gd name="T27" fmla="*/ 863 h 1235"/>
                <a:gd name="T28" fmla="*/ 1629 w 1759"/>
                <a:gd name="T29" fmla="*/ 642 h 1235"/>
                <a:gd name="T30" fmla="*/ 1300 w 1759"/>
                <a:gd name="T31" fmla="*/ 256 h 1235"/>
                <a:gd name="T32" fmla="*/ 1413 w 1759"/>
                <a:gd name="T33" fmla="*/ 257 h 1235"/>
                <a:gd name="T34" fmla="*/ 969 w 1759"/>
                <a:gd name="T35" fmla="*/ 255 h 1235"/>
                <a:gd name="T36" fmla="*/ 1259 w 1759"/>
                <a:gd name="T37" fmla="*/ 642 h 1235"/>
                <a:gd name="T38" fmla="*/ 958 w 1759"/>
                <a:gd name="T39" fmla="*/ 266 h 1235"/>
                <a:gd name="T40" fmla="*/ 876 w 1759"/>
                <a:gd name="T41" fmla="*/ 81 h 1235"/>
                <a:gd name="T42" fmla="*/ 163 w 1759"/>
                <a:gd name="T43" fmla="*/ 604 h 1235"/>
                <a:gd name="T44" fmla="*/ 81 w 1759"/>
                <a:gd name="T45" fmla="*/ 81 h 1235"/>
                <a:gd name="T46" fmla="*/ 423 w 1759"/>
                <a:gd name="T47" fmla="*/ 1160 h 1235"/>
                <a:gd name="T48" fmla="*/ 423 w 1759"/>
                <a:gd name="T49" fmla="*/ 844 h 1235"/>
                <a:gd name="T50" fmla="*/ 423 w 1759"/>
                <a:gd name="T51" fmla="*/ 1160 h 1235"/>
                <a:gd name="T52" fmla="*/ 192 w 1759"/>
                <a:gd name="T53" fmla="*/ 962 h 1235"/>
                <a:gd name="T54" fmla="*/ 82 w 1759"/>
                <a:gd name="T55" fmla="*/ 951 h 1235"/>
                <a:gd name="T56" fmla="*/ 957 w 1759"/>
                <a:gd name="T57" fmla="*/ 684 h 1235"/>
                <a:gd name="T58" fmla="*/ 958 w 1759"/>
                <a:gd name="T59" fmla="*/ 682 h 1235"/>
                <a:gd name="T60" fmla="*/ 1631 w 1759"/>
                <a:gd name="T61" fmla="*/ 863 h 1235"/>
                <a:gd name="T62" fmla="*/ 1584 w 1759"/>
                <a:gd name="T63" fmla="*/ 873 h 1235"/>
                <a:gd name="T64" fmla="*/ 1547 w 1759"/>
                <a:gd name="T65" fmla="*/ 962 h 1235"/>
                <a:gd name="T66" fmla="*/ 1082 w 1759"/>
                <a:gd name="T67" fmla="*/ 962 h 1235"/>
                <a:gd name="T68" fmla="*/ 425 w 1759"/>
                <a:gd name="T69" fmla="*/ 766 h 1235"/>
                <a:gd name="T70" fmla="*/ 1156 w 1759"/>
                <a:gd name="T71" fmla="*/ 1002 h 1235"/>
                <a:gd name="T72" fmla="*/ 1473 w 1759"/>
                <a:gd name="T73" fmla="*/ 1002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59" h="1235">
                  <a:moveTo>
                    <a:pt x="1749" y="863"/>
                  </a:moveTo>
                  <a:cubicBezTo>
                    <a:pt x="1712" y="863"/>
                    <a:pt x="1712" y="863"/>
                    <a:pt x="1712" y="863"/>
                  </a:cubicBezTo>
                  <a:cubicBezTo>
                    <a:pt x="1712" y="638"/>
                    <a:pt x="1712" y="638"/>
                    <a:pt x="1712" y="638"/>
                  </a:cubicBezTo>
                  <a:cubicBezTo>
                    <a:pt x="1712" y="625"/>
                    <a:pt x="1712" y="619"/>
                    <a:pt x="1593" y="409"/>
                  </a:cubicBezTo>
                  <a:cubicBezTo>
                    <a:pt x="1537" y="310"/>
                    <a:pt x="1480" y="211"/>
                    <a:pt x="1479" y="210"/>
                  </a:cubicBezTo>
                  <a:cubicBezTo>
                    <a:pt x="1477" y="206"/>
                    <a:pt x="1477" y="206"/>
                    <a:pt x="1477" y="206"/>
                  </a:cubicBezTo>
                  <a:cubicBezTo>
                    <a:pt x="1473" y="202"/>
                    <a:pt x="1473" y="202"/>
                    <a:pt x="1473" y="202"/>
                  </a:cubicBezTo>
                  <a:cubicBezTo>
                    <a:pt x="1455" y="185"/>
                    <a:pt x="1432" y="175"/>
                    <a:pt x="1408" y="175"/>
                  </a:cubicBezTo>
                  <a:cubicBezTo>
                    <a:pt x="969" y="174"/>
                    <a:pt x="969" y="174"/>
                    <a:pt x="969" y="174"/>
                  </a:cubicBezTo>
                  <a:cubicBezTo>
                    <a:pt x="969" y="174"/>
                    <a:pt x="969" y="174"/>
                    <a:pt x="969" y="174"/>
                  </a:cubicBezTo>
                  <a:cubicBezTo>
                    <a:pt x="965" y="174"/>
                    <a:pt x="961" y="174"/>
                    <a:pt x="957" y="175"/>
                  </a:cubicBezTo>
                  <a:cubicBezTo>
                    <a:pt x="957" y="61"/>
                    <a:pt x="957" y="61"/>
                    <a:pt x="957" y="61"/>
                  </a:cubicBezTo>
                  <a:cubicBezTo>
                    <a:pt x="957" y="28"/>
                    <a:pt x="930" y="0"/>
                    <a:pt x="896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28" y="0"/>
                    <a:pt x="0" y="28"/>
                    <a:pt x="0" y="61"/>
                  </a:cubicBezTo>
                  <a:cubicBezTo>
                    <a:pt x="1" y="643"/>
                    <a:pt x="1" y="643"/>
                    <a:pt x="1" y="643"/>
                  </a:cubicBezTo>
                  <a:cubicBezTo>
                    <a:pt x="1" y="951"/>
                    <a:pt x="1" y="951"/>
                    <a:pt x="1" y="951"/>
                  </a:cubicBezTo>
                  <a:cubicBezTo>
                    <a:pt x="1" y="1001"/>
                    <a:pt x="42" y="1043"/>
                    <a:pt x="93" y="1043"/>
                  </a:cubicBezTo>
                  <a:cubicBezTo>
                    <a:pt x="193" y="1043"/>
                    <a:pt x="193" y="1043"/>
                    <a:pt x="193" y="1043"/>
                  </a:cubicBezTo>
                  <a:cubicBezTo>
                    <a:pt x="213" y="1152"/>
                    <a:pt x="308" y="1235"/>
                    <a:pt x="423" y="1235"/>
                  </a:cubicBezTo>
                  <a:cubicBezTo>
                    <a:pt x="538" y="1235"/>
                    <a:pt x="634" y="1152"/>
                    <a:pt x="653" y="1043"/>
                  </a:cubicBezTo>
                  <a:cubicBezTo>
                    <a:pt x="1085" y="1043"/>
                    <a:pt x="1085" y="1043"/>
                    <a:pt x="1085" y="1043"/>
                  </a:cubicBezTo>
                  <a:cubicBezTo>
                    <a:pt x="1104" y="1152"/>
                    <a:pt x="1200" y="1235"/>
                    <a:pt x="1315" y="1235"/>
                  </a:cubicBezTo>
                  <a:cubicBezTo>
                    <a:pt x="1429" y="1235"/>
                    <a:pt x="1525" y="1152"/>
                    <a:pt x="1544" y="1043"/>
                  </a:cubicBezTo>
                  <a:cubicBezTo>
                    <a:pt x="1701" y="1043"/>
                    <a:pt x="1717" y="1042"/>
                    <a:pt x="1749" y="1042"/>
                  </a:cubicBezTo>
                  <a:cubicBezTo>
                    <a:pt x="1754" y="1042"/>
                    <a:pt x="1759" y="1038"/>
                    <a:pt x="1759" y="1033"/>
                  </a:cubicBezTo>
                  <a:cubicBezTo>
                    <a:pt x="1759" y="873"/>
                    <a:pt x="1759" y="873"/>
                    <a:pt x="1759" y="873"/>
                  </a:cubicBezTo>
                  <a:cubicBezTo>
                    <a:pt x="1759" y="868"/>
                    <a:pt x="1754" y="863"/>
                    <a:pt x="1749" y="863"/>
                  </a:cubicBezTo>
                  <a:close/>
                  <a:moveTo>
                    <a:pt x="1413" y="257"/>
                  </a:moveTo>
                  <a:cubicBezTo>
                    <a:pt x="1488" y="388"/>
                    <a:pt x="1605" y="593"/>
                    <a:pt x="1629" y="642"/>
                  </a:cubicBezTo>
                  <a:cubicBezTo>
                    <a:pt x="1300" y="642"/>
                    <a:pt x="1300" y="642"/>
                    <a:pt x="1300" y="642"/>
                  </a:cubicBezTo>
                  <a:cubicBezTo>
                    <a:pt x="1300" y="256"/>
                    <a:pt x="1300" y="256"/>
                    <a:pt x="1300" y="256"/>
                  </a:cubicBezTo>
                  <a:cubicBezTo>
                    <a:pt x="1408" y="256"/>
                    <a:pt x="1408" y="256"/>
                    <a:pt x="1408" y="256"/>
                  </a:cubicBezTo>
                  <a:cubicBezTo>
                    <a:pt x="1410" y="256"/>
                    <a:pt x="1411" y="256"/>
                    <a:pt x="1413" y="257"/>
                  </a:cubicBezTo>
                  <a:close/>
                  <a:moveTo>
                    <a:pt x="961" y="258"/>
                  </a:moveTo>
                  <a:cubicBezTo>
                    <a:pt x="963" y="256"/>
                    <a:pt x="966" y="255"/>
                    <a:pt x="969" y="255"/>
                  </a:cubicBezTo>
                  <a:cubicBezTo>
                    <a:pt x="1259" y="256"/>
                    <a:pt x="1259" y="256"/>
                    <a:pt x="1259" y="256"/>
                  </a:cubicBezTo>
                  <a:cubicBezTo>
                    <a:pt x="1259" y="642"/>
                    <a:pt x="1259" y="642"/>
                    <a:pt x="1259" y="642"/>
                  </a:cubicBezTo>
                  <a:cubicBezTo>
                    <a:pt x="958" y="642"/>
                    <a:pt x="958" y="642"/>
                    <a:pt x="958" y="642"/>
                  </a:cubicBezTo>
                  <a:cubicBezTo>
                    <a:pt x="958" y="266"/>
                    <a:pt x="958" y="266"/>
                    <a:pt x="958" y="266"/>
                  </a:cubicBezTo>
                  <a:cubicBezTo>
                    <a:pt x="958" y="263"/>
                    <a:pt x="959" y="260"/>
                    <a:pt x="961" y="258"/>
                  </a:cubicBezTo>
                  <a:close/>
                  <a:moveTo>
                    <a:pt x="876" y="81"/>
                  </a:moveTo>
                  <a:cubicBezTo>
                    <a:pt x="876" y="604"/>
                    <a:pt x="876" y="604"/>
                    <a:pt x="876" y="604"/>
                  </a:cubicBezTo>
                  <a:cubicBezTo>
                    <a:pt x="163" y="604"/>
                    <a:pt x="163" y="604"/>
                    <a:pt x="163" y="604"/>
                  </a:cubicBezTo>
                  <a:cubicBezTo>
                    <a:pt x="82" y="604"/>
                    <a:pt x="82" y="604"/>
                    <a:pt x="82" y="604"/>
                  </a:cubicBezTo>
                  <a:cubicBezTo>
                    <a:pt x="81" y="81"/>
                    <a:pt x="81" y="81"/>
                    <a:pt x="81" y="81"/>
                  </a:cubicBezTo>
                  <a:lnTo>
                    <a:pt x="876" y="81"/>
                  </a:lnTo>
                  <a:close/>
                  <a:moveTo>
                    <a:pt x="423" y="1160"/>
                  </a:moveTo>
                  <a:cubicBezTo>
                    <a:pt x="336" y="1160"/>
                    <a:pt x="265" y="1089"/>
                    <a:pt x="265" y="1002"/>
                  </a:cubicBezTo>
                  <a:cubicBezTo>
                    <a:pt x="265" y="915"/>
                    <a:pt x="336" y="844"/>
                    <a:pt x="423" y="844"/>
                  </a:cubicBezTo>
                  <a:cubicBezTo>
                    <a:pt x="511" y="844"/>
                    <a:pt x="582" y="915"/>
                    <a:pt x="582" y="1002"/>
                  </a:cubicBezTo>
                  <a:cubicBezTo>
                    <a:pt x="582" y="1089"/>
                    <a:pt x="511" y="1160"/>
                    <a:pt x="423" y="1160"/>
                  </a:cubicBezTo>
                  <a:close/>
                  <a:moveTo>
                    <a:pt x="425" y="766"/>
                  </a:moveTo>
                  <a:cubicBezTo>
                    <a:pt x="308" y="766"/>
                    <a:pt x="211" y="851"/>
                    <a:pt x="192" y="962"/>
                  </a:cubicBezTo>
                  <a:cubicBezTo>
                    <a:pt x="93" y="962"/>
                    <a:pt x="93" y="962"/>
                    <a:pt x="93" y="962"/>
                  </a:cubicBezTo>
                  <a:cubicBezTo>
                    <a:pt x="87" y="962"/>
                    <a:pt x="82" y="957"/>
                    <a:pt x="82" y="951"/>
                  </a:cubicBezTo>
                  <a:cubicBezTo>
                    <a:pt x="82" y="684"/>
                    <a:pt x="82" y="684"/>
                    <a:pt x="82" y="684"/>
                  </a:cubicBezTo>
                  <a:cubicBezTo>
                    <a:pt x="957" y="684"/>
                    <a:pt x="957" y="684"/>
                    <a:pt x="957" y="684"/>
                  </a:cubicBezTo>
                  <a:cubicBezTo>
                    <a:pt x="958" y="684"/>
                    <a:pt x="958" y="684"/>
                    <a:pt x="958" y="684"/>
                  </a:cubicBezTo>
                  <a:cubicBezTo>
                    <a:pt x="958" y="682"/>
                    <a:pt x="958" y="682"/>
                    <a:pt x="958" y="682"/>
                  </a:cubicBezTo>
                  <a:cubicBezTo>
                    <a:pt x="1631" y="682"/>
                    <a:pt x="1631" y="682"/>
                    <a:pt x="1631" y="682"/>
                  </a:cubicBezTo>
                  <a:cubicBezTo>
                    <a:pt x="1631" y="863"/>
                    <a:pt x="1631" y="863"/>
                    <a:pt x="1631" y="863"/>
                  </a:cubicBezTo>
                  <a:cubicBezTo>
                    <a:pt x="1594" y="863"/>
                    <a:pt x="1594" y="863"/>
                    <a:pt x="1594" y="863"/>
                  </a:cubicBezTo>
                  <a:cubicBezTo>
                    <a:pt x="1589" y="863"/>
                    <a:pt x="1584" y="868"/>
                    <a:pt x="1584" y="873"/>
                  </a:cubicBezTo>
                  <a:cubicBezTo>
                    <a:pt x="1584" y="962"/>
                    <a:pt x="1584" y="962"/>
                    <a:pt x="1584" y="962"/>
                  </a:cubicBezTo>
                  <a:cubicBezTo>
                    <a:pt x="1547" y="962"/>
                    <a:pt x="1547" y="962"/>
                    <a:pt x="1547" y="962"/>
                  </a:cubicBezTo>
                  <a:cubicBezTo>
                    <a:pt x="1528" y="851"/>
                    <a:pt x="1431" y="766"/>
                    <a:pt x="1315" y="766"/>
                  </a:cubicBezTo>
                  <a:cubicBezTo>
                    <a:pt x="1198" y="766"/>
                    <a:pt x="1101" y="851"/>
                    <a:pt x="1082" y="962"/>
                  </a:cubicBezTo>
                  <a:cubicBezTo>
                    <a:pt x="658" y="962"/>
                    <a:pt x="658" y="962"/>
                    <a:pt x="658" y="962"/>
                  </a:cubicBezTo>
                  <a:cubicBezTo>
                    <a:pt x="638" y="851"/>
                    <a:pt x="541" y="766"/>
                    <a:pt x="425" y="766"/>
                  </a:cubicBezTo>
                  <a:close/>
                  <a:moveTo>
                    <a:pt x="1315" y="1160"/>
                  </a:moveTo>
                  <a:cubicBezTo>
                    <a:pt x="1227" y="1160"/>
                    <a:pt x="1156" y="1089"/>
                    <a:pt x="1156" y="1002"/>
                  </a:cubicBezTo>
                  <a:cubicBezTo>
                    <a:pt x="1156" y="915"/>
                    <a:pt x="1227" y="844"/>
                    <a:pt x="1315" y="844"/>
                  </a:cubicBezTo>
                  <a:cubicBezTo>
                    <a:pt x="1402" y="844"/>
                    <a:pt x="1473" y="915"/>
                    <a:pt x="1473" y="1002"/>
                  </a:cubicBezTo>
                  <a:cubicBezTo>
                    <a:pt x="1473" y="1089"/>
                    <a:pt x="1402" y="1160"/>
                    <a:pt x="1315" y="11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4" name="Oval 10"/>
            <p:cNvSpPr>
              <a:spLocks noChangeArrowheads="1"/>
            </p:cNvSpPr>
            <p:nvPr/>
          </p:nvSpPr>
          <p:spPr bwMode="auto">
            <a:xfrm>
              <a:off x="7070726" y="5662613"/>
              <a:ext cx="207963" cy="2063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5" name="Oval 11"/>
            <p:cNvSpPr>
              <a:spLocks noChangeArrowheads="1"/>
            </p:cNvSpPr>
            <p:nvPr/>
          </p:nvSpPr>
          <p:spPr bwMode="auto">
            <a:xfrm>
              <a:off x="6092826" y="5662613"/>
              <a:ext cx="206375" cy="2063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142540" y="3857835"/>
            <a:ext cx="352980" cy="338328"/>
            <a:chOff x="5151438" y="2524125"/>
            <a:chExt cx="1262063" cy="1209676"/>
          </a:xfrm>
          <a:solidFill>
            <a:schemeClr val="bg1"/>
          </a:solidFill>
        </p:grpSpPr>
        <p:sp>
          <p:nvSpPr>
            <p:cNvPr id="47" name="Freeform 11"/>
            <p:cNvSpPr/>
            <p:nvPr/>
          </p:nvSpPr>
          <p:spPr bwMode="auto">
            <a:xfrm>
              <a:off x="5545138" y="2524125"/>
              <a:ext cx="482600" cy="457200"/>
            </a:xfrm>
            <a:custGeom>
              <a:avLst/>
              <a:gdLst>
                <a:gd name="T0" fmla="*/ 100 w 192"/>
                <a:gd name="T1" fmla="*/ 150 h 182"/>
                <a:gd name="T2" fmla="*/ 93 w 192"/>
                <a:gd name="T3" fmla="*/ 150 h 182"/>
                <a:gd name="T4" fmla="*/ 40 w 192"/>
                <a:gd name="T5" fmla="*/ 181 h 182"/>
                <a:gd name="T6" fmla="*/ 37 w 192"/>
                <a:gd name="T7" fmla="*/ 179 h 182"/>
                <a:gd name="T8" fmla="*/ 51 w 192"/>
                <a:gd name="T9" fmla="*/ 119 h 182"/>
                <a:gd name="T10" fmla="*/ 48 w 192"/>
                <a:gd name="T11" fmla="*/ 113 h 182"/>
                <a:gd name="T12" fmla="*/ 2 w 192"/>
                <a:gd name="T13" fmla="*/ 72 h 182"/>
                <a:gd name="T14" fmla="*/ 3 w 192"/>
                <a:gd name="T15" fmla="*/ 69 h 182"/>
                <a:gd name="T16" fmla="*/ 64 w 192"/>
                <a:gd name="T17" fmla="*/ 63 h 182"/>
                <a:gd name="T18" fmla="*/ 70 w 192"/>
                <a:gd name="T19" fmla="*/ 59 h 182"/>
                <a:gd name="T20" fmla="*/ 95 w 192"/>
                <a:gd name="T21" fmla="*/ 2 h 182"/>
                <a:gd name="T22" fmla="*/ 98 w 192"/>
                <a:gd name="T23" fmla="*/ 2 h 182"/>
                <a:gd name="T24" fmla="*/ 122 w 192"/>
                <a:gd name="T25" fmla="*/ 59 h 182"/>
                <a:gd name="T26" fmla="*/ 128 w 192"/>
                <a:gd name="T27" fmla="*/ 63 h 182"/>
                <a:gd name="T28" fmla="*/ 189 w 192"/>
                <a:gd name="T29" fmla="*/ 69 h 182"/>
                <a:gd name="T30" fmla="*/ 190 w 192"/>
                <a:gd name="T31" fmla="*/ 72 h 182"/>
                <a:gd name="T32" fmla="*/ 144 w 192"/>
                <a:gd name="T33" fmla="*/ 113 h 182"/>
                <a:gd name="T34" fmla="*/ 142 w 192"/>
                <a:gd name="T35" fmla="*/ 119 h 182"/>
                <a:gd name="T36" fmla="*/ 155 w 192"/>
                <a:gd name="T37" fmla="*/ 179 h 182"/>
                <a:gd name="T38" fmla="*/ 153 w 192"/>
                <a:gd name="T39" fmla="*/ 181 h 182"/>
                <a:gd name="T40" fmla="*/ 100 w 192"/>
                <a:gd name="T41" fmla="*/ 15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2">
                  <a:moveTo>
                    <a:pt x="100" y="150"/>
                  </a:moveTo>
                  <a:cubicBezTo>
                    <a:pt x="98" y="149"/>
                    <a:pt x="95" y="149"/>
                    <a:pt x="93" y="150"/>
                  </a:cubicBezTo>
                  <a:cubicBezTo>
                    <a:pt x="40" y="181"/>
                    <a:pt x="40" y="181"/>
                    <a:pt x="40" y="181"/>
                  </a:cubicBezTo>
                  <a:cubicBezTo>
                    <a:pt x="38" y="182"/>
                    <a:pt x="37" y="182"/>
                    <a:pt x="37" y="179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7"/>
                    <a:pt x="50" y="114"/>
                    <a:pt x="48" y="113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1" y="69"/>
                    <a:pt x="3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7" y="63"/>
                    <a:pt x="69" y="61"/>
                    <a:pt x="70" y="59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0"/>
                    <a:pt x="97" y="0"/>
                    <a:pt x="98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6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2" y="69"/>
                    <a:pt x="192" y="70"/>
                    <a:pt x="190" y="72"/>
                  </a:cubicBezTo>
                  <a:cubicBezTo>
                    <a:pt x="144" y="113"/>
                    <a:pt x="144" y="113"/>
                    <a:pt x="144" y="113"/>
                  </a:cubicBezTo>
                  <a:cubicBezTo>
                    <a:pt x="142" y="114"/>
                    <a:pt x="141" y="117"/>
                    <a:pt x="142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2"/>
                    <a:pt x="155" y="182"/>
                    <a:pt x="153" y="181"/>
                  </a:cubicBezTo>
                  <a:lnTo>
                    <a:pt x="10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8" name="Freeform 12"/>
            <p:cNvSpPr/>
            <p:nvPr/>
          </p:nvSpPr>
          <p:spPr bwMode="auto">
            <a:xfrm>
              <a:off x="5932488" y="2805113"/>
              <a:ext cx="481013" cy="457200"/>
            </a:xfrm>
            <a:custGeom>
              <a:avLst/>
              <a:gdLst>
                <a:gd name="T0" fmla="*/ 100 w 192"/>
                <a:gd name="T1" fmla="*/ 150 h 182"/>
                <a:gd name="T2" fmla="*/ 93 w 192"/>
                <a:gd name="T3" fmla="*/ 150 h 182"/>
                <a:gd name="T4" fmla="*/ 40 w 192"/>
                <a:gd name="T5" fmla="*/ 181 h 182"/>
                <a:gd name="T6" fmla="*/ 37 w 192"/>
                <a:gd name="T7" fmla="*/ 179 h 182"/>
                <a:gd name="T8" fmla="*/ 51 w 192"/>
                <a:gd name="T9" fmla="*/ 119 h 182"/>
                <a:gd name="T10" fmla="*/ 48 w 192"/>
                <a:gd name="T11" fmla="*/ 112 h 182"/>
                <a:gd name="T12" fmla="*/ 2 w 192"/>
                <a:gd name="T13" fmla="*/ 72 h 182"/>
                <a:gd name="T14" fmla="*/ 3 w 192"/>
                <a:gd name="T15" fmla="*/ 69 h 182"/>
                <a:gd name="T16" fmla="*/ 65 w 192"/>
                <a:gd name="T17" fmla="*/ 63 h 182"/>
                <a:gd name="T18" fmla="*/ 70 w 192"/>
                <a:gd name="T19" fmla="*/ 59 h 182"/>
                <a:gd name="T20" fmla="*/ 95 w 192"/>
                <a:gd name="T21" fmla="*/ 2 h 182"/>
                <a:gd name="T22" fmla="*/ 98 w 192"/>
                <a:gd name="T23" fmla="*/ 2 h 182"/>
                <a:gd name="T24" fmla="*/ 122 w 192"/>
                <a:gd name="T25" fmla="*/ 59 h 182"/>
                <a:gd name="T26" fmla="*/ 128 w 192"/>
                <a:gd name="T27" fmla="*/ 63 h 182"/>
                <a:gd name="T28" fmla="*/ 189 w 192"/>
                <a:gd name="T29" fmla="*/ 69 h 182"/>
                <a:gd name="T30" fmla="*/ 190 w 192"/>
                <a:gd name="T31" fmla="*/ 72 h 182"/>
                <a:gd name="T32" fmla="*/ 144 w 192"/>
                <a:gd name="T33" fmla="*/ 112 h 182"/>
                <a:gd name="T34" fmla="*/ 142 w 192"/>
                <a:gd name="T35" fmla="*/ 119 h 182"/>
                <a:gd name="T36" fmla="*/ 155 w 192"/>
                <a:gd name="T37" fmla="*/ 179 h 182"/>
                <a:gd name="T38" fmla="*/ 153 w 192"/>
                <a:gd name="T39" fmla="*/ 181 h 182"/>
                <a:gd name="T40" fmla="*/ 100 w 192"/>
                <a:gd name="T41" fmla="*/ 15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2">
                  <a:moveTo>
                    <a:pt x="100" y="150"/>
                  </a:moveTo>
                  <a:cubicBezTo>
                    <a:pt x="98" y="148"/>
                    <a:pt x="95" y="148"/>
                    <a:pt x="93" y="150"/>
                  </a:cubicBezTo>
                  <a:cubicBezTo>
                    <a:pt x="40" y="181"/>
                    <a:pt x="40" y="181"/>
                    <a:pt x="40" y="181"/>
                  </a:cubicBezTo>
                  <a:cubicBezTo>
                    <a:pt x="38" y="182"/>
                    <a:pt x="37" y="181"/>
                    <a:pt x="37" y="179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7"/>
                    <a:pt x="50" y="114"/>
                    <a:pt x="48" y="11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1" y="69"/>
                    <a:pt x="3" y="69"/>
                  </a:cubicBezTo>
                  <a:cubicBezTo>
                    <a:pt x="65" y="63"/>
                    <a:pt x="65" y="63"/>
                    <a:pt x="65" y="63"/>
                  </a:cubicBezTo>
                  <a:cubicBezTo>
                    <a:pt x="67" y="63"/>
                    <a:pt x="69" y="61"/>
                    <a:pt x="70" y="59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6" y="0"/>
                    <a:pt x="97" y="0"/>
                    <a:pt x="98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6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2" y="69"/>
                    <a:pt x="192" y="70"/>
                    <a:pt x="190" y="7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2" y="114"/>
                    <a:pt x="141" y="117"/>
                    <a:pt x="142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1"/>
                    <a:pt x="155" y="182"/>
                    <a:pt x="153" y="181"/>
                  </a:cubicBezTo>
                  <a:lnTo>
                    <a:pt x="10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9" name="Freeform 13"/>
            <p:cNvSpPr/>
            <p:nvPr/>
          </p:nvSpPr>
          <p:spPr bwMode="auto">
            <a:xfrm>
              <a:off x="5151438" y="2805113"/>
              <a:ext cx="481013" cy="457200"/>
            </a:xfrm>
            <a:custGeom>
              <a:avLst/>
              <a:gdLst>
                <a:gd name="T0" fmla="*/ 100 w 192"/>
                <a:gd name="T1" fmla="*/ 150 h 182"/>
                <a:gd name="T2" fmla="*/ 93 w 192"/>
                <a:gd name="T3" fmla="*/ 150 h 182"/>
                <a:gd name="T4" fmla="*/ 40 w 192"/>
                <a:gd name="T5" fmla="*/ 181 h 182"/>
                <a:gd name="T6" fmla="*/ 37 w 192"/>
                <a:gd name="T7" fmla="*/ 179 h 182"/>
                <a:gd name="T8" fmla="*/ 51 w 192"/>
                <a:gd name="T9" fmla="*/ 119 h 182"/>
                <a:gd name="T10" fmla="*/ 48 w 192"/>
                <a:gd name="T11" fmla="*/ 112 h 182"/>
                <a:gd name="T12" fmla="*/ 2 w 192"/>
                <a:gd name="T13" fmla="*/ 72 h 182"/>
                <a:gd name="T14" fmla="*/ 3 w 192"/>
                <a:gd name="T15" fmla="*/ 69 h 182"/>
                <a:gd name="T16" fmla="*/ 64 w 192"/>
                <a:gd name="T17" fmla="*/ 63 h 182"/>
                <a:gd name="T18" fmla="*/ 70 w 192"/>
                <a:gd name="T19" fmla="*/ 59 h 182"/>
                <a:gd name="T20" fmla="*/ 95 w 192"/>
                <a:gd name="T21" fmla="*/ 2 h 182"/>
                <a:gd name="T22" fmla="*/ 98 w 192"/>
                <a:gd name="T23" fmla="*/ 2 h 182"/>
                <a:gd name="T24" fmla="*/ 122 w 192"/>
                <a:gd name="T25" fmla="*/ 59 h 182"/>
                <a:gd name="T26" fmla="*/ 128 w 192"/>
                <a:gd name="T27" fmla="*/ 63 h 182"/>
                <a:gd name="T28" fmla="*/ 189 w 192"/>
                <a:gd name="T29" fmla="*/ 69 h 182"/>
                <a:gd name="T30" fmla="*/ 190 w 192"/>
                <a:gd name="T31" fmla="*/ 72 h 182"/>
                <a:gd name="T32" fmla="*/ 144 w 192"/>
                <a:gd name="T33" fmla="*/ 112 h 182"/>
                <a:gd name="T34" fmla="*/ 142 w 192"/>
                <a:gd name="T35" fmla="*/ 119 h 182"/>
                <a:gd name="T36" fmla="*/ 155 w 192"/>
                <a:gd name="T37" fmla="*/ 179 h 182"/>
                <a:gd name="T38" fmla="*/ 153 w 192"/>
                <a:gd name="T39" fmla="*/ 181 h 182"/>
                <a:gd name="T40" fmla="*/ 100 w 192"/>
                <a:gd name="T41" fmla="*/ 15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2">
                  <a:moveTo>
                    <a:pt x="100" y="150"/>
                  </a:moveTo>
                  <a:cubicBezTo>
                    <a:pt x="98" y="148"/>
                    <a:pt x="95" y="148"/>
                    <a:pt x="93" y="150"/>
                  </a:cubicBezTo>
                  <a:cubicBezTo>
                    <a:pt x="40" y="181"/>
                    <a:pt x="40" y="181"/>
                    <a:pt x="40" y="181"/>
                  </a:cubicBezTo>
                  <a:cubicBezTo>
                    <a:pt x="38" y="182"/>
                    <a:pt x="36" y="181"/>
                    <a:pt x="37" y="179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7"/>
                    <a:pt x="50" y="114"/>
                    <a:pt x="48" y="11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1" y="69"/>
                    <a:pt x="3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7" y="63"/>
                    <a:pt x="69" y="61"/>
                    <a:pt x="70" y="59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0"/>
                    <a:pt x="97" y="0"/>
                    <a:pt x="98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6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2" y="69"/>
                    <a:pt x="192" y="70"/>
                    <a:pt x="190" y="7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2" y="114"/>
                    <a:pt x="141" y="117"/>
                    <a:pt x="142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1"/>
                    <a:pt x="155" y="182"/>
                    <a:pt x="153" y="181"/>
                  </a:cubicBezTo>
                  <a:lnTo>
                    <a:pt x="10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0" name="Freeform 14"/>
            <p:cNvSpPr/>
            <p:nvPr/>
          </p:nvSpPr>
          <p:spPr bwMode="auto">
            <a:xfrm>
              <a:off x="5788026" y="3275013"/>
              <a:ext cx="482600" cy="458788"/>
            </a:xfrm>
            <a:custGeom>
              <a:avLst/>
              <a:gdLst>
                <a:gd name="T0" fmla="*/ 99 w 192"/>
                <a:gd name="T1" fmla="*/ 150 h 183"/>
                <a:gd name="T2" fmla="*/ 92 w 192"/>
                <a:gd name="T3" fmla="*/ 150 h 183"/>
                <a:gd name="T4" fmla="*/ 39 w 192"/>
                <a:gd name="T5" fmla="*/ 181 h 183"/>
                <a:gd name="T6" fmla="*/ 37 w 192"/>
                <a:gd name="T7" fmla="*/ 179 h 183"/>
                <a:gd name="T8" fmla="*/ 50 w 192"/>
                <a:gd name="T9" fmla="*/ 119 h 183"/>
                <a:gd name="T10" fmla="*/ 48 w 192"/>
                <a:gd name="T11" fmla="*/ 113 h 183"/>
                <a:gd name="T12" fmla="*/ 2 w 192"/>
                <a:gd name="T13" fmla="*/ 72 h 183"/>
                <a:gd name="T14" fmla="*/ 3 w 192"/>
                <a:gd name="T15" fmla="*/ 69 h 183"/>
                <a:gd name="T16" fmla="*/ 64 w 192"/>
                <a:gd name="T17" fmla="*/ 63 h 183"/>
                <a:gd name="T18" fmla="*/ 70 w 192"/>
                <a:gd name="T19" fmla="*/ 59 h 183"/>
                <a:gd name="T20" fmla="*/ 94 w 192"/>
                <a:gd name="T21" fmla="*/ 2 h 183"/>
                <a:gd name="T22" fmla="*/ 97 w 192"/>
                <a:gd name="T23" fmla="*/ 2 h 183"/>
                <a:gd name="T24" fmla="*/ 122 w 192"/>
                <a:gd name="T25" fmla="*/ 59 h 183"/>
                <a:gd name="T26" fmla="*/ 128 w 192"/>
                <a:gd name="T27" fmla="*/ 63 h 183"/>
                <a:gd name="T28" fmla="*/ 189 w 192"/>
                <a:gd name="T29" fmla="*/ 69 h 183"/>
                <a:gd name="T30" fmla="*/ 190 w 192"/>
                <a:gd name="T31" fmla="*/ 72 h 183"/>
                <a:gd name="T32" fmla="*/ 144 w 192"/>
                <a:gd name="T33" fmla="*/ 113 h 183"/>
                <a:gd name="T34" fmla="*/ 141 w 192"/>
                <a:gd name="T35" fmla="*/ 119 h 183"/>
                <a:gd name="T36" fmla="*/ 155 w 192"/>
                <a:gd name="T37" fmla="*/ 179 h 183"/>
                <a:gd name="T38" fmla="*/ 152 w 192"/>
                <a:gd name="T39" fmla="*/ 181 h 183"/>
                <a:gd name="T40" fmla="*/ 99 w 192"/>
                <a:gd name="T41" fmla="*/ 15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3">
                  <a:moveTo>
                    <a:pt x="99" y="150"/>
                  </a:moveTo>
                  <a:cubicBezTo>
                    <a:pt x="97" y="149"/>
                    <a:pt x="94" y="149"/>
                    <a:pt x="92" y="150"/>
                  </a:cubicBezTo>
                  <a:cubicBezTo>
                    <a:pt x="39" y="181"/>
                    <a:pt x="39" y="181"/>
                    <a:pt x="39" y="181"/>
                  </a:cubicBezTo>
                  <a:cubicBezTo>
                    <a:pt x="37" y="183"/>
                    <a:pt x="36" y="182"/>
                    <a:pt x="37" y="179"/>
                  </a:cubicBezTo>
                  <a:cubicBezTo>
                    <a:pt x="50" y="119"/>
                    <a:pt x="50" y="119"/>
                    <a:pt x="50" y="119"/>
                  </a:cubicBezTo>
                  <a:cubicBezTo>
                    <a:pt x="51" y="117"/>
                    <a:pt x="50" y="114"/>
                    <a:pt x="48" y="113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0" y="69"/>
                    <a:pt x="3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6" y="63"/>
                    <a:pt x="69" y="61"/>
                    <a:pt x="70" y="59"/>
                  </a:cubicBezTo>
                  <a:cubicBezTo>
                    <a:pt x="94" y="2"/>
                    <a:pt x="94" y="2"/>
                    <a:pt x="94" y="2"/>
                  </a:cubicBezTo>
                  <a:cubicBezTo>
                    <a:pt x="95" y="0"/>
                    <a:pt x="97" y="0"/>
                    <a:pt x="97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5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1" y="69"/>
                    <a:pt x="192" y="70"/>
                    <a:pt x="190" y="72"/>
                  </a:cubicBezTo>
                  <a:cubicBezTo>
                    <a:pt x="144" y="113"/>
                    <a:pt x="144" y="113"/>
                    <a:pt x="144" y="113"/>
                  </a:cubicBezTo>
                  <a:cubicBezTo>
                    <a:pt x="142" y="114"/>
                    <a:pt x="141" y="117"/>
                    <a:pt x="141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2"/>
                    <a:pt x="154" y="183"/>
                    <a:pt x="152" y="181"/>
                  </a:cubicBezTo>
                  <a:lnTo>
                    <a:pt x="99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Freeform 15"/>
            <p:cNvSpPr/>
            <p:nvPr/>
          </p:nvSpPr>
          <p:spPr bwMode="auto">
            <a:xfrm>
              <a:off x="5303838" y="3275013"/>
              <a:ext cx="479425" cy="458788"/>
            </a:xfrm>
            <a:custGeom>
              <a:avLst/>
              <a:gdLst>
                <a:gd name="T0" fmla="*/ 99 w 191"/>
                <a:gd name="T1" fmla="*/ 150 h 183"/>
                <a:gd name="T2" fmla="*/ 92 w 191"/>
                <a:gd name="T3" fmla="*/ 150 h 183"/>
                <a:gd name="T4" fmla="*/ 39 w 191"/>
                <a:gd name="T5" fmla="*/ 181 h 183"/>
                <a:gd name="T6" fmla="*/ 36 w 191"/>
                <a:gd name="T7" fmla="*/ 179 h 183"/>
                <a:gd name="T8" fmla="*/ 50 w 191"/>
                <a:gd name="T9" fmla="*/ 119 h 183"/>
                <a:gd name="T10" fmla="*/ 48 w 191"/>
                <a:gd name="T11" fmla="*/ 113 h 183"/>
                <a:gd name="T12" fmla="*/ 1 w 191"/>
                <a:gd name="T13" fmla="*/ 72 h 183"/>
                <a:gd name="T14" fmla="*/ 2 w 191"/>
                <a:gd name="T15" fmla="*/ 69 h 183"/>
                <a:gd name="T16" fmla="*/ 64 w 191"/>
                <a:gd name="T17" fmla="*/ 63 h 183"/>
                <a:gd name="T18" fmla="*/ 70 w 191"/>
                <a:gd name="T19" fmla="*/ 59 h 183"/>
                <a:gd name="T20" fmla="*/ 94 w 191"/>
                <a:gd name="T21" fmla="*/ 2 h 183"/>
                <a:gd name="T22" fmla="*/ 97 w 191"/>
                <a:gd name="T23" fmla="*/ 2 h 183"/>
                <a:gd name="T24" fmla="*/ 122 w 191"/>
                <a:gd name="T25" fmla="*/ 59 h 183"/>
                <a:gd name="T26" fmla="*/ 127 w 191"/>
                <a:gd name="T27" fmla="*/ 63 h 183"/>
                <a:gd name="T28" fmla="*/ 189 w 191"/>
                <a:gd name="T29" fmla="*/ 69 h 183"/>
                <a:gd name="T30" fmla="*/ 190 w 191"/>
                <a:gd name="T31" fmla="*/ 72 h 183"/>
                <a:gd name="T32" fmla="*/ 143 w 191"/>
                <a:gd name="T33" fmla="*/ 113 h 183"/>
                <a:gd name="T34" fmla="*/ 141 w 191"/>
                <a:gd name="T35" fmla="*/ 119 h 183"/>
                <a:gd name="T36" fmla="*/ 155 w 191"/>
                <a:gd name="T37" fmla="*/ 179 h 183"/>
                <a:gd name="T38" fmla="*/ 152 w 191"/>
                <a:gd name="T39" fmla="*/ 181 h 183"/>
                <a:gd name="T40" fmla="*/ 99 w 191"/>
                <a:gd name="T41" fmla="*/ 15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1" h="183">
                  <a:moveTo>
                    <a:pt x="99" y="150"/>
                  </a:moveTo>
                  <a:cubicBezTo>
                    <a:pt x="97" y="149"/>
                    <a:pt x="94" y="149"/>
                    <a:pt x="92" y="150"/>
                  </a:cubicBezTo>
                  <a:cubicBezTo>
                    <a:pt x="39" y="181"/>
                    <a:pt x="39" y="181"/>
                    <a:pt x="39" y="181"/>
                  </a:cubicBezTo>
                  <a:cubicBezTo>
                    <a:pt x="37" y="183"/>
                    <a:pt x="36" y="182"/>
                    <a:pt x="36" y="179"/>
                  </a:cubicBezTo>
                  <a:cubicBezTo>
                    <a:pt x="50" y="119"/>
                    <a:pt x="50" y="119"/>
                    <a:pt x="50" y="119"/>
                  </a:cubicBezTo>
                  <a:cubicBezTo>
                    <a:pt x="50" y="117"/>
                    <a:pt x="49" y="114"/>
                    <a:pt x="48" y="113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0" y="70"/>
                    <a:pt x="0" y="69"/>
                    <a:pt x="2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6" y="63"/>
                    <a:pt x="69" y="61"/>
                    <a:pt x="70" y="59"/>
                  </a:cubicBezTo>
                  <a:cubicBezTo>
                    <a:pt x="94" y="2"/>
                    <a:pt x="94" y="2"/>
                    <a:pt x="94" y="2"/>
                  </a:cubicBezTo>
                  <a:cubicBezTo>
                    <a:pt x="95" y="0"/>
                    <a:pt x="96" y="0"/>
                    <a:pt x="97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2" y="61"/>
                    <a:pt x="125" y="63"/>
                    <a:pt x="127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1" y="69"/>
                    <a:pt x="191" y="70"/>
                    <a:pt x="190" y="72"/>
                  </a:cubicBezTo>
                  <a:cubicBezTo>
                    <a:pt x="143" y="113"/>
                    <a:pt x="143" y="113"/>
                    <a:pt x="143" y="113"/>
                  </a:cubicBezTo>
                  <a:cubicBezTo>
                    <a:pt x="142" y="114"/>
                    <a:pt x="141" y="117"/>
                    <a:pt x="141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5" y="182"/>
                    <a:pt x="154" y="183"/>
                    <a:pt x="152" y="181"/>
                  </a:cubicBezTo>
                  <a:lnTo>
                    <a:pt x="99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52" name="Freeform 153"/>
          <p:cNvSpPr/>
          <p:nvPr/>
        </p:nvSpPr>
        <p:spPr bwMode="auto">
          <a:xfrm>
            <a:off x="5946790" y="4979904"/>
            <a:ext cx="340835" cy="340835"/>
          </a:xfrm>
          <a:custGeom>
            <a:avLst/>
            <a:gdLst>
              <a:gd name="T0" fmla="*/ 50 w 62"/>
              <a:gd name="T1" fmla="*/ 49 h 62"/>
              <a:gd name="T2" fmla="*/ 44 w 62"/>
              <a:gd name="T3" fmla="*/ 54 h 62"/>
              <a:gd name="T4" fmla="*/ 24 w 62"/>
              <a:gd name="T5" fmla="*/ 54 h 62"/>
              <a:gd name="T6" fmla="*/ 21 w 62"/>
              <a:gd name="T7" fmla="*/ 50 h 62"/>
              <a:gd name="T8" fmla="*/ 24 w 62"/>
              <a:gd name="T9" fmla="*/ 42 h 62"/>
              <a:gd name="T10" fmla="*/ 56 w 62"/>
              <a:gd name="T11" fmla="*/ 42 h 62"/>
              <a:gd name="T12" fmla="*/ 62 w 62"/>
              <a:gd name="T13" fmla="*/ 14 h 62"/>
              <a:gd name="T14" fmla="*/ 11 w 62"/>
              <a:gd name="T15" fmla="*/ 7 h 62"/>
              <a:gd name="T16" fmla="*/ 7 w 62"/>
              <a:gd name="T17" fmla="*/ 5 h 62"/>
              <a:gd name="T18" fmla="*/ 7 w 62"/>
              <a:gd name="T19" fmla="*/ 4 h 62"/>
              <a:gd name="T20" fmla="*/ 4 w 62"/>
              <a:gd name="T21" fmla="*/ 0 h 62"/>
              <a:gd name="T22" fmla="*/ 0 w 62"/>
              <a:gd name="T23" fmla="*/ 4 h 62"/>
              <a:gd name="T24" fmla="*/ 4 w 62"/>
              <a:gd name="T25" fmla="*/ 8 h 62"/>
              <a:gd name="T26" fmla="*/ 4 w 62"/>
              <a:gd name="T27" fmla="*/ 8 h 62"/>
              <a:gd name="T28" fmla="*/ 9 w 62"/>
              <a:gd name="T29" fmla="*/ 11 h 62"/>
              <a:gd name="T30" fmla="*/ 17 w 62"/>
              <a:gd name="T31" fmla="*/ 42 h 62"/>
              <a:gd name="T32" fmla="*/ 19 w 62"/>
              <a:gd name="T33" fmla="*/ 42 h 62"/>
              <a:gd name="T34" fmla="*/ 17 w 62"/>
              <a:gd name="T35" fmla="*/ 49 h 62"/>
              <a:gd name="T36" fmla="*/ 17 w 62"/>
              <a:gd name="T37" fmla="*/ 49 h 62"/>
              <a:gd name="T38" fmla="*/ 10 w 62"/>
              <a:gd name="T39" fmla="*/ 55 h 62"/>
              <a:gd name="T40" fmla="*/ 17 w 62"/>
              <a:gd name="T41" fmla="*/ 62 h 62"/>
              <a:gd name="T42" fmla="*/ 23 w 62"/>
              <a:gd name="T43" fmla="*/ 58 h 62"/>
              <a:gd name="T44" fmla="*/ 44 w 62"/>
              <a:gd name="T45" fmla="*/ 58 h 62"/>
              <a:gd name="T46" fmla="*/ 50 w 62"/>
              <a:gd name="T47" fmla="*/ 62 h 62"/>
              <a:gd name="T48" fmla="*/ 57 w 62"/>
              <a:gd name="T49" fmla="*/ 55 h 62"/>
              <a:gd name="T50" fmla="*/ 50 w 62"/>
              <a:gd name="T51" fmla="*/ 49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2" h="62">
                <a:moveTo>
                  <a:pt x="50" y="49"/>
                </a:moveTo>
                <a:cubicBezTo>
                  <a:pt x="47" y="49"/>
                  <a:pt x="45" y="51"/>
                  <a:pt x="44" y="54"/>
                </a:cubicBezTo>
                <a:cubicBezTo>
                  <a:pt x="24" y="54"/>
                  <a:pt x="24" y="54"/>
                  <a:pt x="24" y="54"/>
                </a:cubicBezTo>
                <a:cubicBezTo>
                  <a:pt x="23" y="52"/>
                  <a:pt x="22" y="51"/>
                  <a:pt x="21" y="50"/>
                </a:cubicBezTo>
                <a:cubicBezTo>
                  <a:pt x="24" y="42"/>
                  <a:pt x="24" y="42"/>
                  <a:pt x="24" y="42"/>
                </a:cubicBezTo>
                <a:cubicBezTo>
                  <a:pt x="56" y="42"/>
                  <a:pt x="56" y="42"/>
                  <a:pt x="56" y="42"/>
                </a:cubicBezTo>
                <a:cubicBezTo>
                  <a:pt x="62" y="14"/>
                  <a:pt x="62" y="14"/>
                  <a:pt x="62" y="14"/>
                </a:cubicBezTo>
                <a:cubicBezTo>
                  <a:pt x="11" y="7"/>
                  <a:pt x="11" y="7"/>
                  <a:pt x="11" y="7"/>
                </a:cubicBezTo>
                <a:cubicBezTo>
                  <a:pt x="7" y="5"/>
                  <a:pt x="7" y="5"/>
                  <a:pt x="7" y="5"/>
                </a:cubicBezTo>
                <a:cubicBezTo>
                  <a:pt x="7" y="4"/>
                  <a:pt x="7" y="4"/>
                  <a:pt x="7" y="4"/>
                </a:cubicBezTo>
                <a:cubicBezTo>
                  <a:pt x="7" y="2"/>
                  <a:pt x="6" y="0"/>
                  <a:pt x="4" y="0"/>
                </a:cubicBezTo>
                <a:cubicBezTo>
                  <a:pt x="1" y="0"/>
                  <a:pt x="0" y="2"/>
                  <a:pt x="0" y="4"/>
                </a:cubicBezTo>
                <a:cubicBezTo>
                  <a:pt x="0" y="6"/>
                  <a:pt x="1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9" y="11"/>
                  <a:pt x="9" y="11"/>
                  <a:pt x="9" y="11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19" y="42"/>
                  <a:pt x="19" y="42"/>
                </a:cubicBezTo>
                <a:cubicBezTo>
                  <a:pt x="17" y="49"/>
                  <a:pt x="17" y="49"/>
                  <a:pt x="17" y="49"/>
                </a:cubicBezTo>
                <a:cubicBezTo>
                  <a:pt x="17" y="49"/>
                  <a:pt x="17" y="49"/>
                  <a:pt x="17" y="49"/>
                </a:cubicBezTo>
                <a:cubicBezTo>
                  <a:pt x="13" y="49"/>
                  <a:pt x="10" y="52"/>
                  <a:pt x="10" y="55"/>
                </a:cubicBezTo>
                <a:cubicBezTo>
                  <a:pt x="10" y="59"/>
                  <a:pt x="13" y="62"/>
                  <a:pt x="17" y="62"/>
                </a:cubicBezTo>
                <a:cubicBezTo>
                  <a:pt x="20" y="62"/>
                  <a:pt x="22" y="60"/>
                  <a:pt x="23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5" y="60"/>
                  <a:pt x="47" y="62"/>
                  <a:pt x="50" y="62"/>
                </a:cubicBezTo>
                <a:cubicBezTo>
                  <a:pt x="54" y="62"/>
                  <a:pt x="57" y="59"/>
                  <a:pt x="57" y="55"/>
                </a:cubicBezTo>
                <a:cubicBezTo>
                  <a:pt x="57" y="52"/>
                  <a:pt x="54" y="49"/>
                  <a:pt x="50" y="4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Freeform 51"/>
          <p:cNvSpPr>
            <a:spLocks noEditPoints="1"/>
          </p:cNvSpPr>
          <p:nvPr/>
        </p:nvSpPr>
        <p:spPr bwMode="auto">
          <a:xfrm>
            <a:off x="7062809" y="2152054"/>
            <a:ext cx="280603" cy="331755"/>
          </a:xfrm>
          <a:custGeom>
            <a:avLst/>
            <a:gdLst>
              <a:gd name="T0" fmla="*/ 576 w 576"/>
              <a:gd name="T1" fmla="*/ 493 h 681"/>
              <a:gd name="T2" fmla="*/ 576 w 576"/>
              <a:gd name="T3" fmla="*/ 186 h 681"/>
              <a:gd name="T4" fmla="*/ 288 w 576"/>
              <a:gd name="T5" fmla="*/ 0 h 681"/>
              <a:gd name="T6" fmla="*/ 0 w 576"/>
              <a:gd name="T7" fmla="*/ 186 h 681"/>
              <a:gd name="T8" fmla="*/ 0 w 576"/>
              <a:gd name="T9" fmla="*/ 493 h 681"/>
              <a:gd name="T10" fmla="*/ 288 w 576"/>
              <a:gd name="T11" fmla="*/ 681 h 681"/>
              <a:gd name="T12" fmla="*/ 576 w 576"/>
              <a:gd name="T13" fmla="*/ 493 h 681"/>
              <a:gd name="T14" fmla="*/ 532 w 576"/>
              <a:gd name="T15" fmla="*/ 203 h 681"/>
              <a:gd name="T16" fmla="*/ 290 w 576"/>
              <a:gd name="T17" fmla="*/ 362 h 681"/>
              <a:gd name="T18" fmla="*/ 191 w 576"/>
              <a:gd name="T19" fmla="*/ 297 h 681"/>
              <a:gd name="T20" fmla="*/ 432 w 576"/>
              <a:gd name="T21" fmla="*/ 138 h 681"/>
              <a:gd name="T22" fmla="*/ 532 w 576"/>
              <a:gd name="T23" fmla="*/ 203 h 681"/>
              <a:gd name="T24" fmla="*/ 138 w 576"/>
              <a:gd name="T25" fmla="*/ 260 h 681"/>
              <a:gd name="T26" fmla="*/ 47 w 576"/>
              <a:gd name="T27" fmla="*/ 201 h 681"/>
              <a:gd name="T28" fmla="*/ 288 w 576"/>
              <a:gd name="T29" fmla="*/ 44 h 681"/>
              <a:gd name="T30" fmla="*/ 378 w 576"/>
              <a:gd name="T31" fmla="*/ 103 h 681"/>
              <a:gd name="T32" fmla="*/ 138 w 576"/>
              <a:gd name="T33" fmla="*/ 260 h 681"/>
              <a:gd name="T34" fmla="*/ 38 w 576"/>
              <a:gd name="T35" fmla="*/ 472 h 681"/>
              <a:gd name="T36" fmla="*/ 38 w 576"/>
              <a:gd name="T37" fmla="*/ 223 h 681"/>
              <a:gd name="T38" fmla="*/ 128 w 576"/>
              <a:gd name="T39" fmla="*/ 281 h 681"/>
              <a:gd name="T40" fmla="*/ 128 w 576"/>
              <a:gd name="T41" fmla="*/ 389 h 681"/>
              <a:gd name="T42" fmla="*/ 182 w 576"/>
              <a:gd name="T43" fmla="*/ 419 h 681"/>
              <a:gd name="T44" fmla="*/ 182 w 576"/>
              <a:gd name="T45" fmla="*/ 317 h 681"/>
              <a:gd name="T46" fmla="*/ 277 w 576"/>
              <a:gd name="T47" fmla="*/ 379 h 681"/>
              <a:gd name="T48" fmla="*/ 277 w 576"/>
              <a:gd name="T49" fmla="*/ 628 h 681"/>
              <a:gd name="T50" fmla="*/ 38 w 576"/>
              <a:gd name="T51" fmla="*/ 472 h 681"/>
              <a:gd name="T52" fmla="*/ 297 w 576"/>
              <a:gd name="T53" fmla="*/ 380 h 681"/>
              <a:gd name="T54" fmla="*/ 539 w 576"/>
              <a:gd name="T55" fmla="*/ 223 h 681"/>
              <a:gd name="T56" fmla="*/ 539 w 576"/>
              <a:gd name="T57" fmla="*/ 472 h 681"/>
              <a:gd name="T58" fmla="*/ 297 w 576"/>
              <a:gd name="T59" fmla="*/ 631 h 681"/>
              <a:gd name="T60" fmla="*/ 297 w 576"/>
              <a:gd name="T61" fmla="*/ 380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576" h="681">
                <a:moveTo>
                  <a:pt x="576" y="493"/>
                </a:moveTo>
                <a:lnTo>
                  <a:pt x="576" y="186"/>
                </a:lnTo>
                <a:lnTo>
                  <a:pt x="288" y="0"/>
                </a:lnTo>
                <a:lnTo>
                  <a:pt x="0" y="186"/>
                </a:lnTo>
                <a:lnTo>
                  <a:pt x="0" y="493"/>
                </a:lnTo>
                <a:lnTo>
                  <a:pt x="288" y="681"/>
                </a:lnTo>
                <a:lnTo>
                  <a:pt x="576" y="493"/>
                </a:lnTo>
                <a:close/>
                <a:moveTo>
                  <a:pt x="532" y="203"/>
                </a:moveTo>
                <a:lnTo>
                  <a:pt x="290" y="362"/>
                </a:lnTo>
                <a:lnTo>
                  <a:pt x="191" y="297"/>
                </a:lnTo>
                <a:lnTo>
                  <a:pt x="432" y="138"/>
                </a:lnTo>
                <a:lnTo>
                  <a:pt x="532" y="203"/>
                </a:lnTo>
                <a:close/>
                <a:moveTo>
                  <a:pt x="138" y="260"/>
                </a:moveTo>
                <a:lnTo>
                  <a:pt x="47" y="201"/>
                </a:lnTo>
                <a:lnTo>
                  <a:pt x="288" y="44"/>
                </a:lnTo>
                <a:lnTo>
                  <a:pt x="378" y="103"/>
                </a:lnTo>
                <a:lnTo>
                  <a:pt x="138" y="260"/>
                </a:lnTo>
                <a:close/>
                <a:moveTo>
                  <a:pt x="38" y="472"/>
                </a:moveTo>
                <a:lnTo>
                  <a:pt x="38" y="223"/>
                </a:lnTo>
                <a:lnTo>
                  <a:pt x="128" y="281"/>
                </a:lnTo>
                <a:lnTo>
                  <a:pt x="128" y="389"/>
                </a:lnTo>
                <a:lnTo>
                  <a:pt x="182" y="419"/>
                </a:lnTo>
                <a:lnTo>
                  <a:pt x="182" y="317"/>
                </a:lnTo>
                <a:lnTo>
                  <a:pt x="277" y="379"/>
                </a:lnTo>
                <a:lnTo>
                  <a:pt x="277" y="628"/>
                </a:lnTo>
                <a:lnTo>
                  <a:pt x="38" y="472"/>
                </a:lnTo>
                <a:close/>
                <a:moveTo>
                  <a:pt x="297" y="380"/>
                </a:moveTo>
                <a:lnTo>
                  <a:pt x="539" y="223"/>
                </a:lnTo>
                <a:lnTo>
                  <a:pt x="539" y="472"/>
                </a:lnTo>
                <a:lnTo>
                  <a:pt x="297" y="631"/>
                </a:lnTo>
                <a:lnTo>
                  <a:pt x="297" y="3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7" grpId="0" animBg="1"/>
      <p:bldP spid="8" grpId="0" animBg="1"/>
      <p:bldP spid="9" grpId="0" animBg="1"/>
      <p:bldP spid="10" grpId="0" animBg="1"/>
      <p:bldP spid="11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/>
      <p:bldP spid="33" grpId="0"/>
      <p:bldP spid="34" grpId="0"/>
      <p:bldP spid="35" grpId="0"/>
      <p:bldP spid="36" grpId="0"/>
      <p:bldP spid="52" grpId="0" animBg="1"/>
      <p:bldP spid="5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Basic Matrix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Analysis Market</a:t>
            </a:r>
            <a:endParaRPr lang="id-ID" dirty="0"/>
          </a:p>
        </p:txBody>
      </p:sp>
      <p:sp>
        <p:nvSpPr>
          <p:cNvPr id="4" name="TextBox 3"/>
          <p:cNvSpPr txBox="1"/>
          <p:nvPr/>
        </p:nvSpPr>
        <p:spPr>
          <a:xfrm>
            <a:off x="2283952" y="5980217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Products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30131" y="3795627"/>
            <a:ext cx="971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Markets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 rot="2700000">
            <a:off x="1289154" y="2526482"/>
            <a:ext cx="2907621" cy="2907623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146258" y="2409341"/>
            <a:ext cx="1515768" cy="1570954"/>
            <a:chOff x="4403041" y="2441544"/>
            <a:chExt cx="1648934" cy="1708969"/>
          </a:xfrm>
        </p:grpSpPr>
        <p:grpSp>
          <p:nvGrpSpPr>
            <p:cNvPr id="8" name="Group 7"/>
            <p:cNvGrpSpPr/>
            <p:nvPr/>
          </p:nvGrpSpPr>
          <p:grpSpPr>
            <a:xfrm>
              <a:off x="4403041" y="2441544"/>
              <a:ext cx="1648934" cy="1708969"/>
              <a:chOff x="1934067" y="2570684"/>
              <a:chExt cx="1941921" cy="2012622"/>
            </a:xfrm>
          </p:grpSpPr>
          <p:sp>
            <p:nvSpPr>
              <p:cNvPr id="10" name="Rounded Rectangle 6"/>
              <p:cNvSpPr/>
              <p:nvPr/>
            </p:nvSpPr>
            <p:spPr>
              <a:xfrm>
                <a:off x="1934067" y="2641385"/>
                <a:ext cx="1941921" cy="194192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1" name="Rounded Rectangle 7"/>
              <p:cNvSpPr/>
              <p:nvPr/>
            </p:nvSpPr>
            <p:spPr>
              <a:xfrm>
                <a:off x="1934067" y="2570684"/>
                <a:ext cx="1941921" cy="194192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4515542" y="2997339"/>
              <a:ext cx="1470401" cy="703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Market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Penetration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736444" y="2409341"/>
            <a:ext cx="1522289" cy="1570954"/>
            <a:chOff x="6132932" y="2441544"/>
            <a:chExt cx="1656028" cy="1708969"/>
          </a:xfrm>
        </p:grpSpPr>
        <p:grpSp>
          <p:nvGrpSpPr>
            <p:cNvPr id="13" name="Group 12"/>
            <p:cNvGrpSpPr/>
            <p:nvPr/>
          </p:nvGrpSpPr>
          <p:grpSpPr>
            <a:xfrm>
              <a:off x="6140026" y="2441544"/>
              <a:ext cx="1648934" cy="1708969"/>
              <a:chOff x="3979683" y="2570684"/>
              <a:chExt cx="1941921" cy="2012622"/>
            </a:xfrm>
          </p:grpSpPr>
          <p:sp>
            <p:nvSpPr>
              <p:cNvPr id="15" name="Rounded Rectangle 11"/>
              <p:cNvSpPr/>
              <p:nvPr/>
            </p:nvSpPr>
            <p:spPr>
              <a:xfrm>
                <a:off x="3979683" y="2641385"/>
                <a:ext cx="1941921" cy="19419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6" name="Rounded Rectangle 12"/>
              <p:cNvSpPr/>
              <p:nvPr/>
            </p:nvSpPr>
            <p:spPr>
              <a:xfrm>
                <a:off x="3979683" y="2570684"/>
                <a:ext cx="1941921" cy="194192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6132932" y="2997337"/>
              <a:ext cx="1651759" cy="703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Product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Development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146258" y="4031802"/>
            <a:ext cx="1531600" cy="1570954"/>
            <a:chOff x="4403041" y="4206545"/>
            <a:chExt cx="1666157" cy="1708969"/>
          </a:xfrm>
        </p:grpSpPr>
        <p:grpSp>
          <p:nvGrpSpPr>
            <p:cNvPr id="18" name="Group 17"/>
            <p:cNvGrpSpPr/>
            <p:nvPr/>
          </p:nvGrpSpPr>
          <p:grpSpPr>
            <a:xfrm>
              <a:off x="4403041" y="4206545"/>
              <a:ext cx="1648934" cy="1708969"/>
              <a:chOff x="1934067" y="4649295"/>
              <a:chExt cx="1941921" cy="2012622"/>
            </a:xfrm>
          </p:grpSpPr>
          <p:sp>
            <p:nvSpPr>
              <p:cNvPr id="20" name="Rounded Rectangle 16"/>
              <p:cNvSpPr/>
              <p:nvPr/>
            </p:nvSpPr>
            <p:spPr>
              <a:xfrm>
                <a:off x="1934067" y="4719996"/>
                <a:ext cx="1941921" cy="1941921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1" name="Rounded Rectangle 17"/>
              <p:cNvSpPr/>
              <p:nvPr/>
            </p:nvSpPr>
            <p:spPr>
              <a:xfrm>
                <a:off x="1934067" y="4649295"/>
                <a:ext cx="1941921" cy="194192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4417439" y="4677202"/>
              <a:ext cx="1651759" cy="7031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Market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Development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685147" y="4031802"/>
            <a:ext cx="1620957" cy="1570954"/>
            <a:chOff x="6077128" y="4206545"/>
            <a:chExt cx="1763364" cy="1708969"/>
          </a:xfrm>
        </p:grpSpPr>
        <p:grpSp>
          <p:nvGrpSpPr>
            <p:cNvPr id="23" name="Group 22"/>
            <p:cNvGrpSpPr/>
            <p:nvPr/>
          </p:nvGrpSpPr>
          <p:grpSpPr>
            <a:xfrm>
              <a:off x="6140026" y="4206545"/>
              <a:ext cx="1648934" cy="1708969"/>
              <a:chOff x="3979683" y="4649295"/>
              <a:chExt cx="1941921" cy="2012622"/>
            </a:xfrm>
          </p:grpSpPr>
          <p:sp>
            <p:nvSpPr>
              <p:cNvPr id="25" name="Rounded Rectangle 21"/>
              <p:cNvSpPr/>
              <p:nvPr/>
            </p:nvSpPr>
            <p:spPr>
              <a:xfrm>
                <a:off x="3979683" y="4719996"/>
                <a:ext cx="1941921" cy="1941921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6" name="Rounded Rectangle 22"/>
              <p:cNvSpPr/>
              <p:nvPr/>
            </p:nvSpPr>
            <p:spPr>
              <a:xfrm>
                <a:off x="3979683" y="4649295"/>
                <a:ext cx="1941921" cy="194192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2F2F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6077128" y="4815702"/>
              <a:ext cx="1763364" cy="4017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2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rPr>
                <a:t>Diversification</a:t>
              </a:r>
              <a:endPara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 rot="16200000">
            <a:off x="601942" y="3096660"/>
            <a:ext cx="830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EXISITNG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 rot="16200000">
            <a:off x="755831" y="4683286"/>
            <a:ext cx="522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NEW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83955" y="2127119"/>
            <a:ext cx="522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NEW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510163" y="2127119"/>
            <a:ext cx="830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EXISITNG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79224" y="3437921"/>
            <a:ext cx="1689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Market Penetration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79225" y="3649110"/>
            <a:ext cx="22005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81968" y="4860933"/>
            <a:ext cx="1821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Market Development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481969" y="5101939"/>
            <a:ext cx="22005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237713" y="3437921"/>
            <a:ext cx="1891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Product Development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237714" y="3649110"/>
            <a:ext cx="22005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27650" y="4865598"/>
            <a:ext cx="1298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Diversification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227650" y="5097273"/>
            <a:ext cx="22005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97642" y="2113398"/>
            <a:ext cx="2236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097642" y="2391851"/>
            <a:ext cx="519248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Contrary to popular belief It has roots in a piece of literature from 45 BC.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8756836" y="4860933"/>
            <a:ext cx="376767" cy="438280"/>
            <a:chOff x="9309100" y="825501"/>
            <a:chExt cx="700088" cy="814388"/>
          </a:xfrm>
          <a:solidFill>
            <a:schemeClr val="accent4"/>
          </a:solidFill>
        </p:grpSpPr>
        <p:sp>
          <p:nvSpPr>
            <p:cNvPr id="42" name="Freeform 5"/>
            <p:cNvSpPr/>
            <p:nvPr/>
          </p:nvSpPr>
          <p:spPr bwMode="auto">
            <a:xfrm>
              <a:off x="9693275" y="974726"/>
              <a:ext cx="309563" cy="409575"/>
            </a:xfrm>
            <a:custGeom>
              <a:avLst/>
              <a:gdLst>
                <a:gd name="T0" fmla="*/ 0 w 254"/>
                <a:gd name="T1" fmla="*/ 236 h 336"/>
                <a:gd name="T2" fmla="*/ 236 w 254"/>
                <a:gd name="T3" fmla="*/ 336 h 336"/>
                <a:gd name="T4" fmla="*/ 254 w 254"/>
                <a:gd name="T5" fmla="*/ 240 h 336"/>
                <a:gd name="T6" fmla="*/ 102 w 254"/>
                <a:gd name="T7" fmla="*/ 0 h 336"/>
                <a:gd name="T8" fmla="*/ 0 w 254"/>
                <a:gd name="T9" fmla="*/ 2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336">
                  <a:moveTo>
                    <a:pt x="0" y="236"/>
                  </a:moveTo>
                  <a:cubicBezTo>
                    <a:pt x="236" y="336"/>
                    <a:pt x="236" y="336"/>
                    <a:pt x="236" y="336"/>
                  </a:cubicBezTo>
                  <a:cubicBezTo>
                    <a:pt x="247" y="307"/>
                    <a:pt x="254" y="274"/>
                    <a:pt x="254" y="240"/>
                  </a:cubicBezTo>
                  <a:cubicBezTo>
                    <a:pt x="254" y="134"/>
                    <a:pt x="192" y="43"/>
                    <a:pt x="102" y="0"/>
                  </a:cubicBezTo>
                  <a:lnTo>
                    <a:pt x="0" y="2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3" name="Freeform 6"/>
            <p:cNvSpPr/>
            <p:nvPr/>
          </p:nvSpPr>
          <p:spPr bwMode="auto">
            <a:xfrm>
              <a:off x="9309100" y="920751"/>
              <a:ext cx="700088" cy="719138"/>
            </a:xfrm>
            <a:custGeom>
              <a:avLst/>
              <a:gdLst>
                <a:gd name="T0" fmla="*/ 293 w 574"/>
                <a:gd name="T1" fmla="*/ 296 h 590"/>
                <a:gd name="T2" fmla="*/ 216 w 574"/>
                <a:gd name="T3" fmla="*/ 0 h 590"/>
                <a:gd name="T4" fmla="*/ 0 w 574"/>
                <a:gd name="T5" fmla="*/ 289 h 590"/>
                <a:gd name="T6" fmla="*/ 301 w 574"/>
                <a:gd name="T7" fmla="*/ 590 h 590"/>
                <a:gd name="T8" fmla="*/ 574 w 574"/>
                <a:gd name="T9" fmla="*/ 416 h 590"/>
                <a:gd name="T10" fmla="*/ 293 w 574"/>
                <a:gd name="T11" fmla="*/ 29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590">
                  <a:moveTo>
                    <a:pt x="293" y="296"/>
                  </a:moveTo>
                  <a:cubicBezTo>
                    <a:pt x="216" y="0"/>
                    <a:pt x="216" y="0"/>
                    <a:pt x="216" y="0"/>
                  </a:cubicBezTo>
                  <a:cubicBezTo>
                    <a:pt x="91" y="37"/>
                    <a:pt x="0" y="152"/>
                    <a:pt x="0" y="289"/>
                  </a:cubicBezTo>
                  <a:cubicBezTo>
                    <a:pt x="0" y="455"/>
                    <a:pt x="135" y="590"/>
                    <a:pt x="301" y="590"/>
                  </a:cubicBezTo>
                  <a:cubicBezTo>
                    <a:pt x="422" y="590"/>
                    <a:pt x="527" y="519"/>
                    <a:pt x="574" y="416"/>
                  </a:cubicBezTo>
                  <a:lnTo>
                    <a:pt x="293" y="2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4" name="Freeform 7"/>
            <p:cNvSpPr/>
            <p:nvPr/>
          </p:nvSpPr>
          <p:spPr bwMode="auto">
            <a:xfrm>
              <a:off x="9574213" y="825501"/>
              <a:ext cx="268288" cy="409575"/>
            </a:xfrm>
            <a:custGeom>
              <a:avLst/>
              <a:gdLst>
                <a:gd name="T0" fmla="*/ 85 w 219"/>
                <a:gd name="T1" fmla="*/ 336 h 336"/>
                <a:gd name="T2" fmla="*/ 219 w 219"/>
                <a:gd name="T3" fmla="*/ 27 h 336"/>
                <a:gd name="T4" fmla="*/ 82 w 219"/>
                <a:gd name="T5" fmla="*/ 0 h 336"/>
                <a:gd name="T6" fmla="*/ 0 w 219"/>
                <a:gd name="T7" fmla="*/ 10 h 336"/>
                <a:gd name="T8" fmla="*/ 85 w 219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9" h="336">
                  <a:moveTo>
                    <a:pt x="85" y="336"/>
                  </a:moveTo>
                  <a:cubicBezTo>
                    <a:pt x="219" y="27"/>
                    <a:pt x="219" y="27"/>
                    <a:pt x="219" y="27"/>
                  </a:cubicBezTo>
                  <a:cubicBezTo>
                    <a:pt x="177" y="10"/>
                    <a:pt x="131" y="0"/>
                    <a:pt x="82" y="0"/>
                  </a:cubicBezTo>
                  <a:cubicBezTo>
                    <a:pt x="54" y="0"/>
                    <a:pt x="26" y="4"/>
                    <a:pt x="0" y="10"/>
                  </a:cubicBezTo>
                  <a:lnTo>
                    <a:pt x="85" y="3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8756835" y="3473116"/>
            <a:ext cx="380133" cy="380134"/>
            <a:chOff x="8756835" y="3387391"/>
            <a:chExt cx="380133" cy="380134"/>
          </a:xfrm>
        </p:grpSpPr>
        <p:sp>
          <p:nvSpPr>
            <p:cNvPr id="46" name="Freeform 11"/>
            <p:cNvSpPr/>
            <p:nvPr/>
          </p:nvSpPr>
          <p:spPr bwMode="auto">
            <a:xfrm>
              <a:off x="8957479" y="3387391"/>
              <a:ext cx="179489" cy="179490"/>
            </a:xfrm>
            <a:custGeom>
              <a:avLst/>
              <a:gdLst>
                <a:gd name="T0" fmla="*/ 12 w 117"/>
                <a:gd name="T1" fmla="*/ 98 h 117"/>
                <a:gd name="T2" fmla="*/ 16 w 117"/>
                <a:gd name="T3" fmla="*/ 94 h 117"/>
                <a:gd name="T4" fmla="*/ 23 w 117"/>
                <a:gd name="T5" fmla="*/ 94 h 117"/>
                <a:gd name="T6" fmla="*/ 23 w 117"/>
                <a:gd name="T7" fmla="*/ 101 h 117"/>
                <a:gd name="T8" fmla="*/ 19 w 117"/>
                <a:gd name="T9" fmla="*/ 105 h 117"/>
                <a:gd name="T10" fmla="*/ 31 w 117"/>
                <a:gd name="T11" fmla="*/ 117 h 117"/>
                <a:gd name="T12" fmla="*/ 53 w 117"/>
                <a:gd name="T13" fmla="*/ 95 h 117"/>
                <a:gd name="T14" fmla="*/ 101 w 117"/>
                <a:gd name="T15" fmla="*/ 83 h 117"/>
                <a:gd name="T16" fmla="*/ 113 w 117"/>
                <a:gd name="T17" fmla="*/ 39 h 117"/>
                <a:gd name="T18" fmla="*/ 87 w 117"/>
                <a:gd name="T19" fmla="*/ 65 h 117"/>
                <a:gd name="T20" fmla="*/ 68 w 117"/>
                <a:gd name="T21" fmla="*/ 65 h 117"/>
                <a:gd name="T22" fmla="*/ 52 w 117"/>
                <a:gd name="T23" fmla="*/ 49 h 117"/>
                <a:gd name="T24" fmla="*/ 52 w 117"/>
                <a:gd name="T25" fmla="*/ 30 h 117"/>
                <a:gd name="T26" fmla="*/ 78 w 117"/>
                <a:gd name="T27" fmla="*/ 4 h 117"/>
                <a:gd name="T28" fmla="*/ 34 w 117"/>
                <a:gd name="T29" fmla="*/ 17 h 117"/>
                <a:gd name="T30" fmla="*/ 22 w 117"/>
                <a:gd name="T31" fmla="*/ 64 h 117"/>
                <a:gd name="T32" fmla="*/ 0 w 117"/>
                <a:gd name="T33" fmla="*/ 86 h 117"/>
                <a:gd name="T34" fmla="*/ 12 w 117"/>
                <a:gd name="T35" fmla="*/ 9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7" h="117">
                  <a:moveTo>
                    <a:pt x="12" y="98"/>
                  </a:moveTo>
                  <a:cubicBezTo>
                    <a:pt x="16" y="94"/>
                    <a:pt x="16" y="94"/>
                    <a:pt x="16" y="94"/>
                  </a:cubicBezTo>
                  <a:cubicBezTo>
                    <a:pt x="18" y="92"/>
                    <a:pt x="21" y="92"/>
                    <a:pt x="23" y="94"/>
                  </a:cubicBezTo>
                  <a:cubicBezTo>
                    <a:pt x="25" y="96"/>
                    <a:pt x="25" y="99"/>
                    <a:pt x="23" y="101"/>
                  </a:cubicBezTo>
                  <a:cubicBezTo>
                    <a:pt x="19" y="105"/>
                    <a:pt x="19" y="105"/>
                    <a:pt x="19" y="105"/>
                  </a:cubicBezTo>
                  <a:cubicBezTo>
                    <a:pt x="31" y="117"/>
                    <a:pt x="31" y="117"/>
                    <a:pt x="31" y="117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69" y="100"/>
                    <a:pt x="88" y="96"/>
                    <a:pt x="101" y="83"/>
                  </a:cubicBezTo>
                  <a:cubicBezTo>
                    <a:pt x="113" y="71"/>
                    <a:pt x="117" y="54"/>
                    <a:pt x="113" y="39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2" y="70"/>
                    <a:pt x="74" y="70"/>
                    <a:pt x="68" y="65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47" y="44"/>
                    <a:pt x="47" y="35"/>
                    <a:pt x="52" y="30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63" y="0"/>
                    <a:pt x="46" y="5"/>
                    <a:pt x="34" y="17"/>
                  </a:cubicBezTo>
                  <a:cubicBezTo>
                    <a:pt x="21" y="29"/>
                    <a:pt x="17" y="48"/>
                    <a:pt x="22" y="64"/>
                  </a:cubicBezTo>
                  <a:cubicBezTo>
                    <a:pt x="0" y="86"/>
                    <a:pt x="0" y="86"/>
                    <a:pt x="0" y="86"/>
                  </a:cubicBezTo>
                  <a:lnTo>
                    <a:pt x="12" y="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7" name="Freeform 12"/>
            <p:cNvSpPr/>
            <p:nvPr/>
          </p:nvSpPr>
          <p:spPr bwMode="auto">
            <a:xfrm>
              <a:off x="8756835" y="3589958"/>
              <a:ext cx="177566" cy="177567"/>
            </a:xfrm>
            <a:custGeom>
              <a:avLst/>
              <a:gdLst>
                <a:gd name="T0" fmla="*/ 105 w 116"/>
                <a:gd name="T1" fmla="*/ 19 h 116"/>
                <a:gd name="T2" fmla="*/ 101 w 116"/>
                <a:gd name="T3" fmla="*/ 23 h 116"/>
                <a:gd name="T4" fmla="*/ 93 w 116"/>
                <a:gd name="T5" fmla="*/ 23 h 116"/>
                <a:gd name="T6" fmla="*/ 93 w 116"/>
                <a:gd name="T7" fmla="*/ 15 h 116"/>
                <a:gd name="T8" fmla="*/ 97 w 116"/>
                <a:gd name="T9" fmla="*/ 11 h 116"/>
                <a:gd name="T10" fmla="*/ 86 w 116"/>
                <a:gd name="T11" fmla="*/ 0 h 116"/>
                <a:gd name="T12" fmla="*/ 64 w 116"/>
                <a:gd name="T13" fmla="*/ 22 h 116"/>
                <a:gd name="T14" fmla="*/ 16 w 116"/>
                <a:gd name="T15" fmla="*/ 34 h 116"/>
                <a:gd name="T16" fmla="*/ 4 w 116"/>
                <a:gd name="T17" fmla="*/ 78 h 116"/>
                <a:gd name="T18" fmla="*/ 30 w 116"/>
                <a:gd name="T19" fmla="*/ 52 h 116"/>
                <a:gd name="T20" fmla="*/ 48 w 116"/>
                <a:gd name="T21" fmla="*/ 52 h 116"/>
                <a:gd name="T22" fmla="*/ 64 w 116"/>
                <a:gd name="T23" fmla="*/ 68 h 116"/>
                <a:gd name="T24" fmla="*/ 64 w 116"/>
                <a:gd name="T25" fmla="*/ 86 h 116"/>
                <a:gd name="T26" fmla="*/ 38 w 116"/>
                <a:gd name="T27" fmla="*/ 113 h 116"/>
                <a:gd name="T28" fmla="*/ 83 w 116"/>
                <a:gd name="T29" fmla="*/ 100 h 116"/>
                <a:gd name="T30" fmla="*/ 94 w 116"/>
                <a:gd name="T31" fmla="*/ 52 h 116"/>
                <a:gd name="T32" fmla="*/ 116 w 116"/>
                <a:gd name="T33" fmla="*/ 30 h 116"/>
                <a:gd name="T34" fmla="*/ 105 w 116"/>
                <a:gd name="T35" fmla="*/ 1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6">
                  <a:moveTo>
                    <a:pt x="105" y="19"/>
                  </a:moveTo>
                  <a:cubicBezTo>
                    <a:pt x="101" y="23"/>
                    <a:pt x="101" y="23"/>
                    <a:pt x="101" y="23"/>
                  </a:cubicBezTo>
                  <a:cubicBezTo>
                    <a:pt x="99" y="25"/>
                    <a:pt x="95" y="25"/>
                    <a:pt x="93" y="23"/>
                  </a:cubicBezTo>
                  <a:cubicBezTo>
                    <a:pt x="91" y="21"/>
                    <a:pt x="91" y="17"/>
                    <a:pt x="93" y="15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47" y="17"/>
                    <a:pt x="29" y="21"/>
                    <a:pt x="16" y="34"/>
                  </a:cubicBezTo>
                  <a:cubicBezTo>
                    <a:pt x="4" y="46"/>
                    <a:pt x="0" y="63"/>
                    <a:pt x="4" y="78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5" y="47"/>
                    <a:pt x="43" y="47"/>
                    <a:pt x="48" y="52"/>
                  </a:cubicBezTo>
                  <a:cubicBezTo>
                    <a:pt x="64" y="68"/>
                    <a:pt x="64" y="68"/>
                    <a:pt x="64" y="68"/>
                  </a:cubicBezTo>
                  <a:cubicBezTo>
                    <a:pt x="69" y="73"/>
                    <a:pt x="69" y="81"/>
                    <a:pt x="64" y="8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3" y="116"/>
                    <a:pt x="71" y="112"/>
                    <a:pt x="83" y="100"/>
                  </a:cubicBezTo>
                  <a:cubicBezTo>
                    <a:pt x="95" y="87"/>
                    <a:pt x="99" y="69"/>
                    <a:pt x="94" y="52"/>
                  </a:cubicBezTo>
                  <a:cubicBezTo>
                    <a:pt x="116" y="30"/>
                    <a:pt x="116" y="30"/>
                    <a:pt x="116" y="30"/>
                  </a:cubicBezTo>
                  <a:lnTo>
                    <a:pt x="105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8" name="Freeform 13"/>
            <p:cNvSpPr>
              <a:spLocks noEditPoints="1"/>
            </p:cNvSpPr>
            <p:nvPr/>
          </p:nvSpPr>
          <p:spPr bwMode="auto">
            <a:xfrm>
              <a:off x="8756835" y="3387391"/>
              <a:ext cx="380133" cy="380134"/>
            </a:xfrm>
            <a:custGeom>
              <a:avLst/>
              <a:gdLst>
                <a:gd name="T0" fmla="*/ 232 w 248"/>
                <a:gd name="T1" fmla="*/ 166 h 248"/>
                <a:gd name="T2" fmla="*/ 184 w 248"/>
                <a:gd name="T3" fmla="*/ 154 h 248"/>
                <a:gd name="T4" fmla="*/ 94 w 248"/>
                <a:gd name="T5" fmla="*/ 64 h 248"/>
                <a:gd name="T6" fmla="*/ 83 w 248"/>
                <a:gd name="T7" fmla="*/ 17 h 248"/>
                <a:gd name="T8" fmla="*/ 38 w 248"/>
                <a:gd name="T9" fmla="*/ 4 h 248"/>
                <a:gd name="T10" fmla="*/ 64 w 248"/>
                <a:gd name="T11" fmla="*/ 30 h 248"/>
                <a:gd name="T12" fmla="*/ 64 w 248"/>
                <a:gd name="T13" fmla="*/ 49 h 248"/>
                <a:gd name="T14" fmla="*/ 48 w 248"/>
                <a:gd name="T15" fmla="*/ 65 h 248"/>
                <a:gd name="T16" fmla="*/ 30 w 248"/>
                <a:gd name="T17" fmla="*/ 65 h 248"/>
                <a:gd name="T18" fmla="*/ 4 w 248"/>
                <a:gd name="T19" fmla="*/ 39 h 248"/>
                <a:gd name="T20" fmla="*/ 16 w 248"/>
                <a:gd name="T21" fmla="*/ 83 h 248"/>
                <a:gd name="T22" fmla="*/ 64 w 248"/>
                <a:gd name="T23" fmla="*/ 95 h 248"/>
                <a:gd name="T24" fmla="*/ 153 w 248"/>
                <a:gd name="T25" fmla="*/ 184 h 248"/>
                <a:gd name="T26" fmla="*/ 165 w 248"/>
                <a:gd name="T27" fmla="*/ 232 h 248"/>
                <a:gd name="T28" fmla="*/ 209 w 248"/>
                <a:gd name="T29" fmla="*/ 245 h 248"/>
                <a:gd name="T30" fmla="*/ 183 w 248"/>
                <a:gd name="T31" fmla="*/ 218 h 248"/>
                <a:gd name="T32" fmla="*/ 183 w 248"/>
                <a:gd name="T33" fmla="*/ 200 h 248"/>
                <a:gd name="T34" fmla="*/ 199 w 248"/>
                <a:gd name="T35" fmla="*/ 184 h 248"/>
                <a:gd name="T36" fmla="*/ 218 w 248"/>
                <a:gd name="T37" fmla="*/ 184 h 248"/>
                <a:gd name="T38" fmla="*/ 244 w 248"/>
                <a:gd name="T39" fmla="*/ 210 h 248"/>
                <a:gd name="T40" fmla="*/ 232 w 248"/>
                <a:gd name="T41" fmla="*/ 166 h 248"/>
                <a:gd name="T42" fmla="*/ 154 w 248"/>
                <a:gd name="T43" fmla="*/ 155 h 248"/>
                <a:gd name="T44" fmla="*/ 147 w 248"/>
                <a:gd name="T45" fmla="*/ 155 h 248"/>
                <a:gd name="T46" fmla="*/ 93 w 248"/>
                <a:gd name="T47" fmla="*/ 101 h 248"/>
                <a:gd name="T48" fmla="*/ 93 w 248"/>
                <a:gd name="T49" fmla="*/ 94 h 248"/>
                <a:gd name="T50" fmla="*/ 101 w 248"/>
                <a:gd name="T51" fmla="*/ 94 h 248"/>
                <a:gd name="T52" fmla="*/ 154 w 248"/>
                <a:gd name="T53" fmla="*/ 147 h 248"/>
                <a:gd name="T54" fmla="*/ 154 w 248"/>
                <a:gd name="T55" fmla="*/ 15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8" h="248">
                  <a:moveTo>
                    <a:pt x="232" y="166"/>
                  </a:moveTo>
                  <a:cubicBezTo>
                    <a:pt x="219" y="153"/>
                    <a:pt x="200" y="149"/>
                    <a:pt x="184" y="15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9" y="48"/>
                    <a:pt x="95" y="29"/>
                    <a:pt x="83" y="17"/>
                  </a:cubicBezTo>
                  <a:cubicBezTo>
                    <a:pt x="71" y="5"/>
                    <a:pt x="53" y="0"/>
                    <a:pt x="38" y="4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9" y="35"/>
                    <a:pt x="69" y="44"/>
                    <a:pt x="64" y="49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3" y="70"/>
                    <a:pt x="35" y="70"/>
                    <a:pt x="30" y="6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54"/>
                    <a:pt x="4" y="71"/>
                    <a:pt x="16" y="83"/>
                  </a:cubicBezTo>
                  <a:cubicBezTo>
                    <a:pt x="29" y="96"/>
                    <a:pt x="47" y="100"/>
                    <a:pt x="64" y="95"/>
                  </a:cubicBezTo>
                  <a:cubicBezTo>
                    <a:pt x="153" y="184"/>
                    <a:pt x="153" y="184"/>
                    <a:pt x="153" y="184"/>
                  </a:cubicBezTo>
                  <a:cubicBezTo>
                    <a:pt x="148" y="201"/>
                    <a:pt x="152" y="219"/>
                    <a:pt x="165" y="232"/>
                  </a:cubicBezTo>
                  <a:cubicBezTo>
                    <a:pt x="177" y="244"/>
                    <a:pt x="194" y="248"/>
                    <a:pt x="209" y="245"/>
                  </a:cubicBezTo>
                  <a:cubicBezTo>
                    <a:pt x="183" y="218"/>
                    <a:pt x="183" y="218"/>
                    <a:pt x="183" y="218"/>
                  </a:cubicBezTo>
                  <a:cubicBezTo>
                    <a:pt x="178" y="213"/>
                    <a:pt x="178" y="205"/>
                    <a:pt x="183" y="200"/>
                  </a:cubicBezTo>
                  <a:cubicBezTo>
                    <a:pt x="199" y="184"/>
                    <a:pt x="199" y="184"/>
                    <a:pt x="199" y="184"/>
                  </a:cubicBezTo>
                  <a:cubicBezTo>
                    <a:pt x="205" y="179"/>
                    <a:pt x="213" y="179"/>
                    <a:pt x="218" y="184"/>
                  </a:cubicBezTo>
                  <a:cubicBezTo>
                    <a:pt x="244" y="210"/>
                    <a:pt x="244" y="210"/>
                    <a:pt x="244" y="210"/>
                  </a:cubicBezTo>
                  <a:cubicBezTo>
                    <a:pt x="248" y="195"/>
                    <a:pt x="244" y="178"/>
                    <a:pt x="232" y="166"/>
                  </a:cubicBezTo>
                  <a:close/>
                  <a:moveTo>
                    <a:pt x="154" y="155"/>
                  </a:moveTo>
                  <a:cubicBezTo>
                    <a:pt x="152" y="157"/>
                    <a:pt x="149" y="157"/>
                    <a:pt x="147" y="15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99"/>
                    <a:pt x="91" y="96"/>
                    <a:pt x="93" y="94"/>
                  </a:cubicBezTo>
                  <a:cubicBezTo>
                    <a:pt x="95" y="92"/>
                    <a:pt x="99" y="92"/>
                    <a:pt x="101" y="94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6" y="149"/>
                    <a:pt x="156" y="153"/>
                    <a:pt x="154" y="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6009735" y="4891116"/>
            <a:ext cx="356477" cy="310253"/>
            <a:chOff x="6009735" y="4805391"/>
            <a:chExt cx="356477" cy="310253"/>
          </a:xfrm>
        </p:grpSpPr>
        <p:sp>
          <p:nvSpPr>
            <p:cNvPr id="50" name="Freeform 98"/>
            <p:cNvSpPr/>
            <p:nvPr/>
          </p:nvSpPr>
          <p:spPr bwMode="auto">
            <a:xfrm>
              <a:off x="6009735" y="4980104"/>
              <a:ext cx="78347" cy="135540"/>
            </a:xfrm>
            <a:custGeom>
              <a:avLst/>
              <a:gdLst>
                <a:gd name="T0" fmla="*/ 100 w 100"/>
                <a:gd name="T1" fmla="*/ 173 h 173"/>
                <a:gd name="T2" fmla="*/ 100 w 100"/>
                <a:gd name="T3" fmla="*/ 0 h 173"/>
                <a:gd name="T4" fmla="*/ 10 w 100"/>
                <a:gd name="T5" fmla="*/ 92 h 173"/>
                <a:gd name="T6" fmla="*/ 0 w 100"/>
                <a:gd name="T7" fmla="*/ 83 h 173"/>
                <a:gd name="T8" fmla="*/ 0 w 100"/>
                <a:gd name="T9" fmla="*/ 173 h 173"/>
                <a:gd name="T10" fmla="*/ 100 w 100"/>
                <a:gd name="T1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" h="173">
                  <a:moveTo>
                    <a:pt x="100" y="173"/>
                  </a:moveTo>
                  <a:lnTo>
                    <a:pt x="100" y="0"/>
                  </a:lnTo>
                  <a:lnTo>
                    <a:pt x="10" y="92"/>
                  </a:lnTo>
                  <a:lnTo>
                    <a:pt x="0" y="83"/>
                  </a:lnTo>
                  <a:lnTo>
                    <a:pt x="0" y="173"/>
                  </a:lnTo>
                  <a:lnTo>
                    <a:pt x="100" y="1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Freeform 99"/>
            <p:cNvSpPr/>
            <p:nvPr/>
          </p:nvSpPr>
          <p:spPr bwMode="auto">
            <a:xfrm>
              <a:off x="6102967" y="4940931"/>
              <a:ext cx="77563" cy="174713"/>
            </a:xfrm>
            <a:custGeom>
              <a:avLst/>
              <a:gdLst>
                <a:gd name="T0" fmla="*/ 99 w 99"/>
                <a:gd name="T1" fmla="*/ 223 h 223"/>
                <a:gd name="T2" fmla="*/ 99 w 99"/>
                <a:gd name="T3" fmla="*/ 78 h 223"/>
                <a:gd name="T4" fmla="*/ 28 w 99"/>
                <a:gd name="T5" fmla="*/ 0 h 223"/>
                <a:gd name="T6" fmla="*/ 0 w 99"/>
                <a:gd name="T7" fmla="*/ 26 h 223"/>
                <a:gd name="T8" fmla="*/ 0 w 99"/>
                <a:gd name="T9" fmla="*/ 223 h 223"/>
                <a:gd name="T10" fmla="*/ 99 w 99"/>
                <a:gd name="T11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223">
                  <a:moveTo>
                    <a:pt x="99" y="223"/>
                  </a:moveTo>
                  <a:lnTo>
                    <a:pt x="99" y="78"/>
                  </a:lnTo>
                  <a:lnTo>
                    <a:pt x="28" y="0"/>
                  </a:lnTo>
                  <a:lnTo>
                    <a:pt x="0" y="26"/>
                  </a:lnTo>
                  <a:lnTo>
                    <a:pt x="0" y="223"/>
                  </a:lnTo>
                  <a:lnTo>
                    <a:pt x="99" y="2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2" name="Freeform 100"/>
            <p:cNvSpPr/>
            <p:nvPr/>
          </p:nvSpPr>
          <p:spPr bwMode="auto">
            <a:xfrm>
              <a:off x="6195416" y="4969136"/>
              <a:ext cx="77563" cy="146508"/>
            </a:xfrm>
            <a:custGeom>
              <a:avLst/>
              <a:gdLst>
                <a:gd name="T0" fmla="*/ 99 w 99"/>
                <a:gd name="T1" fmla="*/ 187 h 187"/>
                <a:gd name="T2" fmla="*/ 99 w 99"/>
                <a:gd name="T3" fmla="*/ 0 h 187"/>
                <a:gd name="T4" fmla="*/ 14 w 99"/>
                <a:gd name="T5" fmla="*/ 78 h 187"/>
                <a:gd name="T6" fmla="*/ 0 w 99"/>
                <a:gd name="T7" fmla="*/ 61 h 187"/>
                <a:gd name="T8" fmla="*/ 0 w 99"/>
                <a:gd name="T9" fmla="*/ 187 h 187"/>
                <a:gd name="T10" fmla="*/ 99 w 99"/>
                <a:gd name="T11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187">
                  <a:moveTo>
                    <a:pt x="99" y="187"/>
                  </a:moveTo>
                  <a:lnTo>
                    <a:pt x="99" y="0"/>
                  </a:lnTo>
                  <a:lnTo>
                    <a:pt x="14" y="78"/>
                  </a:lnTo>
                  <a:lnTo>
                    <a:pt x="0" y="61"/>
                  </a:lnTo>
                  <a:lnTo>
                    <a:pt x="0" y="187"/>
                  </a:lnTo>
                  <a:lnTo>
                    <a:pt x="99" y="18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3" name="Freeform 101"/>
            <p:cNvSpPr/>
            <p:nvPr/>
          </p:nvSpPr>
          <p:spPr bwMode="auto">
            <a:xfrm>
              <a:off x="6287865" y="4883738"/>
              <a:ext cx="78347" cy="231906"/>
            </a:xfrm>
            <a:custGeom>
              <a:avLst/>
              <a:gdLst>
                <a:gd name="T0" fmla="*/ 100 w 100"/>
                <a:gd name="T1" fmla="*/ 296 h 296"/>
                <a:gd name="T2" fmla="*/ 100 w 100"/>
                <a:gd name="T3" fmla="*/ 0 h 296"/>
                <a:gd name="T4" fmla="*/ 0 w 100"/>
                <a:gd name="T5" fmla="*/ 92 h 296"/>
                <a:gd name="T6" fmla="*/ 0 w 100"/>
                <a:gd name="T7" fmla="*/ 296 h 296"/>
                <a:gd name="T8" fmla="*/ 100 w 100"/>
                <a:gd name="T9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296">
                  <a:moveTo>
                    <a:pt x="100" y="296"/>
                  </a:moveTo>
                  <a:lnTo>
                    <a:pt x="100" y="0"/>
                  </a:lnTo>
                  <a:lnTo>
                    <a:pt x="0" y="92"/>
                  </a:lnTo>
                  <a:lnTo>
                    <a:pt x="0" y="296"/>
                  </a:lnTo>
                  <a:lnTo>
                    <a:pt x="100" y="2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4" name="Freeform 102"/>
            <p:cNvSpPr/>
            <p:nvPr/>
          </p:nvSpPr>
          <p:spPr bwMode="auto">
            <a:xfrm>
              <a:off x="6009735" y="4805391"/>
              <a:ext cx="356477" cy="213103"/>
            </a:xfrm>
            <a:custGeom>
              <a:avLst/>
              <a:gdLst>
                <a:gd name="T0" fmla="*/ 191 w 192"/>
                <a:gd name="T1" fmla="*/ 0 h 115"/>
                <a:gd name="T2" fmla="*/ 108 w 192"/>
                <a:gd name="T3" fmla="*/ 76 h 115"/>
                <a:gd name="T4" fmla="*/ 69 w 192"/>
                <a:gd name="T5" fmla="*/ 36 h 115"/>
                <a:gd name="T6" fmla="*/ 62 w 192"/>
                <a:gd name="T7" fmla="*/ 33 h 115"/>
                <a:gd name="T8" fmla="*/ 56 w 192"/>
                <a:gd name="T9" fmla="*/ 36 h 115"/>
                <a:gd name="T10" fmla="*/ 0 w 192"/>
                <a:gd name="T11" fmla="*/ 92 h 115"/>
                <a:gd name="T12" fmla="*/ 0 w 192"/>
                <a:gd name="T13" fmla="*/ 112 h 115"/>
                <a:gd name="T14" fmla="*/ 4 w 192"/>
                <a:gd name="T15" fmla="*/ 115 h 115"/>
                <a:gd name="T16" fmla="*/ 62 w 192"/>
                <a:gd name="T17" fmla="*/ 56 h 115"/>
                <a:gd name="T18" fmla="*/ 101 w 192"/>
                <a:gd name="T19" fmla="*/ 95 h 115"/>
                <a:gd name="T20" fmla="*/ 114 w 192"/>
                <a:gd name="T21" fmla="*/ 96 h 115"/>
                <a:gd name="T22" fmla="*/ 192 w 192"/>
                <a:gd name="T23" fmla="*/ 24 h 115"/>
                <a:gd name="T24" fmla="*/ 192 w 192"/>
                <a:gd name="T25" fmla="*/ 1 h 115"/>
                <a:gd name="T26" fmla="*/ 191 w 192"/>
                <a:gd name="T27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2" h="115">
                  <a:moveTo>
                    <a:pt x="191" y="0"/>
                  </a:moveTo>
                  <a:cubicBezTo>
                    <a:pt x="108" y="76"/>
                    <a:pt x="108" y="76"/>
                    <a:pt x="108" y="76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67" y="34"/>
                    <a:pt x="65" y="33"/>
                    <a:pt x="62" y="33"/>
                  </a:cubicBezTo>
                  <a:cubicBezTo>
                    <a:pt x="60" y="33"/>
                    <a:pt x="57" y="34"/>
                    <a:pt x="56" y="36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4" y="115"/>
                    <a:pt x="4" y="115"/>
                    <a:pt x="4" y="115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104" y="99"/>
                    <a:pt x="110" y="99"/>
                    <a:pt x="114" y="96"/>
                  </a:cubicBezTo>
                  <a:cubicBezTo>
                    <a:pt x="192" y="24"/>
                    <a:pt x="192" y="24"/>
                    <a:pt x="192" y="24"/>
                  </a:cubicBezTo>
                  <a:cubicBezTo>
                    <a:pt x="192" y="1"/>
                    <a:pt x="192" y="1"/>
                    <a:pt x="192" y="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6026745" y="3510390"/>
            <a:ext cx="407933" cy="407035"/>
            <a:chOff x="5698585" y="3432349"/>
            <a:chExt cx="720725" cy="719138"/>
          </a:xfrm>
        </p:grpSpPr>
        <p:sp>
          <p:nvSpPr>
            <p:cNvPr id="56" name="Freeform 49"/>
            <p:cNvSpPr/>
            <p:nvPr/>
          </p:nvSpPr>
          <p:spPr bwMode="auto">
            <a:xfrm>
              <a:off x="5698585" y="3526012"/>
              <a:ext cx="622300" cy="625475"/>
            </a:xfrm>
            <a:custGeom>
              <a:avLst/>
              <a:gdLst>
                <a:gd name="T0" fmla="*/ 158 w 166"/>
                <a:gd name="T1" fmla="*/ 51 h 166"/>
                <a:gd name="T2" fmla="*/ 144 w 166"/>
                <a:gd name="T3" fmla="*/ 45 h 166"/>
                <a:gd name="T4" fmla="*/ 133 w 166"/>
                <a:gd name="T5" fmla="*/ 55 h 166"/>
                <a:gd name="T6" fmla="*/ 140 w 166"/>
                <a:gd name="T7" fmla="*/ 83 h 166"/>
                <a:gd name="T8" fmla="*/ 83 w 166"/>
                <a:gd name="T9" fmla="*/ 140 h 166"/>
                <a:gd name="T10" fmla="*/ 26 w 166"/>
                <a:gd name="T11" fmla="*/ 83 h 166"/>
                <a:gd name="T12" fmla="*/ 83 w 166"/>
                <a:gd name="T13" fmla="*/ 26 h 166"/>
                <a:gd name="T14" fmla="*/ 112 w 166"/>
                <a:gd name="T15" fmla="*/ 34 h 166"/>
                <a:gd name="T16" fmla="*/ 122 w 166"/>
                <a:gd name="T17" fmla="*/ 24 h 166"/>
                <a:gd name="T18" fmla="*/ 116 w 166"/>
                <a:gd name="T19" fmla="*/ 9 h 166"/>
                <a:gd name="T20" fmla="*/ 115 w 166"/>
                <a:gd name="T21" fmla="*/ 6 h 166"/>
                <a:gd name="T22" fmla="*/ 83 w 166"/>
                <a:gd name="T23" fmla="*/ 0 h 166"/>
                <a:gd name="T24" fmla="*/ 0 w 166"/>
                <a:gd name="T25" fmla="*/ 83 h 166"/>
                <a:gd name="T26" fmla="*/ 83 w 166"/>
                <a:gd name="T27" fmla="*/ 166 h 166"/>
                <a:gd name="T28" fmla="*/ 166 w 166"/>
                <a:gd name="T29" fmla="*/ 83 h 166"/>
                <a:gd name="T30" fmla="*/ 160 w 166"/>
                <a:gd name="T31" fmla="*/ 52 h 166"/>
                <a:gd name="T32" fmla="*/ 158 w 166"/>
                <a:gd name="T33" fmla="*/ 51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6" h="166">
                  <a:moveTo>
                    <a:pt x="158" y="51"/>
                  </a:moveTo>
                  <a:cubicBezTo>
                    <a:pt x="144" y="45"/>
                    <a:pt x="144" y="45"/>
                    <a:pt x="144" y="45"/>
                  </a:cubicBezTo>
                  <a:cubicBezTo>
                    <a:pt x="133" y="55"/>
                    <a:pt x="133" y="55"/>
                    <a:pt x="133" y="55"/>
                  </a:cubicBezTo>
                  <a:cubicBezTo>
                    <a:pt x="137" y="64"/>
                    <a:pt x="140" y="73"/>
                    <a:pt x="140" y="83"/>
                  </a:cubicBezTo>
                  <a:cubicBezTo>
                    <a:pt x="140" y="114"/>
                    <a:pt x="114" y="140"/>
                    <a:pt x="83" y="140"/>
                  </a:cubicBezTo>
                  <a:cubicBezTo>
                    <a:pt x="51" y="140"/>
                    <a:pt x="26" y="114"/>
                    <a:pt x="26" y="83"/>
                  </a:cubicBezTo>
                  <a:cubicBezTo>
                    <a:pt x="26" y="51"/>
                    <a:pt x="51" y="26"/>
                    <a:pt x="83" y="26"/>
                  </a:cubicBezTo>
                  <a:cubicBezTo>
                    <a:pt x="93" y="26"/>
                    <a:pt x="103" y="29"/>
                    <a:pt x="112" y="34"/>
                  </a:cubicBezTo>
                  <a:cubicBezTo>
                    <a:pt x="122" y="24"/>
                    <a:pt x="122" y="24"/>
                    <a:pt x="122" y="24"/>
                  </a:cubicBezTo>
                  <a:cubicBezTo>
                    <a:pt x="116" y="9"/>
                    <a:pt x="116" y="9"/>
                    <a:pt x="116" y="9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05" y="2"/>
                    <a:pt x="94" y="0"/>
                    <a:pt x="83" y="0"/>
                  </a:cubicBezTo>
                  <a:cubicBezTo>
                    <a:pt x="37" y="0"/>
                    <a:pt x="0" y="37"/>
                    <a:pt x="0" y="83"/>
                  </a:cubicBezTo>
                  <a:cubicBezTo>
                    <a:pt x="0" y="129"/>
                    <a:pt x="37" y="166"/>
                    <a:pt x="83" y="166"/>
                  </a:cubicBezTo>
                  <a:cubicBezTo>
                    <a:pt x="129" y="166"/>
                    <a:pt x="166" y="129"/>
                    <a:pt x="166" y="83"/>
                  </a:cubicBezTo>
                  <a:cubicBezTo>
                    <a:pt x="166" y="72"/>
                    <a:pt x="164" y="61"/>
                    <a:pt x="160" y="52"/>
                  </a:cubicBezTo>
                  <a:lnTo>
                    <a:pt x="158" y="5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7" name="Freeform 50"/>
            <p:cNvSpPr/>
            <p:nvPr/>
          </p:nvSpPr>
          <p:spPr bwMode="auto">
            <a:xfrm>
              <a:off x="5993860" y="3432349"/>
              <a:ext cx="425450" cy="425450"/>
            </a:xfrm>
            <a:custGeom>
              <a:avLst/>
              <a:gdLst>
                <a:gd name="T0" fmla="*/ 97 w 113"/>
                <a:gd name="T1" fmla="*/ 16 h 113"/>
                <a:gd name="T2" fmla="*/ 88 w 113"/>
                <a:gd name="T3" fmla="*/ 16 h 113"/>
                <a:gd name="T4" fmla="*/ 84 w 113"/>
                <a:gd name="T5" fmla="*/ 20 h 113"/>
                <a:gd name="T6" fmla="*/ 75 w 113"/>
                <a:gd name="T7" fmla="*/ 0 h 113"/>
                <a:gd name="T8" fmla="*/ 45 w 113"/>
                <a:gd name="T9" fmla="*/ 31 h 113"/>
                <a:gd name="T10" fmla="*/ 53 w 113"/>
                <a:gd name="T11" fmla="*/ 51 h 113"/>
                <a:gd name="T12" fmla="*/ 2 w 113"/>
                <a:gd name="T13" fmla="*/ 102 h 113"/>
                <a:gd name="T14" fmla="*/ 2 w 113"/>
                <a:gd name="T15" fmla="*/ 111 h 113"/>
                <a:gd name="T16" fmla="*/ 11 w 113"/>
                <a:gd name="T17" fmla="*/ 111 h 113"/>
                <a:gd name="T18" fmla="*/ 63 w 113"/>
                <a:gd name="T19" fmla="*/ 60 h 113"/>
                <a:gd name="T20" fmla="*/ 82 w 113"/>
                <a:gd name="T21" fmla="*/ 68 h 113"/>
                <a:gd name="T22" fmla="*/ 113 w 113"/>
                <a:gd name="T23" fmla="*/ 38 h 113"/>
                <a:gd name="T24" fmla="*/ 93 w 113"/>
                <a:gd name="T25" fmla="*/ 29 h 113"/>
                <a:gd name="T26" fmla="*/ 97 w 113"/>
                <a:gd name="T27" fmla="*/ 25 h 113"/>
                <a:gd name="T28" fmla="*/ 97 w 113"/>
                <a:gd name="T2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3" h="113">
                  <a:moveTo>
                    <a:pt x="97" y="16"/>
                  </a:moveTo>
                  <a:cubicBezTo>
                    <a:pt x="95" y="13"/>
                    <a:pt x="91" y="13"/>
                    <a:pt x="88" y="16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53" y="51"/>
                    <a:pt x="53" y="51"/>
                    <a:pt x="53" y="51"/>
                  </a:cubicBezTo>
                  <a:cubicBezTo>
                    <a:pt x="2" y="102"/>
                    <a:pt x="2" y="102"/>
                    <a:pt x="2" y="102"/>
                  </a:cubicBezTo>
                  <a:cubicBezTo>
                    <a:pt x="0" y="104"/>
                    <a:pt x="0" y="108"/>
                    <a:pt x="2" y="111"/>
                  </a:cubicBezTo>
                  <a:cubicBezTo>
                    <a:pt x="5" y="113"/>
                    <a:pt x="9" y="113"/>
                    <a:pt x="11" y="111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97" y="25"/>
                    <a:pt x="97" y="25"/>
                    <a:pt x="97" y="25"/>
                  </a:cubicBezTo>
                  <a:cubicBezTo>
                    <a:pt x="100" y="22"/>
                    <a:pt x="100" y="18"/>
                    <a:pt x="97" y="1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5855748" y="3684762"/>
              <a:ext cx="307975" cy="307975"/>
            </a:xfrm>
            <a:custGeom>
              <a:avLst/>
              <a:gdLst>
                <a:gd name="T0" fmla="*/ 55 w 82"/>
                <a:gd name="T1" fmla="*/ 50 h 82"/>
                <a:gd name="T2" fmla="*/ 33 w 82"/>
                <a:gd name="T3" fmla="*/ 50 h 82"/>
                <a:gd name="T4" fmla="*/ 33 w 82"/>
                <a:gd name="T5" fmla="*/ 28 h 82"/>
                <a:gd name="T6" fmla="*/ 58 w 82"/>
                <a:gd name="T7" fmla="*/ 4 h 82"/>
                <a:gd name="T8" fmla="*/ 41 w 82"/>
                <a:gd name="T9" fmla="*/ 0 h 82"/>
                <a:gd name="T10" fmla="*/ 0 w 82"/>
                <a:gd name="T11" fmla="*/ 41 h 82"/>
                <a:gd name="T12" fmla="*/ 41 w 82"/>
                <a:gd name="T13" fmla="*/ 82 h 82"/>
                <a:gd name="T14" fmla="*/ 82 w 82"/>
                <a:gd name="T15" fmla="*/ 41 h 82"/>
                <a:gd name="T16" fmla="*/ 79 w 82"/>
                <a:gd name="T17" fmla="*/ 26 h 82"/>
                <a:gd name="T18" fmla="*/ 55 w 82"/>
                <a:gd name="T19" fmla="*/ 5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82">
                  <a:moveTo>
                    <a:pt x="55" y="50"/>
                  </a:moveTo>
                  <a:cubicBezTo>
                    <a:pt x="49" y="56"/>
                    <a:pt x="39" y="56"/>
                    <a:pt x="33" y="50"/>
                  </a:cubicBezTo>
                  <a:cubicBezTo>
                    <a:pt x="27" y="44"/>
                    <a:pt x="27" y="34"/>
                    <a:pt x="33" y="28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3" y="1"/>
                    <a:pt x="47" y="0"/>
                    <a:pt x="41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3"/>
                    <a:pt x="18" y="82"/>
                    <a:pt x="41" y="82"/>
                  </a:cubicBezTo>
                  <a:cubicBezTo>
                    <a:pt x="63" y="82"/>
                    <a:pt x="82" y="63"/>
                    <a:pt x="82" y="41"/>
                  </a:cubicBezTo>
                  <a:cubicBezTo>
                    <a:pt x="82" y="35"/>
                    <a:pt x="81" y="30"/>
                    <a:pt x="79" y="26"/>
                  </a:cubicBezTo>
                  <a:lnTo>
                    <a:pt x="55" y="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Value Proposition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business model</a:t>
            </a:r>
            <a:endParaRPr lang="id-ID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878020" y="4820022"/>
            <a:ext cx="4195753" cy="12729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123622" y="4820022"/>
            <a:ext cx="4197137" cy="12729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878020" y="1903706"/>
            <a:ext cx="1650606" cy="28722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570168" y="1903706"/>
            <a:ext cx="1653375" cy="141271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570168" y="3363201"/>
            <a:ext cx="1653375" cy="14100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276164" y="1903706"/>
            <a:ext cx="1650606" cy="28722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8674308" y="1903706"/>
            <a:ext cx="1650606" cy="28722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971082" y="1903706"/>
            <a:ext cx="1650606" cy="1412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971082" y="3363201"/>
            <a:ext cx="1650606" cy="14100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76163" y="1909651"/>
            <a:ext cx="1642299" cy="30777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Value Propositions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" name="Content Placeholder 19"/>
          <p:cNvSpPr txBox="1"/>
          <p:nvPr/>
        </p:nvSpPr>
        <p:spPr>
          <a:xfrm>
            <a:off x="5223544" y="3339812"/>
            <a:ext cx="1747537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Freeform 350"/>
          <p:cNvSpPr>
            <a:spLocks noEditPoints="1"/>
          </p:cNvSpPr>
          <p:nvPr/>
        </p:nvSpPr>
        <p:spPr bwMode="auto">
          <a:xfrm>
            <a:off x="5894827" y="2942287"/>
            <a:ext cx="404970" cy="303394"/>
          </a:xfrm>
          <a:custGeom>
            <a:avLst/>
            <a:gdLst>
              <a:gd name="T0" fmla="*/ 105 w 128"/>
              <a:gd name="T1" fmla="*/ 2 h 96"/>
              <a:gd name="T2" fmla="*/ 28 w 128"/>
              <a:gd name="T3" fmla="*/ 0 h 96"/>
              <a:gd name="T4" fmla="*/ 2 w 128"/>
              <a:gd name="T5" fmla="*/ 23 h 96"/>
              <a:gd name="T6" fmla="*/ 2 w 128"/>
              <a:gd name="T7" fmla="*/ 34 h 96"/>
              <a:gd name="T8" fmla="*/ 64 w 128"/>
              <a:gd name="T9" fmla="*/ 96 h 96"/>
              <a:gd name="T10" fmla="*/ 126 w 128"/>
              <a:gd name="T11" fmla="*/ 34 h 96"/>
              <a:gd name="T12" fmla="*/ 126 w 128"/>
              <a:gd name="T13" fmla="*/ 23 h 96"/>
              <a:gd name="T14" fmla="*/ 55 w 128"/>
              <a:gd name="T15" fmla="*/ 28 h 96"/>
              <a:gd name="T16" fmla="*/ 73 w 128"/>
              <a:gd name="T17" fmla="*/ 28 h 96"/>
              <a:gd name="T18" fmla="*/ 78 w 128"/>
              <a:gd name="T19" fmla="*/ 9 h 96"/>
              <a:gd name="T20" fmla="*/ 76 w 128"/>
              <a:gd name="T21" fmla="*/ 25 h 96"/>
              <a:gd name="T22" fmla="*/ 52 w 128"/>
              <a:gd name="T23" fmla="*/ 25 h 96"/>
              <a:gd name="T24" fmla="*/ 50 w 128"/>
              <a:gd name="T25" fmla="*/ 9 h 96"/>
              <a:gd name="T26" fmla="*/ 52 w 128"/>
              <a:gd name="T27" fmla="*/ 25 h 96"/>
              <a:gd name="T28" fmla="*/ 64 w 128"/>
              <a:gd name="T29" fmla="*/ 82 h 96"/>
              <a:gd name="T30" fmla="*/ 74 w 128"/>
              <a:gd name="T31" fmla="*/ 32 h 96"/>
              <a:gd name="T32" fmla="*/ 98 w 128"/>
              <a:gd name="T33" fmla="*/ 32 h 96"/>
              <a:gd name="T34" fmla="*/ 78 w 128"/>
              <a:gd name="T35" fmla="*/ 32 h 96"/>
              <a:gd name="T36" fmla="*/ 89 w 128"/>
              <a:gd name="T37" fmla="*/ 20 h 96"/>
              <a:gd name="T38" fmla="*/ 79 w 128"/>
              <a:gd name="T39" fmla="*/ 28 h 96"/>
              <a:gd name="T40" fmla="*/ 97 w 128"/>
              <a:gd name="T41" fmla="*/ 8 h 96"/>
              <a:gd name="T42" fmla="*/ 83 w 128"/>
              <a:gd name="T43" fmla="*/ 8 h 96"/>
              <a:gd name="T44" fmla="*/ 55 w 128"/>
              <a:gd name="T45" fmla="*/ 8 h 96"/>
              <a:gd name="T46" fmla="*/ 64 w 128"/>
              <a:gd name="T47" fmla="*/ 15 h 96"/>
              <a:gd name="T48" fmla="*/ 31 w 128"/>
              <a:gd name="T49" fmla="*/ 8 h 96"/>
              <a:gd name="T50" fmla="*/ 39 w 128"/>
              <a:gd name="T51" fmla="*/ 14 h 96"/>
              <a:gd name="T52" fmla="*/ 49 w 128"/>
              <a:gd name="T53" fmla="*/ 28 h 96"/>
              <a:gd name="T54" fmla="*/ 39 w 128"/>
              <a:gd name="T55" fmla="*/ 20 h 96"/>
              <a:gd name="T56" fmla="*/ 60 w 128"/>
              <a:gd name="T57" fmla="*/ 81 h 96"/>
              <a:gd name="T58" fmla="*/ 50 w 128"/>
              <a:gd name="T59" fmla="*/ 32 h 96"/>
              <a:gd name="T60" fmla="*/ 11 w 128"/>
              <a:gd name="T61" fmla="*/ 32 h 96"/>
              <a:gd name="T62" fmla="*/ 51 w 128"/>
              <a:gd name="T63" fmla="*/ 74 h 96"/>
              <a:gd name="T64" fmla="*/ 117 w 128"/>
              <a:gd name="T65" fmla="*/ 32 h 96"/>
              <a:gd name="T66" fmla="*/ 102 w 128"/>
              <a:gd name="T67" fmla="*/ 32 h 96"/>
              <a:gd name="T68" fmla="*/ 92 w 128"/>
              <a:gd name="T69" fmla="*/ 17 h 96"/>
              <a:gd name="T70" fmla="*/ 120 w 128"/>
              <a:gd name="T71" fmla="*/ 28 h 96"/>
              <a:gd name="T72" fmla="*/ 27 w 128"/>
              <a:gd name="T73" fmla="*/ 10 h 96"/>
              <a:gd name="T74" fmla="*/ 25 w 128"/>
              <a:gd name="T75" fmla="*/ 28 h 96"/>
              <a:gd name="T76" fmla="*/ 27 w 128"/>
              <a:gd name="T77" fmla="*/ 1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96">
                <a:moveTo>
                  <a:pt x="126" y="23"/>
                </a:moveTo>
                <a:cubicBezTo>
                  <a:pt x="105" y="2"/>
                  <a:pt x="105" y="2"/>
                  <a:pt x="105" y="2"/>
                </a:cubicBezTo>
                <a:cubicBezTo>
                  <a:pt x="104" y="1"/>
                  <a:pt x="102" y="0"/>
                  <a:pt x="10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30"/>
                  <a:pt x="1" y="32"/>
                  <a:pt x="2" y="34"/>
                </a:cubicBezTo>
                <a:cubicBezTo>
                  <a:pt x="58" y="93"/>
                  <a:pt x="58" y="93"/>
                  <a:pt x="58" y="93"/>
                </a:cubicBezTo>
                <a:cubicBezTo>
                  <a:pt x="60" y="95"/>
                  <a:pt x="62" y="96"/>
                  <a:pt x="64" y="96"/>
                </a:cubicBezTo>
                <a:cubicBezTo>
                  <a:pt x="66" y="96"/>
                  <a:pt x="68" y="95"/>
                  <a:pt x="70" y="93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7" y="32"/>
                  <a:pt x="128" y="30"/>
                  <a:pt x="128" y="28"/>
                </a:cubicBezTo>
                <a:cubicBezTo>
                  <a:pt x="128" y="26"/>
                  <a:pt x="127" y="24"/>
                  <a:pt x="126" y="23"/>
                </a:cubicBezTo>
                <a:close/>
                <a:moveTo>
                  <a:pt x="73" y="28"/>
                </a:moveTo>
                <a:cubicBezTo>
                  <a:pt x="55" y="28"/>
                  <a:pt x="55" y="28"/>
                  <a:pt x="55" y="28"/>
                </a:cubicBezTo>
                <a:cubicBezTo>
                  <a:pt x="64" y="21"/>
                  <a:pt x="64" y="21"/>
                  <a:pt x="64" y="21"/>
                </a:cubicBezTo>
                <a:lnTo>
                  <a:pt x="73" y="28"/>
                </a:lnTo>
                <a:close/>
                <a:moveTo>
                  <a:pt x="67" y="18"/>
                </a:moveTo>
                <a:cubicBezTo>
                  <a:pt x="78" y="9"/>
                  <a:pt x="78" y="9"/>
                  <a:pt x="78" y="9"/>
                </a:cubicBezTo>
                <a:cubicBezTo>
                  <a:pt x="86" y="17"/>
                  <a:pt x="86" y="17"/>
                  <a:pt x="86" y="17"/>
                </a:cubicBezTo>
                <a:cubicBezTo>
                  <a:pt x="76" y="25"/>
                  <a:pt x="76" y="25"/>
                  <a:pt x="76" y="25"/>
                </a:cubicBezTo>
                <a:lnTo>
                  <a:pt x="67" y="18"/>
                </a:lnTo>
                <a:close/>
                <a:moveTo>
                  <a:pt x="52" y="25"/>
                </a:moveTo>
                <a:cubicBezTo>
                  <a:pt x="42" y="17"/>
                  <a:pt x="42" y="17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61" y="18"/>
                  <a:pt x="61" y="18"/>
                  <a:pt x="61" y="18"/>
                </a:cubicBezTo>
                <a:lnTo>
                  <a:pt x="52" y="25"/>
                </a:lnTo>
                <a:close/>
                <a:moveTo>
                  <a:pt x="74" y="32"/>
                </a:moveTo>
                <a:cubicBezTo>
                  <a:pt x="64" y="82"/>
                  <a:pt x="64" y="82"/>
                  <a:pt x="64" y="82"/>
                </a:cubicBezTo>
                <a:cubicBezTo>
                  <a:pt x="54" y="32"/>
                  <a:pt x="54" y="32"/>
                  <a:pt x="54" y="32"/>
                </a:cubicBezTo>
                <a:lnTo>
                  <a:pt x="74" y="32"/>
                </a:lnTo>
                <a:close/>
                <a:moveTo>
                  <a:pt x="78" y="32"/>
                </a:moveTo>
                <a:cubicBezTo>
                  <a:pt x="98" y="32"/>
                  <a:pt x="98" y="32"/>
                  <a:pt x="98" y="32"/>
                </a:cubicBezTo>
                <a:cubicBezTo>
                  <a:pt x="68" y="81"/>
                  <a:pt x="68" y="81"/>
                  <a:pt x="68" y="81"/>
                </a:cubicBezTo>
                <a:lnTo>
                  <a:pt x="78" y="32"/>
                </a:lnTo>
                <a:close/>
                <a:moveTo>
                  <a:pt x="79" y="28"/>
                </a:moveTo>
                <a:cubicBezTo>
                  <a:pt x="89" y="20"/>
                  <a:pt x="89" y="20"/>
                  <a:pt x="89" y="20"/>
                </a:cubicBezTo>
                <a:cubicBezTo>
                  <a:pt x="97" y="28"/>
                  <a:pt x="97" y="28"/>
                  <a:pt x="97" y="28"/>
                </a:cubicBezTo>
                <a:lnTo>
                  <a:pt x="79" y="28"/>
                </a:lnTo>
                <a:close/>
                <a:moveTo>
                  <a:pt x="83" y="8"/>
                </a:moveTo>
                <a:cubicBezTo>
                  <a:pt x="97" y="8"/>
                  <a:pt x="97" y="8"/>
                  <a:pt x="97" y="8"/>
                </a:cubicBezTo>
                <a:cubicBezTo>
                  <a:pt x="89" y="14"/>
                  <a:pt x="89" y="14"/>
                  <a:pt x="89" y="14"/>
                </a:cubicBezTo>
                <a:lnTo>
                  <a:pt x="83" y="8"/>
                </a:lnTo>
                <a:close/>
                <a:moveTo>
                  <a:pt x="64" y="15"/>
                </a:moveTo>
                <a:cubicBezTo>
                  <a:pt x="55" y="8"/>
                  <a:pt x="55" y="8"/>
                  <a:pt x="55" y="8"/>
                </a:cubicBezTo>
                <a:cubicBezTo>
                  <a:pt x="73" y="8"/>
                  <a:pt x="73" y="8"/>
                  <a:pt x="73" y="8"/>
                </a:cubicBezTo>
                <a:lnTo>
                  <a:pt x="64" y="15"/>
                </a:lnTo>
                <a:close/>
                <a:moveTo>
                  <a:pt x="39" y="14"/>
                </a:move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lnTo>
                  <a:pt x="39" y="14"/>
                </a:lnTo>
                <a:close/>
                <a:moveTo>
                  <a:pt x="39" y="20"/>
                </a:moveTo>
                <a:cubicBezTo>
                  <a:pt x="49" y="28"/>
                  <a:pt x="49" y="28"/>
                  <a:pt x="49" y="28"/>
                </a:cubicBezTo>
                <a:cubicBezTo>
                  <a:pt x="31" y="28"/>
                  <a:pt x="31" y="28"/>
                  <a:pt x="31" y="28"/>
                </a:cubicBezTo>
                <a:lnTo>
                  <a:pt x="39" y="20"/>
                </a:lnTo>
                <a:close/>
                <a:moveTo>
                  <a:pt x="50" y="32"/>
                </a:moveTo>
                <a:cubicBezTo>
                  <a:pt x="60" y="81"/>
                  <a:pt x="60" y="81"/>
                  <a:pt x="60" y="81"/>
                </a:cubicBezTo>
                <a:cubicBezTo>
                  <a:pt x="30" y="32"/>
                  <a:pt x="30" y="32"/>
                  <a:pt x="30" y="32"/>
                </a:cubicBezTo>
                <a:lnTo>
                  <a:pt x="50" y="32"/>
                </a:lnTo>
                <a:close/>
                <a:moveTo>
                  <a:pt x="51" y="74"/>
                </a:moveTo>
                <a:cubicBezTo>
                  <a:pt x="11" y="32"/>
                  <a:pt x="11" y="32"/>
                  <a:pt x="11" y="32"/>
                </a:cubicBezTo>
                <a:cubicBezTo>
                  <a:pt x="26" y="32"/>
                  <a:pt x="26" y="32"/>
                  <a:pt x="26" y="32"/>
                </a:cubicBezTo>
                <a:lnTo>
                  <a:pt x="51" y="74"/>
                </a:lnTo>
                <a:close/>
                <a:moveTo>
                  <a:pt x="102" y="32"/>
                </a:moveTo>
                <a:cubicBezTo>
                  <a:pt x="117" y="32"/>
                  <a:pt x="117" y="32"/>
                  <a:pt x="117" y="32"/>
                </a:cubicBezTo>
                <a:cubicBezTo>
                  <a:pt x="77" y="74"/>
                  <a:pt x="77" y="74"/>
                  <a:pt x="77" y="74"/>
                </a:cubicBezTo>
                <a:lnTo>
                  <a:pt x="102" y="32"/>
                </a:lnTo>
                <a:close/>
                <a:moveTo>
                  <a:pt x="103" y="28"/>
                </a:moveTo>
                <a:cubicBezTo>
                  <a:pt x="92" y="17"/>
                  <a:pt x="92" y="17"/>
                  <a:pt x="92" y="17"/>
                </a:cubicBezTo>
                <a:cubicBezTo>
                  <a:pt x="101" y="10"/>
                  <a:pt x="101" y="10"/>
                  <a:pt x="101" y="10"/>
                </a:cubicBezTo>
                <a:cubicBezTo>
                  <a:pt x="120" y="28"/>
                  <a:pt x="120" y="28"/>
                  <a:pt x="120" y="28"/>
                </a:cubicBezTo>
                <a:lnTo>
                  <a:pt x="103" y="28"/>
                </a:lnTo>
                <a:close/>
                <a:moveTo>
                  <a:pt x="27" y="10"/>
                </a:moveTo>
                <a:cubicBezTo>
                  <a:pt x="36" y="17"/>
                  <a:pt x="36" y="17"/>
                  <a:pt x="36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8" y="28"/>
                  <a:pt x="8" y="28"/>
                  <a:pt x="8" y="28"/>
                </a:cubicBezTo>
                <a:lnTo>
                  <a:pt x="27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71081" y="1909723"/>
            <a:ext cx="1642299" cy="43088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Customer</a:t>
            </a:r>
            <a:endParaRPr kumimoji="0" lang="id-ID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Relationship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Content Placeholder 19"/>
          <p:cNvSpPr txBox="1"/>
          <p:nvPr/>
        </p:nvSpPr>
        <p:spPr>
          <a:xfrm>
            <a:off x="6956945" y="2401903"/>
            <a:ext cx="1673052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79679" y="3368598"/>
            <a:ext cx="1642299" cy="2769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Channels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Content Placeholder 19"/>
          <p:cNvSpPr txBox="1"/>
          <p:nvPr/>
        </p:nvSpPr>
        <p:spPr>
          <a:xfrm>
            <a:off x="6965543" y="3775239"/>
            <a:ext cx="1673052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2037" y="1909651"/>
            <a:ext cx="1642299" cy="52322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Customer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Segments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Content Placeholder 19"/>
          <p:cNvSpPr txBox="1"/>
          <p:nvPr/>
        </p:nvSpPr>
        <p:spPr>
          <a:xfrm>
            <a:off x="8629418" y="3339812"/>
            <a:ext cx="1747537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9177257" y="2920423"/>
            <a:ext cx="520863" cy="341296"/>
            <a:chOff x="5757863" y="2919413"/>
            <a:chExt cx="695324" cy="455612"/>
          </a:xfrm>
          <a:solidFill>
            <a:schemeClr val="bg1"/>
          </a:solidFill>
        </p:grpSpPr>
        <p:sp>
          <p:nvSpPr>
            <p:cNvPr id="23" name="Freeform 477"/>
            <p:cNvSpPr>
              <a:spLocks noEditPoints="1"/>
            </p:cNvSpPr>
            <p:nvPr/>
          </p:nvSpPr>
          <p:spPr bwMode="auto">
            <a:xfrm>
              <a:off x="5875338" y="2919413"/>
              <a:ext cx="468312" cy="455612"/>
            </a:xfrm>
            <a:custGeom>
              <a:avLst/>
              <a:gdLst>
                <a:gd name="T0" fmla="*/ 223 w 223"/>
                <a:gd name="T1" fmla="*/ 216 h 216"/>
                <a:gd name="T2" fmla="*/ 0 w 223"/>
                <a:gd name="T3" fmla="*/ 216 h 216"/>
                <a:gd name="T4" fmla="*/ 0 w 223"/>
                <a:gd name="T5" fmla="*/ 211 h 216"/>
                <a:gd name="T6" fmla="*/ 83 w 223"/>
                <a:gd name="T7" fmla="*/ 144 h 216"/>
                <a:gd name="T8" fmla="*/ 85 w 223"/>
                <a:gd name="T9" fmla="*/ 137 h 216"/>
                <a:gd name="T10" fmla="*/ 67 w 223"/>
                <a:gd name="T11" fmla="*/ 103 h 216"/>
                <a:gd name="T12" fmla="*/ 58 w 223"/>
                <a:gd name="T13" fmla="*/ 92 h 216"/>
                <a:gd name="T14" fmla="*/ 60 w 223"/>
                <a:gd name="T15" fmla="*/ 67 h 216"/>
                <a:gd name="T16" fmla="*/ 60 w 223"/>
                <a:gd name="T17" fmla="*/ 67 h 216"/>
                <a:gd name="T18" fmla="*/ 71 w 223"/>
                <a:gd name="T19" fmla="*/ 15 h 216"/>
                <a:gd name="T20" fmla="*/ 111 w 223"/>
                <a:gd name="T21" fmla="*/ 0 h 216"/>
                <a:gd name="T22" fmla="*/ 151 w 223"/>
                <a:gd name="T23" fmla="*/ 15 h 216"/>
                <a:gd name="T24" fmla="*/ 163 w 223"/>
                <a:gd name="T25" fmla="*/ 67 h 216"/>
                <a:gd name="T26" fmla="*/ 163 w 223"/>
                <a:gd name="T27" fmla="*/ 67 h 216"/>
                <a:gd name="T28" fmla="*/ 165 w 223"/>
                <a:gd name="T29" fmla="*/ 92 h 216"/>
                <a:gd name="T30" fmla="*/ 156 w 223"/>
                <a:gd name="T31" fmla="*/ 103 h 216"/>
                <a:gd name="T32" fmla="*/ 138 w 223"/>
                <a:gd name="T33" fmla="*/ 137 h 216"/>
                <a:gd name="T34" fmla="*/ 140 w 223"/>
                <a:gd name="T35" fmla="*/ 144 h 216"/>
                <a:gd name="T36" fmla="*/ 223 w 223"/>
                <a:gd name="T37" fmla="*/ 211 h 216"/>
                <a:gd name="T38" fmla="*/ 223 w 223"/>
                <a:gd name="T39" fmla="*/ 216 h 216"/>
                <a:gd name="T40" fmla="*/ 12 w 223"/>
                <a:gd name="T41" fmla="*/ 205 h 216"/>
                <a:gd name="T42" fmla="*/ 211 w 223"/>
                <a:gd name="T43" fmla="*/ 205 h 216"/>
                <a:gd name="T44" fmla="*/ 181 w 223"/>
                <a:gd name="T45" fmla="*/ 175 h 216"/>
                <a:gd name="T46" fmla="*/ 137 w 223"/>
                <a:gd name="T47" fmla="*/ 155 h 216"/>
                <a:gd name="T48" fmla="*/ 127 w 223"/>
                <a:gd name="T49" fmla="*/ 134 h 216"/>
                <a:gd name="T50" fmla="*/ 127 w 223"/>
                <a:gd name="T51" fmla="*/ 132 h 216"/>
                <a:gd name="T52" fmla="*/ 128 w 223"/>
                <a:gd name="T53" fmla="*/ 130 h 216"/>
                <a:gd name="T54" fmla="*/ 145 w 223"/>
                <a:gd name="T55" fmla="*/ 98 h 216"/>
                <a:gd name="T56" fmla="*/ 146 w 223"/>
                <a:gd name="T57" fmla="*/ 93 h 216"/>
                <a:gd name="T58" fmla="*/ 151 w 223"/>
                <a:gd name="T59" fmla="*/ 93 h 216"/>
                <a:gd name="T60" fmla="*/ 155 w 223"/>
                <a:gd name="T61" fmla="*/ 86 h 216"/>
                <a:gd name="T62" fmla="*/ 153 w 223"/>
                <a:gd name="T63" fmla="*/ 74 h 216"/>
                <a:gd name="T64" fmla="*/ 151 w 223"/>
                <a:gd name="T65" fmla="*/ 72 h 216"/>
                <a:gd name="T66" fmla="*/ 151 w 223"/>
                <a:gd name="T67" fmla="*/ 69 h 216"/>
                <a:gd name="T68" fmla="*/ 151 w 223"/>
                <a:gd name="T69" fmla="*/ 66 h 216"/>
                <a:gd name="T70" fmla="*/ 143 w 223"/>
                <a:gd name="T71" fmla="*/ 23 h 216"/>
                <a:gd name="T72" fmla="*/ 111 w 223"/>
                <a:gd name="T73" fmla="*/ 12 h 216"/>
                <a:gd name="T74" fmla="*/ 80 w 223"/>
                <a:gd name="T75" fmla="*/ 23 h 216"/>
                <a:gd name="T76" fmla="*/ 72 w 223"/>
                <a:gd name="T77" fmla="*/ 66 h 216"/>
                <a:gd name="T78" fmla="*/ 72 w 223"/>
                <a:gd name="T79" fmla="*/ 69 h 216"/>
                <a:gd name="T80" fmla="*/ 72 w 223"/>
                <a:gd name="T81" fmla="*/ 72 h 216"/>
                <a:gd name="T82" fmla="*/ 70 w 223"/>
                <a:gd name="T83" fmla="*/ 74 h 216"/>
                <a:gd name="T84" fmla="*/ 68 w 223"/>
                <a:gd name="T85" fmla="*/ 86 h 216"/>
                <a:gd name="T86" fmla="*/ 72 w 223"/>
                <a:gd name="T87" fmla="*/ 93 h 216"/>
                <a:gd name="T88" fmla="*/ 77 w 223"/>
                <a:gd name="T89" fmla="*/ 93 h 216"/>
                <a:gd name="T90" fmla="*/ 77 w 223"/>
                <a:gd name="T91" fmla="*/ 98 h 216"/>
                <a:gd name="T92" fmla="*/ 95 w 223"/>
                <a:gd name="T93" fmla="*/ 130 h 216"/>
                <a:gd name="T94" fmla="*/ 96 w 223"/>
                <a:gd name="T95" fmla="*/ 132 h 216"/>
                <a:gd name="T96" fmla="*/ 96 w 223"/>
                <a:gd name="T97" fmla="*/ 134 h 216"/>
                <a:gd name="T98" fmla="*/ 86 w 223"/>
                <a:gd name="T99" fmla="*/ 155 h 216"/>
                <a:gd name="T100" fmla="*/ 42 w 223"/>
                <a:gd name="T101" fmla="*/ 175 h 216"/>
                <a:gd name="T102" fmla="*/ 12 w 223"/>
                <a:gd name="T103" fmla="*/ 205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3" h="216">
                  <a:moveTo>
                    <a:pt x="223" y="216"/>
                  </a:moveTo>
                  <a:cubicBezTo>
                    <a:pt x="0" y="216"/>
                    <a:pt x="0" y="216"/>
                    <a:pt x="0" y="216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0" y="176"/>
                    <a:pt x="65" y="148"/>
                    <a:pt x="83" y="144"/>
                  </a:cubicBezTo>
                  <a:cubicBezTo>
                    <a:pt x="84" y="143"/>
                    <a:pt x="84" y="140"/>
                    <a:pt x="85" y="137"/>
                  </a:cubicBezTo>
                  <a:cubicBezTo>
                    <a:pt x="81" y="132"/>
                    <a:pt x="71" y="120"/>
                    <a:pt x="67" y="103"/>
                  </a:cubicBezTo>
                  <a:cubicBezTo>
                    <a:pt x="63" y="102"/>
                    <a:pt x="60" y="98"/>
                    <a:pt x="58" y="92"/>
                  </a:cubicBezTo>
                  <a:cubicBezTo>
                    <a:pt x="55" y="85"/>
                    <a:pt x="55" y="74"/>
                    <a:pt x="60" y="67"/>
                  </a:cubicBezTo>
                  <a:cubicBezTo>
                    <a:pt x="60" y="67"/>
                    <a:pt x="60" y="67"/>
                    <a:pt x="60" y="67"/>
                  </a:cubicBezTo>
                  <a:cubicBezTo>
                    <a:pt x="59" y="57"/>
                    <a:pt x="56" y="32"/>
                    <a:pt x="71" y="15"/>
                  </a:cubicBezTo>
                  <a:cubicBezTo>
                    <a:pt x="80" y="5"/>
                    <a:pt x="94" y="0"/>
                    <a:pt x="111" y="0"/>
                  </a:cubicBezTo>
                  <a:cubicBezTo>
                    <a:pt x="129" y="0"/>
                    <a:pt x="142" y="5"/>
                    <a:pt x="151" y="15"/>
                  </a:cubicBezTo>
                  <a:cubicBezTo>
                    <a:pt x="166" y="32"/>
                    <a:pt x="164" y="5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8" y="74"/>
                    <a:pt x="168" y="85"/>
                    <a:pt x="165" y="92"/>
                  </a:cubicBezTo>
                  <a:cubicBezTo>
                    <a:pt x="163" y="98"/>
                    <a:pt x="160" y="102"/>
                    <a:pt x="156" y="103"/>
                  </a:cubicBezTo>
                  <a:cubicBezTo>
                    <a:pt x="152" y="120"/>
                    <a:pt x="142" y="132"/>
                    <a:pt x="138" y="137"/>
                  </a:cubicBezTo>
                  <a:cubicBezTo>
                    <a:pt x="138" y="140"/>
                    <a:pt x="139" y="143"/>
                    <a:pt x="140" y="144"/>
                  </a:cubicBezTo>
                  <a:cubicBezTo>
                    <a:pt x="158" y="148"/>
                    <a:pt x="223" y="176"/>
                    <a:pt x="223" y="211"/>
                  </a:cubicBezTo>
                  <a:lnTo>
                    <a:pt x="223" y="216"/>
                  </a:lnTo>
                  <a:close/>
                  <a:moveTo>
                    <a:pt x="12" y="205"/>
                  </a:moveTo>
                  <a:cubicBezTo>
                    <a:pt x="211" y="205"/>
                    <a:pt x="211" y="205"/>
                    <a:pt x="211" y="205"/>
                  </a:cubicBezTo>
                  <a:cubicBezTo>
                    <a:pt x="208" y="195"/>
                    <a:pt x="197" y="185"/>
                    <a:pt x="181" y="175"/>
                  </a:cubicBezTo>
                  <a:cubicBezTo>
                    <a:pt x="164" y="164"/>
                    <a:pt x="144" y="157"/>
                    <a:pt x="137" y="155"/>
                  </a:cubicBezTo>
                  <a:cubicBezTo>
                    <a:pt x="128" y="154"/>
                    <a:pt x="127" y="140"/>
                    <a:pt x="127" y="134"/>
                  </a:cubicBezTo>
                  <a:cubicBezTo>
                    <a:pt x="127" y="132"/>
                    <a:pt x="127" y="132"/>
                    <a:pt x="127" y="132"/>
                  </a:cubicBezTo>
                  <a:cubicBezTo>
                    <a:pt x="128" y="130"/>
                    <a:pt x="128" y="130"/>
                    <a:pt x="128" y="130"/>
                  </a:cubicBezTo>
                  <a:cubicBezTo>
                    <a:pt x="128" y="130"/>
                    <a:pt x="142" y="116"/>
                    <a:pt x="145" y="98"/>
                  </a:cubicBezTo>
                  <a:cubicBezTo>
                    <a:pt x="146" y="93"/>
                    <a:pt x="146" y="93"/>
                    <a:pt x="146" y="93"/>
                  </a:cubicBezTo>
                  <a:cubicBezTo>
                    <a:pt x="151" y="93"/>
                    <a:pt x="151" y="93"/>
                    <a:pt x="151" y="93"/>
                  </a:cubicBezTo>
                  <a:cubicBezTo>
                    <a:pt x="152" y="93"/>
                    <a:pt x="154" y="91"/>
                    <a:pt x="155" y="86"/>
                  </a:cubicBezTo>
                  <a:cubicBezTo>
                    <a:pt x="156" y="81"/>
                    <a:pt x="155" y="76"/>
                    <a:pt x="153" y="74"/>
                  </a:cubicBezTo>
                  <a:cubicBezTo>
                    <a:pt x="151" y="72"/>
                    <a:pt x="151" y="72"/>
                    <a:pt x="151" y="72"/>
                  </a:cubicBezTo>
                  <a:cubicBezTo>
                    <a:pt x="151" y="69"/>
                    <a:pt x="151" y="69"/>
                    <a:pt x="151" y="69"/>
                  </a:cubicBezTo>
                  <a:cubicBezTo>
                    <a:pt x="151" y="68"/>
                    <a:pt x="151" y="67"/>
                    <a:pt x="151" y="66"/>
                  </a:cubicBezTo>
                  <a:cubicBezTo>
                    <a:pt x="152" y="57"/>
                    <a:pt x="154" y="36"/>
                    <a:pt x="143" y="23"/>
                  </a:cubicBezTo>
                  <a:cubicBezTo>
                    <a:pt x="136" y="15"/>
                    <a:pt x="126" y="12"/>
                    <a:pt x="111" y="12"/>
                  </a:cubicBezTo>
                  <a:cubicBezTo>
                    <a:pt x="97" y="12"/>
                    <a:pt x="87" y="15"/>
                    <a:pt x="80" y="23"/>
                  </a:cubicBezTo>
                  <a:cubicBezTo>
                    <a:pt x="68" y="36"/>
                    <a:pt x="71" y="57"/>
                    <a:pt x="72" y="66"/>
                  </a:cubicBezTo>
                  <a:cubicBezTo>
                    <a:pt x="72" y="67"/>
                    <a:pt x="72" y="68"/>
                    <a:pt x="72" y="69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67" y="76"/>
                    <a:pt x="67" y="81"/>
                    <a:pt x="68" y="86"/>
                  </a:cubicBezTo>
                  <a:cubicBezTo>
                    <a:pt x="69" y="91"/>
                    <a:pt x="71" y="93"/>
                    <a:pt x="72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98"/>
                    <a:pt x="77" y="98"/>
                    <a:pt x="77" y="98"/>
                  </a:cubicBezTo>
                  <a:cubicBezTo>
                    <a:pt x="80" y="116"/>
                    <a:pt x="94" y="130"/>
                    <a:pt x="95" y="130"/>
                  </a:cubicBezTo>
                  <a:cubicBezTo>
                    <a:pt x="96" y="132"/>
                    <a:pt x="96" y="132"/>
                    <a:pt x="96" y="132"/>
                  </a:cubicBezTo>
                  <a:cubicBezTo>
                    <a:pt x="96" y="134"/>
                    <a:pt x="96" y="134"/>
                    <a:pt x="96" y="134"/>
                  </a:cubicBezTo>
                  <a:cubicBezTo>
                    <a:pt x="96" y="140"/>
                    <a:pt x="95" y="154"/>
                    <a:pt x="86" y="155"/>
                  </a:cubicBezTo>
                  <a:cubicBezTo>
                    <a:pt x="79" y="157"/>
                    <a:pt x="59" y="164"/>
                    <a:pt x="42" y="175"/>
                  </a:cubicBezTo>
                  <a:cubicBezTo>
                    <a:pt x="25" y="185"/>
                    <a:pt x="15" y="195"/>
                    <a:pt x="12" y="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4" name="Freeform 478"/>
            <p:cNvSpPr/>
            <p:nvPr/>
          </p:nvSpPr>
          <p:spPr bwMode="auto">
            <a:xfrm>
              <a:off x="6216650" y="2936875"/>
              <a:ext cx="236537" cy="381000"/>
            </a:xfrm>
            <a:custGeom>
              <a:avLst/>
              <a:gdLst>
                <a:gd name="T0" fmla="*/ 43 w 113"/>
                <a:gd name="T1" fmla="*/ 120 h 181"/>
                <a:gd name="T2" fmla="*/ 42 w 113"/>
                <a:gd name="T3" fmla="*/ 114 h 181"/>
                <a:gd name="T4" fmla="*/ 57 w 113"/>
                <a:gd name="T5" fmla="*/ 86 h 181"/>
                <a:gd name="T6" fmla="*/ 64 w 113"/>
                <a:gd name="T7" fmla="*/ 77 h 181"/>
                <a:gd name="T8" fmla="*/ 62 w 113"/>
                <a:gd name="T9" fmla="*/ 56 h 181"/>
                <a:gd name="T10" fmla="*/ 62 w 113"/>
                <a:gd name="T11" fmla="*/ 56 h 181"/>
                <a:gd name="T12" fmla="*/ 53 w 113"/>
                <a:gd name="T13" fmla="*/ 13 h 181"/>
                <a:gd name="T14" fmla="*/ 19 w 113"/>
                <a:gd name="T15" fmla="*/ 0 h 181"/>
                <a:gd name="T16" fmla="*/ 0 w 113"/>
                <a:gd name="T17" fmla="*/ 4 h 181"/>
                <a:gd name="T18" fmla="*/ 5 w 113"/>
                <a:gd name="T19" fmla="*/ 12 h 181"/>
                <a:gd name="T20" fmla="*/ 19 w 113"/>
                <a:gd name="T21" fmla="*/ 10 h 181"/>
                <a:gd name="T22" fmla="*/ 46 w 113"/>
                <a:gd name="T23" fmla="*/ 19 h 181"/>
                <a:gd name="T24" fmla="*/ 53 w 113"/>
                <a:gd name="T25" fmla="*/ 55 h 181"/>
                <a:gd name="T26" fmla="*/ 52 w 113"/>
                <a:gd name="T27" fmla="*/ 58 h 181"/>
                <a:gd name="T28" fmla="*/ 52 w 113"/>
                <a:gd name="T29" fmla="*/ 60 h 181"/>
                <a:gd name="T30" fmla="*/ 54 w 113"/>
                <a:gd name="T31" fmla="*/ 62 h 181"/>
                <a:gd name="T32" fmla="*/ 56 w 113"/>
                <a:gd name="T33" fmla="*/ 72 h 181"/>
                <a:gd name="T34" fmla="*/ 52 w 113"/>
                <a:gd name="T35" fmla="*/ 78 h 181"/>
                <a:gd name="T36" fmla="*/ 48 w 113"/>
                <a:gd name="T37" fmla="*/ 78 h 181"/>
                <a:gd name="T38" fmla="*/ 48 w 113"/>
                <a:gd name="T39" fmla="*/ 82 h 181"/>
                <a:gd name="T40" fmla="*/ 33 w 113"/>
                <a:gd name="T41" fmla="*/ 109 h 181"/>
                <a:gd name="T42" fmla="*/ 32 w 113"/>
                <a:gd name="T43" fmla="*/ 110 h 181"/>
                <a:gd name="T44" fmla="*/ 32 w 113"/>
                <a:gd name="T45" fmla="*/ 112 h 181"/>
                <a:gd name="T46" fmla="*/ 41 w 113"/>
                <a:gd name="T47" fmla="*/ 130 h 181"/>
                <a:gd name="T48" fmla="*/ 77 w 113"/>
                <a:gd name="T49" fmla="*/ 146 h 181"/>
                <a:gd name="T50" fmla="*/ 102 w 113"/>
                <a:gd name="T51" fmla="*/ 171 h 181"/>
                <a:gd name="T52" fmla="*/ 58 w 113"/>
                <a:gd name="T53" fmla="*/ 171 h 181"/>
                <a:gd name="T54" fmla="*/ 65 w 113"/>
                <a:gd name="T55" fmla="*/ 181 h 181"/>
                <a:gd name="T56" fmla="*/ 113 w 113"/>
                <a:gd name="T57" fmla="*/ 181 h 181"/>
                <a:gd name="T58" fmla="*/ 113 w 113"/>
                <a:gd name="T59" fmla="*/ 176 h 181"/>
                <a:gd name="T60" fmla="*/ 43 w 113"/>
                <a:gd name="T61" fmla="*/ 12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3" h="181">
                  <a:moveTo>
                    <a:pt x="43" y="120"/>
                  </a:moveTo>
                  <a:cubicBezTo>
                    <a:pt x="42" y="119"/>
                    <a:pt x="42" y="117"/>
                    <a:pt x="42" y="114"/>
                  </a:cubicBezTo>
                  <a:cubicBezTo>
                    <a:pt x="45" y="110"/>
                    <a:pt x="53" y="100"/>
                    <a:pt x="57" y="86"/>
                  </a:cubicBezTo>
                  <a:cubicBezTo>
                    <a:pt x="60" y="85"/>
                    <a:pt x="62" y="82"/>
                    <a:pt x="64" y="77"/>
                  </a:cubicBezTo>
                  <a:cubicBezTo>
                    <a:pt x="66" y="71"/>
                    <a:pt x="67" y="62"/>
                    <a:pt x="62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3" y="48"/>
                    <a:pt x="65" y="27"/>
                    <a:pt x="53" y="13"/>
                  </a:cubicBezTo>
                  <a:cubicBezTo>
                    <a:pt x="45" y="5"/>
                    <a:pt x="34" y="0"/>
                    <a:pt x="19" y="0"/>
                  </a:cubicBezTo>
                  <a:cubicBezTo>
                    <a:pt x="12" y="0"/>
                    <a:pt x="5" y="2"/>
                    <a:pt x="0" y="4"/>
                  </a:cubicBezTo>
                  <a:cubicBezTo>
                    <a:pt x="2" y="6"/>
                    <a:pt x="3" y="9"/>
                    <a:pt x="5" y="12"/>
                  </a:cubicBezTo>
                  <a:cubicBezTo>
                    <a:pt x="9" y="11"/>
                    <a:pt x="14" y="10"/>
                    <a:pt x="19" y="10"/>
                  </a:cubicBezTo>
                  <a:cubicBezTo>
                    <a:pt x="31" y="10"/>
                    <a:pt x="40" y="13"/>
                    <a:pt x="46" y="19"/>
                  </a:cubicBezTo>
                  <a:cubicBezTo>
                    <a:pt x="55" y="30"/>
                    <a:pt x="53" y="48"/>
                    <a:pt x="53" y="55"/>
                  </a:cubicBezTo>
                  <a:cubicBezTo>
                    <a:pt x="52" y="56"/>
                    <a:pt x="52" y="57"/>
                    <a:pt x="52" y="58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4" y="62"/>
                    <a:pt x="54" y="62"/>
                    <a:pt x="54" y="62"/>
                  </a:cubicBezTo>
                  <a:cubicBezTo>
                    <a:pt x="56" y="63"/>
                    <a:pt x="57" y="68"/>
                    <a:pt x="56" y="72"/>
                  </a:cubicBezTo>
                  <a:cubicBezTo>
                    <a:pt x="55" y="76"/>
                    <a:pt x="53" y="78"/>
                    <a:pt x="52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8" y="82"/>
                    <a:pt x="48" y="82"/>
                    <a:pt x="48" y="82"/>
                  </a:cubicBezTo>
                  <a:cubicBezTo>
                    <a:pt x="45" y="97"/>
                    <a:pt x="34" y="109"/>
                    <a:pt x="33" y="109"/>
                  </a:cubicBezTo>
                  <a:cubicBezTo>
                    <a:pt x="32" y="110"/>
                    <a:pt x="32" y="110"/>
                    <a:pt x="32" y="110"/>
                  </a:cubicBezTo>
                  <a:cubicBezTo>
                    <a:pt x="32" y="112"/>
                    <a:pt x="32" y="112"/>
                    <a:pt x="32" y="112"/>
                  </a:cubicBezTo>
                  <a:cubicBezTo>
                    <a:pt x="32" y="117"/>
                    <a:pt x="33" y="129"/>
                    <a:pt x="41" y="130"/>
                  </a:cubicBezTo>
                  <a:cubicBezTo>
                    <a:pt x="47" y="131"/>
                    <a:pt x="63" y="137"/>
                    <a:pt x="77" y="146"/>
                  </a:cubicBezTo>
                  <a:cubicBezTo>
                    <a:pt x="91" y="154"/>
                    <a:pt x="100" y="163"/>
                    <a:pt x="102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60" y="174"/>
                    <a:pt x="63" y="177"/>
                    <a:pt x="65" y="181"/>
                  </a:cubicBezTo>
                  <a:cubicBezTo>
                    <a:pt x="113" y="181"/>
                    <a:pt x="113" y="181"/>
                    <a:pt x="113" y="181"/>
                  </a:cubicBezTo>
                  <a:cubicBezTo>
                    <a:pt x="113" y="176"/>
                    <a:pt x="113" y="176"/>
                    <a:pt x="113" y="176"/>
                  </a:cubicBezTo>
                  <a:cubicBezTo>
                    <a:pt x="113" y="147"/>
                    <a:pt x="58" y="123"/>
                    <a:pt x="43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25" name="Freeform 479"/>
            <p:cNvSpPr/>
            <p:nvPr/>
          </p:nvSpPr>
          <p:spPr bwMode="auto">
            <a:xfrm>
              <a:off x="5757863" y="2936875"/>
              <a:ext cx="244475" cy="381000"/>
            </a:xfrm>
            <a:custGeom>
              <a:avLst/>
              <a:gdLst>
                <a:gd name="T0" fmla="*/ 59 w 116"/>
                <a:gd name="T1" fmla="*/ 171 h 181"/>
                <a:gd name="T2" fmla="*/ 11 w 116"/>
                <a:gd name="T3" fmla="*/ 171 h 181"/>
                <a:gd name="T4" fmla="*/ 35 w 116"/>
                <a:gd name="T5" fmla="*/ 146 h 181"/>
                <a:gd name="T6" fmla="*/ 72 w 116"/>
                <a:gd name="T7" fmla="*/ 130 h 181"/>
                <a:gd name="T8" fmla="*/ 81 w 116"/>
                <a:gd name="T9" fmla="*/ 112 h 181"/>
                <a:gd name="T10" fmla="*/ 81 w 116"/>
                <a:gd name="T11" fmla="*/ 110 h 181"/>
                <a:gd name="T12" fmla="*/ 79 w 116"/>
                <a:gd name="T13" fmla="*/ 109 h 181"/>
                <a:gd name="T14" fmla="*/ 65 w 116"/>
                <a:gd name="T15" fmla="*/ 82 h 181"/>
                <a:gd name="T16" fmla="*/ 64 w 116"/>
                <a:gd name="T17" fmla="*/ 78 h 181"/>
                <a:gd name="T18" fmla="*/ 60 w 116"/>
                <a:gd name="T19" fmla="*/ 78 h 181"/>
                <a:gd name="T20" fmla="*/ 57 w 116"/>
                <a:gd name="T21" fmla="*/ 72 h 181"/>
                <a:gd name="T22" fmla="*/ 59 w 116"/>
                <a:gd name="T23" fmla="*/ 62 h 181"/>
                <a:gd name="T24" fmla="*/ 61 w 116"/>
                <a:gd name="T25" fmla="*/ 60 h 181"/>
                <a:gd name="T26" fmla="*/ 60 w 116"/>
                <a:gd name="T27" fmla="*/ 58 h 181"/>
                <a:gd name="T28" fmla="*/ 60 w 116"/>
                <a:gd name="T29" fmla="*/ 55 h 181"/>
                <a:gd name="T30" fmla="*/ 67 w 116"/>
                <a:gd name="T31" fmla="*/ 19 h 181"/>
                <a:gd name="T32" fmla="*/ 93 w 116"/>
                <a:gd name="T33" fmla="*/ 10 h 181"/>
                <a:gd name="T34" fmla="*/ 112 w 116"/>
                <a:gd name="T35" fmla="*/ 13 h 181"/>
                <a:gd name="T36" fmla="*/ 116 w 116"/>
                <a:gd name="T37" fmla="*/ 5 h 181"/>
                <a:gd name="T38" fmla="*/ 93 w 116"/>
                <a:gd name="T39" fmla="*/ 0 h 181"/>
                <a:gd name="T40" fmla="*/ 60 w 116"/>
                <a:gd name="T41" fmla="*/ 13 h 181"/>
                <a:gd name="T42" fmla="*/ 51 w 116"/>
                <a:gd name="T43" fmla="*/ 56 h 181"/>
                <a:gd name="T44" fmla="*/ 51 w 116"/>
                <a:gd name="T45" fmla="*/ 56 h 181"/>
                <a:gd name="T46" fmla="*/ 49 w 116"/>
                <a:gd name="T47" fmla="*/ 77 h 181"/>
                <a:gd name="T48" fmla="*/ 56 w 116"/>
                <a:gd name="T49" fmla="*/ 86 h 181"/>
                <a:gd name="T50" fmla="*/ 71 w 116"/>
                <a:gd name="T51" fmla="*/ 114 h 181"/>
                <a:gd name="T52" fmla="*/ 70 w 116"/>
                <a:gd name="T53" fmla="*/ 120 h 181"/>
                <a:gd name="T54" fmla="*/ 0 w 116"/>
                <a:gd name="T55" fmla="*/ 176 h 181"/>
                <a:gd name="T56" fmla="*/ 0 w 116"/>
                <a:gd name="T57" fmla="*/ 181 h 181"/>
                <a:gd name="T58" fmla="*/ 52 w 116"/>
                <a:gd name="T59" fmla="*/ 181 h 181"/>
                <a:gd name="T60" fmla="*/ 59 w 116"/>
                <a:gd name="T61" fmla="*/ 17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6" h="181">
                  <a:moveTo>
                    <a:pt x="59" y="171"/>
                  </a:moveTo>
                  <a:cubicBezTo>
                    <a:pt x="11" y="171"/>
                    <a:pt x="11" y="171"/>
                    <a:pt x="11" y="171"/>
                  </a:cubicBezTo>
                  <a:cubicBezTo>
                    <a:pt x="13" y="163"/>
                    <a:pt x="22" y="154"/>
                    <a:pt x="35" y="146"/>
                  </a:cubicBezTo>
                  <a:cubicBezTo>
                    <a:pt x="50" y="137"/>
                    <a:pt x="66" y="131"/>
                    <a:pt x="72" y="130"/>
                  </a:cubicBezTo>
                  <a:cubicBezTo>
                    <a:pt x="80" y="129"/>
                    <a:pt x="81" y="117"/>
                    <a:pt x="81" y="112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79" y="109"/>
                    <a:pt x="68" y="97"/>
                    <a:pt x="65" y="82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0" y="78"/>
                    <a:pt x="60" y="78"/>
                    <a:pt x="60" y="78"/>
                  </a:cubicBezTo>
                  <a:cubicBezTo>
                    <a:pt x="60" y="78"/>
                    <a:pt x="58" y="76"/>
                    <a:pt x="57" y="72"/>
                  </a:cubicBezTo>
                  <a:cubicBezTo>
                    <a:pt x="56" y="68"/>
                    <a:pt x="57" y="63"/>
                    <a:pt x="59" y="62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0" y="58"/>
                    <a:pt x="60" y="58"/>
                    <a:pt x="60" y="58"/>
                  </a:cubicBezTo>
                  <a:cubicBezTo>
                    <a:pt x="60" y="57"/>
                    <a:pt x="60" y="56"/>
                    <a:pt x="60" y="55"/>
                  </a:cubicBezTo>
                  <a:cubicBezTo>
                    <a:pt x="59" y="48"/>
                    <a:pt x="58" y="30"/>
                    <a:pt x="67" y="19"/>
                  </a:cubicBezTo>
                  <a:cubicBezTo>
                    <a:pt x="73" y="13"/>
                    <a:pt x="82" y="10"/>
                    <a:pt x="93" y="10"/>
                  </a:cubicBezTo>
                  <a:cubicBezTo>
                    <a:pt x="101" y="10"/>
                    <a:pt x="107" y="11"/>
                    <a:pt x="112" y="13"/>
                  </a:cubicBezTo>
                  <a:cubicBezTo>
                    <a:pt x="113" y="11"/>
                    <a:pt x="114" y="8"/>
                    <a:pt x="116" y="5"/>
                  </a:cubicBezTo>
                  <a:cubicBezTo>
                    <a:pt x="110" y="2"/>
                    <a:pt x="102" y="0"/>
                    <a:pt x="93" y="0"/>
                  </a:cubicBezTo>
                  <a:cubicBezTo>
                    <a:pt x="79" y="0"/>
                    <a:pt x="67" y="5"/>
                    <a:pt x="60" y="13"/>
                  </a:cubicBezTo>
                  <a:cubicBezTo>
                    <a:pt x="48" y="27"/>
                    <a:pt x="50" y="48"/>
                    <a:pt x="51" y="56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46" y="62"/>
                    <a:pt x="46" y="71"/>
                    <a:pt x="49" y="77"/>
                  </a:cubicBezTo>
                  <a:cubicBezTo>
                    <a:pt x="50" y="82"/>
                    <a:pt x="53" y="85"/>
                    <a:pt x="56" y="86"/>
                  </a:cubicBezTo>
                  <a:cubicBezTo>
                    <a:pt x="59" y="100"/>
                    <a:pt x="68" y="110"/>
                    <a:pt x="71" y="114"/>
                  </a:cubicBezTo>
                  <a:cubicBezTo>
                    <a:pt x="71" y="117"/>
                    <a:pt x="70" y="119"/>
                    <a:pt x="70" y="120"/>
                  </a:cubicBezTo>
                  <a:cubicBezTo>
                    <a:pt x="55" y="123"/>
                    <a:pt x="0" y="147"/>
                    <a:pt x="0" y="176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52" y="181"/>
                    <a:pt x="52" y="181"/>
                    <a:pt x="52" y="181"/>
                  </a:cubicBezTo>
                  <a:cubicBezTo>
                    <a:pt x="54" y="177"/>
                    <a:pt x="56" y="174"/>
                    <a:pt x="59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882786" y="1909650"/>
            <a:ext cx="1642299" cy="30777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Key Partners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Content Placeholder 19"/>
          <p:cNvSpPr txBox="1"/>
          <p:nvPr/>
        </p:nvSpPr>
        <p:spPr>
          <a:xfrm>
            <a:off x="1830167" y="3339811"/>
            <a:ext cx="1747537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77704" y="1909722"/>
            <a:ext cx="1642299" cy="43088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Key</a:t>
            </a:r>
            <a:endParaRPr kumimoji="0" lang="id-ID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Activities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Content Placeholder 19"/>
          <p:cNvSpPr txBox="1"/>
          <p:nvPr/>
        </p:nvSpPr>
        <p:spPr>
          <a:xfrm>
            <a:off x="3563569" y="2401902"/>
            <a:ext cx="1673052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59572" y="3368597"/>
            <a:ext cx="1669029" cy="27699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Key Resources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Content Placeholder 19"/>
          <p:cNvSpPr txBox="1"/>
          <p:nvPr/>
        </p:nvSpPr>
        <p:spPr>
          <a:xfrm>
            <a:off x="3572166" y="3775237"/>
            <a:ext cx="1673052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</a:t>
            </a:r>
            <a:endParaRPr kumimoji="0" lang="id-ID" sz="11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2406604" y="2959049"/>
            <a:ext cx="529991" cy="234312"/>
            <a:chOff x="2865438" y="5287963"/>
            <a:chExt cx="754062" cy="333375"/>
          </a:xfrm>
          <a:solidFill>
            <a:schemeClr val="bg1"/>
          </a:solidFill>
        </p:grpSpPr>
        <p:sp>
          <p:nvSpPr>
            <p:cNvPr id="33" name="Freeform 31"/>
            <p:cNvSpPr/>
            <p:nvPr/>
          </p:nvSpPr>
          <p:spPr bwMode="auto">
            <a:xfrm>
              <a:off x="3173413" y="5508626"/>
              <a:ext cx="92075" cy="93663"/>
            </a:xfrm>
            <a:custGeom>
              <a:avLst/>
              <a:gdLst>
                <a:gd name="T0" fmla="*/ 23 w 24"/>
                <a:gd name="T1" fmla="*/ 7 h 24"/>
                <a:gd name="T2" fmla="*/ 24 w 24"/>
                <a:gd name="T3" fmla="*/ 3 h 24"/>
                <a:gd name="T4" fmla="*/ 22 w 24"/>
                <a:gd name="T5" fmla="*/ 1 h 24"/>
                <a:gd name="T6" fmla="*/ 20 w 24"/>
                <a:gd name="T7" fmla="*/ 0 h 24"/>
                <a:gd name="T8" fmla="*/ 16 w 24"/>
                <a:gd name="T9" fmla="*/ 2 h 24"/>
                <a:gd name="T10" fmla="*/ 0 w 24"/>
                <a:gd name="T11" fmla="*/ 22 h 24"/>
                <a:gd name="T12" fmla="*/ 8 w 24"/>
                <a:gd name="T13" fmla="*/ 24 h 24"/>
                <a:gd name="T14" fmla="*/ 8 w 24"/>
                <a:gd name="T15" fmla="*/ 24 h 24"/>
                <a:gd name="T16" fmla="*/ 21 w 24"/>
                <a:gd name="T17" fmla="*/ 9 h 24"/>
                <a:gd name="T18" fmla="*/ 23 w 24"/>
                <a:gd name="T19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23" y="7"/>
                  </a:moveTo>
                  <a:cubicBezTo>
                    <a:pt x="23" y="6"/>
                    <a:pt x="24" y="5"/>
                    <a:pt x="24" y="3"/>
                  </a:cubicBezTo>
                  <a:cubicBezTo>
                    <a:pt x="23" y="2"/>
                    <a:pt x="23" y="2"/>
                    <a:pt x="22" y="1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18" y="0"/>
                    <a:pt x="17" y="1"/>
                    <a:pt x="16" y="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23"/>
                    <a:pt x="5" y="23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8"/>
                    <a:pt x="22" y="7"/>
                    <a:pt x="2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4" name="Freeform 32"/>
            <p:cNvSpPr/>
            <p:nvPr/>
          </p:nvSpPr>
          <p:spPr bwMode="auto">
            <a:xfrm>
              <a:off x="3127375" y="5505451"/>
              <a:ext cx="80962" cy="80963"/>
            </a:xfrm>
            <a:custGeom>
              <a:avLst/>
              <a:gdLst>
                <a:gd name="T0" fmla="*/ 21 w 21"/>
                <a:gd name="T1" fmla="*/ 4 h 21"/>
                <a:gd name="T2" fmla="*/ 19 w 21"/>
                <a:gd name="T3" fmla="*/ 1 h 21"/>
                <a:gd name="T4" fmla="*/ 17 w 21"/>
                <a:gd name="T5" fmla="*/ 0 h 21"/>
                <a:gd name="T6" fmla="*/ 13 w 21"/>
                <a:gd name="T7" fmla="*/ 2 h 21"/>
                <a:gd name="T8" fmla="*/ 0 w 21"/>
                <a:gd name="T9" fmla="*/ 18 h 21"/>
                <a:gd name="T10" fmla="*/ 8 w 21"/>
                <a:gd name="T11" fmla="*/ 21 h 21"/>
                <a:gd name="T12" fmla="*/ 20 w 21"/>
                <a:gd name="T13" fmla="*/ 7 h 21"/>
                <a:gd name="T14" fmla="*/ 21 w 21"/>
                <a:gd name="T15" fmla="*/ 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21">
                  <a:moveTo>
                    <a:pt x="21" y="4"/>
                  </a:moveTo>
                  <a:cubicBezTo>
                    <a:pt x="21" y="2"/>
                    <a:pt x="20" y="1"/>
                    <a:pt x="19" y="1"/>
                  </a:cubicBezTo>
                  <a:cubicBezTo>
                    <a:pt x="19" y="0"/>
                    <a:pt x="18" y="0"/>
                    <a:pt x="17" y="0"/>
                  </a:cubicBezTo>
                  <a:cubicBezTo>
                    <a:pt x="16" y="0"/>
                    <a:pt x="14" y="1"/>
                    <a:pt x="13" y="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9"/>
                    <a:pt x="5" y="20"/>
                    <a:pt x="8" y="21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1" y="5"/>
                    <a:pt x="2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5" name="Freeform 33"/>
            <p:cNvSpPr/>
            <p:nvPr/>
          </p:nvSpPr>
          <p:spPr bwMode="auto">
            <a:xfrm>
              <a:off x="3219450" y="5548313"/>
              <a:ext cx="73025" cy="69850"/>
            </a:xfrm>
            <a:custGeom>
              <a:avLst/>
              <a:gdLst>
                <a:gd name="T0" fmla="*/ 14 w 19"/>
                <a:gd name="T1" fmla="*/ 0 h 18"/>
                <a:gd name="T2" fmla="*/ 13 w 19"/>
                <a:gd name="T3" fmla="*/ 0 h 18"/>
                <a:gd name="T4" fmla="*/ 0 w 19"/>
                <a:gd name="T5" fmla="*/ 16 h 18"/>
                <a:gd name="T6" fmla="*/ 9 w 19"/>
                <a:gd name="T7" fmla="*/ 18 h 18"/>
                <a:gd name="T8" fmla="*/ 17 w 19"/>
                <a:gd name="T9" fmla="*/ 8 h 18"/>
                <a:gd name="T10" fmla="*/ 17 w 19"/>
                <a:gd name="T11" fmla="*/ 7 h 18"/>
                <a:gd name="T12" fmla="*/ 18 w 19"/>
                <a:gd name="T13" fmla="*/ 6 h 18"/>
                <a:gd name="T14" fmla="*/ 17 w 19"/>
                <a:gd name="T15" fmla="*/ 1 h 18"/>
                <a:gd name="T16" fmla="*/ 14 w 1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18">
                  <a:moveTo>
                    <a:pt x="14" y="0"/>
                  </a:moveTo>
                  <a:cubicBezTo>
                    <a:pt x="14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" y="16"/>
                    <a:pt x="6" y="17"/>
                    <a:pt x="9" y="1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5"/>
                    <a:pt x="19" y="2"/>
                    <a:pt x="17" y="1"/>
                  </a:cubicBezTo>
                  <a:cubicBezTo>
                    <a:pt x="16" y="0"/>
                    <a:pt x="15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6" name="Freeform 34"/>
            <p:cNvSpPr/>
            <p:nvPr/>
          </p:nvSpPr>
          <p:spPr bwMode="auto">
            <a:xfrm>
              <a:off x="3094038" y="5529263"/>
              <a:ext cx="41275" cy="38100"/>
            </a:xfrm>
            <a:custGeom>
              <a:avLst/>
              <a:gdLst>
                <a:gd name="T0" fmla="*/ 9 w 11"/>
                <a:gd name="T1" fmla="*/ 1 h 10"/>
                <a:gd name="T2" fmla="*/ 6 w 11"/>
                <a:gd name="T3" fmla="*/ 0 h 10"/>
                <a:gd name="T4" fmla="*/ 6 w 11"/>
                <a:gd name="T5" fmla="*/ 0 h 10"/>
                <a:gd name="T6" fmla="*/ 0 w 11"/>
                <a:gd name="T7" fmla="*/ 7 h 10"/>
                <a:gd name="T8" fmla="*/ 5 w 11"/>
                <a:gd name="T9" fmla="*/ 10 h 10"/>
                <a:gd name="T10" fmla="*/ 10 w 11"/>
                <a:gd name="T11" fmla="*/ 4 h 10"/>
                <a:gd name="T12" fmla="*/ 9 w 11"/>
                <a:gd name="T13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9" y="1"/>
                  </a:moveTo>
                  <a:cubicBezTo>
                    <a:pt x="8" y="0"/>
                    <a:pt x="7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" y="8"/>
                    <a:pt x="3" y="9"/>
                    <a:pt x="5" y="1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1" y="4"/>
                    <a:pt x="10" y="2"/>
                    <a:pt x="9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35"/>
            <p:cNvSpPr/>
            <p:nvPr/>
          </p:nvSpPr>
          <p:spPr bwMode="auto">
            <a:xfrm>
              <a:off x="3268663" y="5602288"/>
              <a:ext cx="15875" cy="19050"/>
            </a:xfrm>
            <a:custGeom>
              <a:avLst/>
              <a:gdLst>
                <a:gd name="T0" fmla="*/ 0 w 4"/>
                <a:gd name="T1" fmla="*/ 5 h 5"/>
                <a:gd name="T2" fmla="*/ 0 w 4"/>
                <a:gd name="T3" fmla="*/ 5 h 5"/>
                <a:gd name="T4" fmla="*/ 4 w 4"/>
                <a:gd name="T5" fmla="*/ 4 h 5"/>
                <a:gd name="T6" fmla="*/ 4 w 4"/>
                <a:gd name="T7" fmla="*/ 0 h 5"/>
                <a:gd name="T8" fmla="*/ 0 w 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4"/>
                    <a:pt x="4" y="4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3170238" y="5294313"/>
              <a:ext cx="449262" cy="254000"/>
            </a:xfrm>
            <a:custGeom>
              <a:avLst/>
              <a:gdLst>
                <a:gd name="T0" fmla="*/ 117 w 118"/>
                <a:gd name="T1" fmla="*/ 9 h 65"/>
                <a:gd name="T2" fmla="*/ 101 w 118"/>
                <a:gd name="T3" fmla="*/ 0 h 65"/>
                <a:gd name="T4" fmla="*/ 85 w 118"/>
                <a:gd name="T5" fmla="*/ 10 h 65"/>
                <a:gd name="T6" fmla="*/ 85 w 118"/>
                <a:gd name="T7" fmla="*/ 13 h 65"/>
                <a:gd name="T8" fmla="*/ 63 w 118"/>
                <a:gd name="T9" fmla="*/ 21 h 65"/>
                <a:gd name="T10" fmla="*/ 62 w 118"/>
                <a:gd name="T11" fmla="*/ 20 h 65"/>
                <a:gd name="T12" fmla="*/ 36 w 118"/>
                <a:gd name="T13" fmla="*/ 7 h 65"/>
                <a:gd name="T14" fmla="*/ 36 w 118"/>
                <a:gd name="T15" fmla="*/ 7 h 65"/>
                <a:gd name="T16" fmla="*/ 30 w 118"/>
                <a:gd name="T17" fmla="*/ 5 h 65"/>
                <a:gd name="T18" fmla="*/ 25 w 118"/>
                <a:gd name="T19" fmla="*/ 7 h 65"/>
                <a:gd name="T20" fmla="*/ 25 w 118"/>
                <a:gd name="T21" fmla="*/ 7 h 65"/>
                <a:gd name="T22" fmla="*/ 7 w 118"/>
                <a:gd name="T23" fmla="*/ 17 h 65"/>
                <a:gd name="T24" fmla="*/ 3 w 118"/>
                <a:gd name="T25" fmla="*/ 29 h 65"/>
                <a:gd name="T26" fmla="*/ 2 w 118"/>
                <a:gd name="T27" fmla="*/ 39 h 65"/>
                <a:gd name="T28" fmla="*/ 3 w 118"/>
                <a:gd name="T29" fmla="*/ 40 h 65"/>
                <a:gd name="T30" fmla="*/ 8 w 118"/>
                <a:gd name="T31" fmla="*/ 38 h 65"/>
                <a:gd name="T32" fmla="*/ 21 w 118"/>
                <a:gd name="T33" fmla="*/ 20 h 65"/>
                <a:gd name="T34" fmla="*/ 22 w 118"/>
                <a:gd name="T35" fmla="*/ 18 h 65"/>
                <a:gd name="T36" fmla="*/ 24 w 118"/>
                <a:gd name="T37" fmla="*/ 19 h 65"/>
                <a:gd name="T38" fmla="*/ 28 w 118"/>
                <a:gd name="T39" fmla="*/ 21 h 65"/>
                <a:gd name="T40" fmla="*/ 34 w 118"/>
                <a:gd name="T41" fmla="*/ 24 h 65"/>
                <a:gd name="T42" fmla="*/ 34 w 118"/>
                <a:gd name="T43" fmla="*/ 24 h 65"/>
                <a:gd name="T44" fmla="*/ 46 w 118"/>
                <a:gd name="T45" fmla="*/ 34 h 65"/>
                <a:gd name="T46" fmla="*/ 58 w 118"/>
                <a:gd name="T47" fmla="*/ 46 h 65"/>
                <a:gd name="T48" fmla="*/ 58 w 118"/>
                <a:gd name="T49" fmla="*/ 46 h 65"/>
                <a:gd name="T50" fmla="*/ 58 w 118"/>
                <a:gd name="T51" fmla="*/ 46 h 65"/>
                <a:gd name="T52" fmla="*/ 59 w 118"/>
                <a:gd name="T53" fmla="*/ 65 h 65"/>
                <a:gd name="T54" fmla="*/ 86 w 118"/>
                <a:gd name="T55" fmla="*/ 52 h 65"/>
                <a:gd name="T56" fmla="*/ 102 w 118"/>
                <a:gd name="T57" fmla="*/ 58 h 65"/>
                <a:gd name="T58" fmla="*/ 118 w 118"/>
                <a:gd name="T59" fmla="*/ 49 h 65"/>
                <a:gd name="T60" fmla="*/ 117 w 118"/>
                <a:gd name="T61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8" h="65">
                  <a:moveTo>
                    <a:pt x="117" y="9"/>
                  </a:moveTo>
                  <a:cubicBezTo>
                    <a:pt x="117" y="4"/>
                    <a:pt x="110" y="0"/>
                    <a:pt x="101" y="0"/>
                  </a:cubicBezTo>
                  <a:cubicBezTo>
                    <a:pt x="92" y="0"/>
                    <a:pt x="85" y="5"/>
                    <a:pt x="85" y="10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63" y="21"/>
                    <a:pt x="63" y="21"/>
                    <a:pt x="63" y="21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0" y="18"/>
                    <a:pt x="45" y="11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4" y="6"/>
                    <a:pt x="32" y="5"/>
                    <a:pt x="30" y="5"/>
                  </a:cubicBezTo>
                  <a:cubicBezTo>
                    <a:pt x="27" y="5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7"/>
                    <a:pt x="1" y="39"/>
                    <a:pt x="2" y="39"/>
                  </a:cubicBezTo>
                  <a:cubicBezTo>
                    <a:pt x="2" y="39"/>
                    <a:pt x="2" y="40"/>
                    <a:pt x="3" y="40"/>
                  </a:cubicBezTo>
                  <a:cubicBezTo>
                    <a:pt x="5" y="40"/>
                    <a:pt x="7" y="39"/>
                    <a:pt x="8" y="38"/>
                  </a:cubicBezTo>
                  <a:cubicBezTo>
                    <a:pt x="16" y="33"/>
                    <a:pt x="21" y="20"/>
                    <a:pt x="21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5" y="20"/>
                    <a:pt x="26" y="20"/>
                    <a:pt x="28" y="21"/>
                  </a:cubicBezTo>
                  <a:cubicBezTo>
                    <a:pt x="30" y="22"/>
                    <a:pt x="33" y="23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8" y="28"/>
                    <a:pt x="42" y="31"/>
                    <a:pt x="46" y="34"/>
                  </a:cubicBezTo>
                  <a:cubicBezTo>
                    <a:pt x="51" y="38"/>
                    <a:pt x="56" y="41"/>
                    <a:pt x="58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9" y="54"/>
                    <a:pt x="59" y="61"/>
                    <a:pt x="59" y="65"/>
                  </a:cubicBezTo>
                  <a:cubicBezTo>
                    <a:pt x="86" y="52"/>
                    <a:pt x="86" y="52"/>
                    <a:pt x="86" y="52"/>
                  </a:cubicBezTo>
                  <a:cubicBezTo>
                    <a:pt x="88" y="56"/>
                    <a:pt x="94" y="58"/>
                    <a:pt x="102" y="58"/>
                  </a:cubicBezTo>
                  <a:cubicBezTo>
                    <a:pt x="111" y="58"/>
                    <a:pt x="118" y="54"/>
                    <a:pt x="118" y="49"/>
                  </a:cubicBezTo>
                  <a:lnTo>
                    <a:pt x="117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9" name="Freeform 37"/>
            <p:cNvSpPr/>
            <p:nvPr/>
          </p:nvSpPr>
          <p:spPr bwMode="auto">
            <a:xfrm>
              <a:off x="2865438" y="5287963"/>
              <a:ext cx="517525" cy="327025"/>
            </a:xfrm>
            <a:custGeom>
              <a:avLst/>
              <a:gdLst>
                <a:gd name="T0" fmla="*/ 123 w 136"/>
                <a:gd name="T1" fmla="*/ 38 h 84"/>
                <a:gd name="T2" fmla="*/ 112 w 136"/>
                <a:gd name="T3" fmla="*/ 29 h 84"/>
                <a:gd name="T4" fmla="*/ 107 w 136"/>
                <a:gd name="T5" fmla="*/ 26 h 84"/>
                <a:gd name="T6" fmla="*/ 104 w 136"/>
                <a:gd name="T7" fmla="*/ 25 h 84"/>
                <a:gd name="T8" fmla="*/ 90 w 136"/>
                <a:gd name="T9" fmla="*/ 43 h 84"/>
                <a:gd name="T10" fmla="*/ 90 w 136"/>
                <a:gd name="T11" fmla="*/ 43 h 84"/>
                <a:gd name="T12" fmla="*/ 83 w 136"/>
                <a:gd name="T13" fmla="*/ 45 h 84"/>
                <a:gd name="T14" fmla="*/ 79 w 136"/>
                <a:gd name="T15" fmla="*/ 43 h 84"/>
                <a:gd name="T16" fmla="*/ 80 w 136"/>
                <a:gd name="T17" fmla="*/ 30 h 84"/>
                <a:gd name="T18" fmla="*/ 84 w 136"/>
                <a:gd name="T19" fmla="*/ 17 h 84"/>
                <a:gd name="T20" fmla="*/ 95 w 136"/>
                <a:gd name="T21" fmla="*/ 10 h 84"/>
                <a:gd name="T22" fmla="*/ 87 w 136"/>
                <a:gd name="T23" fmla="*/ 8 h 84"/>
                <a:gd name="T24" fmla="*/ 57 w 136"/>
                <a:gd name="T25" fmla="*/ 19 h 84"/>
                <a:gd name="T26" fmla="*/ 57 w 136"/>
                <a:gd name="T27" fmla="*/ 20 h 84"/>
                <a:gd name="T28" fmla="*/ 32 w 136"/>
                <a:gd name="T29" fmla="*/ 9 h 84"/>
                <a:gd name="T30" fmla="*/ 16 w 136"/>
                <a:gd name="T31" fmla="*/ 0 h 84"/>
                <a:gd name="T32" fmla="*/ 0 w 136"/>
                <a:gd name="T33" fmla="*/ 10 h 84"/>
                <a:gd name="T34" fmla="*/ 0 w 136"/>
                <a:gd name="T35" fmla="*/ 49 h 84"/>
                <a:gd name="T36" fmla="*/ 17 w 136"/>
                <a:gd name="T37" fmla="*/ 58 h 84"/>
                <a:gd name="T38" fmla="*/ 33 w 136"/>
                <a:gd name="T39" fmla="*/ 51 h 84"/>
                <a:gd name="T40" fmla="*/ 57 w 136"/>
                <a:gd name="T41" fmla="*/ 62 h 84"/>
                <a:gd name="T42" fmla="*/ 57 w 136"/>
                <a:gd name="T43" fmla="*/ 63 h 84"/>
                <a:gd name="T44" fmla="*/ 58 w 136"/>
                <a:gd name="T45" fmla="*/ 66 h 84"/>
                <a:gd name="T46" fmla="*/ 63 w 136"/>
                <a:gd name="T47" fmla="*/ 60 h 84"/>
                <a:gd name="T48" fmla="*/ 66 w 136"/>
                <a:gd name="T49" fmla="*/ 58 h 84"/>
                <a:gd name="T50" fmla="*/ 71 w 136"/>
                <a:gd name="T51" fmla="*/ 60 h 84"/>
                <a:gd name="T52" fmla="*/ 73 w 136"/>
                <a:gd name="T53" fmla="*/ 62 h 84"/>
                <a:gd name="T54" fmla="*/ 79 w 136"/>
                <a:gd name="T55" fmla="*/ 55 h 84"/>
                <a:gd name="T56" fmla="*/ 86 w 136"/>
                <a:gd name="T57" fmla="*/ 52 h 84"/>
                <a:gd name="T58" fmla="*/ 91 w 136"/>
                <a:gd name="T59" fmla="*/ 54 h 84"/>
                <a:gd name="T60" fmla="*/ 93 w 136"/>
                <a:gd name="T61" fmla="*/ 57 h 84"/>
                <a:gd name="T62" fmla="*/ 94 w 136"/>
                <a:gd name="T63" fmla="*/ 57 h 84"/>
                <a:gd name="T64" fmla="*/ 101 w 136"/>
                <a:gd name="T65" fmla="*/ 53 h 84"/>
                <a:gd name="T66" fmla="*/ 106 w 136"/>
                <a:gd name="T67" fmla="*/ 55 h 84"/>
                <a:gd name="T68" fmla="*/ 108 w 136"/>
                <a:gd name="T69" fmla="*/ 60 h 84"/>
                <a:gd name="T70" fmla="*/ 108 w 136"/>
                <a:gd name="T71" fmla="*/ 63 h 84"/>
                <a:gd name="T72" fmla="*/ 113 w 136"/>
                <a:gd name="T73" fmla="*/ 65 h 84"/>
                <a:gd name="T74" fmla="*/ 114 w 136"/>
                <a:gd name="T75" fmla="*/ 76 h 84"/>
                <a:gd name="T76" fmla="*/ 113 w 136"/>
                <a:gd name="T77" fmla="*/ 78 h 84"/>
                <a:gd name="T78" fmla="*/ 113 w 136"/>
                <a:gd name="T79" fmla="*/ 84 h 84"/>
                <a:gd name="T80" fmla="*/ 114 w 136"/>
                <a:gd name="T81" fmla="*/ 84 h 84"/>
                <a:gd name="T82" fmla="*/ 119 w 136"/>
                <a:gd name="T83" fmla="*/ 80 h 84"/>
                <a:gd name="T84" fmla="*/ 119 w 136"/>
                <a:gd name="T85" fmla="*/ 64 h 84"/>
                <a:gd name="T86" fmla="*/ 118 w 136"/>
                <a:gd name="T87" fmla="*/ 62 h 84"/>
                <a:gd name="T88" fmla="*/ 106 w 136"/>
                <a:gd name="T89" fmla="*/ 50 h 84"/>
                <a:gd name="T90" fmla="*/ 108 w 136"/>
                <a:gd name="T91" fmla="*/ 48 h 84"/>
                <a:gd name="T92" fmla="*/ 121 w 136"/>
                <a:gd name="T93" fmla="*/ 61 h 84"/>
                <a:gd name="T94" fmla="*/ 122 w 136"/>
                <a:gd name="T95" fmla="*/ 63 h 84"/>
                <a:gd name="T96" fmla="*/ 122 w 136"/>
                <a:gd name="T97" fmla="*/ 79 h 84"/>
                <a:gd name="T98" fmla="*/ 123 w 136"/>
                <a:gd name="T99" fmla="*/ 79 h 84"/>
                <a:gd name="T100" fmla="*/ 128 w 136"/>
                <a:gd name="T101" fmla="*/ 76 h 84"/>
                <a:gd name="T102" fmla="*/ 128 w 136"/>
                <a:gd name="T103" fmla="*/ 66 h 84"/>
                <a:gd name="T104" fmla="*/ 127 w 136"/>
                <a:gd name="T105" fmla="*/ 53 h 84"/>
                <a:gd name="T106" fmla="*/ 111 w 136"/>
                <a:gd name="T107" fmla="*/ 38 h 84"/>
                <a:gd name="T108" fmla="*/ 113 w 136"/>
                <a:gd name="T109" fmla="*/ 36 h 84"/>
                <a:gd name="T110" fmla="*/ 129 w 136"/>
                <a:gd name="T111" fmla="*/ 52 h 84"/>
                <a:gd name="T112" fmla="*/ 131 w 136"/>
                <a:gd name="T113" fmla="*/ 66 h 84"/>
                <a:gd name="T114" fmla="*/ 131 w 136"/>
                <a:gd name="T115" fmla="*/ 75 h 84"/>
                <a:gd name="T116" fmla="*/ 131 w 136"/>
                <a:gd name="T117" fmla="*/ 75 h 84"/>
                <a:gd name="T118" fmla="*/ 135 w 136"/>
                <a:gd name="T119" fmla="*/ 74 h 84"/>
                <a:gd name="T120" fmla="*/ 135 w 136"/>
                <a:gd name="T121" fmla="*/ 73 h 84"/>
                <a:gd name="T122" fmla="*/ 134 w 136"/>
                <a:gd name="T123" fmla="*/ 49 h 84"/>
                <a:gd name="T124" fmla="*/ 123 w 136"/>
                <a:gd name="T125" fmla="*/ 3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6" h="84">
                  <a:moveTo>
                    <a:pt x="123" y="38"/>
                  </a:moveTo>
                  <a:cubicBezTo>
                    <a:pt x="120" y="35"/>
                    <a:pt x="115" y="32"/>
                    <a:pt x="112" y="29"/>
                  </a:cubicBezTo>
                  <a:cubicBezTo>
                    <a:pt x="111" y="28"/>
                    <a:pt x="109" y="27"/>
                    <a:pt x="107" y="26"/>
                  </a:cubicBezTo>
                  <a:cubicBezTo>
                    <a:pt x="106" y="26"/>
                    <a:pt x="105" y="26"/>
                    <a:pt x="104" y="25"/>
                  </a:cubicBezTo>
                  <a:cubicBezTo>
                    <a:pt x="102" y="29"/>
                    <a:pt x="97" y="39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9" y="43"/>
                    <a:pt x="86" y="45"/>
                    <a:pt x="83" y="45"/>
                  </a:cubicBezTo>
                  <a:cubicBezTo>
                    <a:pt x="81" y="45"/>
                    <a:pt x="79" y="44"/>
                    <a:pt x="79" y="43"/>
                  </a:cubicBezTo>
                  <a:cubicBezTo>
                    <a:pt x="77" y="41"/>
                    <a:pt x="77" y="37"/>
                    <a:pt x="80" y="30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3" y="9"/>
                    <a:pt x="90" y="8"/>
                    <a:pt x="87" y="8"/>
                  </a:cubicBezTo>
                  <a:cubicBezTo>
                    <a:pt x="74" y="9"/>
                    <a:pt x="57" y="19"/>
                    <a:pt x="57" y="19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4"/>
                    <a:pt x="25" y="0"/>
                    <a:pt x="16" y="0"/>
                  </a:cubicBezTo>
                  <a:cubicBezTo>
                    <a:pt x="7" y="1"/>
                    <a:pt x="0" y="5"/>
                    <a:pt x="0" y="1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5"/>
                    <a:pt x="8" y="59"/>
                    <a:pt x="17" y="58"/>
                  </a:cubicBezTo>
                  <a:cubicBezTo>
                    <a:pt x="25" y="58"/>
                    <a:pt x="31" y="55"/>
                    <a:pt x="33" y="51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4"/>
                    <a:pt x="57" y="65"/>
                    <a:pt x="58" y="66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59"/>
                    <a:pt x="65" y="58"/>
                    <a:pt x="66" y="58"/>
                  </a:cubicBezTo>
                  <a:cubicBezTo>
                    <a:pt x="68" y="58"/>
                    <a:pt x="70" y="59"/>
                    <a:pt x="71" y="60"/>
                  </a:cubicBezTo>
                  <a:cubicBezTo>
                    <a:pt x="72" y="61"/>
                    <a:pt x="73" y="62"/>
                    <a:pt x="73" y="6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81" y="53"/>
                    <a:pt x="83" y="52"/>
                    <a:pt x="86" y="52"/>
                  </a:cubicBezTo>
                  <a:cubicBezTo>
                    <a:pt x="88" y="52"/>
                    <a:pt x="90" y="53"/>
                    <a:pt x="91" y="54"/>
                  </a:cubicBezTo>
                  <a:cubicBezTo>
                    <a:pt x="92" y="55"/>
                    <a:pt x="93" y="56"/>
                    <a:pt x="93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6" y="54"/>
                    <a:pt x="98" y="53"/>
                    <a:pt x="101" y="53"/>
                  </a:cubicBezTo>
                  <a:cubicBezTo>
                    <a:pt x="103" y="53"/>
                    <a:pt x="104" y="54"/>
                    <a:pt x="106" y="55"/>
                  </a:cubicBezTo>
                  <a:cubicBezTo>
                    <a:pt x="107" y="56"/>
                    <a:pt x="108" y="58"/>
                    <a:pt x="108" y="60"/>
                  </a:cubicBezTo>
                  <a:cubicBezTo>
                    <a:pt x="109" y="61"/>
                    <a:pt x="108" y="62"/>
                    <a:pt x="108" y="63"/>
                  </a:cubicBezTo>
                  <a:cubicBezTo>
                    <a:pt x="110" y="63"/>
                    <a:pt x="111" y="64"/>
                    <a:pt x="113" y="65"/>
                  </a:cubicBezTo>
                  <a:cubicBezTo>
                    <a:pt x="116" y="68"/>
                    <a:pt x="117" y="73"/>
                    <a:pt x="114" y="76"/>
                  </a:cubicBezTo>
                  <a:cubicBezTo>
                    <a:pt x="113" y="78"/>
                    <a:pt x="113" y="78"/>
                    <a:pt x="113" y="78"/>
                  </a:cubicBezTo>
                  <a:cubicBezTo>
                    <a:pt x="113" y="84"/>
                    <a:pt x="113" y="84"/>
                    <a:pt x="113" y="84"/>
                  </a:cubicBezTo>
                  <a:cubicBezTo>
                    <a:pt x="113" y="84"/>
                    <a:pt x="113" y="84"/>
                    <a:pt x="114" y="84"/>
                  </a:cubicBezTo>
                  <a:cubicBezTo>
                    <a:pt x="117" y="84"/>
                    <a:pt x="119" y="81"/>
                    <a:pt x="119" y="80"/>
                  </a:cubicBezTo>
                  <a:cubicBezTo>
                    <a:pt x="119" y="78"/>
                    <a:pt x="120" y="69"/>
                    <a:pt x="119" y="64"/>
                  </a:cubicBezTo>
                  <a:cubicBezTo>
                    <a:pt x="119" y="63"/>
                    <a:pt x="118" y="63"/>
                    <a:pt x="118" y="62"/>
                  </a:cubicBezTo>
                  <a:cubicBezTo>
                    <a:pt x="117" y="59"/>
                    <a:pt x="109" y="53"/>
                    <a:pt x="106" y="50"/>
                  </a:cubicBezTo>
                  <a:cubicBezTo>
                    <a:pt x="108" y="48"/>
                    <a:pt x="108" y="48"/>
                    <a:pt x="108" y="48"/>
                  </a:cubicBezTo>
                  <a:cubicBezTo>
                    <a:pt x="109" y="49"/>
                    <a:pt x="119" y="56"/>
                    <a:pt x="121" y="61"/>
                  </a:cubicBezTo>
                  <a:cubicBezTo>
                    <a:pt x="121" y="62"/>
                    <a:pt x="121" y="62"/>
                    <a:pt x="122" y="63"/>
                  </a:cubicBezTo>
                  <a:cubicBezTo>
                    <a:pt x="123" y="68"/>
                    <a:pt x="122" y="76"/>
                    <a:pt x="122" y="79"/>
                  </a:cubicBezTo>
                  <a:cubicBezTo>
                    <a:pt x="123" y="79"/>
                    <a:pt x="123" y="79"/>
                    <a:pt x="123" y="79"/>
                  </a:cubicBezTo>
                  <a:cubicBezTo>
                    <a:pt x="127" y="79"/>
                    <a:pt x="128" y="77"/>
                    <a:pt x="128" y="76"/>
                  </a:cubicBezTo>
                  <a:cubicBezTo>
                    <a:pt x="128" y="76"/>
                    <a:pt x="128" y="71"/>
                    <a:pt x="128" y="66"/>
                  </a:cubicBezTo>
                  <a:cubicBezTo>
                    <a:pt x="128" y="58"/>
                    <a:pt x="127" y="54"/>
                    <a:pt x="127" y="53"/>
                  </a:cubicBezTo>
                  <a:cubicBezTo>
                    <a:pt x="125" y="49"/>
                    <a:pt x="115" y="41"/>
                    <a:pt x="111" y="38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3" y="36"/>
                    <a:pt x="127" y="46"/>
                    <a:pt x="129" y="52"/>
                  </a:cubicBezTo>
                  <a:cubicBezTo>
                    <a:pt x="130" y="54"/>
                    <a:pt x="131" y="59"/>
                    <a:pt x="131" y="66"/>
                  </a:cubicBezTo>
                  <a:cubicBezTo>
                    <a:pt x="131" y="70"/>
                    <a:pt x="131" y="74"/>
                    <a:pt x="131" y="75"/>
                  </a:cubicBezTo>
                  <a:cubicBezTo>
                    <a:pt x="131" y="75"/>
                    <a:pt x="131" y="75"/>
                    <a:pt x="131" y="75"/>
                  </a:cubicBezTo>
                  <a:cubicBezTo>
                    <a:pt x="133" y="75"/>
                    <a:pt x="134" y="75"/>
                    <a:pt x="135" y="74"/>
                  </a:cubicBezTo>
                  <a:cubicBezTo>
                    <a:pt x="135" y="73"/>
                    <a:pt x="135" y="73"/>
                    <a:pt x="135" y="73"/>
                  </a:cubicBezTo>
                  <a:cubicBezTo>
                    <a:pt x="135" y="73"/>
                    <a:pt x="136" y="63"/>
                    <a:pt x="134" y="49"/>
                  </a:cubicBezTo>
                  <a:cubicBezTo>
                    <a:pt x="133" y="45"/>
                    <a:pt x="128" y="42"/>
                    <a:pt x="123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889482" y="4826709"/>
            <a:ext cx="4184290" cy="2616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Cost Structure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1" name="Content Placeholder 19"/>
          <p:cNvSpPr txBox="1"/>
          <p:nvPr/>
        </p:nvSpPr>
        <p:spPr>
          <a:xfrm>
            <a:off x="3242518" y="5132144"/>
            <a:ext cx="2800101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Contrary to popular belief It has roots in a piece of literature from 45 BC.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id-ID" sz="1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18856" y="4826709"/>
            <a:ext cx="4197600" cy="2616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Revenue Streams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3" name="Content Placeholder 19"/>
          <p:cNvSpPr txBox="1"/>
          <p:nvPr/>
        </p:nvSpPr>
        <p:spPr>
          <a:xfrm>
            <a:off x="7489822" y="5121100"/>
            <a:ext cx="2800101" cy="9105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Contrary to It has roots in a piece of classical Latin literature from 45 BC. Contrary to popular belief It has roots in a piece of literature from 45 BC.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id-ID" sz="1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6596465" y="5209223"/>
            <a:ext cx="510163" cy="575216"/>
            <a:chOff x="6775450" y="3722688"/>
            <a:chExt cx="473075" cy="533400"/>
          </a:xfrm>
          <a:solidFill>
            <a:schemeClr val="bg1"/>
          </a:solidFill>
        </p:grpSpPr>
        <p:sp>
          <p:nvSpPr>
            <p:cNvPr id="45" name="Freeform 174"/>
            <p:cNvSpPr>
              <a:spLocks noEditPoints="1"/>
            </p:cNvSpPr>
            <p:nvPr/>
          </p:nvSpPr>
          <p:spPr bwMode="auto">
            <a:xfrm>
              <a:off x="6775450" y="3827463"/>
              <a:ext cx="473075" cy="428625"/>
            </a:xfrm>
            <a:custGeom>
              <a:avLst/>
              <a:gdLst>
                <a:gd name="T0" fmla="*/ 119 w 126"/>
                <a:gd name="T1" fmla="*/ 51 h 114"/>
                <a:gd name="T2" fmla="*/ 118 w 126"/>
                <a:gd name="T3" fmla="*/ 51 h 114"/>
                <a:gd name="T4" fmla="*/ 114 w 126"/>
                <a:gd name="T5" fmla="*/ 40 h 114"/>
                <a:gd name="T6" fmla="*/ 88 w 126"/>
                <a:gd name="T7" fmla="*/ 49 h 114"/>
                <a:gd name="T8" fmla="*/ 48 w 126"/>
                <a:gd name="T9" fmla="*/ 13 h 114"/>
                <a:gd name="T10" fmla="*/ 29 w 126"/>
                <a:gd name="T11" fmla="*/ 2 h 114"/>
                <a:gd name="T12" fmla="*/ 23 w 126"/>
                <a:gd name="T13" fmla="*/ 5 h 114"/>
                <a:gd name="T14" fmla="*/ 23 w 126"/>
                <a:gd name="T15" fmla="*/ 27 h 114"/>
                <a:gd name="T16" fmla="*/ 11 w 126"/>
                <a:gd name="T17" fmla="*/ 46 h 114"/>
                <a:gd name="T18" fmla="*/ 6 w 126"/>
                <a:gd name="T19" fmla="*/ 46 h 114"/>
                <a:gd name="T20" fmla="*/ 0 w 126"/>
                <a:gd name="T21" fmla="*/ 52 h 114"/>
                <a:gd name="T22" fmla="*/ 0 w 126"/>
                <a:gd name="T23" fmla="*/ 64 h 114"/>
                <a:gd name="T24" fmla="*/ 6 w 126"/>
                <a:gd name="T25" fmla="*/ 70 h 114"/>
                <a:gd name="T26" fmla="*/ 11 w 126"/>
                <a:gd name="T27" fmla="*/ 70 h 114"/>
                <a:gd name="T28" fmla="*/ 37 w 126"/>
                <a:gd name="T29" fmla="*/ 98 h 114"/>
                <a:gd name="T30" fmla="*/ 37 w 126"/>
                <a:gd name="T31" fmla="*/ 99 h 114"/>
                <a:gd name="T32" fmla="*/ 37 w 126"/>
                <a:gd name="T33" fmla="*/ 107 h 114"/>
                <a:gd name="T34" fmla="*/ 43 w 126"/>
                <a:gd name="T35" fmla="*/ 114 h 114"/>
                <a:gd name="T36" fmla="*/ 50 w 126"/>
                <a:gd name="T37" fmla="*/ 114 h 114"/>
                <a:gd name="T38" fmla="*/ 56 w 126"/>
                <a:gd name="T39" fmla="*/ 107 h 114"/>
                <a:gd name="T40" fmla="*/ 56 w 126"/>
                <a:gd name="T41" fmla="*/ 104 h 114"/>
                <a:gd name="T42" fmla="*/ 64 w 126"/>
                <a:gd name="T43" fmla="*/ 104 h 114"/>
                <a:gd name="T44" fmla="*/ 70 w 126"/>
                <a:gd name="T45" fmla="*/ 104 h 114"/>
                <a:gd name="T46" fmla="*/ 70 w 126"/>
                <a:gd name="T47" fmla="*/ 107 h 114"/>
                <a:gd name="T48" fmla="*/ 76 w 126"/>
                <a:gd name="T49" fmla="*/ 114 h 114"/>
                <a:gd name="T50" fmla="*/ 83 w 126"/>
                <a:gd name="T51" fmla="*/ 114 h 114"/>
                <a:gd name="T52" fmla="*/ 90 w 126"/>
                <a:gd name="T53" fmla="*/ 107 h 114"/>
                <a:gd name="T54" fmla="*/ 90 w 126"/>
                <a:gd name="T55" fmla="*/ 99 h 114"/>
                <a:gd name="T56" fmla="*/ 90 w 126"/>
                <a:gd name="T57" fmla="*/ 99 h 114"/>
                <a:gd name="T58" fmla="*/ 118 w 126"/>
                <a:gd name="T59" fmla="*/ 64 h 114"/>
                <a:gd name="T60" fmla="*/ 119 w 126"/>
                <a:gd name="T61" fmla="*/ 65 h 114"/>
                <a:gd name="T62" fmla="*/ 126 w 126"/>
                <a:gd name="T63" fmla="*/ 58 h 114"/>
                <a:gd name="T64" fmla="*/ 119 w 126"/>
                <a:gd name="T65" fmla="*/ 51 h 114"/>
                <a:gd name="T66" fmla="*/ 29 w 126"/>
                <a:gd name="T67" fmla="*/ 48 h 114"/>
                <a:gd name="T68" fmla="*/ 23 w 126"/>
                <a:gd name="T69" fmla="*/ 42 h 114"/>
                <a:gd name="T70" fmla="*/ 29 w 126"/>
                <a:gd name="T71" fmla="*/ 36 h 114"/>
                <a:gd name="T72" fmla="*/ 35 w 126"/>
                <a:gd name="T73" fmla="*/ 42 h 114"/>
                <a:gd name="T74" fmla="*/ 29 w 126"/>
                <a:gd name="T75" fmla="*/ 4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6" h="114">
                  <a:moveTo>
                    <a:pt x="119" y="51"/>
                  </a:moveTo>
                  <a:cubicBezTo>
                    <a:pt x="119" y="51"/>
                    <a:pt x="118" y="51"/>
                    <a:pt x="118" y="51"/>
                  </a:cubicBezTo>
                  <a:cubicBezTo>
                    <a:pt x="117" y="47"/>
                    <a:pt x="116" y="43"/>
                    <a:pt x="114" y="40"/>
                  </a:cubicBezTo>
                  <a:cubicBezTo>
                    <a:pt x="107" y="45"/>
                    <a:pt x="98" y="49"/>
                    <a:pt x="88" y="49"/>
                  </a:cubicBezTo>
                  <a:cubicBezTo>
                    <a:pt x="67" y="49"/>
                    <a:pt x="50" y="33"/>
                    <a:pt x="48" y="13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6" y="0"/>
                    <a:pt x="23" y="1"/>
                    <a:pt x="23" y="5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17" y="32"/>
                    <a:pt x="13" y="39"/>
                    <a:pt x="11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3" y="46"/>
                    <a:pt x="0" y="49"/>
                    <a:pt x="0" y="5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7"/>
                    <a:pt x="3" y="70"/>
                    <a:pt x="6" y="70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5" y="82"/>
                    <a:pt x="24" y="92"/>
                    <a:pt x="37" y="98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7" y="107"/>
                    <a:pt x="37" y="107"/>
                    <a:pt x="37" y="107"/>
                  </a:cubicBezTo>
                  <a:cubicBezTo>
                    <a:pt x="37" y="111"/>
                    <a:pt x="40" y="114"/>
                    <a:pt x="43" y="114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4" y="114"/>
                    <a:pt x="56" y="111"/>
                    <a:pt x="56" y="107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9" y="104"/>
                    <a:pt x="61" y="104"/>
                    <a:pt x="64" y="104"/>
                  </a:cubicBezTo>
                  <a:cubicBezTo>
                    <a:pt x="66" y="104"/>
                    <a:pt x="68" y="104"/>
                    <a:pt x="70" y="104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70" y="111"/>
                    <a:pt x="73" y="114"/>
                    <a:pt x="76" y="114"/>
                  </a:cubicBezTo>
                  <a:cubicBezTo>
                    <a:pt x="83" y="114"/>
                    <a:pt x="83" y="114"/>
                    <a:pt x="83" y="114"/>
                  </a:cubicBezTo>
                  <a:cubicBezTo>
                    <a:pt x="87" y="114"/>
                    <a:pt x="90" y="111"/>
                    <a:pt x="90" y="107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105" y="92"/>
                    <a:pt x="115" y="79"/>
                    <a:pt x="118" y="64"/>
                  </a:cubicBezTo>
                  <a:cubicBezTo>
                    <a:pt x="118" y="65"/>
                    <a:pt x="119" y="65"/>
                    <a:pt x="119" y="65"/>
                  </a:cubicBezTo>
                  <a:cubicBezTo>
                    <a:pt x="123" y="65"/>
                    <a:pt x="126" y="62"/>
                    <a:pt x="126" y="58"/>
                  </a:cubicBezTo>
                  <a:cubicBezTo>
                    <a:pt x="126" y="54"/>
                    <a:pt x="123" y="51"/>
                    <a:pt x="119" y="51"/>
                  </a:cubicBezTo>
                  <a:close/>
                  <a:moveTo>
                    <a:pt x="29" y="48"/>
                  </a:moveTo>
                  <a:cubicBezTo>
                    <a:pt x="25" y="48"/>
                    <a:pt x="23" y="45"/>
                    <a:pt x="23" y="42"/>
                  </a:cubicBezTo>
                  <a:cubicBezTo>
                    <a:pt x="23" y="38"/>
                    <a:pt x="25" y="36"/>
                    <a:pt x="29" y="36"/>
                  </a:cubicBezTo>
                  <a:cubicBezTo>
                    <a:pt x="32" y="36"/>
                    <a:pt x="35" y="38"/>
                    <a:pt x="35" y="42"/>
                  </a:cubicBezTo>
                  <a:cubicBezTo>
                    <a:pt x="35" y="45"/>
                    <a:pt x="32" y="48"/>
                    <a:pt x="2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6" name="Freeform 175"/>
            <p:cNvSpPr>
              <a:spLocks noEditPoints="1"/>
            </p:cNvSpPr>
            <p:nvPr/>
          </p:nvSpPr>
          <p:spPr bwMode="auto">
            <a:xfrm>
              <a:off x="6970713" y="3722688"/>
              <a:ext cx="269875" cy="274638"/>
            </a:xfrm>
            <a:custGeom>
              <a:avLst/>
              <a:gdLst>
                <a:gd name="T0" fmla="*/ 36 w 72"/>
                <a:gd name="T1" fmla="*/ 73 h 73"/>
                <a:gd name="T2" fmla="*/ 72 w 72"/>
                <a:gd name="T3" fmla="*/ 37 h 73"/>
                <a:gd name="T4" fmla="*/ 36 w 72"/>
                <a:gd name="T5" fmla="*/ 0 h 73"/>
                <a:gd name="T6" fmla="*/ 0 w 72"/>
                <a:gd name="T7" fmla="*/ 37 h 73"/>
                <a:gd name="T8" fmla="*/ 36 w 72"/>
                <a:gd name="T9" fmla="*/ 73 h 73"/>
                <a:gd name="T10" fmla="*/ 34 w 72"/>
                <a:gd name="T11" fmla="*/ 38 h 73"/>
                <a:gd name="T12" fmla="*/ 25 w 72"/>
                <a:gd name="T13" fmla="*/ 28 h 73"/>
                <a:gd name="T14" fmla="*/ 34 w 72"/>
                <a:gd name="T15" fmla="*/ 19 h 73"/>
                <a:gd name="T16" fmla="*/ 34 w 72"/>
                <a:gd name="T17" fmla="*/ 14 h 73"/>
                <a:gd name="T18" fmla="*/ 39 w 72"/>
                <a:gd name="T19" fmla="*/ 14 h 73"/>
                <a:gd name="T20" fmla="*/ 39 w 72"/>
                <a:gd name="T21" fmla="*/ 19 h 73"/>
                <a:gd name="T22" fmla="*/ 47 w 72"/>
                <a:gd name="T23" fmla="*/ 20 h 73"/>
                <a:gd name="T24" fmla="*/ 45 w 72"/>
                <a:gd name="T25" fmla="*/ 26 h 73"/>
                <a:gd name="T26" fmla="*/ 37 w 72"/>
                <a:gd name="T27" fmla="*/ 24 h 73"/>
                <a:gd name="T28" fmla="*/ 33 w 72"/>
                <a:gd name="T29" fmla="*/ 27 h 73"/>
                <a:gd name="T30" fmla="*/ 39 w 72"/>
                <a:gd name="T31" fmla="*/ 32 h 73"/>
                <a:gd name="T32" fmla="*/ 48 w 72"/>
                <a:gd name="T33" fmla="*/ 42 h 73"/>
                <a:gd name="T34" fmla="*/ 39 w 72"/>
                <a:gd name="T35" fmla="*/ 52 h 73"/>
                <a:gd name="T36" fmla="*/ 39 w 72"/>
                <a:gd name="T37" fmla="*/ 57 h 73"/>
                <a:gd name="T38" fmla="*/ 33 w 72"/>
                <a:gd name="T39" fmla="*/ 57 h 73"/>
                <a:gd name="T40" fmla="*/ 33 w 72"/>
                <a:gd name="T41" fmla="*/ 52 h 73"/>
                <a:gd name="T42" fmla="*/ 24 w 72"/>
                <a:gd name="T43" fmla="*/ 50 h 73"/>
                <a:gd name="T44" fmla="*/ 26 w 72"/>
                <a:gd name="T45" fmla="*/ 44 h 73"/>
                <a:gd name="T46" fmla="*/ 35 w 72"/>
                <a:gd name="T47" fmla="*/ 46 h 73"/>
                <a:gd name="T48" fmla="*/ 40 w 72"/>
                <a:gd name="T49" fmla="*/ 43 h 73"/>
                <a:gd name="T50" fmla="*/ 34 w 72"/>
                <a:gd name="T51" fmla="*/ 3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2" h="73">
                  <a:moveTo>
                    <a:pt x="36" y="73"/>
                  </a:moveTo>
                  <a:cubicBezTo>
                    <a:pt x="56" y="73"/>
                    <a:pt x="72" y="57"/>
                    <a:pt x="72" y="37"/>
                  </a:cubicBezTo>
                  <a:cubicBezTo>
                    <a:pt x="72" y="17"/>
                    <a:pt x="56" y="0"/>
                    <a:pt x="36" y="0"/>
                  </a:cubicBezTo>
                  <a:cubicBezTo>
                    <a:pt x="16" y="0"/>
                    <a:pt x="0" y="17"/>
                    <a:pt x="0" y="37"/>
                  </a:cubicBezTo>
                  <a:cubicBezTo>
                    <a:pt x="0" y="57"/>
                    <a:pt x="16" y="73"/>
                    <a:pt x="36" y="73"/>
                  </a:cubicBezTo>
                  <a:close/>
                  <a:moveTo>
                    <a:pt x="34" y="38"/>
                  </a:moveTo>
                  <a:cubicBezTo>
                    <a:pt x="28" y="36"/>
                    <a:pt x="25" y="34"/>
                    <a:pt x="25" y="28"/>
                  </a:cubicBezTo>
                  <a:cubicBezTo>
                    <a:pt x="25" y="24"/>
                    <a:pt x="28" y="20"/>
                    <a:pt x="34" y="1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2" y="19"/>
                    <a:pt x="45" y="19"/>
                    <a:pt x="47" y="20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6"/>
                    <a:pt x="41" y="24"/>
                    <a:pt x="37" y="24"/>
                  </a:cubicBezTo>
                  <a:cubicBezTo>
                    <a:pt x="34" y="24"/>
                    <a:pt x="33" y="26"/>
                    <a:pt x="33" y="27"/>
                  </a:cubicBezTo>
                  <a:cubicBezTo>
                    <a:pt x="33" y="29"/>
                    <a:pt x="35" y="30"/>
                    <a:pt x="39" y="32"/>
                  </a:cubicBezTo>
                  <a:cubicBezTo>
                    <a:pt x="46" y="34"/>
                    <a:pt x="48" y="37"/>
                    <a:pt x="48" y="42"/>
                  </a:cubicBezTo>
                  <a:cubicBezTo>
                    <a:pt x="48" y="47"/>
                    <a:pt x="45" y="51"/>
                    <a:pt x="39" y="52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0" y="52"/>
                    <a:pt x="26" y="51"/>
                    <a:pt x="24" y="50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8" y="45"/>
                    <a:pt x="31" y="46"/>
                    <a:pt x="35" y="46"/>
                  </a:cubicBezTo>
                  <a:cubicBezTo>
                    <a:pt x="38" y="46"/>
                    <a:pt x="40" y="45"/>
                    <a:pt x="40" y="43"/>
                  </a:cubicBezTo>
                  <a:cubicBezTo>
                    <a:pt x="40" y="41"/>
                    <a:pt x="38" y="39"/>
                    <a:pt x="34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 rot="20700000">
            <a:off x="2295849" y="5342649"/>
            <a:ext cx="646619" cy="370990"/>
            <a:chOff x="7779638" y="1072086"/>
            <a:chExt cx="436722" cy="250564"/>
          </a:xfrm>
          <a:solidFill>
            <a:schemeClr val="bg1"/>
          </a:solidFill>
        </p:grpSpPr>
        <p:sp>
          <p:nvSpPr>
            <p:cNvPr id="48" name="Freeform 16"/>
            <p:cNvSpPr/>
            <p:nvPr/>
          </p:nvSpPr>
          <p:spPr bwMode="auto">
            <a:xfrm>
              <a:off x="7829045" y="1124140"/>
              <a:ext cx="117342" cy="146456"/>
            </a:xfrm>
            <a:custGeom>
              <a:avLst/>
              <a:gdLst>
                <a:gd name="T0" fmla="*/ 40 w 56"/>
                <a:gd name="T1" fmla="*/ 35 h 70"/>
                <a:gd name="T2" fmla="*/ 56 w 56"/>
                <a:gd name="T3" fmla="*/ 0 h 70"/>
                <a:gd name="T4" fmla="*/ 20 w 56"/>
                <a:gd name="T5" fmla="*/ 0 h 70"/>
                <a:gd name="T6" fmla="*/ 0 w 56"/>
                <a:gd name="T7" fmla="*/ 19 h 70"/>
                <a:gd name="T8" fmla="*/ 0 w 56"/>
                <a:gd name="T9" fmla="*/ 51 h 70"/>
                <a:gd name="T10" fmla="*/ 20 w 56"/>
                <a:gd name="T11" fmla="*/ 70 h 70"/>
                <a:gd name="T12" fmla="*/ 56 w 56"/>
                <a:gd name="T13" fmla="*/ 70 h 70"/>
                <a:gd name="T14" fmla="*/ 40 w 56"/>
                <a:gd name="T15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70">
                  <a:moveTo>
                    <a:pt x="40" y="35"/>
                  </a:moveTo>
                  <a:cubicBezTo>
                    <a:pt x="40" y="21"/>
                    <a:pt x="46" y="8"/>
                    <a:pt x="5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10"/>
                    <a:pt x="10" y="17"/>
                    <a:pt x="0" y="1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0" y="52"/>
                    <a:pt x="18" y="60"/>
                    <a:pt x="20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46" y="62"/>
                    <a:pt x="40" y="49"/>
                    <a:pt x="40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9" name="Freeform 17"/>
            <p:cNvSpPr/>
            <p:nvPr/>
          </p:nvSpPr>
          <p:spPr bwMode="auto">
            <a:xfrm>
              <a:off x="8049611" y="1124140"/>
              <a:ext cx="114695" cy="146456"/>
            </a:xfrm>
            <a:custGeom>
              <a:avLst/>
              <a:gdLst>
                <a:gd name="T0" fmla="*/ 35 w 55"/>
                <a:gd name="T1" fmla="*/ 0 h 70"/>
                <a:gd name="T2" fmla="*/ 0 w 55"/>
                <a:gd name="T3" fmla="*/ 0 h 70"/>
                <a:gd name="T4" fmla="*/ 15 w 55"/>
                <a:gd name="T5" fmla="*/ 35 h 70"/>
                <a:gd name="T6" fmla="*/ 0 w 55"/>
                <a:gd name="T7" fmla="*/ 70 h 70"/>
                <a:gd name="T8" fmla="*/ 35 w 55"/>
                <a:gd name="T9" fmla="*/ 70 h 70"/>
                <a:gd name="T10" fmla="*/ 55 w 55"/>
                <a:gd name="T11" fmla="*/ 51 h 70"/>
                <a:gd name="T12" fmla="*/ 55 w 55"/>
                <a:gd name="T13" fmla="*/ 19 h 70"/>
                <a:gd name="T14" fmla="*/ 35 w 55"/>
                <a:gd name="T15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70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8"/>
                    <a:pt x="15" y="21"/>
                    <a:pt x="15" y="35"/>
                  </a:cubicBezTo>
                  <a:cubicBezTo>
                    <a:pt x="15" y="49"/>
                    <a:pt x="9" y="62"/>
                    <a:pt x="0" y="70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7" y="60"/>
                    <a:pt x="45" y="52"/>
                    <a:pt x="55" y="51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45" y="17"/>
                    <a:pt x="37" y="10"/>
                    <a:pt x="3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0" name="Freeform 18"/>
            <p:cNvSpPr>
              <a:spLocks noEditPoints="1"/>
            </p:cNvSpPr>
            <p:nvPr/>
          </p:nvSpPr>
          <p:spPr bwMode="auto">
            <a:xfrm>
              <a:off x="7932270" y="1124140"/>
              <a:ext cx="129693" cy="146456"/>
            </a:xfrm>
            <a:custGeom>
              <a:avLst/>
              <a:gdLst>
                <a:gd name="T0" fmla="*/ 31 w 62"/>
                <a:gd name="T1" fmla="*/ 0 h 70"/>
                <a:gd name="T2" fmla="*/ 0 w 62"/>
                <a:gd name="T3" fmla="*/ 35 h 70"/>
                <a:gd name="T4" fmla="*/ 31 w 62"/>
                <a:gd name="T5" fmla="*/ 70 h 70"/>
                <a:gd name="T6" fmla="*/ 62 w 62"/>
                <a:gd name="T7" fmla="*/ 35 h 70"/>
                <a:gd name="T8" fmla="*/ 31 w 62"/>
                <a:gd name="T9" fmla="*/ 0 h 70"/>
                <a:gd name="T10" fmla="*/ 34 w 62"/>
                <a:gd name="T11" fmla="*/ 54 h 70"/>
                <a:gd name="T12" fmla="*/ 34 w 62"/>
                <a:gd name="T13" fmla="*/ 61 h 70"/>
                <a:gd name="T14" fmla="*/ 28 w 62"/>
                <a:gd name="T15" fmla="*/ 61 h 70"/>
                <a:gd name="T16" fmla="*/ 28 w 62"/>
                <a:gd name="T17" fmla="*/ 55 h 70"/>
                <a:gd name="T18" fmla="*/ 17 w 62"/>
                <a:gd name="T19" fmla="*/ 52 h 70"/>
                <a:gd name="T20" fmla="*/ 19 w 62"/>
                <a:gd name="T21" fmla="*/ 45 h 70"/>
                <a:gd name="T22" fmla="*/ 29 w 62"/>
                <a:gd name="T23" fmla="*/ 47 h 70"/>
                <a:gd name="T24" fmla="*/ 36 w 62"/>
                <a:gd name="T25" fmla="*/ 43 h 70"/>
                <a:gd name="T26" fmla="*/ 29 w 62"/>
                <a:gd name="T27" fmla="*/ 38 h 70"/>
                <a:gd name="T28" fmla="*/ 18 w 62"/>
                <a:gd name="T29" fmla="*/ 26 h 70"/>
                <a:gd name="T30" fmla="*/ 28 w 62"/>
                <a:gd name="T31" fmla="*/ 15 h 70"/>
                <a:gd name="T32" fmla="*/ 28 w 62"/>
                <a:gd name="T33" fmla="*/ 9 h 70"/>
                <a:gd name="T34" fmla="*/ 34 w 62"/>
                <a:gd name="T35" fmla="*/ 9 h 70"/>
                <a:gd name="T36" fmla="*/ 34 w 62"/>
                <a:gd name="T37" fmla="*/ 15 h 70"/>
                <a:gd name="T38" fmla="*/ 44 w 62"/>
                <a:gd name="T39" fmla="*/ 17 h 70"/>
                <a:gd name="T40" fmla="*/ 42 w 62"/>
                <a:gd name="T41" fmla="*/ 24 h 70"/>
                <a:gd name="T42" fmla="*/ 33 w 62"/>
                <a:gd name="T43" fmla="*/ 22 h 70"/>
                <a:gd name="T44" fmla="*/ 27 w 62"/>
                <a:gd name="T45" fmla="*/ 25 h 70"/>
                <a:gd name="T46" fmla="*/ 35 w 62"/>
                <a:gd name="T47" fmla="*/ 31 h 70"/>
                <a:gd name="T48" fmla="*/ 45 w 62"/>
                <a:gd name="T49" fmla="*/ 43 h 70"/>
                <a:gd name="T50" fmla="*/ 34 w 62"/>
                <a:gd name="T51" fmla="*/ 5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70">
                  <a:moveTo>
                    <a:pt x="31" y="0"/>
                  </a:moveTo>
                  <a:cubicBezTo>
                    <a:pt x="14" y="0"/>
                    <a:pt x="0" y="15"/>
                    <a:pt x="0" y="35"/>
                  </a:cubicBezTo>
                  <a:cubicBezTo>
                    <a:pt x="0" y="54"/>
                    <a:pt x="14" y="70"/>
                    <a:pt x="31" y="70"/>
                  </a:cubicBezTo>
                  <a:cubicBezTo>
                    <a:pt x="48" y="70"/>
                    <a:pt x="62" y="54"/>
                    <a:pt x="62" y="35"/>
                  </a:cubicBezTo>
                  <a:cubicBezTo>
                    <a:pt x="62" y="15"/>
                    <a:pt x="48" y="0"/>
                    <a:pt x="31" y="0"/>
                  </a:cubicBezTo>
                  <a:close/>
                  <a:moveTo>
                    <a:pt x="34" y="54"/>
                  </a:moveTo>
                  <a:cubicBezTo>
                    <a:pt x="34" y="61"/>
                    <a:pt x="34" y="61"/>
                    <a:pt x="34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4" y="54"/>
                    <a:pt x="20" y="53"/>
                    <a:pt x="17" y="5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6"/>
                    <a:pt x="25" y="47"/>
                    <a:pt x="29" y="47"/>
                  </a:cubicBezTo>
                  <a:cubicBezTo>
                    <a:pt x="33" y="47"/>
                    <a:pt x="36" y="46"/>
                    <a:pt x="36" y="43"/>
                  </a:cubicBezTo>
                  <a:cubicBezTo>
                    <a:pt x="36" y="41"/>
                    <a:pt x="34" y="40"/>
                    <a:pt x="29" y="38"/>
                  </a:cubicBezTo>
                  <a:cubicBezTo>
                    <a:pt x="22" y="36"/>
                    <a:pt x="18" y="33"/>
                    <a:pt x="18" y="26"/>
                  </a:cubicBezTo>
                  <a:cubicBezTo>
                    <a:pt x="18" y="21"/>
                    <a:pt x="21" y="16"/>
                    <a:pt x="28" y="15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8" y="15"/>
                    <a:pt x="41" y="16"/>
                    <a:pt x="44" y="17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0" y="23"/>
                    <a:pt x="37" y="22"/>
                    <a:pt x="33" y="22"/>
                  </a:cubicBezTo>
                  <a:cubicBezTo>
                    <a:pt x="28" y="22"/>
                    <a:pt x="27" y="24"/>
                    <a:pt x="27" y="25"/>
                  </a:cubicBezTo>
                  <a:cubicBezTo>
                    <a:pt x="27" y="27"/>
                    <a:pt x="29" y="29"/>
                    <a:pt x="35" y="31"/>
                  </a:cubicBezTo>
                  <a:cubicBezTo>
                    <a:pt x="42" y="33"/>
                    <a:pt x="45" y="37"/>
                    <a:pt x="45" y="43"/>
                  </a:cubicBezTo>
                  <a:cubicBezTo>
                    <a:pt x="45" y="48"/>
                    <a:pt x="41" y="53"/>
                    <a:pt x="34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Freeform 19"/>
            <p:cNvSpPr>
              <a:spLocks noEditPoints="1"/>
            </p:cNvSpPr>
            <p:nvPr/>
          </p:nvSpPr>
          <p:spPr bwMode="auto">
            <a:xfrm>
              <a:off x="7779638" y="1072086"/>
              <a:ext cx="436722" cy="250564"/>
            </a:xfrm>
            <a:custGeom>
              <a:avLst/>
              <a:gdLst>
                <a:gd name="T0" fmla="*/ 192 w 209"/>
                <a:gd name="T1" fmla="*/ 0 h 120"/>
                <a:gd name="T2" fmla="*/ 16 w 209"/>
                <a:gd name="T3" fmla="*/ 0 h 120"/>
                <a:gd name="T4" fmla="*/ 0 w 209"/>
                <a:gd name="T5" fmla="*/ 17 h 120"/>
                <a:gd name="T6" fmla="*/ 0 w 209"/>
                <a:gd name="T7" fmla="*/ 103 h 120"/>
                <a:gd name="T8" fmla="*/ 16 w 209"/>
                <a:gd name="T9" fmla="*/ 120 h 120"/>
                <a:gd name="T10" fmla="*/ 192 w 209"/>
                <a:gd name="T11" fmla="*/ 120 h 120"/>
                <a:gd name="T12" fmla="*/ 209 w 209"/>
                <a:gd name="T13" fmla="*/ 103 h 120"/>
                <a:gd name="T14" fmla="*/ 209 w 209"/>
                <a:gd name="T15" fmla="*/ 17 h 120"/>
                <a:gd name="T16" fmla="*/ 192 w 209"/>
                <a:gd name="T17" fmla="*/ 0 h 120"/>
                <a:gd name="T18" fmla="*/ 194 w 209"/>
                <a:gd name="T19" fmla="*/ 84 h 120"/>
                <a:gd name="T20" fmla="*/ 189 w 209"/>
                <a:gd name="T21" fmla="*/ 84 h 120"/>
                <a:gd name="T22" fmla="*/ 173 w 209"/>
                <a:gd name="T23" fmla="*/ 100 h 120"/>
                <a:gd name="T24" fmla="*/ 173 w 209"/>
                <a:gd name="T25" fmla="*/ 105 h 120"/>
                <a:gd name="T26" fmla="*/ 35 w 209"/>
                <a:gd name="T27" fmla="*/ 105 h 120"/>
                <a:gd name="T28" fmla="*/ 35 w 209"/>
                <a:gd name="T29" fmla="*/ 100 h 120"/>
                <a:gd name="T30" fmla="*/ 19 w 209"/>
                <a:gd name="T31" fmla="*/ 84 h 120"/>
                <a:gd name="T32" fmla="*/ 15 w 209"/>
                <a:gd name="T33" fmla="*/ 84 h 120"/>
                <a:gd name="T34" fmla="*/ 15 w 209"/>
                <a:gd name="T35" fmla="*/ 35 h 120"/>
                <a:gd name="T36" fmla="*/ 19 w 209"/>
                <a:gd name="T37" fmla="*/ 35 h 120"/>
                <a:gd name="T38" fmla="*/ 35 w 209"/>
                <a:gd name="T39" fmla="*/ 20 h 120"/>
                <a:gd name="T40" fmla="*/ 35 w 209"/>
                <a:gd name="T41" fmla="*/ 15 h 120"/>
                <a:gd name="T42" fmla="*/ 173 w 209"/>
                <a:gd name="T43" fmla="*/ 15 h 120"/>
                <a:gd name="T44" fmla="*/ 173 w 209"/>
                <a:gd name="T45" fmla="*/ 20 h 120"/>
                <a:gd name="T46" fmla="*/ 189 w 209"/>
                <a:gd name="T47" fmla="*/ 35 h 120"/>
                <a:gd name="T48" fmla="*/ 194 w 209"/>
                <a:gd name="T49" fmla="*/ 35 h 120"/>
                <a:gd name="T50" fmla="*/ 194 w 209"/>
                <a:gd name="T51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9" h="120">
                  <a:moveTo>
                    <a:pt x="192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12"/>
                    <a:pt x="7" y="120"/>
                    <a:pt x="16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201" y="120"/>
                    <a:pt x="209" y="112"/>
                    <a:pt x="209" y="103"/>
                  </a:cubicBezTo>
                  <a:cubicBezTo>
                    <a:pt x="209" y="17"/>
                    <a:pt x="209" y="17"/>
                    <a:pt x="209" y="17"/>
                  </a:cubicBezTo>
                  <a:cubicBezTo>
                    <a:pt x="209" y="8"/>
                    <a:pt x="201" y="0"/>
                    <a:pt x="192" y="0"/>
                  </a:cubicBezTo>
                  <a:close/>
                  <a:moveTo>
                    <a:pt x="194" y="84"/>
                  </a:moveTo>
                  <a:cubicBezTo>
                    <a:pt x="189" y="84"/>
                    <a:pt x="189" y="84"/>
                    <a:pt x="189" y="84"/>
                  </a:cubicBezTo>
                  <a:cubicBezTo>
                    <a:pt x="180" y="84"/>
                    <a:pt x="173" y="91"/>
                    <a:pt x="173" y="100"/>
                  </a:cubicBezTo>
                  <a:cubicBezTo>
                    <a:pt x="173" y="105"/>
                    <a:pt x="173" y="105"/>
                    <a:pt x="173" y="105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5" y="100"/>
                    <a:pt x="35" y="100"/>
                    <a:pt x="35" y="100"/>
                  </a:cubicBezTo>
                  <a:cubicBezTo>
                    <a:pt x="35" y="91"/>
                    <a:pt x="28" y="84"/>
                    <a:pt x="19" y="84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8" y="35"/>
                    <a:pt x="35" y="29"/>
                    <a:pt x="35" y="20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173" y="15"/>
                    <a:pt x="173" y="15"/>
                    <a:pt x="173" y="15"/>
                  </a:cubicBezTo>
                  <a:cubicBezTo>
                    <a:pt x="173" y="20"/>
                    <a:pt x="173" y="20"/>
                    <a:pt x="173" y="20"/>
                  </a:cubicBezTo>
                  <a:cubicBezTo>
                    <a:pt x="173" y="29"/>
                    <a:pt x="180" y="35"/>
                    <a:pt x="189" y="35"/>
                  </a:cubicBezTo>
                  <a:cubicBezTo>
                    <a:pt x="194" y="35"/>
                    <a:pt x="194" y="35"/>
                    <a:pt x="194" y="35"/>
                  </a:cubicBezTo>
                  <a:lnTo>
                    <a:pt x="194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/>
      <p:bldP spid="20" grpId="0" animBg="1"/>
      <p:bldP spid="21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40" grpId="0" animBg="1"/>
      <p:bldP spid="41" grpId="0"/>
      <p:bldP spid="42" grpId="0" animBg="1"/>
      <p:bldP spid="4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Four Step Cycle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Cloud diagram</a:t>
            </a:r>
            <a:endParaRPr lang="id-ID" dirty="0"/>
          </a:p>
        </p:txBody>
      </p:sp>
      <p:grpSp>
        <p:nvGrpSpPr>
          <p:cNvPr id="142" name="Group 141"/>
          <p:cNvGrpSpPr/>
          <p:nvPr/>
        </p:nvGrpSpPr>
        <p:grpSpPr>
          <a:xfrm>
            <a:off x="5127625" y="5534025"/>
            <a:ext cx="2389187" cy="622301"/>
            <a:chOff x="5065713" y="5353050"/>
            <a:chExt cx="2389187" cy="622301"/>
          </a:xfrm>
          <a:solidFill>
            <a:schemeClr val="tx2"/>
          </a:solidFill>
        </p:grpSpPr>
        <p:sp>
          <p:nvSpPr>
            <p:cNvPr id="93" name="Freeform 5"/>
            <p:cNvSpPr/>
            <p:nvPr/>
          </p:nvSpPr>
          <p:spPr bwMode="auto">
            <a:xfrm>
              <a:off x="7137400" y="5538788"/>
              <a:ext cx="96838" cy="88900"/>
            </a:xfrm>
            <a:custGeom>
              <a:avLst/>
              <a:gdLst>
                <a:gd name="T0" fmla="*/ 57 w 57"/>
                <a:gd name="T1" fmla="*/ 24 h 53"/>
                <a:gd name="T2" fmla="*/ 39 w 57"/>
                <a:gd name="T3" fmla="*/ 0 h 53"/>
                <a:gd name="T4" fmla="*/ 20 w 57"/>
                <a:gd name="T5" fmla="*/ 14 h 53"/>
                <a:gd name="T6" fmla="*/ 6 w 57"/>
                <a:gd name="T7" fmla="*/ 24 h 53"/>
                <a:gd name="T8" fmla="*/ 0 w 57"/>
                <a:gd name="T9" fmla="*/ 28 h 53"/>
                <a:gd name="T10" fmla="*/ 17 w 57"/>
                <a:gd name="T11" fmla="*/ 53 h 53"/>
                <a:gd name="T12" fmla="*/ 23 w 57"/>
                <a:gd name="T13" fmla="*/ 48 h 53"/>
                <a:gd name="T14" fmla="*/ 37 w 57"/>
                <a:gd name="T15" fmla="*/ 39 h 53"/>
                <a:gd name="T16" fmla="*/ 57 w 57"/>
                <a:gd name="T17" fmla="*/ 2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53">
                  <a:moveTo>
                    <a:pt x="57" y="24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29" y="7"/>
                    <a:pt x="20" y="14"/>
                  </a:cubicBezTo>
                  <a:cubicBezTo>
                    <a:pt x="15" y="18"/>
                    <a:pt x="10" y="21"/>
                    <a:pt x="6" y="24"/>
                  </a:cubicBezTo>
                  <a:cubicBezTo>
                    <a:pt x="3" y="26"/>
                    <a:pt x="0" y="28"/>
                    <a:pt x="0" y="28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7" y="53"/>
                    <a:pt x="20" y="51"/>
                    <a:pt x="23" y="48"/>
                  </a:cubicBezTo>
                  <a:cubicBezTo>
                    <a:pt x="27" y="46"/>
                    <a:pt x="32" y="42"/>
                    <a:pt x="37" y="39"/>
                  </a:cubicBezTo>
                  <a:cubicBezTo>
                    <a:pt x="47" y="32"/>
                    <a:pt x="57" y="24"/>
                    <a:pt x="5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4" name="Freeform 6"/>
            <p:cNvSpPr/>
            <p:nvPr/>
          </p:nvSpPr>
          <p:spPr bwMode="auto">
            <a:xfrm>
              <a:off x="7254875" y="5449888"/>
              <a:ext cx="93663" cy="90488"/>
            </a:xfrm>
            <a:custGeom>
              <a:avLst/>
              <a:gdLst>
                <a:gd name="T0" fmla="*/ 56 w 56"/>
                <a:gd name="T1" fmla="*/ 23 h 54"/>
                <a:gd name="T2" fmla="*/ 36 w 56"/>
                <a:gd name="T3" fmla="*/ 0 h 54"/>
                <a:gd name="T4" fmla="*/ 31 w 56"/>
                <a:gd name="T5" fmla="*/ 5 h 54"/>
                <a:gd name="T6" fmla="*/ 18 w 56"/>
                <a:gd name="T7" fmla="*/ 16 h 54"/>
                <a:gd name="T8" fmla="*/ 0 w 56"/>
                <a:gd name="T9" fmla="*/ 30 h 54"/>
                <a:gd name="T10" fmla="*/ 18 w 56"/>
                <a:gd name="T11" fmla="*/ 54 h 54"/>
                <a:gd name="T12" fmla="*/ 37 w 56"/>
                <a:gd name="T13" fmla="*/ 39 h 54"/>
                <a:gd name="T14" fmla="*/ 50 w 56"/>
                <a:gd name="T15" fmla="*/ 28 h 54"/>
                <a:gd name="T16" fmla="*/ 56 w 56"/>
                <a:gd name="T17" fmla="*/ 2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4">
                  <a:moveTo>
                    <a:pt x="56" y="23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4" y="2"/>
                    <a:pt x="31" y="5"/>
                  </a:cubicBezTo>
                  <a:cubicBezTo>
                    <a:pt x="27" y="8"/>
                    <a:pt x="23" y="12"/>
                    <a:pt x="18" y="16"/>
                  </a:cubicBezTo>
                  <a:cubicBezTo>
                    <a:pt x="9" y="23"/>
                    <a:pt x="0" y="30"/>
                    <a:pt x="0" y="30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8" y="54"/>
                    <a:pt x="28" y="46"/>
                    <a:pt x="37" y="39"/>
                  </a:cubicBezTo>
                  <a:cubicBezTo>
                    <a:pt x="42" y="35"/>
                    <a:pt x="47" y="31"/>
                    <a:pt x="50" y="28"/>
                  </a:cubicBezTo>
                  <a:cubicBezTo>
                    <a:pt x="53" y="25"/>
                    <a:pt x="56" y="23"/>
                    <a:pt x="56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5" name="Freeform 7"/>
            <p:cNvSpPr/>
            <p:nvPr/>
          </p:nvSpPr>
          <p:spPr bwMode="auto">
            <a:xfrm>
              <a:off x="7362825" y="5353050"/>
              <a:ext cx="92075" cy="92075"/>
            </a:xfrm>
            <a:custGeom>
              <a:avLst/>
              <a:gdLst>
                <a:gd name="T0" fmla="*/ 55 w 55"/>
                <a:gd name="T1" fmla="*/ 21 h 55"/>
                <a:gd name="T2" fmla="*/ 34 w 55"/>
                <a:gd name="T3" fmla="*/ 0 h 55"/>
                <a:gd name="T4" fmla="*/ 17 w 55"/>
                <a:gd name="T5" fmla="*/ 16 h 55"/>
                <a:gd name="T6" fmla="*/ 6 w 55"/>
                <a:gd name="T7" fmla="*/ 28 h 55"/>
                <a:gd name="T8" fmla="*/ 0 w 55"/>
                <a:gd name="T9" fmla="*/ 33 h 55"/>
                <a:gd name="T10" fmla="*/ 20 w 55"/>
                <a:gd name="T11" fmla="*/ 55 h 55"/>
                <a:gd name="T12" fmla="*/ 26 w 55"/>
                <a:gd name="T13" fmla="*/ 50 h 55"/>
                <a:gd name="T14" fmla="*/ 38 w 55"/>
                <a:gd name="T15" fmla="*/ 38 h 55"/>
                <a:gd name="T16" fmla="*/ 55 w 55"/>
                <a:gd name="T17" fmla="*/ 2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55">
                  <a:moveTo>
                    <a:pt x="55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26" y="8"/>
                    <a:pt x="17" y="16"/>
                  </a:cubicBezTo>
                  <a:cubicBezTo>
                    <a:pt x="13" y="20"/>
                    <a:pt x="9" y="25"/>
                    <a:pt x="6" y="28"/>
                  </a:cubicBezTo>
                  <a:cubicBezTo>
                    <a:pt x="2" y="31"/>
                    <a:pt x="0" y="33"/>
                    <a:pt x="0" y="33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20" y="55"/>
                    <a:pt x="23" y="53"/>
                    <a:pt x="26" y="50"/>
                  </a:cubicBezTo>
                  <a:cubicBezTo>
                    <a:pt x="29" y="47"/>
                    <a:pt x="34" y="42"/>
                    <a:pt x="38" y="38"/>
                  </a:cubicBezTo>
                  <a:cubicBezTo>
                    <a:pt x="47" y="30"/>
                    <a:pt x="55" y="21"/>
                    <a:pt x="5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6" name="Freeform 8"/>
            <p:cNvSpPr/>
            <p:nvPr/>
          </p:nvSpPr>
          <p:spPr bwMode="auto">
            <a:xfrm>
              <a:off x="6757988" y="5756275"/>
              <a:ext cx="93663" cy="77788"/>
            </a:xfrm>
            <a:custGeom>
              <a:avLst/>
              <a:gdLst>
                <a:gd name="T0" fmla="*/ 56 w 56"/>
                <a:gd name="T1" fmla="*/ 27 h 46"/>
                <a:gd name="T2" fmla="*/ 44 w 56"/>
                <a:gd name="T3" fmla="*/ 0 h 46"/>
                <a:gd name="T4" fmla="*/ 37 w 56"/>
                <a:gd name="T5" fmla="*/ 3 h 46"/>
                <a:gd name="T6" fmla="*/ 22 w 56"/>
                <a:gd name="T7" fmla="*/ 9 h 46"/>
                <a:gd name="T8" fmla="*/ 0 w 56"/>
                <a:gd name="T9" fmla="*/ 18 h 46"/>
                <a:gd name="T10" fmla="*/ 11 w 56"/>
                <a:gd name="T11" fmla="*/ 46 h 46"/>
                <a:gd name="T12" fmla="*/ 34 w 56"/>
                <a:gd name="T13" fmla="*/ 37 h 46"/>
                <a:gd name="T14" fmla="*/ 49 w 56"/>
                <a:gd name="T15" fmla="*/ 30 h 46"/>
                <a:gd name="T16" fmla="*/ 56 w 56"/>
                <a:gd name="T17" fmla="*/ 2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6">
                  <a:moveTo>
                    <a:pt x="56" y="27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41" y="1"/>
                    <a:pt x="37" y="3"/>
                  </a:cubicBezTo>
                  <a:cubicBezTo>
                    <a:pt x="33" y="5"/>
                    <a:pt x="27" y="7"/>
                    <a:pt x="22" y="9"/>
                  </a:cubicBezTo>
                  <a:cubicBezTo>
                    <a:pt x="11" y="14"/>
                    <a:pt x="0" y="18"/>
                    <a:pt x="0" y="18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1" y="46"/>
                    <a:pt x="22" y="41"/>
                    <a:pt x="34" y="37"/>
                  </a:cubicBezTo>
                  <a:cubicBezTo>
                    <a:pt x="39" y="34"/>
                    <a:pt x="45" y="32"/>
                    <a:pt x="49" y="30"/>
                  </a:cubicBezTo>
                  <a:cubicBezTo>
                    <a:pt x="53" y="28"/>
                    <a:pt x="56" y="27"/>
                    <a:pt x="56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7" name="Freeform 9"/>
            <p:cNvSpPr/>
            <p:nvPr/>
          </p:nvSpPr>
          <p:spPr bwMode="auto">
            <a:xfrm>
              <a:off x="6889750" y="5692775"/>
              <a:ext cx="93663" cy="82550"/>
            </a:xfrm>
            <a:custGeom>
              <a:avLst/>
              <a:gdLst>
                <a:gd name="T0" fmla="*/ 56 w 56"/>
                <a:gd name="T1" fmla="*/ 27 h 49"/>
                <a:gd name="T2" fmla="*/ 42 w 56"/>
                <a:gd name="T3" fmla="*/ 0 h 49"/>
                <a:gd name="T4" fmla="*/ 21 w 56"/>
                <a:gd name="T5" fmla="*/ 11 h 49"/>
                <a:gd name="T6" fmla="*/ 7 w 56"/>
                <a:gd name="T7" fmla="*/ 19 h 49"/>
                <a:gd name="T8" fmla="*/ 0 w 56"/>
                <a:gd name="T9" fmla="*/ 22 h 49"/>
                <a:gd name="T10" fmla="*/ 13 w 56"/>
                <a:gd name="T11" fmla="*/ 49 h 49"/>
                <a:gd name="T12" fmla="*/ 20 w 56"/>
                <a:gd name="T13" fmla="*/ 46 h 49"/>
                <a:gd name="T14" fmla="*/ 35 w 56"/>
                <a:gd name="T15" fmla="*/ 38 h 49"/>
                <a:gd name="T16" fmla="*/ 56 w 56"/>
                <a:gd name="T17" fmla="*/ 2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9">
                  <a:moveTo>
                    <a:pt x="56" y="27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1" y="6"/>
                    <a:pt x="21" y="11"/>
                  </a:cubicBezTo>
                  <a:cubicBezTo>
                    <a:pt x="16" y="14"/>
                    <a:pt x="10" y="17"/>
                    <a:pt x="7" y="19"/>
                  </a:cubicBezTo>
                  <a:cubicBezTo>
                    <a:pt x="3" y="21"/>
                    <a:pt x="0" y="22"/>
                    <a:pt x="0" y="22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3" y="49"/>
                    <a:pt x="16" y="48"/>
                    <a:pt x="20" y="46"/>
                  </a:cubicBezTo>
                  <a:cubicBezTo>
                    <a:pt x="24" y="44"/>
                    <a:pt x="29" y="41"/>
                    <a:pt x="35" y="38"/>
                  </a:cubicBezTo>
                  <a:cubicBezTo>
                    <a:pt x="45" y="32"/>
                    <a:pt x="56" y="27"/>
                    <a:pt x="56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8" name="Freeform 10"/>
            <p:cNvSpPr/>
            <p:nvPr/>
          </p:nvSpPr>
          <p:spPr bwMode="auto">
            <a:xfrm>
              <a:off x="7015163" y="5621338"/>
              <a:ext cx="95250" cy="84138"/>
            </a:xfrm>
            <a:custGeom>
              <a:avLst/>
              <a:gdLst>
                <a:gd name="T0" fmla="*/ 56 w 56"/>
                <a:gd name="T1" fmla="*/ 25 h 50"/>
                <a:gd name="T2" fmla="*/ 40 w 56"/>
                <a:gd name="T3" fmla="*/ 0 h 50"/>
                <a:gd name="T4" fmla="*/ 34 w 56"/>
                <a:gd name="T5" fmla="*/ 4 h 50"/>
                <a:gd name="T6" fmla="*/ 20 w 56"/>
                <a:gd name="T7" fmla="*/ 12 h 50"/>
                <a:gd name="T8" fmla="*/ 0 w 56"/>
                <a:gd name="T9" fmla="*/ 24 h 50"/>
                <a:gd name="T10" fmla="*/ 15 w 56"/>
                <a:gd name="T11" fmla="*/ 50 h 50"/>
                <a:gd name="T12" fmla="*/ 36 w 56"/>
                <a:gd name="T13" fmla="*/ 38 h 50"/>
                <a:gd name="T14" fmla="*/ 50 w 56"/>
                <a:gd name="T15" fmla="*/ 29 h 50"/>
                <a:gd name="T16" fmla="*/ 56 w 56"/>
                <a:gd name="T17" fmla="*/ 2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0">
                  <a:moveTo>
                    <a:pt x="56" y="25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38" y="1"/>
                    <a:pt x="34" y="4"/>
                  </a:cubicBezTo>
                  <a:cubicBezTo>
                    <a:pt x="30" y="6"/>
                    <a:pt x="25" y="9"/>
                    <a:pt x="20" y="12"/>
                  </a:cubicBezTo>
                  <a:cubicBezTo>
                    <a:pt x="10" y="18"/>
                    <a:pt x="0" y="24"/>
                    <a:pt x="0" y="24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0"/>
                    <a:pt x="25" y="44"/>
                    <a:pt x="36" y="38"/>
                  </a:cubicBezTo>
                  <a:cubicBezTo>
                    <a:pt x="41" y="35"/>
                    <a:pt x="46" y="32"/>
                    <a:pt x="50" y="29"/>
                  </a:cubicBezTo>
                  <a:cubicBezTo>
                    <a:pt x="54" y="27"/>
                    <a:pt x="56" y="25"/>
                    <a:pt x="56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99" name="Freeform 11"/>
            <p:cNvSpPr/>
            <p:nvPr/>
          </p:nvSpPr>
          <p:spPr bwMode="auto">
            <a:xfrm>
              <a:off x="6342063" y="5886450"/>
              <a:ext cx="88900" cy="65088"/>
            </a:xfrm>
            <a:custGeom>
              <a:avLst/>
              <a:gdLst>
                <a:gd name="T0" fmla="*/ 56 w 56"/>
                <a:gd name="T1" fmla="*/ 31 h 41"/>
                <a:gd name="T2" fmla="*/ 50 w 56"/>
                <a:gd name="T3" fmla="*/ 0 h 41"/>
                <a:gd name="T4" fmla="*/ 0 w 56"/>
                <a:gd name="T5" fmla="*/ 9 h 41"/>
                <a:gd name="T6" fmla="*/ 5 w 56"/>
                <a:gd name="T7" fmla="*/ 41 h 41"/>
                <a:gd name="T8" fmla="*/ 56 w 56"/>
                <a:gd name="T9" fmla="*/ 3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41">
                  <a:moveTo>
                    <a:pt x="56" y="31"/>
                  </a:moveTo>
                  <a:lnTo>
                    <a:pt x="50" y="0"/>
                  </a:lnTo>
                  <a:lnTo>
                    <a:pt x="0" y="9"/>
                  </a:lnTo>
                  <a:lnTo>
                    <a:pt x="5" y="41"/>
                  </a:lnTo>
                  <a:lnTo>
                    <a:pt x="56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0" name="Freeform 12"/>
            <p:cNvSpPr/>
            <p:nvPr/>
          </p:nvSpPr>
          <p:spPr bwMode="auto">
            <a:xfrm>
              <a:off x="6483350" y="5853113"/>
              <a:ext cx="92075" cy="69850"/>
            </a:xfrm>
            <a:custGeom>
              <a:avLst/>
              <a:gdLst>
                <a:gd name="T0" fmla="*/ 54 w 54"/>
                <a:gd name="T1" fmla="*/ 29 h 41"/>
                <a:gd name="T2" fmla="*/ 46 w 54"/>
                <a:gd name="T3" fmla="*/ 0 h 41"/>
                <a:gd name="T4" fmla="*/ 38 w 54"/>
                <a:gd name="T5" fmla="*/ 2 h 41"/>
                <a:gd name="T6" fmla="*/ 31 w 54"/>
                <a:gd name="T7" fmla="*/ 4 h 41"/>
                <a:gd name="T8" fmla="*/ 23 w 54"/>
                <a:gd name="T9" fmla="*/ 6 h 41"/>
                <a:gd name="T10" fmla="*/ 0 w 54"/>
                <a:gd name="T11" fmla="*/ 12 h 41"/>
                <a:gd name="T12" fmla="*/ 6 w 54"/>
                <a:gd name="T13" fmla="*/ 41 h 41"/>
                <a:gd name="T14" fmla="*/ 30 w 54"/>
                <a:gd name="T15" fmla="*/ 35 h 41"/>
                <a:gd name="T16" fmla="*/ 39 w 54"/>
                <a:gd name="T17" fmla="*/ 33 h 41"/>
                <a:gd name="T18" fmla="*/ 46 w 54"/>
                <a:gd name="T19" fmla="*/ 31 h 41"/>
                <a:gd name="T20" fmla="*/ 54 w 54"/>
                <a:gd name="T21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41">
                  <a:moveTo>
                    <a:pt x="54" y="29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3" y="1"/>
                    <a:pt x="38" y="2"/>
                  </a:cubicBezTo>
                  <a:cubicBezTo>
                    <a:pt x="36" y="3"/>
                    <a:pt x="34" y="3"/>
                    <a:pt x="31" y="4"/>
                  </a:cubicBezTo>
                  <a:cubicBezTo>
                    <a:pt x="28" y="5"/>
                    <a:pt x="26" y="6"/>
                    <a:pt x="23" y="6"/>
                  </a:cubicBezTo>
                  <a:cubicBezTo>
                    <a:pt x="11" y="9"/>
                    <a:pt x="0" y="12"/>
                    <a:pt x="0" y="12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6" y="41"/>
                    <a:pt x="18" y="38"/>
                    <a:pt x="30" y="35"/>
                  </a:cubicBezTo>
                  <a:cubicBezTo>
                    <a:pt x="33" y="35"/>
                    <a:pt x="36" y="34"/>
                    <a:pt x="39" y="33"/>
                  </a:cubicBezTo>
                  <a:cubicBezTo>
                    <a:pt x="41" y="32"/>
                    <a:pt x="44" y="32"/>
                    <a:pt x="46" y="31"/>
                  </a:cubicBezTo>
                  <a:cubicBezTo>
                    <a:pt x="51" y="30"/>
                    <a:pt x="54" y="29"/>
                    <a:pt x="5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1" name="Freeform 13"/>
            <p:cNvSpPr/>
            <p:nvPr/>
          </p:nvSpPr>
          <p:spPr bwMode="auto">
            <a:xfrm>
              <a:off x="6619875" y="5808663"/>
              <a:ext cx="93663" cy="74613"/>
            </a:xfrm>
            <a:custGeom>
              <a:avLst/>
              <a:gdLst>
                <a:gd name="T0" fmla="*/ 55 w 55"/>
                <a:gd name="T1" fmla="*/ 29 h 44"/>
                <a:gd name="T2" fmla="*/ 45 w 55"/>
                <a:gd name="T3" fmla="*/ 0 h 44"/>
                <a:gd name="T4" fmla="*/ 23 w 55"/>
                <a:gd name="T5" fmla="*/ 8 h 44"/>
                <a:gd name="T6" fmla="*/ 7 w 55"/>
                <a:gd name="T7" fmla="*/ 14 h 44"/>
                <a:gd name="T8" fmla="*/ 2 w 55"/>
                <a:gd name="T9" fmla="*/ 15 h 44"/>
                <a:gd name="T10" fmla="*/ 0 w 55"/>
                <a:gd name="T11" fmla="*/ 16 h 44"/>
                <a:gd name="T12" fmla="*/ 9 w 55"/>
                <a:gd name="T13" fmla="*/ 44 h 44"/>
                <a:gd name="T14" fmla="*/ 11 w 55"/>
                <a:gd name="T15" fmla="*/ 44 h 44"/>
                <a:gd name="T16" fmla="*/ 17 w 55"/>
                <a:gd name="T17" fmla="*/ 42 h 44"/>
                <a:gd name="T18" fmla="*/ 32 w 55"/>
                <a:gd name="T19" fmla="*/ 37 h 44"/>
                <a:gd name="T20" fmla="*/ 55 w 55"/>
                <a:gd name="T21" fmla="*/ 2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44">
                  <a:moveTo>
                    <a:pt x="55" y="29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34" y="4"/>
                    <a:pt x="23" y="8"/>
                  </a:cubicBezTo>
                  <a:cubicBezTo>
                    <a:pt x="17" y="10"/>
                    <a:pt x="12" y="12"/>
                    <a:pt x="7" y="14"/>
                  </a:cubicBezTo>
                  <a:cubicBezTo>
                    <a:pt x="5" y="14"/>
                    <a:pt x="4" y="15"/>
                    <a:pt x="2" y="15"/>
                  </a:cubicBezTo>
                  <a:cubicBezTo>
                    <a:pt x="1" y="15"/>
                    <a:pt x="0" y="16"/>
                    <a:pt x="0" y="16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10" y="44"/>
                    <a:pt x="11" y="44"/>
                  </a:cubicBezTo>
                  <a:cubicBezTo>
                    <a:pt x="13" y="43"/>
                    <a:pt x="14" y="43"/>
                    <a:pt x="17" y="42"/>
                  </a:cubicBezTo>
                  <a:cubicBezTo>
                    <a:pt x="21" y="41"/>
                    <a:pt x="27" y="39"/>
                    <a:pt x="32" y="37"/>
                  </a:cubicBezTo>
                  <a:cubicBezTo>
                    <a:pt x="44" y="33"/>
                    <a:pt x="55" y="29"/>
                    <a:pt x="55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2" name="Freeform 14"/>
            <p:cNvSpPr/>
            <p:nvPr/>
          </p:nvSpPr>
          <p:spPr bwMode="auto">
            <a:xfrm>
              <a:off x="5908675" y="5921375"/>
              <a:ext cx="82550" cy="53975"/>
            </a:xfrm>
            <a:custGeom>
              <a:avLst/>
              <a:gdLst>
                <a:gd name="T0" fmla="*/ 48 w 49"/>
                <a:gd name="T1" fmla="*/ 32 h 32"/>
                <a:gd name="T2" fmla="*/ 49 w 49"/>
                <a:gd name="T3" fmla="*/ 2 h 32"/>
                <a:gd name="T4" fmla="*/ 42 w 49"/>
                <a:gd name="T5" fmla="*/ 2 h 32"/>
                <a:gd name="T6" fmla="*/ 25 w 49"/>
                <a:gd name="T7" fmla="*/ 1 h 32"/>
                <a:gd name="T8" fmla="*/ 2 w 49"/>
                <a:gd name="T9" fmla="*/ 0 h 32"/>
                <a:gd name="T10" fmla="*/ 0 w 49"/>
                <a:gd name="T11" fmla="*/ 30 h 32"/>
                <a:gd name="T12" fmla="*/ 24 w 49"/>
                <a:gd name="T13" fmla="*/ 31 h 32"/>
                <a:gd name="T14" fmla="*/ 41 w 49"/>
                <a:gd name="T15" fmla="*/ 32 h 32"/>
                <a:gd name="T16" fmla="*/ 48 w 49"/>
                <a:gd name="T1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32">
                  <a:moveTo>
                    <a:pt x="48" y="32"/>
                  </a:move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6" y="2"/>
                    <a:pt x="42" y="2"/>
                  </a:cubicBezTo>
                  <a:cubicBezTo>
                    <a:pt x="37" y="2"/>
                    <a:pt x="31" y="2"/>
                    <a:pt x="25" y="1"/>
                  </a:cubicBezTo>
                  <a:cubicBezTo>
                    <a:pt x="14" y="1"/>
                    <a:pt x="2" y="0"/>
                    <a:pt x="2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12" y="31"/>
                    <a:pt x="24" y="31"/>
                  </a:cubicBezTo>
                  <a:cubicBezTo>
                    <a:pt x="30" y="32"/>
                    <a:pt x="36" y="32"/>
                    <a:pt x="41" y="32"/>
                  </a:cubicBezTo>
                  <a:cubicBezTo>
                    <a:pt x="45" y="32"/>
                    <a:pt x="48" y="32"/>
                    <a:pt x="4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3" name="Freeform 15"/>
            <p:cNvSpPr/>
            <p:nvPr/>
          </p:nvSpPr>
          <p:spPr bwMode="auto">
            <a:xfrm>
              <a:off x="6056313" y="5922963"/>
              <a:ext cx="82550" cy="52388"/>
            </a:xfrm>
            <a:custGeom>
              <a:avLst/>
              <a:gdLst>
                <a:gd name="T0" fmla="*/ 52 w 52"/>
                <a:gd name="T1" fmla="*/ 32 h 33"/>
                <a:gd name="T2" fmla="*/ 50 w 52"/>
                <a:gd name="T3" fmla="*/ 0 h 33"/>
                <a:gd name="T4" fmla="*/ 0 w 52"/>
                <a:gd name="T5" fmla="*/ 1 h 33"/>
                <a:gd name="T6" fmla="*/ 0 w 52"/>
                <a:gd name="T7" fmla="*/ 33 h 33"/>
                <a:gd name="T8" fmla="*/ 52 w 52"/>
                <a:gd name="T9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3">
                  <a:moveTo>
                    <a:pt x="52" y="32"/>
                  </a:moveTo>
                  <a:lnTo>
                    <a:pt x="50" y="0"/>
                  </a:lnTo>
                  <a:lnTo>
                    <a:pt x="0" y="1"/>
                  </a:lnTo>
                  <a:lnTo>
                    <a:pt x="0" y="33"/>
                  </a:lnTo>
                  <a:lnTo>
                    <a:pt x="52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4" name="Freeform 16"/>
            <p:cNvSpPr/>
            <p:nvPr/>
          </p:nvSpPr>
          <p:spPr bwMode="auto">
            <a:xfrm>
              <a:off x="6197600" y="5908675"/>
              <a:ext cx="85725" cy="60325"/>
            </a:xfrm>
            <a:custGeom>
              <a:avLst/>
              <a:gdLst>
                <a:gd name="T0" fmla="*/ 51 w 51"/>
                <a:gd name="T1" fmla="*/ 30 h 35"/>
                <a:gd name="T2" fmla="*/ 47 w 51"/>
                <a:gd name="T3" fmla="*/ 0 h 35"/>
                <a:gd name="T4" fmla="*/ 24 w 51"/>
                <a:gd name="T5" fmla="*/ 3 h 35"/>
                <a:gd name="T6" fmla="*/ 0 w 51"/>
                <a:gd name="T7" fmla="*/ 5 h 35"/>
                <a:gd name="T8" fmla="*/ 3 w 51"/>
                <a:gd name="T9" fmla="*/ 35 h 35"/>
                <a:gd name="T10" fmla="*/ 27 w 51"/>
                <a:gd name="T11" fmla="*/ 33 h 35"/>
                <a:gd name="T12" fmla="*/ 51 w 51"/>
                <a:gd name="T13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35">
                  <a:moveTo>
                    <a:pt x="51" y="3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36" y="2"/>
                    <a:pt x="24" y="3"/>
                  </a:cubicBezTo>
                  <a:cubicBezTo>
                    <a:pt x="12" y="4"/>
                    <a:pt x="0" y="5"/>
                    <a:pt x="0" y="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3" y="35"/>
                    <a:pt x="15" y="34"/>
                    <a:pt x="27" y="33"/>
                  </a:cubicBezTo>
                  <a:cubicBezTo>
                    <a:pt x="39" y="32"/>
                    <a:pt x="51" y="30"/>
                    <a:pt x="51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5" name="Freeform 17"/>
            <p:cNvSpPr/>
            <p:nvPr/>
          </p:nvSpPr>
          <p:spPr bwMode="auto">
            <a:xfrm>
              <a:off x="5472113" y="5848350"/>
              <a:ext cx="92075" cy="69850"/>
            </a:xfrm>
            <a:custGeom>
              <a:avLst/>
              <a:gdLst>
                <a:gd name="T0" fmla="*/ 47 w 54"/>
                <a:gd name="T1" fmla="*/ 41 h 41"/>
                <a:gd name="T2" fmla="*/ 54 w 54"/>
                <a:gd name="T3" fmla="*/ 12 h 41"/>
                <a:gd name="T4" fmla="*/ 31 w 54"/>
                <a:gd name="T5" fmla="*/ 6 h 41"/>
                <a:gd name="T6" fmla="*/ 9 w 54"/>
                <a:gd name="T7" fmla="*/ 0 h 41"/>
                <a:gd name="T8" fmla="*/ 0 w 54"/>
                <a:gd name="T9" fmla="*/ 28 h 41"/>
                <a:gd name="T10" fmla="*/ 24 w 54"/>
                <a:gd name="T11" fmla="*/ 35 h 41"/>
                <a:gd name="T12" fmla="*/ 47 w 54"/>
                <a:gd name="T13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41">
                  <a:moveTo>
                    <a:pt x="47" y="41"/>
                  </a:moveTo>
                  <a:cubicBezTo>
                    <a:pt x="54" y="12"/>
                    <a:pt x="54" y="12"/>
                    <a:pt x="54" y="12"/>
                  </a:cubicBezTo>
                  <a:cubicBezTo>
                    <a:pt x="54" y="12"/>
                    <a:pt x="43" y="9"/>
                    <a:pt x="31" y="6"/>
                  </a:cubicBezTo>
                  <a:cubicBezTo>
                    <a:pt x="20" y="3"/>
                    <a:pt x="9" y="0"/>
                    <a:pt x="9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12" y="32"/>
                    <a:pt x="24" y="35"/>
                  </a:cubicBezTo>
                  <a:cubicBezTo>
                    <a:pt x="36" y="38"/>
                    <a:pt x="47" y="41"/>
                    <a:pt x="47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6" name="Freeform 18"/>
            <p:cNvSpPr/>
            <p:nvPr/>
          </p:nvSpPr>
          <p:spPr bwMode="auto">
            <a:xfrm>
              <a:off x="5616575" y="5881688"/>
              <a:ext cx="88900" cy="66675"/>
            </a:xfrm>
            <a:custGeom>
              <a:avLst/>
              <a:gdLst>
                <a:gd name="T0" fmla="*/ 48 w 53"/>
                <a:gd name="T1" fmla="*/ 39 h 39"/>
                <a:gd name="T2" fmla="*/ 53 w 53"/>
                <a:gd name="T3" fmla="*/ 9 h 39"/>
                <a:gd name="T4" fmla="*/ 29 w 53"/>
                <a:gd name="T5" fmla="*/ 5 h 39"/>
                <a:gd name="T6" fmla="*/ 6 w 53"/>
                <a:gd name="T7" fmla="*/ 0 h 39"/>
                <a:gd name="T8" fmla="*/ 0 w 53"/>
                <a:gd name="T9" fmla="*/ 30 h 39"/>
                <a:gd name="T10" fmla="*/ 24 w 53"/>
                <a:gd name="T11" fmla="*/ 34 h 39"/>
                <a:gd name="T12" fmla="*/ 48 w 53"/>
                <a:gd name="T13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39">
                  <a:moveTo>
                    <a:pt x="48" y="39"/>
                  </a:moveTo>
                  <a:cubicBezTo>
                    <a:pt x="53" y="9"/>
                    <a:pt x="53" y="9"/>
                    <a:pt x="53" y="9"/>
                  </a:cubicBezTo>
                  <a:cubicBezTo>
                    <a:pt x="53" y="9"/>
                    <a:pt x="41" y="7"/>
                    <a:pt x="29" y="5"/>
                  </a:cubicBezTo>
                  <a:cubicBezTo>
                    <a:pt x="18" y="3"/>
                    <a:pt x="6" y="0"/>
                    <a:pt x="6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12" y="32"/>
                    <a:pt x="24" y="34"/>
                  </a:cubicBezTo>
                  <a:cubicBezTo>
                    <a:pt x="36" y="37"/>
                    <a:pt x="48" y="39"/>
                    <a:pt x="48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7" name="Freeform 19"/>
            <p:cNvSpPr/>
            <p:nvPr/>
          </p:nvSpPr>
          <p:spPr bwMode="auto">
            <a:xfrm>
              <a:off x="5759450" y="5907088"/>
              <a:ext cx="88900" cy="60325"/>
            </a:xfrm>
            <a:custGeom>
              <a:avLst/>
              <a:gdLst>
                <a:gd name="T0" fmla="*/ 49 w 52"/>
                <a:gd name="T1" fmla="*/ 35 h 35"/>
                <a:gd name="T2" fmla="*/ 52 w 52"/>
                <a:gd name="T3" fmla="*/ 5 h 35"/>
                <a:gd name="T4" fmla="*/ 44 w 52"/>
                <a:gd name="T5" fmla="*/ 4 h 35"/>
                <a:gd name="T6" fmla="*/ 28 w 52"/>
                <a:gd name="T7" fmla="*/ 3 h 35"/>
                <a:gd name="T8" fmla="*/ 12 w 52"/>
                <a:gd name="T9" fmla="*/ 1 h 35"/>
                <a:gd name="T10" fmla="*/ 5 w 52"/>
                <a:gd name="T11" fmla="*/ 0 h 35"/>
                <a:gd name="T12" fmla="*/ 0 w 52"/>
                <a:gd name="T13" fmla="*/ 29 h 35"/>
                <a:gd name="T14" fmla="*/ 8 w 52"/>
                <a:gd name="T15" fmla="*/ 30 h 35"/>
                <a:gd name="T16" fmla="*/ 25 w 52"/>
                <a:gd name="T17" fmla="*/ 32 h 35"/>
                <a:gd name="T18" fmla="*/ 41 w 52"/>
                <a:gd name="T19" fmla="*/ 34 h 35"/>
                <a:gd name="T20" fmla="*/ 49 w 52"/>
                <a:gd name="T21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" h="35">
                  <a:moveTo>
                    <a:pt x="49" y="35"/>
                  </a:moveTo>
                  <a:cubicBezTo>
                    <a:pt x="52" y="5"/>
                    <a:pt x="52" y="5"/>
                    <a:pt x="52" y="5"/>
                  </a:cubicBezTo>
                  <a:cubicBezTo>
                    <a:pt x="52" y="5"/>
                    <a:pt x="49" y="5"/>
                    <a:pt x="44" y="4"/>
                  </a:cubicBezTo>
                  <a:cubicBezTo>
                    <a:pt x="40" y="4"/>
                    <a:pt x="34" y="3"/>
                    <a:pt x="28" y="3"/>
                  </a:cubicBezTo>
                  <a:cubicBezTo>
                    <a:pt x="22" y="2"/>
                    <a:pt x="16" y="1"/>
                    <a:pt x="12" y="1"/>
                  </a:cubicBezTo>
                  <a:cubicBezTo>
                    <a:pt x="7" y="0"/>
                    <a:pt x="5" y="0"/>
                    <a:pt x="5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3" y="30"/>
                    <a:pt x="8" y="30"/>
                  </a:cubicBezTo>
                  <a:cubicBezTo>
                    <a:pt x="13" y="31"/>
                    <a:pt x="19" y="32"/>
                    <a:pt x="25" y="32"/>
                  </a:cubicBezTo>
                  <a:cubicBezTo>
                    <a:pt x="31" y="33"/>
                    <a:pt x="37" y="34"/>
                    <a:pt x="41" y="34"/>
                  </a:cubicBezTo>
                  <a:cubicBezTo>
                    <a:pt x="46" y="35"/>
                    <a:pt x="49" y="35"/>
                    <a:pt x="49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8" name="Freeform 20"/>
            <p:cNvSpPr/>
            <p:nvPr/>
          </p:nvSpPr>
          <p:spPr bwMode="auto">
            <a:xfrm>
              <a:off x="5065713" y="5683250"/>
              <a:ext cx="93663" cy="82550"/>
            </a:xfrm>
            <a:custGeom>
              <a:avLst/>
              <a:gdLst>
                <a:gd name="T0" fmla="*/ 43 w 56"/>
                <a:gd name="T1" fmla="*/ 49 h 49"/>
                <a:gd name="T2" fmla="*/ 56 w 56"/>
                <a:gd name="T3" fmla="*/ 22 h 49"/>
                <a:gd name="T4" fmla="*/ 35 w 56"/>
                <a:gd name="T5" fmla="*/ 11 h 49"/>
                <a:gd name="T6" fmla="*/ 21 w 56"/>
                <a:gd name="T7" fmla="*/ 4 h 49"/>
                <a:gd name="T8" fmla="*/ 14 w 56"/>
                <a:gd name="T9" fmla="*/ 0 h 49"/>
                <a:gd name="T10" fmla="*/ 0 w 56"/>
                <a:gd name="T11" fmla="*/ 26 h 49"/>
                <a:gd name="T12" fmla="*/ 7 w 56"/>
                <a:gd name="T13" fmla="*/ 30 h 49"/>
                <a:gd name="T14" fmla="*/ 21 w 56"/>
                <a:gd name="T15" fmla="*/ 38 h 49"/>
                <a:gd name="T16" fmla="*/ 43 w 56"/>
                <a:gd name="T1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9">
                  <a:moveTo>
                    <a:pt x="43" y="49"/>
                  </a:moveTo>
                  <a:cubicBezTo>
                    <a:pt x="56" y="22"/>
                    <a:pt x="56" y="22"/>
                    <a:pt x="56" y="22"/>
                  </a:cubicBezTo>
                  <a:cubicBezTo>
                    <a:pt x="56" y="22"/>
                    <a:pt x="46" y="17"/>
                    <a:pt x="35" y="11"/>
                  </a:cubicBezTo>
                  <a:cubicBezTo>
                    <a:pt x="30" y="9"/>
                    <a:pt x="25" y="6"/>
                    <a:pt x="21" y="4"/>
                  </a:cubicBezTo>
                  <a:cubicBezTo>
                    <a:pt x="17" y="2"/>
                    <a:pt x="14" y="0"/>
                    <a:pt x="14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3" y="28"/>
                    <a:pt x="7" y="30"/>
                  </a:cubicBezTo>
                  <a:cubicBezTo>
                    <a:pt x="11" y="32"/>
                    <a:pt x="16" y="35"/>
                    <a:pt x="21" y="38"/>
                  </a:cubicBezTo>
                  <a:cubicBezTo>
                    <a:pt x="32" y="44"/>
                    <a:pt x="43" y="49"/>
                    <a:pt x="43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09" name="Freeform 21"/>
            <p:cNvSpPr/>
            <p:nvPr/>
          </p:nvSpPr>
          <p:spPr bwMode="auto">
            <a:xfrm>
              <a:off x="5197475" y="5746750"/>
              <a:ext cx="93663" cy="79375"/>
            </a:xfrm>
            <a:custGeom>
              <a:avLst/>
              <a:gdLst>
                <a:gd name="T0" fmla="*/ 44 w 56"/>
                <a:gd name="T1" fmla="*/ 47 h 47"/>
                <a:gd name="T2" fmla="*/ 56 w 56"/>
                <a:gd name="T3" fmla="*/ 19 h 47"/>
                <a:gd name="T4" fmla="*/ 49 w 56"/>
                <a:gd name="T5" fmla="*/ 16 h 47"/>
                <a:gd name="T6" fmla="*/ 34 w 56"/>
                <a:gd name="T7" fmla="*/ 10 h 47"/>
                <a:gd name="T8" fmla="*/ 19 w 56"/>
                <a:gd name="T9" fmla="*/ 4 h 47"/>
                <a:gd name="T10" fmla="*/ 12 w 56"/>
                <a:gd name="T11" fmla="*/ 0 h 47"/>
                <a:gd name="T12" fmla="*/ 0 w 56"/>
                <a:gd name="T13" fmla="*/ 28 h 47"/>
                <a:gd name="T14" fmla="*/ 7 w 56"/>
                <a:gd name="T15" fmla="*/ 31 h 47"/>
                <a:gd name="T16" fmla="*/ 22 w 56"/>
                <a:gd name="T17" fmla="*/ 38 h 47"/>
                <a:gd name="T18" fmla="*/ 37 w 56"/>
                <a:gd name="T19" fmla="*/ 44 h 47"/>
                <a:gd name="T20" fmla="*/ 44 w 56"/>
                <a:gd name="T2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" h="47">
                  <a:moveTo>
                    <a:pt x="44" y="47"/>
                  </a:moveTo>
                  <a:cubicBezTo>
                    <a:pt x="56" y="19"/>
                    <a:pt x="56" y="19"/>
                    <a:pt x="56" y="19"/>
                  </a:cubicBezTo>
                  <a:cubicBezTo>
                    <a:pt x="56" y="19"/>
                    <a:pt x="53" y="18"/>
                    <a:pt x="49" y="16"/>
                  </a:cubicBezTo>
                  <a:cubicBezTo>
                    <a:pt x="45" y="15"/>
                    <a:pt x="39" y="12"/>
                    <a:pt x="34" y="10"/>
                  </a:cubicBezTo>
                  <a:cubicBezTo>
                    <a:pt x="28" y="8"/>
                    <a:pt x="23" y="5"/>
                    <a:pt x="19" y="4"/>
                  </a:cubicBezTo>
                  <a:cubicBezTo>
                    <a:pt x="15" y="2"/>
                    <a:pt x="12" y="0"/>
                    <a:pt x="12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2" y="29"/>
                    <a:pt x="7" y="31"/>
                  </a:cubicBezTo>
                  <a:cubicBezTo>
                    <a:pt x="11" y="33"/>
                    <a:pt x="16" y="35"/>
                    <a:pt x="22" y="38"/>
                  </a:cubicBezTo>
                  <a:cubicBezTo>
                    <a:pt x="27" y="40"/>
                    <a:pt x="33" y="42"/>
                    <a:pt x="37" y="44"/>
                  </a:cubicBezTo>
                  <a:cubicBezTo>
                    <a:pt x="41" y="46"/>
                    <a:pt x="44" y="47"/>
                    <a:pt x="44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0" name="Freeform 22"/>
            <p:cNvSpPr/>
            <p:nvPr/>
          </p:nvSpPr>
          <p:spPr bwMode="auto">
            <a:xfrm>
              <a:off x="5332413" y="5802313"/>
              <a:ext cx="92075" cy="74613"/>
            </a:xfrm>
            <a:custGeom>
              <a:avLst/>
              <a:gdLst>
                <a:gd name="T0" fmla="*/ 46 w 55"/>
                <a:gd name="T1" fmla="*/ 44 h 44"/>
                <a:gd name="T2" fmla="*/ 55 w 55"/>
                <a:gd name="T3" fmla="*/ 15 h 44"/>
                <a:gd name="T4" fmla="*/ 48 w 55"/>
                <a:gd name="T5" fmla="*/ 13 h 44"/>
                <a:gd name="T6" fmla="*/ 33 w 55"/>
                <a:gd name="T7" fmla="*/ 8 h 44"/>
                <a:gd name="T8" fmla="*/ 10 w 55"/>
                <a:gd name="T9" fmla="*/ 0 h 44"/>
                <a:gd name="T10" fmla="*/ 0 w 55"/>
                <a:gd name="T11" fmla="*/ 28 h 44"/>
                <a:gd name="T12" fmla="*/ 23 w 55"/>
                <a:gd name="T13" fmla="*/ 36 h 44"/>
                <a:gd name="T14" fmla="*/ 39 w 55"/>
                <a:gd name="T15" fmla="*/ 42 h 44"/>
                <a:gd name="T16" fmla="*/ 46 w 55"/>
                <a:gd name="T1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44">
                  <a:moveTo>
                    <a:pt x="46" y="44"/>
                  </a:moveTo>
                  <a:cubicBezTo>
                    <a:pt x="55" y="15"/>
                    <a:pt x="55" y="15"/>
                    <a:pt x="55" y="15"/>
                  </a:cubicBezTo>
                  <a:cubicBezTo>
                    <a:pt x="55" y="15"/>
                    <a:pt x="52" y="14"/>
                    <a:pt x="48" y="13"/>
                  </a:cubicBezTo>
                  <a:cubicBezTo>
                    <a:pt x="44" y="12"/>
                    <a:pt x="38" y="10"/>
                    <a:pt x="33" y="8"/>
                  </a:cubicBezTo>
                  <a:cubicBezTo>
                    <a:pt x="22" y="4"/>
                    <a:pt x="10" y="0"/>
                    <a:pt x="1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11" y="32"/>
                    <a:pt x="23" y="36"/>
                  </a:cubicBezTo>
                  <a:cubicBezTo>
                    <a:pt x="29" y="38"/>
                    <a:pt x="34" y="40"/>
                    <a:pt x="39" y="42"/>
                  </a:cubicBezTo>
                  <a:cubicBezTo>
                    <a:pt x="43" y="43"/>
                    <a:pt x="46" y="44"/>
                    <a:pt x="46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7862887" y="3254375"/>
            <a:ext cx="249238" cy="941388"/>
            <a:chOff x="7800975" y="3073400"/>
            <a:chExt cx="249238" cy="941388"/>
          </a:xfrm>
          <a:solidFill>
            <a:schemeClr val="tx2"/>
          </a:solidFill>
        </p:grpSpPr>
        <p:sp>
          <p:nvSpPr>
            <p:cNvPr id="111" name="Freeform 23"/>
            <p:cNvSpPr/>
            <p:nvPr/>
          </p:nvSpPr>
          <p:spPr bwMode="auto">
            <a:xfrm>
              <a:off x="7921625" y="3398838"/>
              <a:ext cx="74613" cy="104775"/>
            </a:xfrm>
            <a:custGeom>
              <a:avLst/>
              <a:gdLst>
                <a:gd name="T0" fmla="*/ 29 w 44"/>
                <a:gd name="T1" fmla="*/ 0 h 62"/>
                <a:gd name="T2" fmla="*/ 0 w 44"/>
                <a:gd name="T3" fmla="*/ 8 h 62"/>
                <a:gd name="T4" fmla="*/ 8 w 44"/>
                <a:gd name="T5" fmla="*/ 35 h 62"/>
                <a:gd name="T6" fmla="*/ 13 w 44"/>
                <a:gd name="T7" fmla="*/ 54 h 62"/>
                <a:gd name="T8" fmla="*/ 15 w 44"/>
                <a:gd name="T9" fmla="*/ 62 h 62"/>
                <a:gd name="T10" fmla="*/ 44 w 44"/>
                <a:gd name="T11" fmla="*/ 55 h 62"/>
                <a:gd name="T12" fmla="*/ 42 w 44"/>
                <a:gd name="T13" fmla="*/ 47 h 62"/>
                <a:gd name="T14" fmla="*/ 37 w 44"/>
                <a:gd name="T15" fmla="*/ 27 h 62"/>
                <a:gd name="T16" fmla="*/ 29 w 44"/>
                <a:gd name="T17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62">
                  <a:moveTo>
                    <a:pt x="29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5" y="21"/>
                    <a:pt x="8" y="35"/>
                  </a:cubicBezTo>
                  <a:cubicBezTo>
                    <a:pt x="10" y="42"/>
                    <a:pt x="11" y="49"/>
                    <a:pt x="13" y="54"/>
                  </a:cubicBezTo>
                  <a:cubicBezTo>
                    <a:pt x="14" y="59"/>
                    <a:pt x="15" y="62"/>
                    <a:pt x="15" y="62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4" y="55"/>
                    <a:pt x="43" y="52"/>
                    <a:pt x="42" y="47"/>
                  </a:cubicBezTo>
                  <a:cubicBezTo>
                    <a:pt x="41" y="41"/>
                    <a:pt x="39" y="34"/>
                    <a:pt x="37" y="27"/>
                  </a:cubicBezTo>
                  <a:cubicBezTo>
                    <a:pt x="33" y="13"/>
                    <a:pt x="29" y="0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2" name="Freeform 24"/>
            <p:cNvSpPr/>
            <p:nvPr/>
          </p:nvSpPr>
          <p:spPr bwMode="auto">
            <a:xfrm>
              <a:off x="7867650" y="3233738"/>
              <a:ext cx="80963" cy="106363"/>
            </a:xfrm>
            <a:custGeom>
              <a:avLst/>
              <a:gdLst>
                <a:gd name="T0" fmla="*/ 28 w 48"/>
                <a:gd name="T1" fmla="*/ 0 h 63"/>
                <a:gd name="T2" fmla="*/ 0 w 48"/>
                <a:gd name="T3" fmla="*/ 10 h 63"/>
                <a:gd name="T4" fmla="*/ 4 w 48"/>
                <a:gd name="T5" fmla="*/ 19 h 63"/>
                <a:gd name="T6" fmla="*/ 10 w 48"/>
                <a:gd name="T7" fmla="*/ 37 h 63"/>
                <a:gd name="T8" fmla="*/ 17 w 48"/>
                <a:gd name="T9" fmla="*/ 55 h 63"/>
                <a:gd name="T10" fmla="*/ 19 w 48"/>
                <a:gd name="T11" fmla="*/ 63 h 63"/>
                <a:gd name="T12" fmla="*/ 48 w 48"/>
                <a:gd name="T13" fmla="*/ 54 h 63"/>
                <a:gd name="T14" fmla="*/ 45 w 48"/>
                <a:gd name="T15" fmla="*/ 45 h 63"/>
                <a:gd name="T16" fmla="*/ 38 w 48"/>
                <a:gd name="T17" fmla="*/ 27 h 63"/>
                <a:gd name="T18" fmla="*/ 32 w 48"/>
                <a:gd name="T19" fmla="*/ 8 h 63"/>
                <a:gd name="T20" fmla="*/ 28 w 48"/>
                <a:gd name="T2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63">
                  <a:moveTo>
                    <a:pt x="28" y="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2" y="14"/>
                    <a:pt x="4" y="19"/>
                  </a:cubicBezTo>
                  <a:cubicBezTo>
                    <a:pt x="5" y="23"/>
                    <a:pt x="8" y="30"/>
                    <a:pt x="10" y="37"/>
                  </a:cubicBezTo>
                  <a:cubicBezTo>
                    <a:pt x="12" y="43"/>
                    <a:pt x="15" y="50"/>
                    <a:pt x="17" y="55"/>
                  </a:cubicBezTo>
                  <a:cubicBezTo>
                    <a:pt x="18" y="60"/>
                    <a:pt x="19" y="63"/>
                    <a:pt x="19" y="63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4"/>
                    <a:pt x="47" y="50"/>
                    <a:pt x="45" y="45"/>
                  </a:cubicBezTo>
                  <a:cubicBezTo>
                    <a:pt x="43" y="40"/>
                    <a:pt x="41" y="33"/>
                    <a:pt x="38" y="27"/>
                  </a:cubicBezTo>
                  <a:cubicBezTo>
                    <a:pt x="36" y="20"/>
                    <a:pt x="34" y="13"/>
                    <a:pt x="32" y="8"/>
                  </a:cubicBezTo>
                  <a:cubicBezTo>
                    <a:pt x="30" y="3"/>
                    <a:pt x="28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3" name="Freeform 25"/>
            <p:cNvSpPr/>
            <p:nvPr/>
          </p:nvSpPr>
          <p:spPr bwMode="auto">
            <a:xfrm>
              <a:off x="7800975" y="3073400"/>
              <a:ext cx="85725" cy="107950"/>
            </a:xfrm>
            <a:custGeom>
              <a:avLst/>
              <a:gdLst>
                <a:gd name="T0" fmla="*/ 27 w 51"/>
                <a:gd name="T1" fmla="*/ 0 h 64"/>
                <a:gd name="T2" fmla="*/ 0 w 51"/>
                <a:gd name="T3" fmla="*/ 13 h 64"/>
                <a:gd name="T4" fmla="*/ 4 w 51"/>
                <a:gd name="T5" fmla="*/ 21 h 64"/>
                <a:gd name="T6" fmla="*/ 12 w 51"/>
                <a:gd name="T7" fmla="*/ 39 h 64"/>
                <a:gd name="T8" fmla="*/ 20 w 51"/>
                <a:gd name="T9" fmla="*/ 56 h 64"/>
                <a:gd name="T10" fmla="*/ 24 w 51"/>
                <a:gd name="T11" fmla="*/ 64 h 64"/>
                <a:gd name="T12" fmla="*/ 51 w 51"/>
                <a:gd name="T13" fmla="*/ 52 h 64"/>
                <a:gd name="T14" fmla="*/ 48 w 51"/>
                <a:gd name="T15" fmla="*/ 44 h 64"/>
                <a:gd name="T16" fmla="*/ 39 w 51"/>
                <a:gd name="T17" fmla="*/ 26 h 64"/>
                <a:gd name="T18" fmla="*/ 31 w 51"/>
                <a:gd name="T19" fmla="*/ 8 h 64"/>
                <a:gd name="T20" fmla="*/ 27 w 51"/>
                <a:gd name="T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4">
                  <a:moveTo>
                    <a:pt x="27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2" y="16"/>
                    <a:pt x="4" y="21"/>
                  </a:cubicBezTo>
                  <a:cubicBezTo>
                    <a:pt x="6" y="26"/>
                    <a:pt x="9" y="32"/>
                    <a:pt x="12" y="39"/>
                  </a:cubicBezTo>
                  <a:cubicBezTo>
                    <a:pt x="15" y="45"/>
                    <a:pt x="18" y="51"/>
                    <a:pt x="20" y="56"/>
                  </a:cubicBezTo>
                  <a:cubicBezTo>
                    <a:pt x="22" y="61"/>
                    <a:pt x="24" y="64"/>
                    <a:pt x="24" y="64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1" y="52"/>
                    <a:pt x="50" y="49"/>
                    <a:pt x="48" y="44"/>
                  </a:cubicBezTo>
                  <a:cubicBezTo>
                    <a:pt x="45" y="39"/>
                    <a:pt x="42" y="33"/>
                    <a:pt x="39" y="26"/>
                  </a:cubicBezTo>
                  <a:cubicBezTo>
                    <a:pt x="36" y="20"/>
                    <a:pt x="33" y="13"/>
                    <a:pt x="31" y="8"/>
                  </a:cubicBezTo>
                  <a:cubicBezTo>
                    <a:pt x="29" y="3"/>
                    <a:pt x="27" y="0"/>
                    <a:pt x="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4" name="Freeform 26"/>
            <p:cNvSpPr/>
            <p:nvPr/>
          </p:nvSpPr>
          <p:spPr bwMode="auto">
            <a:xfrm>
              <a:off x="7997825" y="3916363"/>
              <a:ext cx="52388" cy="98425"/>
            </a:xfrm>
            <a:custGeom>
              <a:avLst/>
              <a:gdLst>
                <a:gd name="T0" fmla="*/ 31 w 31"/>
                <a:gd name="T1" fmla="*/ 0 h 58"/>
                <a:gd name="T2" fmla="*/ 1 w 31"/>
                <a:gd name="T3" fmla="*/ 1 h 58"/>
                <a:gd name="T4" fmla="*/ 1 w 31"/>
                <a:gd name="T5" fmla="*/ 10 h 58"/>
                <a:gd name="T6" fmla="*/ 1 w 31"/>
                <a:gd name="T7" fmla="*/ 29 h 58"/>
                <a:gd name="T8" fmla="*/ 0 w 31"/>
                <a:gd name="T9" fmla="*/ 57 h 58"/>
                <a:gd name="T10" fmla="*/ 30 w 31"/>
                <a:gd name="T11" fmla="*/ 58 h 58"/>
                <a:gd name="T12" fmla="*/ 31 w 31"/>
                <a:gd name="T13" fmla="*/ 29 h 58"/>
                <a:gd name="T14" fmla="*/ 31 w 31"/>
                <a:gd name="T15" fmla="*/ 9 h 58"/>
                <a:gd name="T16" fmla="*/ 31 w 31"/>
                <a:gd name="T1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58">
                  <a:moveTo>
                    <a:pt x="31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4"/>
                    <a:pt x="1" y="10"/>
                  </a:cubicBezTo>
                  <a:cubicBezTo>
                    <a:pt x="1" y="15"/>
                    <a:pt x="1" y="22"/>
                    <a:pt x="1" y="29"/>
                  </a:cubicBezTo>
                  <a:cubicBezTo>
                    <a:pt x="1" y="43"/>
                    <a:pt x="0" y="57"/>
                    <a:pt x="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0" y="58"/>
                    <a:pt x="31" y="44"/>
                    <a:pt x="31" y="29"/>
                  </a:cubicBezTo>
                  <a:cubicBezTo>
                    <a:pt x="31" y="22"/>
                    <a:pt x="31" y="15"/>
                    <a:pt x="31" y="9"/>
                  </a:cubicBezTo>
                  <a:cubicBezTo>
                    <a:pt x="31" y="4"/>
                    <a:pt x="31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5" name="Freeform 27"/>
            <p:cNvSpPr/>
            <p:nvPr/>
          </p:nvSpPr>
          <p:spPr bwMode="auto">
            <a:xfrm>
              <a:off x="7988300" y="3743325"/>
              <a:ext cx="58738" cy="98425"/>
            </a:xfrm>
            <a:custGeom>
              <a:avLst/>
              <a:gdLst>
                <a:gd name="T0" fmla="*/ 30 w 35"/>
                <a:gd name="T1" fmla="*/ 0 h 59"/>
                <a:gd name="T2" fmla="*/ 0 w 35"/>
                <a:gd name="T3" fmla="*/ 3 h 59"/>
                <a:gd name="T4" fmla="*/ 1 w 35"/>
                <a:gd name="T5" fmla="*/ 12 h 59"/>
                <a:gd name="T6" fmla="*/ 2 w 35"/>
                <a:gd name="T7" fmla="*/ 21 h 59"/>
                <a:gd name="T8" fmla="*/ 3 w 35"/>
                <a:gd name="T9" fmla="*/ 31 h 59"/>
                <a:gd name="T10" fmla="*/ 4 w 35"/>
                <a:gd name="T11" fmla="*/ 51 h 59"/>
                <a:gd name="T12" fmla="*/ 5 w 35"/>
                <a:gd name="T13" fmla="*/ 59 h 59"/>
                <a:gd name="T14" fmla="*/ 35 w 35"/>
                <a:gd name="T15" fmla="*/ 58 h 59"/>
                <a:gd name="T16" fmla="*/ 34 w 35"/>
                <a:gd name="T17" fmla="*/ 49 h 59"/>
                <a:gd name="T18" fmla="*/ 33 w 35"/>
                <a:gd name="T19" fmla="*/ 29 h 59"/>
                <a:gd name="T20" fmla="*/ 32 w 35"/>
                <a:gd name="T21" fmla="*/ 18 h 59"/>
                <a:gd name="T22" fmla="*/ 31 w 35"/>
                <a:gd name="T23" fmla="*/ 9 h 59"/>
                <a:gd name="T24" fmla="*/ 30 w 35"/>
                <a:gd name="T2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59">
                  <a:moveTo>
                    <a:pt x="3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7"/>
                    <a:pt x="1" y="12"/>
                  </a:cubicBezTo>
                  <a:cubicBezTo>
                    <a:pt x="1" y="15"/>
                    <a:pt x="2" y="18"/>
                    <a:pt x="2" y="21"/>
                  </a:cubicBezTo>
                  <a:cubicBezTo>
                    <a:pt x="2" y="24"/>
                    <a:pt x="3" y="28"/>
                    <a:pt x="3" y="31"/>
                  </a:cubicBezTo>
                  <a:cubicBezTo>
                    <a:pt x="3" y="38"/>
                    <a:pt x="4" y="45"/>
                    <a:pt x="4" y="51"/>
                  </a:cubicBezTo>
                  <a:cubicBezTo>
                    <a:pt x="5" y="56"/>
                    <a:pt x="5" y="59"/>
                    <a:pt x="5" y="5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35" y="54"/>
                    <a:pt x="34" y="49"/>
                  </a:cubicBezTo>
                  <a:cubicBezTo>
                    <a:pt x="34" y="43"/>
                    <a:pt x="33" y="36"/>
                    <a:pt x="33" y="29"/>
                  </a:cubicBezTo>
                  <a:cubicBezTo>
                    <a:pt x="33" y="25"/>
                    <a:pt x="32" y="22"/>
                    <a:pt x="32" y="18"/>
                  </a:cubicBezTo>
                  <a:cubicBezTo>
                    <a:pt x="32" y="15"/>
                    <a:pt x="31" y="12"/>
                    <a:pt x="31" y="9"/>
                  </a:cubicBezTo>
                  <a:cubicBezTo>
                    <a:pt x="31" y="4"/>
                    <a:pt x="30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6" name="Freeform 28"/>
            <p:cNvSpPr/>
            <p:nvPr/>
          </p:nvSpPr>
          <p:spPr bwMode="auto">
            <a:xfrm>
              <a:off x="7962900" y="3570288"/>
              <a:ext cx="65088" cy="103188"/>
            </a:xfrm>
            <a:custGeom>
              <a:avLst/>
              <a:gdLst>
                <a:gd name="T0" fmla="*/ 30 w 39"/>
                <a:gd name="T1" fmla="*/ 0 h 61"/>
                <a:gd name="T2" fmla="*/ 0 w 39"/>
                <a:gd name="T3" fmla="*/ 6 h 61"/>
                <a:gd name="T4" fmla="*/ 5 w 39"/>
                <a:gd name="T5" fmla="*/ 33 h 61"/>
                <a:gd name="T6" fmla="*/ 9 w 39"/>
                <a:gd name="T7" fmla="*/ 53 h 61"/>
                <a:gd name="T8" fmla="*/ 10 w 39"/>
                <a:gd name="T9" fmla="*/ 61 h 61"/>
                <a:gd name="T10" fmla="*/ 39 w 39"/>
                <a:gd name="T11" fmla="*/ 57 h 61"/>
                <a:gd name="T12" fmla="*/ 38 w 39"/>
                <a:gd name="T13" fmla="*/ 48 h 61"/>
                <a:gd name="T14" fmla="*/ 35 w 39"/>
                <a:gd name="T15" fmla="*/ 28 h 61"/>
                <a:gd name="T16" fmla="*/ 30 w 39"/>
                <a:gd name="T17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61">
                  <a:moveTo>
                    <a:pt x="30" y="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3" y="20"/>
                    <a:pt x="5" y="33"/>
                  </a:cubicBezTo>
                  <a:cubicBezTo>
                    <a:pt x="7" y="40"/>
                    <a:pt x="8" y="47"/>
                    <a:pt x="9" y="53"/>
                  </a:cubicBezTo>
                  <a:cubicBezTo>
                    <a:pt x="9" y="58"/>
                    <a:pt x="10" y="61"/>
                    <a:pt x="10" y="61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9" y="57"/>
                    <a:pt x="39" y="53"/>
                    <a:pt x="38" y="48"/>
                  </a:cubicBezTo>
                  <a:cubicBezTo>
                    <a:pt x="37" y="43"/>
                    <a:pt x="36" y="36"/>
                    <a:pt x="35" y="28"/>
                  </a:cubicBezTo>
                  <a:cubicBezTo>
                    <a:pt x="33" y="14"/>
                    <a:pt x="30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4932362" y="2122488"/>
            <a:ext cx="1590676" cy="412750"/>
            <a:chOff x="4870450" y="1941513"/>
            <a:chExt cx="1590676" cy="412750"/>
          </a:xfrm>
          <a:solidFill>
            <a:schemeClr val="tx2"/>
          </a:solidFill>
        </p:grpSpPr>
        <p:sp>
          <p:nvSpPr>
            <p:cNvPr id="117" name="Freeform 29"/>
            <p:cNvSpPr/>
            <p:nvPr/>
          </p:nvSpPr>
          <p:spPr bwMode="auto">
            <a:xfrm>
              <a:off x="5116513" y="2127250"/>
              <a:ext cx="93663" cy="80963"/>
            </a:xfrm>
            <a:custGeom>
              <a:avLst/>
              <a:gdLst>
                <a:gd name="T0" fmla="*/ 0 w 56"/>
                <a:gd name="T1" fmla="*/ 21 h 48"/>
                <a:gd name="T2" fmla="*/ 14 w 56"/>
                <a:gd name="T3" fmla="*/ 48 h 48"/>
                <a:gd name="T4" fmla="*/ 35 w 56"/>
                <a:gd name="T5" fmla="*/ 37 h 48"/>
                <a:gd name="T6" fmla="*/ 49 w 56"/>
                <a:gd name="T7" fmla="*/ 30 h 48"/>
                <a:gd name="T8" fmla="*/ 56 w 56"/>
                <a:gd name="T9" fmla="*/ 27 h 48"/>
                <a:gd name="T10" fmla="*/ 43 w 56"/>
                <a:gd name="T11" fmla="*/ 0 h 48"/>
                <a:gd name="T12" fmla="*/ 36 w 56"/>
                <a:gd name="T13" fmla="*/ 3 h 48"/>
                <a:gd name="T14" fmla="*/ 22 w 56"/>
                <a:gd name="T15" fmla="*/ 10 h 48"/>
                <a:gd name="T16" fmla="*/ 0 w 56"/>
                <a:gd name="T17" fmla="*/ 2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8">
                  <a:moveTo>
                    <a:pt x="0" y="21"/>
                  </a:moveTo>
                  <a:cubicBezTo>
                    <a:pt x="14" y="48"/>
                    <a:pt x="14" y="48"/>
                    <a:pt x="14" y="48"/>
                  </a:cubicBezTo>
                  <a:cubicBezTo>
                    <a:pt x="14" y="48"/>
                    <a:pt x="25" y="43"/>
                    <a:pt x="35" y="37"/>
                  </a:cubicBezTo>
                  <a:cubicBezTo>
                    <a:pt x="40" y="35"/>
                    <a:pt x="45" y="32"/>
                    <a:pt x="49" y="30"/>
                  </a:cubicBezTo>
                  <a:cubicBezTo>
                    <a:pt x="53" y="29"/>
                    <a:pt x="56" y="27"/>
                    <a:pt x="56" y="27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0"/>
                    <a:pt x="41" y="1"/>
                    <a:pt x="36" y="3"/>
                  </a:cubicBezTo>
                  <a:cubicBezTo>
                    <a:pt x="32" y="5"/>
                    <a:pt x="27" y="8"/>
                    <a:pt x="22" y="10"/>
                  </a:cubicBezTo>
                  <a:cubicBezTo>
                    <a:pt x="11" y="16"/>
                    <a:pt x="0" y="21"/>
                    <a:pt x="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8" name="Freeform 30"/>
            <p:cNvSpPr/>
            <p:nvPr/>
          </p:nvSpPr>
          <p:spPr bwMode="auto">
            <a:xfrm>
              <a:off x="4991100" y="2193925"/>
              <a:ext cx="93663" cy="82550"/>
            </a:xfrm>
            <a:custGeom>
              <a:avLst/>
              <a:gdLst>
                <a:gd name="T0" fmla="*/ 0 w 56"/>
                <a:gd name="T1" fmla="*/ 24 h 49"/>
                <a:gd name="T2" fmla="*/ 15 w 56"/>
                <a:gd name="T3" fmla="*/ 49 h 49"/>
                <a:gd name="T4" fmla="*/ 35 w 56"/>
                <a:gd name="T5" fmla="*/ 37 h 49"/>
                <a:gd name="T6" fmla="*/ 49 w 56"/>
                <a:gd name="T7" fmla="*/ 30 h 49"/>
                <a:gd name="T8" fmla="*/ 56 w 56"/>
                <a:gd name="T9" fmla="*/ 26 h 49"/>
                <a:gd name="T10" fmla="*/ 41 w 56"/>
                <a:gd name="T11" fmla="*/ 0 h 49"/>
                <a:gd name="T12" fmla="*/ 35 w 56"/>
                <a:gd name="T13" fmla="*/ 3 h 49"/>
                <a:gd name="T14" fmla="*/ 20 w 56"/>
                <a:gd name="T15" fmla="*/ 12 h 49"/>
                <a:gd name="T16" fmla="*/ 0 w 56"/>
                <a:gd name="T17" fmla="*/ 2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49">
                  <a:moveTo>
                    <a:pt x="0" y="24"/>
                  </a:moveTo>
                  <a:cubicBezTo>
                    <a:pt x="15" y="49"/>
                    <a:pt x="15" y="49"/>
                    <a:pt x="15" y="49"/>
                  </a:cubicBezTo>
                  <a:cubicBezTo>
                    <a:pt x="15" y="49"/>
                    <a:pt x="25" y="43"/>
                    <a:pt x="35" y="37"/>
                  </a:cubicBezTo>
                  <a:cubicBezTo>
                    <a:pt x="40" y="34"/>
                    <a:pt x="45" y="32"/>
                    <a:pt x="49" y="30"/>
                  </a:cubicBezTo>
                  <a:cubicBezTo>
                    <a:pt x="53" y="27"/>
                    <a:pt x="56" y="26"/>
                    <a:pt x="56" y="26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39" y="1"/>
                    <a:pt x="35" y="3"/>
                  </a:cubicBezTo>
                  <a:cubicBezTo>
                    <a:pt x="31" y="5"/>
                    <a:pt x="25" y="8"/>
                    <a:pt x="20" y="12"/>
                  </a:cubicBezTo>
                  <a:cubicBezTo>
                    <a:pt x="10" y="18"/>
                    <a:pt x="0" y="24"/>
                    <a:pt x="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19" name="Freeform 31"/>
            <p:cNvSpPr/>
            <p:nvPr/>
          </p:nvSpPr>
          <p:spPr bwMode="auto">
            <a:xfrm>
              <a:off x="4870450" y="2268538"/>
              <a:ext cx="93663" cy="85725"/>
            </a:xfrm>
            <a:custGeom>
              <a:avLst/>
              <a:gdLst>
                <a:gd name="T0" fmla="*/ 0 w 55"/>
                <a:gd name="T1" fmla="*/ 26 h 51"/>
                <a:gd name="T2" fmla="*/ 17 w 55"/>
                <a:gd name="T3" fmla="*/ 51 h 51"/>
                <a:gd name="T4" fmla="*/ 36 w 55"/>
                <a:gd name="T5" fmla="*/ 38 h 51"/>
                <a:gd name="T6" fmla="*/ 49 w 55"/>
                <a:gd name="T7" fmla="*/ 29 h 51"/>
                <a:gd name="T8" fmla="*/ 55 w 55"/>
                <a:gd name="T9" fmla="*/ 25 h 51"/>
                <a:gd name="T10" fmla="*/ 39 w 55"/>
                <a:gd name="T11" fmla="*/ 0 h 51"/>
                <a:gd name="T12" fmla="*/ 33 w 55"/>
                <a:gd name="T13" fmla="*/ 4 h 51"/>
                <a:gd name="T14" fmla="*/ 19 w 55"/>
                <a:gd name="T15" fmla="*/ 13 h 51"/>
                <a:gd name="T16" fmla="*/ 0 w 55"/>
                <a:gd name="T17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51">
                  <a:moveTo>
                    <a:pt x="0" y="26"/>
                  </a:move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27" y="44"/>
                    <a:pt x="36" y="38"/>
                  </a:cubicBezTo>
                  <a:cubicBezTo>
                    <a:pt x="41" y="34"/>
                    <a:pt x="46" y="31"/>
                    <a:pt x="49" y="29"/>
                  </a:cubicBezTo>
                  <a:cubicBezTo>
                    <a:pt x="53" y="26"/>
                    <a:pt x="55" y="25"/>
                    <a:pt x="55" y="2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37" y="1"/>
                    <a:pt x="33" y="4"/>
                  </a:cubicBezTo>
                  <a:cubicBezTo>
                    <a:pt x="29" y="6"/>
                    <a:pt x="24" y="9"/>
                    <a:pt x="19" y="13"/>
                  </a:cubicBezTo>
                  <a:cubicBezTo>
                    <a:pt x="9" y="20"/>
                    <a:pt x="0" y="26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0" name="Freeform 32"/>
            <p:cNvSpPr/>
            <p:nvPr/>
          </p:nvSpPr>
          <p:spPr bwMode="auto">
            <a:xfrm>
              <a:off x="5521325" y="1989138"/>
              <a:ext cx="90488" cy="69850"/>
            </a:xfrm>
            <a:custGeom>
              <a:avLst/>
              <a:gdLst>
                <a:gd name="T0" fmla="*/ 0 w 53"/>
                <a:gd name="T1" fmla="*/ 12 h 41"/>
                <a:gd name="T2" fmla="*/ 7 w 53"/>
                <a:gd name="T3" fmla="*/ 41 h 41"/>
                <a:gd name="T4" fmla="*/ 14 w 53"/>
                <a:gd name="T5" fmla="*/ 39 h 41"/>
                <a:gd name="T6" fmla="*/ 30 w 53"/>
                <a:gd name="T7" fmla="*/ 35 h 41"/>
                <a:gd name="T8" fmla="*/ 53 w 53"/>
                <a:gd name="T9" fmla="*/ 30 h 41"/>
                <a:gd name="T10" fmla="*/ 46 w 53"/>
                <a:gd name="T11" fmla="*/ 0 h 41"/>
                <a:gd name="T12" fmla="*/ 23 w 53"/>
                <a:gd name="T13" fmla="*/ 6 h 41"/>
                <a:gd name="T14" fmla="*/ 7 w 53"/>
                <a:gd name="T15" fmla="*/ 10 h 41"/>
                <a:gd name="T16" fmla="*/ 0 w 53"/>
                <a:gd name="T1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41">
                  <a:moveTo>
                    <a:pt x="0" y="12"/>
                  </a:moveTo>
                  <a:cubicBezTo>
                    <a:pt x="7" y="41"/>
                    <a:pt x="7" y="41"/>
                    <a:pt x="7" y="41"/>
                  </a:cubicBezTo>
                  <a:cubicBezTo>
                    <a:pt x="7" y="41"/>
                    <a:pt x="10" y="40"/>
                    <a:pt x="14" y="39"/>
                  </a:cubicBezTo>
                  <a:cubicBezTo>
                    <a:pt x="19" y="38"/>
                    <a:pt x="24" y="36"/>
                    <a:pt x="30" y="35"/>
                  </a:cubicBezTo>
                  <a:cubicBezTo>
                    <a:pt x="41" y="32"/>
                    <a:pt x="53" y="30"/>
                    <a:pt x="53" y="3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34" y="3"/>
                    <a:pt x="23" y="6"/>
                  </a:cubicBezTo>
                  <a:cubicBezTo>
                    <a:pt x="17" y="7"/>
                    <a:pt x="11" y="9"/>
                    <a:pt x="7" y="10"/>
                  </a:cubicBezTo>
                  <a:cubicBezTo>
                    <a:pt x="3" y="11"/>
                    <a:pt x="0" y="12"/>
                    <a:pt x="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1" name="Freeform 33"/>
            <p:cNvSpPr/>
            <p:nvPr/>
          </p:nvSpPr>
          <p:spPr bwMode="auto">
            <a:xfrm>
              <a:off x="5383213" y="2025650"/>
              <a:ext cx="90488" cy="73025"/>
            </a:xfrm>
            <a:custGeom>
              <a:avLst/>
              <a:gdLst>
                <a:gd name="T0" fmla="*/ 0 w 54"/>
                <a:gd name="T1" fmla="*/ 14 h 43"/>
                <a:gd name="T2" fmla="*/ 10 w 54"/>
                <a:gd name="T3" fmla="*/ 43 h 43"/>
                <a:gd name="T4" fmla="*/ 17 w 54"/>
                <a:gd name="T5" fmla="*/ 40 h 43"/>
                <a:gd name="T6" fmla="*/ 32 w 54"/>
                <a:gd name="T7" fmla="*/ 35 h 43"/>
                <a:gd name="T8" fmla="*/ 54 w 54"/>
                <a:gd name="T9" fmla="*/ 28 h 43"/>
                <a:gd name="T10" fmla="*/ 45 w 54"/>
                <a:gd name="T11" fmla="*/ 0 h 43"/>
                <a:gd name="T12" fmla="*/ 23 w 54"/>
                <a:gd name="T13" fmla="*/ 7 h 43"/>
                <a:gd name="T14" fmla="*/ 7 w 54"/>
                <a:gd name="T15" fmla="*/ 12 h 43"/>
                <a:gd name="T16" fmla="*/ 0 w 54"/>
                <a:gd name="T17" fmla="*/ 1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43">
                  <a:moveTo>
                    <a:pt x="0" y="14"/>
                  </a:move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2" y="42"/>
                    <a:pt x="17" y="40"/>
                  </a:cubicBezTo>
                  <a:cubicBezTo>
                    <a:pt x="21" y="39"/>
                    <a:pt x="26" y="37"/>
                    <a:pt x="32" y="35"/>
                  </a:cubicBezTo>
                  <a:cubicBezTo>
                    <a:pt x="43" y="32"/>
                    <a:pt x="54" y="28"/>
                    <a:pt x="54" y="28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34" y="3"/>
                    <a:pt x="23" y="7"/>
                  </a:cubicBezTo>
                  <a:cubicBezTo>
                    <a:pt x="17" y="9"/>
                    <a:pt x="11" y="10"/>
                    <a:pt x="7" y="12"/>
                  </a:cubicBezTo>
                  <a:cubicBezTo>
                    <a:pt x="3" y="13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2" name="Freeform 34"/>
            <p:cNvSpPr/>
            <p:nvPr/>
          </p:nvSpPr>
          <p:spPr bwMode="auto">
            <a:xfrm>
              <a:off x="5248275" y="2071688"/>
              <a:ext cx="92075" cy="76200"/>
            </a:xfrm>
            <a:custGeom>
              <a:avLst/>
              <a:gdLst>
                <a:gd name="T0" fmla="*/ 0 w 58"/>
                <a:gd name="T1" fmla="*/ 18 h 48"/>
                <a:gd name="T2" fmla="*/ 12 w 58"/>
                <a:gd name="T3" fmla="*/ 48 h 48"/>
                <a:gd name="T4" fmla="*/ 58 w 58"/>
                <a:gd name="T5" fmla="*/ 30 h 48"/>
                <a:gd name="T6" fmla="*/ 48 w 58"/>
                <a:gd name="T7" fmla="*/ 0 h 48"/>
                <a:gd name="T8" fmla="*/ 0 w 58"/>
                <a:gd name="T9" fmla="*/ 1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48">
                  <a:moveTo>
                    <a:pt x="0" y="18"/>
                  </a:moveTo>
                  <a:lnTo>
                    <a:pt x="12" y="48"/>
                  </a:lnTo>
                  <a:lnTo>
                    <a:pt x="58" y="30"/>
                  </a:lnTo>
                  <a:lnTo>
                    <a:pt x="48" y="0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3" name="Freeform 35"/>
            <p:cNvSpPr/>
            <p:nvPr/>
          </p:nvSpPr>
          <p:spPr bwMode="auto">
            <a:xfrm>
              <a:off x="5949950" y="1941513"/>
              <a:ext cx="80963" cy="52388"/>
            </a:xfrm>
            <a:custGeom>
              <a:avLst/>
              <a:gdLst>
                <a:gd name="T0" fmla="*/ 0 w 51"/>
                <a:gd name="T1" fmla="*/ 1 h 33"/>
                <a:gd name="T2" fmla="*/ 1 w 51"/>
                <a:gd name="T3" fmla="*/ 33 h 33"/>
                <a:gd name="T4" fmla="*/ 51 w 51"/>
                <a:gd name="T5" fmla="*/ 32 h 33"/>
                <a:gd name="T6" fmla="*/ 51 w 51"/>
                <a:gd name="T7" fmla="*/ 0 h 33"/>
                <a:gd name="T8" fmla="*/ 0 w 51"/>
                <a:gd name="T9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3">
                  <a:moveTo>
                    <a:pt x="0" y="1"/>
                  </a:moveTo>
                  <a:lnTo>
                    <a:pt x="1" y="33"/>
                  </a:lnTo>
                  <a:lnTo>
                    <a:pt x="51" y="32"/>
                  </a:lnTo>
                  <a:lnTo>
                    <a:pt x="51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4" name="Freeform 36"/>
            <p:cNvSpPr/>
            <p:nvPr/>
          </p:nvSpPr>
          <p:spPr bwMode="auto">
            <a:xfrm>
              <a:off x="5805488" y="1947863"/>
              <a:ext cx="84138" cy="58738"/>
            </a:xfrm>
            <a:custGeom>
              <a:avLst/>
              <a:gdLst>
                <a:gd name="T0" fmla="*/ 0 w 50"/>
                <a:gd name="T1" fmla="*/ 4 h 34"/>
                <a:gd name="T2" fmla="*/ 3 w 50"/>
                <a:gd name="T3" fmla="*/ 34 h 34"/>
                <a:gd name="T4" fmla="*/ 26 w 50"/>
                <a:gd name="T5" fmla="*/ 32 h 34"/>
                <a:gd name="T6" fmla="*/ 42 w 50"/>
                <a:gd name="T7" fmla="*/ 30 h 34"/>
                <a:gd name="T8" fmla="*/ 50 w 50"/>
                <a:gd name="T9" fmla="*/ 30 h 34"/>
                <a:gd name="T10" fmla="*/ 47 w 50"/>
                <a:gd name="T11" fmla="*/ 0 h 34"/>
                <a:gd name="T12" fmla="*/ 40 w 50"/>
                <a:gd name="T13" fmla="*/ 0 h 34"/>
                <a:gd name="T14" fmla="*/ 24 w 50"/>
                <a:gd name="T15" fmla="*/ 2 h 34"/>
                <a:gd name="T16" fmla="*/ 0 w 50"/>
                <a:gd name="T17" fmla="*/ 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34">
                  <a:moveTo>
                    <a:pt x="0" y="4"/>
                  </a:moveTo>
                  <a:cubicBezTo>
                    <a:pt x="3" y="34"/>
                    <a:pt x="3" y="34"/>
                    <a:pt x="3" y="34"/>
                  </a:cubicBezTo>
                  <a:cubicBezTo>
                    <a:pt x="3" y="34"/>
                    <a:pt x="15" y="33"/>
                    <a:pt x="26" y="32"/>
                  </a:cubicBezTo>
                  <a:cubicBezTo>
                    <a:pt x="32" y="31"/>
                    <a:pt x="38" y="30"/>
                    <a:pt x="42" y="30"/>
                  </a:cubicBezTo>
                  <a:cubicBezTo>
                    <a:pt x="47" y="30"/>
                    <a:pt x="50" y="30"/>
                    <a:pt x="50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4" y="0"/>
                    <a:pt x="40" y="0"/>
                  </a:cubicBezTo>
                  <a:cubicBezTo>
                    <a:pt x="36" y="0"/>
                    <a:pt x="30" y="1"/>
                    <a:pt x="24" y="2"/>
                  </a:cubicBezTo>
                  <a:cubicBezTo>
                    <a:pt x="12" y="3"/>
                    <a:pt x="0" y="4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5" name="Freeform 37"/>
            <p:cNvSpPr/>
            <p:nvPr/>
          </p:nvSpPr>
          <p:spPr bwMode="auto">
            <a:xfrm>
              <a:off x="5664200" y="1963738"/>
              <a:ext cx="85725" cy="61913"/>
            </a:xfrm>
            <a:custGeom>
              <a:avLst/>
              <a:gdLst>
                <a:gd name="T0" fmla="*/ 0 w 51"/>
                <a:gd name="T1" fmla="*/ 8 h 37"/>
                <a:gd name="T2" fmla="*/ 5 w 51"/>
                <a:gd name="T3" fmla="*/ 37 h 37"/>
                <a:gd name="T4" fmla="*/ 28 w 51"/>
                <a:gd name="T5" fmla="*/ 33 h 37"/>
                <a:gd name="T6" fmla="*/ 44 w 51"/>
                <a:gd name="T7" fmla="*/ 31 h 37"/>
                <a:gd name="T8" fmla="*/ 51 w 51"/>
                <a:gd name="T9" fmla="*/ 30 h 37"/>
                <a:gd name="T10" fmla="*/ 47 w 51"/>
                <a:gd name="T11" fmla="*/ 0 h 37"/>
                <a:gd name="T12" fmla="*/ 39 w 51"/>
                <a:gd name="T13" fmla="*/ 1 h 37"/>
                <a:gd name="T14" fmla="*/ 23 w 51"/>
                <a:gd name="T15" fmla="*/ 3 h 37"/>
                <a:gd name="T16" fmla="*/ 0 w 51"/>
                <a:gd name="T1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37">
                  <a:moveTo>
                    <a:pt x="0" y="8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17" y="35"/>
                    <a:pt x="28" y="33"/>
                  </a:cubicBezTo>
                  <a:cubicBezTo>
                    <a:pt x="34" y="32"/>
                    <a:pt x="40" y="31"/>
                    <a:pt x="44" y="31"/>
                  </a:cubicBezTo>
                  <a:cubicBezTo>
                    <a:pt x="48" y="30"/>
                    <a:pt x="51" y="30"/>
                    <a:pt x="51" y="3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4" y="0"/>
                    <a:pt x="39" y="1"/>
                  </a:cubicBezTo>
                  <a:cubicBezTo>
                    <a:pt x="35" y="2"/>
                    <a:pt x="29" y="2"/>
                    <a:pt x="23" y="3"/>
                  </a:cubicBezTo>
                  <a:cubicBezTo>
                    <a:pt x="11" y="6"/>
                    <a:pt x="0" y="8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6" name="Freeform 38"/>
            <p:cNvSpPr/>
            <p:nvPr/>
          </p:nvSpPr>
          <p:spPr bwMode="auto">
            <a:xfrm>
              <a:off x="6373813" y="1971675"/>
              <a:ext cx="87313" cy="66675"/>
            </a:xfrm>
            <a:custGeom>
              <a:avLst/>
              <a:gdLst>
                <a:gd name="T0" fmla="*/ 5 w 55"/>
                <a:gd name="T1" fmla="*/ 0 h 42"/>
                <a:gd name="T2" fmla="*/ 0 w 55"/>
                <a:gd name="T3" fmla="*/ 32 h 42"/>
                <a:gd name="T4" fmla="*/ 48 w 55"/>
                <a:gd name="T5" fmla="*/ 42 h 42"/>
                <a:gd name="T6" fmla="*/ 55 w 55"/>
                <a:gd name="T7" fmla="*/ 10 h 42"/>
                <a:gd name="T8" fmla="*/ 5 w 55"/>
                <a:gd name="T9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42">
                  <a:moveTo>
                    <a:pt x="5" y="0"/>
                  </a:moveTo>
                  <a:lnTo>
                    <a:pt x="0" y="32"/>
                  </a:lnTo>
                  <a:lnTo>
                    <a:pt x="48" y="42"/>
                  </a:lnTo>
                  <a:lnTo>
                    <a:pt x="55" y="10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7" name="Freeform 39"/>
            <p:cNvSpPr/>
            <p:nvPr/>
          </p:nvSpPr>
          <p:spPr bwMode="auto">
            <a:xfrm>
              <a:off x="6232525" y="1954213"/>
              <a:ext cx="85725" cy="58738"/>
            </a:xfrm>
            <a:custGeom>
              <a:avLst/>
              <a:gdLst>
                <a:gd name="T0" fmla="*/ 3 w 50"/>
                <a:gd name="T1" fmla="*/ 0 h 35"/>
                <a:gd name="T2" fmla="*/ 0 w 50"/>
                <a:gd name="T3" fmla="*/ 30 h 35"/>
                <a:gd name="T4" fmla="*/ 7 w 50"/>
                <a:gd name="T5" fmla="*/ 30 h 35"/>
                <a:gd name="T6" fmla="*/ 23 w 50"/>
                <a:gd name="T7" fmla="*/ 32 h 35"/>
                <a:gd name="T8" fmla="*/ 46 w 50"/>
                <a:gd name="T9" fmla="*/ 35 h 35"/>
                <a:gd name="T10" fmla="*/ 50 w 50"/>
                <a:gd name="T11" fmla="*/ 6 h 35"/>
                <a:gd name="T12" fmla="*/ 27 w 50"/>
                <a:gd name="T13" fmla="*/ 2 h 35"/>
                <a:gd name="T14" fmla="*/ 11 w 50"/>
                <a:gd name="T15" fmla="*/ 0 h 35"/>
                <a:gd name="T16" fmla="*/ 3 w 50"/>
                <a:gd name="T1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35">
                  <a:moveTo>
                    <a:pt x="3" y="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3" y="30"/>
                    <a:pt x="7" y="30"/>
                  </a:cubicBezTo>
                  <a:cubicBezTo>
                    <a:pt x="12" y="31"/>
                    <a:pt x="18" y="31"/>
                    <a:pt x="23" y="32"/>
                  </a:cubicBezTo>
                  <a:cubicBezTo>
                    <a:pt x="35" y="34"/>
                    <a:pt x="46" y="35"/>
                    <a:pt x="46" y="3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39" y="4"/>
                    <a:pt x="27" y="2"/>
                  </a:cubicBezTo>
                  <a:cubicBezTo>
                    <a:pt x="21" y="1"/>
                    <a:pt x="15" y="1"/>
                    <a:pt x="11" y="0"/>
                  </a:cubicBezTo>
                  <a:cubicBezTo>
                    <a:pt x="6" y="0"/>
                    <a:pt x="3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28" name="Freeform 40"/>
            <p:cNvSpPr/>
            <p:nvPr/>
          </p:nvSpPr>
          <p:spPr bwMode="auto">
            <a:xfrm>
              <a:off x="6092825" y="1943100"/>
              <a:ext cx="82550" cy="53975"/>
            </a:xfrm>
            <a:custGeom>
              <a:avLst/>
              <a:gdLst>
                <a:gd name="T0" fmla="*/ 1 w 49"/>
                <a:gd name="T1" fmla="*/ 0 h 32"/>
                <a:gd name="T2" fmla="*/ 0 w 49"/>
                <a:gd name="T3" fmla="*/ 30 h 32"/>
                <a:gd name="T4" fmla="*/ 24 w 49"/>
                <a:gd name="T5" fmla="*/ 31 h 32"/>
                <a:gd name="T6" fmla="*/ 32 w 49"/>
                <a:gd name="T7" fmla="*/ 31 h 32"/>
                <a:gd name="T8" fmla="*/ 39 w 49"/>
                <a:gd name="T9" fmla="*/ 32 h 32"/>
                <a:gd name="T10" fmla="*/ 47 w 49"/>
                <a:gd name="T11" fmla="*/ 32 h 32"/>
                <a:gd name="T12" fmla="*/ 49 w 49"/>
                <a:gd name="T13" fmla="*/ 3 h 32"/>
                <a:gd name="T14" fmla="*/ 41 w 49"/>
                <a:gd name="T15" fmla="*/ 2 h 32"/>
                <a:gd name="T16" fmla="*/ 34 w 49"/>
                <a:gd name="T17" fmla="*/ 1 h 32"/>
                <a:gd name="T18" fmla="*/ 25 w 49"/>
                <a:gd name="T19" fmla="*/ 1 h 32"/>
                <a:gd name="T20" fmla="*/ 1 w 49"/>
                <a:gd name="T2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32">
                  <a:moveTo>
                    <a:pt x="1" y="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12" y="31"/>
                    <a:pt x="24" y="31"/>
                  </a:cubicBezTo>
                  <a:cubicBezTo>
                    <a:pt x="26" y="31"/>
                    <a:pt x="29" y="31"/>
                    <a:pt x="32" y="31"/>
                  </a:cubicBezTo>
                  <a:cubicBezTo>
                    <a:pt x="35" y="31"/>
                    <a:pt x="37" y="32"/>
                    <a:pt x="39" y="32"/>
                  </a:cubicBezTo>
                  <a:cubicBezTo>
                    <a:pt x="44" y="32"/>
                    <a:pt x="47" y="32"/>
                    <a:pt x="47" y="32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3"/>
                    <a:pt x="46" y="2"/>
                    <a:pt x="41" y="2"/>
                  </a:cubicBezTo>
                  <a:cubicBezTo>
                    <a:pt x="39" y="2"/>
                    <a:pt x="37" y="1"/>
                    <a:pt x="34" y="1"/>
                  </a:cubicBezTo>
                  <a:cubicBezTo>
                    <a:pt x="31" y="1"/>
                    <a:pt x="28" y="1"/>
                    <a:pt x="25" y="1"/>
                  </a:cubicBezTo>
                  <a:cubicBezTo>
                    <a:pt x="13" y="1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4081462" y="3652838"/>
            <a:ext cx="158751" cy="1146175"/>
            <a:chOff x="4019550" y="3471863"/>
            <a:chExt cx="158751" cy="1146175"/>
          </a:xfrm>
          <a:solidFill>
            <a:schemeClr val="tx2"/>
          </a:solidFill>
        </p:grpSpPr>
        <p:sp>
          <p:nvSpPr>
            <p:cNvPr id="129" name="Freeform 41"/>
            <p:cNvSpPr/>
            <p:nvPr/>
          </p:nvSpPr>
          <p:spPr bwMode="auto">
            <a:xfrm>
              <a:off x="4046538" y="4275138"/>
              <a:ext cx="61913" cy="82550"/>
            </a:xfrm>
            <a:custGeom>
              <a:avLst/>
              <a:gdLst>
                <a:gd name="T0" fmla="*/ 8 w 37"/>
                <a:gd name="T1" fmla="*/ 49 h 49"/>
                <a:gd name="T2" fmla="*/ 37 w 37"/>
                <a:gd name="T3" fmla="*/ 43 h 49"/>
                <a:gd name="T4" fmla="*/ 33 w 37"/>
                <a:gd name="T5" fmla="*/ 21 h 49"/>
                <a:gd name="T6" fmla="*/ 30 w 37"/>
                <a:gd name="T7" fmla="*/ 6 h 49"/>
                <a:gd name="T8" fmla="*/ 29 w 37"/>
                <a:gd name="T9" fmla="*/ 0 h 49"/>
                <a:gd name="T10" fmla="*/ 0 w 37"/>
                <a:gd name="T11" fmla="*/ 5 h 49"/>
                <a:gd name="T12" fmla="*/ 1 w 37"/>
                <a:gd name="T13" fmla="*/ 11 h 49"/>
                <a:gd name="T14" fmla="*/ 3 w 37"/>
                <a:gd name="T15" fmla="*/ 27 h 49"/>
                <a:gd name="T16" fmla="*/ 8 w 37"/>
                <a:gd name="T1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49">
                  <a:moveTo>
                    <a:pt x="8" y="49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7" y="43"/>
                    <a:pt x="35" y="32"/>
                    <a:pt x="33" y="21"/>
                  </a:cubicBezTo>
                  <a:cubicBezTo>
                    <a:pt x="31" y="16"/>
                    <a:pt x="31" y="11"/>
                    <a:pt x="30" y="6"/>
                  </a:cubicBezTo>
                  <a:cubicBezTo>
                    <a:pt x="30" y="2"/>
                    <a:pt x="29" y="0"/>
                    <a:pt x="29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7"/>
                    <a:pt x="1" y="11"/>
                  </a:cubicBezTo>
                  <a:cubicBezTo>
                    <a:pt x="1" y="16"/>
                    <a:pt x="2" y="21"/>
                    <a:pt x="3" y="27"/>
                  </a:cubicBezTo>
                  <a:cubicBezTo>
                    <a:pt x="5" y="38"/>
                    <a:pt x="8" y="49"/>
                    <a:pt x="8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0" name="Freeform 42"/>
            <p:cNvSpPr/>
            <p:nvPr/>
          </p:nvSpPr>
          <p:spPr bwMode="auto">
            <a:xfrm>
              <a:off x="4071938" y="4405313"/>
              <a:ext cx="66675" cy="84138"/>
            </a:xfrm>
            <a:custGeom>
              <a:avLst/>
              <a:gdLst>
                <a:gd name="T0" fmla="*/ 11 w 40"/>
                <a:gd name="T1" fmla="*/ 50 h 50"/>
                <a:gd name="T2" fmla="*/ 40 w 40"/>
                <a:gd name="T3" fmla="*/ 42 h 50"/>
                <a:gd name="T4" fmla="*/ 38 w 40"/>
                <a:gd name="T5" fmla="*/ 35 h 50"/>
                <a:gd name="T6" fmla="*/ 34 w 40"/>
                <a:gd name="T7" fmla="*/ 21 h 50"/>
                <a:gd name="T8" fmla="*/ 29 w 40"/>
                <a:gd name="T9" fmla="*/ 0 h 50"/>
                <a:gd name="T10" fmla="*/ 0 w 40"/>
                <a:gd name="T11" fmla="*/ 6 h 50"/>
                <a:gd name="T12" fmla="*/ 5 w 40"/>
                <a:gd name="T13" fmla="*/ 28 h 50"/>
                <a:gd name="T14" fmla="*/ 9 w 40"/>
                <a:gd name="T15" fmla="*/ 43 h 50"/>
                <a:gd name="T16" fmla="*/ 11 w 40"/>
                <a:gd name="T17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50">
                  <a:moveTo>
                    <a:pt x="11" y="50"/>
                  </a:move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39" y="39"/>
                    <a:pt x="38" y="35"/>
                  </a:cubicBezTo>
                  <a:cubicBezTo>
                    <a:pt x="37" y="31"/>
                    <a:pt x="36" y="26"/>
                    <a:pt x="34" y="21"/>
                  </a:cubicBezTo>
                  <a:cubicBezTo>
                    <a:pt x="32" y="10"/>
                    <a:pt x="29" y="0"/>
                    <a:pt x="29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3" y="17"/>
                    <a:pt x="5" y="28"/>
                  </a:cubicBezTo>
                  <a:cubicBezTo>
                    <a:pt x="7" y="34"/>
                    <a:pt x="8" y="39"/>
                    <a:pt x="9" y="43"/>
                  </a:cubicBezTo>
                  <a:cubicBezTo>
                    <a:pt x="10" y="47"/>
                    <a:pt x="11" y="50"/>
                    <a:pt x="11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1" name="Freeform 43"/>
            <p:cNvSpPr/>
            <p:nvPr/>
          </p:nvSpPr>
          <p:spPr bwMode="auto">
            <a:xfrm>
              <a:off x="4106863" y="4532313"/>
              <a:ext cx="71438" cy="85725"/>
            </a:xfrm>
            <a:custGeom>
              <a:avLst/>
              <a:gdLst>
                <a:gd name="T0" fmla="*/ 14 w 42"/>
                <a:gd name="T1" fmla="*/ 51 h 51"/>
                <a:gd name="T2" fmla="*/ 42 w 42"/>
                <a:gd name="T3" fmla="*/ 42 h 51"/>
                <a:gd name="T4" fmla="*/ 35 w 42"/>
                <a:gd name="T5" fmla="*/ 21 h 51"/>
                <a:gd name="T6" fmla="*/ 30 w 42"/>
                <a:gd name="T7" fmla="*/ 7 h 51"/>
                <a:gd name="T8" fmla="*/ 28 w 42"/>
                <a:gd name="T9" fmla="*/ 0 h 51"/>
                <a:gd name="T10" fmla="*/ 0 w 42"/>
                <a:gd name="T11" fmla="*/ 9 h 51"/>
                <a:gd name="T12" fmla="*/ 2 w 42"/>
                <a:gd name="T13" fmla="*/ 15 h 51"/>
                <a:gd name="T14" fmla="*/ 6 w 42"/>
                <a:gd name="T15" fmla="*/ 30 h 51"/>
                <a:gd name="T16" fmla="*/ 14 w 42"/>
                <a:gd name="T1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51">
                  <a:moveTo>
                    <a:pt x="14" y="51"/>
                  </a:move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38" y="31"/>
                    <a:pt x="35" y="21"/>
                  </a:cubicBezTo>
                  <a:cubicBezTo>
                    <a:pt x="33" y="16"/>
                    <a:pt x="31" y="11"/>
                    <a:pt x="30" y="7"/>
                  </a:cubicBezTo>
                  <a:cubicBezTo>
                    <a:pt x="29" y="3"/>
                    <a:pt x="28" y="0"/>
                    <a:pt x="28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11"/>
                    <a:pt x="2" y="15"/>
                  </a:cubicBezTo>
                  <a:cubicBezTo>
                    <a:pt x="3" y="20"/>
                    <a:pt x="5" y="25"/>
                    <a:pt x="6" y="30"/>
                  </a:cubicBezTo>
                  <a:cubicBezTo>
                    <a:pt x="10" y="41"/>
                    <a:pt x="14" y="51"/>
                    <a:pt x="1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2" name="Freeform 44"/>
            <p:cNvSpPr/>
            <p:nvPr/>
          </p:nvSpPr>
          <p:spPr bwMode="auto">
            <a:xfrm>
              <a:off x="4019550" y="3876675"/>
              <a:ext cx="52388" cy="76200"/>
            </a:xfrm>
            <a:custGeom>
              <a:avLst/>
              <a:gdLst>
                <a:gd name="T0" fmla="*/ 0 w 31"/>
                <a:gd name="T1" fmla="*/ 45 h 45"/>
                <a:gd name="T2" fmla="*/ 30 w 31"/>
                <a:gd name="T3" fmla="*/ 45 h 45"/>
                <a:gd name="T4" fmla="*/ 30 w 31"/>
                <a:gd name="T5" fmla="*/ 23 h 45"/>
                <a:gd name="T6" fmla="*/ 31 w 31"/>
                <a:gd name="T7" fmla="*/ 8 h 45"/>
                <a:gd name="T8" fmla="*/ 31 w 31"/>
                <a:gd name="T9" fmla="*/ 1 h 45"/>
                <a:gd name="T10" fmla="*/ 1 w 31"/>
                <a:gd name="T11" fmla="*/ 0 h 45"/>
                <a:gd name="T12" fmla="*/ 1 w 31"/>
                <a:gd name="T13" fmla="*/ 7 h 45"/>
                <a:gd name="T14" fmla="*/ 0 w 31"/>
                <a:gd name="T15" fmla="*/ 22 h 45"/>
                <a:gd name="T16" fmla="*/ 0 w 31"/>
                <a:gd name="T1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45">
                  <a:moveTo>
                    <a:pt x="0" y="45"/>
                  </a:moveTo>
                  <a:cubicBezTo>
                    <a:pt x="30" y="45"/>
                    <a:pt x="30" y="45"/>
                    <a:pt x="30" y="45"/>
                  </a:cubicBezTo>
                  <a:cubicBezTo>
                    <a:pt x="30" y="45"/>
                    <a:pt x="30" y="34"/>
                    <a:pt x="30" y="23"/>
                  </a:cubicBezTo>
                  <a:cubicBezTo>
                    <a:pt x="30" y="18"/>
                    <a:pt x="30" y="12"/>
                    <a:pt x="31" y="8"/>
                  </a:cubicBezTo>
                  <a:cubicBezTo>
                    <a:pt x="31" y="4"/>
                    <a:pt x="31" y="1"/>
                    <a:pt x="3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3"/>
                    <a:pt x="1" y="7"/>
                  </a:cubicBezTo>
                  <a:cubicBezTo>
                    <a:pt x="0" y="11"/>
                    <a:pt x="0" y="17"/>
                    <a:pt x="0" y="22"/>
                  </a:cubicBezTo>
                  <a:cubicBezTo>
                    <a:pt x="0" y="34"/>
                    <a:pt x="0" y="45"/>
                    <a:pt x="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3" name="Freeform 45"/>
            <p:cNvSpPr/>
            <p:nvPr/>
          </p:nvSpPr>
          <p:spPr bwMode="auto">
            <a:xfrm>
              <a:off x="4021138" y="4011613"/>
              <a:ext cx="53975" cy="76200"/>
            </a:xfrm>
            <a:custGeom>
              <a:avLst/>
              <a:gdLst>
                <a:gd name="T0" fmla="*/ 2 w 32"/>
                <a:gd name="T1" fmla="*/ 45 h 45"/>
                <a:gd name="T2" fmla="*/ 32 w 32"/>
                <a:gd name="T3" fmla="*/ 43 h 45"/>
                <a:gd name="T4" fmla="*/ 30 w 32"/>
                <a:gd name="T5" fmla="*/ 21 h 45"/>
                <a:gd name="T6" fmla="*/ 30 w 32"/>
                <a:gd name="T7" fmla="*/ 0 h 45"/>
                <a:gd name="T8" fmla="*/ 0 w 32"/>
                <a:gd name="T9" fmla="*/ 0 h 45"/>
                <a:gd name="T10" fmla="*/ 0 w 32"/>
                <a:gd name="T11" fmla="*/ 23 h 45"/>
                <a:gd name="T12" fmla="*/ 2 w 32"/>
                <a:gd name="T1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45">
                  <a:moveTo>
                    <a:pt x="2" y="45"/>
                  </a:moveTo>
                  <a:cubicBezTo>
                    <a:pt x="32" y="43"/>
                    <a:pt x="32" y="43"/>
                    <a:pt x="32" y="43"/>
                  </a:cubicBezTo>
                  <a:cubicBezTo>
                    <a:pt x="32" y="43"/>
                    <a:pt x="31" y="32"/>
                    <a:pt x="30" y="21"/>
                  </a:cubicBezTo>
                  <a:cubicBezTo>
                    <a:pt x="30" y="10"/>
                    <a:pt x="30" y="0"/>
                    <a:pt x="3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2"/>
                    <a:pt x="0" y="23"/>
                  </a:cubicBezTo>
                  <a:cubicBezTo>
                    <a:pt x="1" y="34"/>
                    <a:pt x="2" y="45"/>
                    <a:pt x="2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4" name="Freeform 46"/>
            <p:cNvSpPr/>
            <p:nvPr/>
          </p:nvSpPr>
          <p:spPr bwMode="auto">
            <a:xfrm>
              <a:off x="4027488" y="4141788"/>
              <a:ext cx="58738" cy="80963"/>
            </a:xfrm>
            <a:custGeom>
              <a:avLst/>
              <a:gdLst>
                <a:gd name="T0" fmla="*/ 5 w 37"/>
                <a:gd name="T1" fmla="*/ 51 h 51"/>
                <a:gd name="T2" fmla="*/ 37 w 37"/>
                <a:gd name="T3" fmla="*/ 47 h 51"/>
                <a:gd name="T4" fmla="*/ 32 w 37"/>
                <a:gd name="T5" fmla="*/ 0 h 51"/>
                <a:gd name="T6" fmla="*/ 0 w 37"/>
                <a:gd name="T7" fmla="*/ 3 h 51"/>
                <a:gd name="T8" fmla="*/ 5 w 37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1">
                  <a:moveTo>
                    <a:pt x="5" y="51"/>
                  </a:moveTo>
                  <a:lnTo>
                    <a:pt x="37" y="47"/>
                  </a:lnTo>
                  <a:lnTo>
                    <a:pt x="32" y="0"/>
                  </a:lnTo>
                  <a:lnTo>
                    <a:pt x="0" y="3"/>
                  </a:lnTo>
                  <a:lnTo>
                    <a:pt x="5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5" name="Freeform 47"/>
            <p:cNvSpPr/>
            <p:nvPr/>
          </p:nvSpPr>
          <p:spPr bwMode="auto">
            <a:xfrm>
              <a:off x="4060825" y="3471863"/>
              <a:ext cx="66675" cy="84138"/>
            </a:xfrm>
            <a:custGeom>
              <a:avLst/>
              <a:gdLst>
                <a:gd name="T0" fmla="*/ 0 w 39"/>
                <a:gd name="T1" fmla="*/ 44 h 50"/>
                <a:gd name="T2" fmla="*/ 29 w 39"/>
                <a:gd name="T3" fmla="*/ 50 h 50"/>
                <a:gd name="T4" fmla="*/ 34 w 39"/>
                <a:gd name="T5" fmla="*/ 29 h 50"/>
                <a:gd name="T6" fmla="*/ 39 w 39"/>
                <a:gd name="T7" fmla="*/ 8 h 50"/>
                <a:gd name="T8" fmla="*/ 10 w 39"/>
                <a:gd name="T9" fmla="*/ 0 h 50"/>
                <a:gd name="T10" fmla="*/ 5 w 39"/>
                <a:gd name="T11" fmla="*/ 22 h 50"/>
                <a:gd name="T12" fmla="*/ 0 w 39"/>
                <a:gd name="T13" fmla="*/ 4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50">
                  <a:moveTo>
                    <a:pt x="0" y="44"/>
                  </a:moveTo>
                  <a:cubicBezTo>
                    <a:pt x="29" y="50"/>
                    <a:pt x="29" y="50"/>
                    <a:pt x="29" y="50"/>
                  </a:cubicBezTo>
                  <a:cubicBezTo>
                    <a:pt x="29" y="50"/>
                    <a:pt x="32" y="40"/>
                    <a:pt x="34" y="29"/>
                  </a:cubicBezTo>
                  <a:cubicBezTo>
                    <a:pt x="36" y="18"/>
                    <a:pt x="39" y="8"/>
                    <a:pt x="39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7" y="11"/>
                    <a:pt x="5" y="22"/>
                  </a:cubicBezTo>
                  <a:cubicBezTo>
                    <a:pt x="2" y="33"/>
                    <a:pt x="0" y="44"/>
                    <a:pt x="0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6" name="Freeform 48"/>
            <p:cNvSpPr/>
            <p:nvPr/>
          </p:nvSpPr>
          <p:spPr bwMode="auto">
            <a:xfrm>
              <a:off x="4037013" y="3605213"/>
              <a:ext cx="63500" cy="80963"/>
            </a:xfrm>
            <a:custGeom>
              <a:avLst/>
              <a:gdLst>
                <a:gd name="T0" fmla="*/ 0 w 37"/>
                <a:gd name="T1" fmla="*/ 44 h 48"/>
                <a:gd name="T2" fmla="*/ 30 w 37"/>
                <a:gd name="T3" fmla="*/ 48 h 48"/>
                <a:gd name="T4" fmla="*/ 33 w 37"/>
                <a:gd name="T5" fmla="*/ 27 h 48"/>
                <a:gd name="T6" fmla="*/ 36 w 37"/>
                <a:gd name="T7" fmla="*/ 12 h 48"/>
                <a:gd name="T8" fmla="*/ 37 w 37"/>
                <a:gd name="T9" fmla="*/ 5 h 48"/>
                <a:gd name="T10" fmla="*/ 7 w 37"/>
                <a:gd name="T11" fmla="*/ 0 h 48"/>
                <a:gd name="T12" fmla="*/ 6 w 37"/>
                <a:gd name="T13" fmla="*/ 7 h 48"/>
                <a:gd name="T14" fmla="*/ 4 w 37"/>
                <a:gd name="T15" fmla="*/ 22 h 48"/>
                <a:gd name="T16" fmla="*/ 0 w 37"/>
                <a:gd name="T17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48">
                  <a:moveTo>
                    <a:pt x="0" y="44"/>
                  </a:moveTo>
                  <a:cubicBezTo>
                    <a:pt x="30" y="48"/>
                    <a:pt x="30" y="48"/>
                    <a:pt x="30" y="48"/>
                  </a:cubicBezTo>
                  <a:cubicBezTo>
                    <a:pt x="30" y="48"/>
                    <a:pt x="32" y="38"/>
                    <a:pt x="33" y="27"/>
                  </a:cubicBezTo>
                  <a:cubicBezTo>
                    <a:pt x="34" y="21"/>
                    <a:pt x="35" y="16"/>
                    <a:pt x="36" y="12"/>
                  </a:cubicBezTo>
                  <a:cubicBezTo>
                    <a:pt x="36" y="8"/>
                    <a:pt x="37" y="5"/>
                    <a:pt x="37" y="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3"/>
                    <a:pt x="6" y="7"/>
                  </a:cubicBezTo>
                  <a:cubicBezTo>
                    <a:pt x="5" y="11"/>
                    <a:pt x="4" y="17"/>
                    <a:pt x="4" y="22"/>
                  </a:cubicBezTo>
                  <a:cubicBezTo>
                    <a:pt x="2" y="33"/>
                    <a:pt x="0" y="44"/>
                    <a:pt x="0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37" name="Freeform 49"/>
            <p:cNvSpPr/>
            <p:nvPr/>
          </p:nvSpPr>
          <p:spPr bwMode="auto">
            <a:xfrm>
              <a:off x="4024313" y="3738563"/>
              <a:ext cx="57150" cy="80963"/>
            </a:xfrm>
            <a:custGeom>
              <a:avLst/>
              <a:gdLst>
                <a:gd name="T0" fmla="*/ 0 w 34"/>
                <a:gd name="T1" fmla="*/ 45 h 47"/>
                <a:gd name="T2" fmla="*/ 30 w 34"/>
                <a:gd name="T3" fmla="*/ 47 h 47"/>
                <a:gd name="T4" fmla="*/ 32 w 34"/>
                <a:gd name="T5" fmla="*/ 25 h 47"/>
                <a:gd name="T6" fmla="*/ 33 w 34"/>
                <a:gd name="T7" fmla="*/ 10 h 47"/>
                <a:gd name="T8" fmla="*/ 34 w 34"/>
                <a:gd name="T9" fmla="*/ 4 h 47"/>
                <a:gd name="T10" fmla="*/ 4 w 34"/>
                <a:gd name="T11" fmla="*/ 0 h 47"/>
                <a:gd name="T12" fmla="*/ 3 w 34"/>
                <a:gd name="T13" fmla="*/ 7 h 47"/>
                <a:gd name="T14" fmla="*/ 2 w 34"/>
                <a:gd name="T15" fmla="*/ 23 h 47"/>
                <a:gd name="T16" fmla="*/ 0 w 34"/>
                <a:gd name="T17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47">
                  <a:moveTo>
                    <a:pt x="0" y="45"/>
                  </a:move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1" y="36"/>
                    <a:pt x="32" y="25"/>
                  </a:cubicBezTo>
                  <a:cubicBezTo>
                    <a:pt x="32" y="20"/>
                    <a:pt x="33" y="14"/>
                    <a:pt x="33" y="10"/>
                  </a:cubicBezTo>
                  <a:cubicBezTo>
                    <a:pt x="34" y="6"/>
                    <a:pt x="34" y="4"/>
                    <a:pt x="34" y="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3"/>
                    <a:pt x="3" y="7"/>
                  </a:cubicBezTo>
                  <a:cubicBezTo>
                    <a:pt x="3" y="11"/>
                    <a:pt x="2" y="17"/>
                    <a:pt x="2" y="23"/>
                  </a:cubicBezTo>
                  <a:cubicBezTo>
                    <a:pt x="1" y="34"/>
                    <a:pt x="0" y="45"/>
                    <a:pt x="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138" name="Freeform 50"/>
          <p:cNvSpPr/>
          <p:nvPr/>
        </p:nvSpPr>
        <p:spPr bwMode="auto">
          <a:xfrm>
            <a:off x="3309937" y="2398713"/>
            <a:ext cx="2082800" cy="1173163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39" name="Freeform 51"/>
          <p:cNvSpPr/>
          <p:nvPr/>
        </p:nvSpPr>
        <p:spPr bwMode="auto">
          <a:xfrm>
            <a:off x="3556000" y="4651375"/>
            <a:ext cx="2082800" cy="1173163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0" name="Freeform 52"/>
          <p:cNvSpPr/>
          <p:nvPr/>
        </p:nvSpPr>
        <p:spPr bwMode="auto">
          <a:xfrm>
            <a:off x="6938962" y="4289425"/>
            <a:ext cx="2082800" cy="1173163"/>
          </a:xfrm>
          <a:custGeom>
            <a:avLst/>
            <a:gdLst>
              <a:gd name="T0" fmla="*/ 1137 w 1232"/>
              <a:gd name="T1" fmla="*/ 300 h 694"/>
              <a:gd name="T2" fmla="*/ 1137 w 1232"/>
              <a:gd name="T3" fmla="*/ 297 h 694"/>
              <a:gd name="T4" fmla="*/ 972 w 1232"/>
              <a:gd name="T5" fmla="*/ 131 h 694"/>
              <a:gd name="T6" fmla="*/ 914 w 1232"/>
              <a:gd name="T7" fmla="*/ 142 h 694"/>
              <a:gd name="T8" fmla="*/ 689 w 1232"/>
              <a:gd name="T9" fmla="*/ 0 h 694"/>
              <a:gd name="T10" fmla="*/ 449 w 1232"/>
              <a:gd name="T11" fmla="*/ 181 h 694"/>
              <a:gd name="T12" fmla="*/ 359 w 1232"/>
              <a:gd name="T13" fmla="*/ 157 h 694"/>
              <a:gd name="T14" fmla="*/ 180 w 1232"/>
              <a:gd name="T15" fmla="*/ 336 h 694"/>
              <a:gd name="T16" fmla="*/ 0 w 1232"/>
              <a:gd name="T17" fmla="*/ 515 h 694"/>
              <a:gd name="T18" fmla="*/ 180 w 1232"/>
              <a:gd name="T19" fmla="*/ 694 h 694"/>
              <a:gd name="T20" fmla="*/ 1017 w 1232"/>
              <a:gd name="T21" fmla="*/ 694 h 694"/>
              <a:gd name="T22" fmla="*/ 1232 w 1232"/>
              <a:gd name="T23" fmla="*/ 479 h 694"/>
              <a:gd name="T24" fmla="*/ 1137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7" y="300"/>
                </a:moveTo>
                <a:cubicBezTo>
                  <a:pt x="1137" y="299"/>
                  <a:pt x="1137" y="298"/>
                  <a:pt x="1137" y="297"/>
                </a:cubicBezTo>
                <a:cubicBezTo>
                  <a:pt x="1137" y="205"/>
                  <a:pt x="1063" y="131"/>
                  <a:pt x="972" y="131"/>
                </a:cubicBezTo>
                <a:cubicBezTo>
                  <a:pt x="952" y="131"/>
                  <a:pt x="932" y="135"/>
                  <a:pt x="914" y="142"/>
                </a:cubicBezTo>
                <a:cubicBezTo>
                  <a:pt x="874" y="58"/>
                  <a:pt x="788" y="0"/>
                  <a:pt x="689" y="0"/>
                </a:cubicBezTo>
                <a:cubicBezTo>
                  <a:pt x="575" y="0"/>
                  <a:pt x="479" y="76"/>
                  <a:pt x="449" y="181"/>
                </a:cubicBezTo>
                <a:cubicBezTo>
                  <a:pt x="423" y="166"/>
                  <a:pt x="392" y="157"/>
                  <a:pt x="359" y="157"/>
                </a:cubicBezTo>
                <a:cubicBezTo>
                  <a:pt x="260" y="157"/>
                  <a:pt x="180" y="237"/>
                  <a:pt x="180" y="336"/>
                </a:cubicBezTo>
                <a:cubicBezTo>
                  <a:pt x="81" y="336"/>
                  <a:pt x="0" y="416"/>
                  <a:pt x="0" y="515"/>
                </a:cubicBezTo>
                <a:cubicBezTo>
                  <a:pt x="0" y="614"/>
                  <a:pt x="81" y="694"/>
                  <a:pt x="180" y="694"/>
                </a:cubicBezTo>
                <a:cubicBezTo>
                  <a:pt x="1017" y="694"/>
                  <a:pt x="1017" y="694"/>
                  <a:pt x="1017" y="694"/>
                </a:cubicBezTo>
                <a:cubicBezTo>
                  <a:pt x="1136" y="694"/>
                  <a:pt x="1232" y="598"/>
                  <a:pt x="1232" y="479"/>
                </a:cubicBezTo>
                <a:cubicBezTo>
                  <a:pt x="1232" y="404"/>
                  <a:pt x="1195" y="338"/>
                  <a:pt x="1137" y="3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41" name="Freeform 53"/>
          <p:cNvSpPr/>
          <p:nvPr/>
        </p:nvSpPr>
        <p:spPr bwMode="auto">
          <a:xfrm>
            <a:off x="6096000" y="1982788"/>
            <a:ext cx="2082800" cy="1173163"/>
          </a:xfrm>
          <a:custGeom>
            <a:avLst/>
            <a:gdLst>
              <a:gd name="T0" fmla="*/ 1136 w 1232"/>
              <a:gd name="T1" fmla="*/ 300 h 694"/>
              <a:gd name="T2" fmla="*/ 1136 w 1232"/>
              <a:gd name="T3" fmla="*/ 297 h 694"/>
              <a:gd name="T4" fmla="*/ 971 w 1232"/>
              <a:gd name="T5" fmla="*/ 131 h 694"/>
              <a:gd name="T6" fmla="*/ 913 w 1232"/>
              <a:gd name="T7" fmla="*/ 142 h 694"/>
              <a:gd name="T8" fmla="*/ 688 w 1232"/>
              <a:gd name="T9" fmla="*/ 0 h 694"/>
              <a:gd name="T10" fmla="*/ 449 w 1232"/>
              <a:gd name="T11" fmla="*/ 181 h 694"/>
              <a:gd name="T12" fmla="*/ 358 w 1232"/>
              <a:gd name="T13" fmla="*/ 157 h 694"/>
              <a:gd name="T14" fmla="*/ 179 w 1232"/>
              <a:gd name="T15" fmla="*/ 336 h 694"/>
              <a:gd name="T16" fmla="*/ 0 w 1232"/>
              <a:gd name="T17" fmla="*/ 515 h 694"/>
              <a:gd name="T18" fmla="*/ 179 w 1232"/>
              <a:gd name="T19" fmla="*/ 694 h 694"/>
              <a:gd name="T20" fmla="*/ 1016 w 1232"/>
              <a:gd name="T21" fmla="*/ 694 h 694"/>
              <a:gd name="T22" fmla="*/ 1232 w 1232"/>
              <a:gd name="T23" fmla="*/ 479 h 694"/>
              <a:gd name="T24" fmla="*/ 1136 w 1232"/>
              <a:gd name="T25" fmla="*/ 300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32" h="694">
                <a:moveTo>
                  <a:pt x="1136" y="300"/>
                </a:moveTo>
                <a:cubicBezTo>
                  <a:pt x="1136" y="299"/>
                  <a:pt x="1136" y="298"/>
                  <a:pt x="1136" y="297"/>
                </a:cubicBezTo>
                <a:cubicBezTo>
                  <a:pt x="1136" y="205"/>
                  <a:pt x="1062" y="131"/>
                  <a:pt x="971" y="131"/>
                </a:cubicBezTo>
                <a:cubicBezTo>
                  <a:pt x="951" y="131"/>
                  <a:pt x="931" y="135"/>
                  <a:pt x="913" y="142"/>
                </a:cubicBezTo>
                <a:cubicBezTo>
                  <a:pt x="873" y="58"/>
                  <a:pt x="788" y="0"/>
                  <a:pt x="688" y="0"/>
                </a:cubicBezTo>
                <a:cubicBezTo>
                  <a:pt x="574" y="0"/>
                  <a:pt x="478" y="77"/>
                  <a:pt x="449" y="181"/>
                </a:cubicBezTo>
                <a:cubicBezTo>
                  <a:pt x="422" y="166"/>
                  <a:pt x="391" y="157"/>
                  <a:pt x="358" y="157"/>
                </a:cubicBezTo>
                <a:cubicBezTo>
                  <a:pt x="259" y="157"/>
                  <a:pt x="179" y="237"/>
                  <a:pt x="179" y="336"/>
                </a:cubicBezTo>
                <a:cubicBezTo>
                  <a:pt x="80" y="336"/>
                  <a:pt x="0" y="416"/>
                  <a:pt x="0" y="515"/>
                </a:cubicBezTo>
                <a:cubicBezTo>
                  <a:pt x="0" y="614"/>
                  <a:pt x="80" y="694"/>
                  <a:pt x="179" y="694"/>
                </a:cubicBezTo>
                <a:cubicBezTo>
                  <a:pt x="1016" y="694"/>
                  <a:pt x="1016" y="694"/>
                  <a:pt x="1016" y="694"/>
                </a:cubicBezTo>
                <a:cubicBezTo>
                  <a:pt x="1135" y="694"/>
                  <a:pt x="1232" y="598"/>
                  <a:pt x="1232" y="479"/>
                </a:cubicBezTo>
                <a:cubicBezTo>
                  <a:pt x="1232" y="404"/>
                  <a:pt x="1194" y="338"/>
                  <a:pt x="1136" y="3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147" name="Group 146"/>
          <p:cNvGrpSpPr/>
          <p:nvPr/>
        </p:nvGrpSpPr>
        <p:grpSpPr>
          <a:xfrm rot="2700000">
            <a:off x="4338728" y="2673438"/>
            <a:ext cx="232934" cy="405926"/>
            <a:chOff x="4732338" y="4783138"/>
            <a:chExt cx="703263" cy="1225550"/>
          </a:xfrm>
          <a:solidFill>
            <a:schemeClr val="bg1"/>
          </a:solidFill>
        </p:grpSpPr>
        <p:sp>
          <p:nvSpPr>
            <p:cNvPr id="148" name="Freeform 30"/>
            <p:cNvSpPr>
              <a:spLocks noEditPoints="1"/>
            </p:cNvSpPr>
            <p:nvPr/>
          </p:nvSpPr>
          <p:spPr bwMode="auto">
            <a:xfrm>
              <a:off x="4732338" y="4783138"/>
              <a:ext cx="703263" cy="1173163"/>
            </a:xfrm>
            <a:custGeom>
              <a:avLst/>
              <a:gdLst>
                <a:gd name="T0" fmla="*/ 50 w 184"/>
                <a:gd name="T1" fmla="*/ 310 h 310"/>
                <a:gd name="T2" fmla="*/ 32 w 184"/>
                <a:gd name="T3" fmla="*/ 282 h 310"/>
                <a:gd name="T4" fmla="*/ 10 w 184"/>
                <a:gd name="T5" fmla="*/ 199 h 310"/>
                <a:gd name="T6" fmla="*/ 39 w 184"/>
                <a:gd name="T7" fmla="*/ 171 h 310"/>
                <a:gd name="T8" fmla="*/ 30 w 184"/>
                <a:gd name="T9" fmla="*/ 116 h 310"/>
                <a:gd name="T10" fmla="*/ 36 w 184"/>
                <a:gd name="T11" fmla="*/ 73 h 310"/>
                <a:gd name="T12" fmla="*/ 36 w 184"/>
                <a:gd name="T13" fmla="*/ 72 h 310"/>
                <a:gd name="T14" fmla="*/ 92 w 184"/>
                <a:gd name="T15" fmla="*/ 0 h 310"/>
                <a:gd name="T16" fmla="*/ 148 w 184"/>
                <a:gd name="T17" fmla="*/ 72 h 310"/>
                <a:gd name="T18" fmla="*/ 148 w 184"/>
                <a:gd name="T19" fmla="*/ 73 h 310"/>
                <a:gd name="T20" fmla="*/ 155 w 184"/>
                <a:gd name="T21" fmla="*/ 116 h 310"/>
                <a:gd name="T22" fmla="*/ 145 w 184"/>
                <a:gd name="T23" fmla="*/ 171 h 310"/>
                <a:gd name="T24" fmla="*/ 174 w 184"/>
                <a:gd name="T25" fmla="*/ 199 h 310"/>
                <a:gd name="T26" fmla="*/ 153 w 184"/>
                <a:gd name="T27" fmla="*/ 282 h 310"/>
                <a:gd name="T28" fmla="*/ 134 w 184"/>
                <a:gd name="T29" fmla="*/ 310 h 310"/>
                <a:gd name="T30" fmla="*/ 134 w 184"/>
                <a:gd name="T31" fmla="*/ 276 h 310"/>
                <a:gd name="T32" fmla="*/ 118 w 184"/>
                <a:gd name="T33" fmla="*/ 239 h 310"/>
                <a:gd name="T34" fmla="*/ 118 w 184"/>
                <a:gd name="T35" fmla="*/ 240 h 310"/>
                <a:gd name="T36" fmla="*/ 115 w 184"/>
                <a:gd name="T37" fmla="*/ 246 h 310"/>
                <a:gd name="T38" fmla="*/ 108 w 184"/>
                <a:gd name="T39" fmla="*/ 245 h 310"/>
                <a:gd name="T40" fmla="*/ 76 w 184"/>
                <a:gd name="T41" fmla="*/ 245 h 310"/>
                <a:gd name="T42" fmla="*/ 69 w 184"/>
                <a:gd name="T43" fmla="*/ 246 h 310"/>
                <a:gd name="T44" fmla="*/ 66 w 184"/>
                <a:gd name="T45" fmla="*/ 240 h 310"/>
                <a:gd name="T46" fmla="*/ 66 w 184"/>
                <a:gd name="T47" fmla="*/ 239 h 310"/>
                <a:gd name="T48" fmla="*/ 50 w 184"/>
                <a:gd name="T49" fmla="*/ 276 h 310"/>
                <a:gd name="T50" fmla="*/ 50 w 184"/>
                <a:gd name="T51" fmla="*/ 310 h 310"/>
                <a:gd name="T52" fmla="*/ 55 w 184"/>
                <a:gd name="T53" fmla="*/ 79 h 310"/>
                <a:gd name="T54" fmla="*/ 50 w 184"/>
                <a:gd name="T55" fmla="*/ 116 h 310"/>
                <a:gd name="T56" fmla="*/ 61 w 184"/>
                <a:gd name="T57" fmla="*/ 174 h 310"/>
                <a:gd name="T58" fmla="*/ 64 w 184"/>
                <a:gd name="T59" fmla="*/ 184 h 310"/>
                <a:gd name="T60" fmla="*/ 54 w 184"/>
                <a:gd name="T61" fmla="*/ 187 h 310"/>
                <a:gd name="T62" fmla="*/ 29 w 184"/>
                <a:gd name="T63" fmla="*/ 205 h 310"/>
                <a:gd name="T64" fmla="*/ 36 w 184"/>
                <a:gd name="T65" fmla="*/ 247 h 310"/>
                <a:gd name="T66" fmla="*/ 65 w 184"/>
                <a:gd name="T67" fmla="*/ 215 h 310"/>
                <a:gd name="T68" fmla="*/ 74 w 184"/>
                <a:gd name="T69" fmla="*/ 209 h 310"/>
                <a:gd name="T70" fmla="*/ 79 w 184"/>
                <a:gd name="T71" fmla="*/ 219 h 310"/>
                <a:gd name="T72" fmla="*/ 82 w 184"/>
                <a:gd name="T73" fmla="*/ 225 h 310"/>
                <a:gd name="T74" fmla="*/ 103 w 184"/>
                <a:gd name="T75" fmla="*/ 225 h 310"/>
                <a:gd name="T76" fmla="*/ 105 w 184"/>
                <a:gd name="T77" fmla="*/ 219 h 310"/>
                <a:gd name="T78" fmla="*/ 110 w 184"/>
                <a:gd name="T79" fmla="*/ 209 h 310"/>
                <a:gd name="T80" fmla="*/ 120 w 184"/>
                <a:gd name="T81" fmla="*/ 215 h 310"/>
                <a:gd name="T82" fmla="*/ 148 w 184"/>
                <a:gd name="T83" fmla="*/ 247 h 310"/>
                <a:gd name="T84" fmla="*/ 155 w 184"/>
                <a:gd name="T85" fmla="*/ 205 h 310"/>
                <a:gd name="T86" fmla="*/ 130 w 184"/>
                <a:gd name="T87" fmla="*/ 187 h 310"/>
                <a:gd name="T88" fmla="*/ 120 w 184"/>
                <a:gd name="T89" fmla="*/ 184 h 310"/>
                <a:gd name="T90" fmla="*/ 123 w 184"/>
                <a:gd name="T91" fmla="*/ 174 h 310"/>
                <a:gd name="T92" fmla="*/ 135 w 184"/>
                <a:gd name="T93" fmla="*/ 116 h 310"/>
                <a:gd name="T94" fmla="*/ 129 w 184"/>
                <a:gd name="T95" fmla="*/ 79 h 310"/>
                <a:gd name="T96" fmla="*/ 92 w 184"/>
                <a:gd name="T97" fmla="*/ 21 h 310"/>
                <a:gd name="T98" fmla="*/ 55 w 184"/>
                <a:gd name="T99" fmla="*/ 79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4" h="310">
                  <a:moveTo>
                    <a:pt x="50" y="310"/>
                  </a:moveTo>
                  <a:cubicBezTo>
                    <a:pt x="32" y="282"/>
                    <a:pt x="32" y="282"/>
                    <a:pt x="32" y="282"/>
                  </a:cubicBezTo>
                  <a:cubicBezTo>
                    <a:pt x="28" y="276"/>
                    <a:pt x="0" y="230"/>
                    <a:pt x="10" y="199"/>
                  </a:cubicBezTo>
                  <a:cubicBezTo>
                    <a:pt x="14" y="187"/>
                    <a:pt x="24" y="178"/>
                    <a:pt x="39" y="171"/>
                  </a:cubicBezTo>
                  <a:cubicBezTo>
                    <a:pt x="33" y="151"/>
                    <a:pt x="30" y="132"/>
                    <a:pt x="30" y="116"/>
                  </a:cubicBezTo>
                  <a:cubicBezTo>
                    <a:pt x="30" y="102"/>
                    <a:pt x="32" y="87"/>
                    <a:pt x="36" y="73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50" y="35"/>
                    <a:pt x="77" y="0"/>
                    <a:pt x="92" y="0"/>
                  </a:cubicBezTo>
                  <a:cubicBezTo>
                    <a:pt x="107" y="0"/>
                    <a:pt x="134" y="35"/>
                    <a:pt x="148" y="72"/>
                  </a:cubicBezTo>
                  <a:cubicBezTo>
                    <a:pt x="148" y="73"/>
                    <a:pt x="148" y="73"/>
                    <a:pt x="148" y="73"/>
                  </a:cubicBezTo>
                  <a:cubicBezTo>
                    <a:pt x="152" y="87"/>
                    <a:pt x="155" y="102"/>
                    <a:pt x="155" y="116"/>
                  </a:cubicBezTo>
                  <a:cubicBezTo>
                    <a:pt x="155" y="132"/>
                    <a:pt x="152" y="151"/>
                    <a:pt x="145" y="171"/>
                  </a:cubicBezTo>
                  <a:cubicBezTo>
                    <a:pt x="160" y="178"/>
                    <a:pt x="170" y="187"/>
                    <a:pt x="174" y="199"/>
                  </a:cubicBezTo>
                  <a:cubicBezTo>
                    <a:pt x="184" y="230"/>
                    <a:pt x="156" y="276"/>
                    <a:pt x="153" y="282"/>
                  </a:cubicBezTo>
                  <a:cubicBezTo>
                    <a:pt x="134" y="310"/>
                    <a:pt x="134" y="310"/>
                    <a:pt x="134" y="310"/>
                  </a:cubicBezTo>
                  <a:cubicBezTo>
                    <a:pt x="134" y="276"/>
                    <a:pt x="134" y="276"/>
                    <a:pt x="134" y="276"/>
                  </a:cubicBezTo>
                  <a:cubicBezTo>
                    <a:pt x="134" y="262"/>
                    <a:pt x="128" y="248"/>
                    <a:pt x="118" y="239"/>
                  </a:cubicBezTo>
                  <a:cubicBezTo>
                    <a:pt x="118" y="239"/>
                    <a:pt x="118" y="239"/>
                    <a:pt x="118" y="240"/>
                  </a:cubicBezTo>
                  <a:cubicBezTo>
                    <a:pt x="115" y="246"/>
                    <a:pt x="115" y="246"/>
                    <a:pt x="115" y="246"/>
                  </a:cubicBezTo>
                  <a:cubicBezTo>
                    <a:pt x="108" y="245"/>
                    <a:pt x="108" y="245"/>
                    <a:pt x="108" y="245"/>
                  </a:cubicBezTo>
                  <a:cubicBezTo>
                    <a:pt x="98" y="245"/>
                    <a:pt x="87" y="245"/>
                    <a:pt x="76" y="245"/>
                  </a:cubicBezTo>
                  <a:cubicBezTo>
                    <a:pt x="69" y="246"/>
                    <a:pt x="69" y="246"/>
                    <a:pt x="69" y="246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39"/>
                    <a:pt x="66" y="239"/>
                    <a:pt x="66" y="239"/>
                  </a:cubicBezTo>
                  <a:cubicBezTo>
                    <a:pt x="56" y="249"/>
                    <a:pt x="50" y="262"/>
                    <a:pt x="50" y="276"/>
                  </a:cubicBezTo>
                  <a:lnTo>
                    <a:pt x="50" y="310"/>
                  </a:lnTo>
                  <a:close/>
                  <a:moveTo>
                    <a:pt x="55" y="79"/>
                  </a:moveTo>
                  <a:cubicBezTo>
                    <a:pt x="52" y="91"/>
                    <a:pt x="50" y="104"/>
                    <a:pt x="50" y="116"/>
                  </a:cubicBezTo>
                  <a:cubicBezTo>
                    <a:pt x="50" y="132"/>
                    <a:pt x="53" y="152"/>
                    <a:pt x="61" y="174"/>
                  </a:cubicBezTo>
                  <a:cubicBezTo>
                    <a:pt x="64" y="184"/>
                    <a:pt x="64" y="184"/>
                    <a:pt x="64" y="184"/>
                  </a:cubicBezTo>
                  <a:cubicBezTo>
                    <a:pt x="54" y="187"/>
                    <a:pt x="54" y="187"/>
                    <a:pt x="54" y="187"/>
                  </a:cubicBezTo>
                  <a:cubicBezTo>
                    <a:pt x="45" y="190"/>
                    <a:pt x="33" y="196"/>
                    <a:pt x="29" y="205"/>
                  </a:cubicBezTo>
                  <a:cubicBezTo>
                    <a:pt x="26" y="216"/>
                    <a:pt x="30" y="233"/>
                    <a:pt x="36" y="247"/>
                  </a:cubicBezTo>
                  <a:cubicBezTo>
                    <a:pt x="42" y="234"/>
                    <a:pt x="52" y="223"/>
                    <a:pt x="65" y="215"/>
                  </a:cubicBezTo>
                  <a:cubicBezTo>
                    <a:pt x="74" y="209"/>
                    <a:pt x="74" y="209"/>
                    <a:pt x="74" y="209"/>
                  </a:cubicBezTo>
                  <a:cubicBezTo>
                    <a:pt x="79" y="219"/>
                    <a:pt x="79" y="219"/>
                    <a:pt x="79" y="219"/>
                  </a:cubicBezTo>
                  <a:cubicBezTo>
                    <a:pt x="80" y="221"/>
                    <a:pt x="81" y="223"/>
                    <a:pt x="82" y="225"/>
                  </a:cubicBezTo>
                  <a:cubicBezTo>
                    <a:pt x="89" y="225"/>
                    <a:pt x="96" y="225"/>
                    <a:pt x="103" y="225"/>
                  </a:cubicBezTo>
                  <a:cubicBezTo>
                    <a:pt x="104" y="223"/>
                    <a:pt x="105" y="221"/>
                    <a:pt x="105" y="219"/>
                  </a:cubicBezTo>
                  <a:cubicBezTo>
                    <a:pt x="110" y="209"/>
                    <a:pt x="110" y="209"/>
                    <a:pt x="110" y="209"/>
                  </a:cubicBezTo>
                  <a:cubicBezTo>
                    <a:pt x="120" y="215"/>
                    <a:pt x="120" y="215"/>
                    <a:pt x="120" y="215"/>
                  </a:cubicBezTo>
                  <a:cubicBezTo>
                    <a:pt x="133" y="223"/>
                    <a:pt x="142" y="234"/>
                    <a:pt x="148" y="247"/>
                  </a:cubicBezTo>
                  <a:cubicBezTo>
                    <a:pt x="154" y="233"/>
                    <a:pt x="159" y="216"/>
                    <a:pt x="155" y="205"/>
                  </a:cubicBezTo>
                  <a:cubicBezTo>
                    <a:pt x="152" y="196"/>
                    <a:pt x="140" y="190"/>
                    <a:pt x="130" y="187"/>
                  </a:cubicBezTo>
                  <a:cubicBezTo>
                    <a:pt x="120" y="184"/>
                    <a:pt x="120" y="184"/>
                    <a:pt x="120" y="184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31" y="152"/>
                    <a:pt x="135" y="132"/>
                    <a:pt x="135" y="116"/>
                  </a:cubicBezTo>
                  <a:cubicBezTo>
                    <a:pt x="135" y="104"/>
                    <a:pt x="133" y="91"/>
                    <a:pt x="129" y="79"/>
                  </a:cubicBezTo>
                  <a:cubicBezTo>
                    <a:pt x="117" y="47"/>
                    <a:pt x="99" y="26"/>
                    <a:pt x="92" y="21"/>
                  </a:cubicBezTo>
                  <a:cubicBezTo>
                    <a:pt x="85" y="26"/>
                    <a:pt x="67" y="47"/>
                    <a:pt x="55" y="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49" name="Freeform 31"/>
            <p:cNvSpPr>
              <a:spLocks noEditPoints="1"/>
            </p:cNvSpPr>
            <p:nvPr/>
          </p:nvSpPr>
          <p:spPr bwMode="auto">
            <a:xfrm>
              <a:off x="4960938" y="5127626"/>
              <a:ext cx="244475" cy="241300"/>
            </a:xfrm>
            <a:custGeom>
              <a:avLst/>
              <a:gdLst>
                <a:gd name="T0" fmla="*/ 32 w 64"/>
                <a:gd name="T1" fmla="*/ 64 h 64"/>
                <a:gd name="T2" fmla="*/ 0 w 64"/>
                <a:gd name="T3" fmla="*/ 32 h 64"/>
                <a:gd name="T4" fmla="*/ 32 w 64"/>
                <a:gd name="T5" fmla="*/ 0 h 64"/>
                <a:gd name="T6" fmla="*/ 64 w 64"/>
                <a:gd name="T7" fmla="*/ 32 h 64"/>
                <a:gd name="T8" fmla="*/ 32 w 64"/>
                <a:gd name="T9" fmla="*/ 64 h 64"/>
                <a:gd name="T10" fmla="*/ 32 w 64"/>
                <a:gd name="T11" fmla="*/ 12 h 64"/>
                <a:gd name="T12" fmla="*/ 12 w 64"/>
                <a:gd name="T13" fmla="*/ 32 h 64"/>
                <a:gd name="T14" fmla="*/ 32 w 64"/>
                <a:gd name="T15" fmla="*/ 52 h 64"/>
                <a:gd name="T16" fmla="*/ 52 w 64"/>
                <a:gd name="T17" fmla="*/ 32 h 64"/>
                <a:gd name="T18" fmla="*/ 32 w 64"/>
                <a:gd name="T19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64"/>
                  </a:moveTo>
                  <a:cubicBezTo>
                    <a:pt x="14" y="64"/>
                    <a:pt x="0" y="50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50" y="0"/>
                    <a:pt x="64" y="14"/>
                    <a:pt x="64" y="32"/>
                  </a:cubicBezTo>
                  <a:cubicBezTo>
                    <a:pt x="64" y="50"/>
                    <a:pt x="50" y="64"/>
                    <a:pt x="32" y="64"/>
                  </a:cubicBezTo>
                  <a:close/>
                  <a:moveTo>
                    <a:pt x="32" y="12"/>
                  </a:moveTo>
                  <a:cubicBezTo>
                    <a:pt x="21" y="12"/>
                    <a:pt x="12" y="21"/>
                    <a:pt x="12" y="32"/>
                  </a:cubicBezTo>
                  <a:cubicBezTo>
                    <a:pt x="12" y="43"/>
                    <a:pt x="21" y="52"/>
                    <a:pt x="32" y="52"/>
                  </a:cubicBezTo>
                  <a:cubicBezTo>
                    <a:pt x="43" y="52"/>
                    <a:pt x="52" y="43"/>
                    <a:pt x="52" y="32"/>
                  </a:cubicBezTo>
                  <a:cubicBezTo>
                    <a:pt x="52" y="21"/>
                    <a:pt x="43" y="12"/>
                    <a:pt x="3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0" name="Freeform 32"/>
            <p:cNvSpPr>
              <a:spLocks noEditPoints="1"/>
            </p:cNvSpPr>
            <p:nvPr/>
          </p:nvSpPr>
          <p:spPr bwMode="auto">
            <a:xfrm>
              <a:off x="4973638" y="5649913"/>
              <a:ext cx="225425" cy="358775"/>
            </a:xfrm>
            <a:custGeom>
              <a:avLst/>
              <a:gdLst>
                <a:gd name="T0" fmla="*/ 29 w 59"/>
                <a:gd name="T1" fmla="*/ 95 h 95"/>
                <a:gd name="T2" fmla="*/ 24 w 59"/>
                <a:gd name="T3" fmla="*/ 85 h 95"/>
                <a:gd name="T4" fmla="*/ 0 w 59"/>
                <a:gd name="T5" fmla="*/ 26 h 95"/>
                <a:gd name="T6" fmla="*/ 29 w 59"/>
                <a:gd name="T7" fmla="*/ 0 h 95"/>
                <a:gd name="T8" fmla="*/ 59 w 59"/>
                <a:gd name="T9" fmla="*/ 26 h 95"/>
                <a:gd name="T10" fmla="*/ 34 w 59"/>
                <a:gd name="T11" fmla="*/ 85 h 95"/>
                <a:gd name="T12" fmla="*/ 29 w 59"/>
                <a:gd name="T13" fmla="*/ 95 h 95"/>
                <a:gd name="T14" fmla="*/ 29 w 59"/>
                <a:gd name="T15" fmla="*/ 12 h 95"/>
                <a:gd name="T16" fmla="*/ 12 w 59"/>
                <a:gd name="T17" fmla="*/ 26 h 95"/>
                <a:gd name="T18" fmla="*/ 29 w 59"/>
                <a:gd name="T19" fmla="*/ 69 h 95"/>
                <a:gd name="T20" fmla="*/ 47 w 59"/>
                <a:gd name="T21" fmla="*/ 26 h 95"/>
                <a:gd name="T22" fmla="*/ 29 w 59"/>
                <a:gd name="T23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" h="95">
                  <a:moveTo>
                    <a:pt x="29" y="95"/>
                  </a:moveTo>
                  <a:cubicBezTo>
                    <a:pt x="24" y="85"/>
                    <a:pt x="24" y="85"/>
                    <a:pt x="24" y="85"/>
                  </a:cubicBezTo>
                  <a:cubicBezTo>
                    <a:pt x="20" y="77"/>
                    <a:pt x="0" y="38"/>
                    <a:pt x="0" y="26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9" y="12"/>
                    <a:pt x="59" y="26"/>
                  </a:cubicBezTo>
                  <a:cubicBezTo>
                    <a:pt x="59" y="38"/>
                    <a:pt x="39" y="77"/>
                    <a:pt x="34" y="85"/>
                  </a:cubicBezTo>
                  <a:lnTo>
                    <a:pt x="29" y="95"/>
                  </a:lnTo>
                  <a:close/>
                  <a:moveTo>
                    <a:pt x="29" y="12"/>
                  </a:moveTo>
                  <a:cubicBezTo>
                    <a:pt x="19" y="12"/>
                    <a:pt x="12" y="18"/>
                    <a:pt x="12" y="26"/>
                  </a:cubicBezTo>
                  <a:cubicBezTo>
                    <a:pt x="12" y="31"/>
                    <a:pt x="20" y="50"/>
                    <a:pt x="29" y="69"/>
                  </a:cubicBezTo>
                  <a:cubicBezTo>
                    <a:pt x="38" y="50"/>
                    <a:pt x="47" y="31"/>
                    <a:pt x="47" y="26"/>
                  </a:cubicBezTo>
                  <a:cubicBezTo>
                    <a:pt x="47" y="18"/>
                    <a:pt x="39" y="12"/>
                    <a:pt x="2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151" name="TextBox 150"/>
          <p:cNvSpPr txBox="1"/>
          <p:nvPr/>
        </p:nvSpPr>
        <p:spPr>
          <a:xfrm>
            <a:off x="3886771" y="3019804"/>
            <a:ext cx="1136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Launching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6776924" y="2704618"/>
            <a:ext cx="837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Testing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4124306" y="5346076"/>
            <a:ext cx="1128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Maintance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7330286" y="5010824"/>
            <a:ext cx="1279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Observation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grpSp>
        <p:nvGrpSpPr>
          <p:cNvPr id="155" name="Group 154"/>
          <p:cNvGrpSpPr/>
          <p:nvPr/>
        </p:nvGrpSpPr>
        <p:grpSpPr>
          <a:xfrm>
            <a:off x="7039981" y="2295980"/>
            <a:ext cx="310974" cy="360075"/>
            <a:chOff x="4937125" y="1749425"/>
            <a:chExt cx="392113" cy="454025"/>
          </a:xfrm>
          <a:solidFill>
            <a:schemeClr val="bg1"/>
          </a:solidFill>
        </p:grpSpPr>
        <p:sp>
          <p:nvSpPr>
            <p:cNvPr id="156" name="Freeform 58"/>
            <p:cNvSpPr/>
            <p:nvPr/>
          </p:nvSpPr>
          <p:spPr bwMode="auto">
            <a:xfrm>
              <a:off x="5016500" y="2016125"/>
              <a:ext cx="79375" cy="19050"/>
            </a:xfrm>
            <a:custGeom>
              <a:avLst/>
              <a:gdLst>
                <a:gd name="T0" fmla="*/ 14 w 16"/>
                <a:gd name="T1" fmla="*/ 4 h 4"/>
                <a:gd name="T2" fmla="*/ 2 w 16"/>
                <a:gd name="T3" fmla="*/ 4 h 4"/>
                <a:gd name="T4" fmla="*/ 0 w 16"/>
                <a:gd name="T5" fmla="*/ 2 h 4"/>
                <a:gd name="T6" fmla="*/ 2 w 16"/>
                <a:gd name="T7" fmla="*/ 0 h 4"/>
                <a:gd name="T8" fmla="*/ 14 w 16"/>
                <a:gd name="T9" fmla="*/ 0 h 4"/>
                <a:gd name="T10" fmla="*/ 16 w 16"/>
                <a:gd name="T11" fmla="*/ 2 h 4"/>
                <a:gd name="T12" fmla="*/ 14 w 1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3"/>
                    <a:pt x="15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7" name="Freeform 59"/>
            <p:cNvSpPr/>
            <p:nvPr/>
          </p:nvSpPr>
          <p:spPr bwMode="auto">
            <a:xfrm>
              <a:off x="5046663" y="1952625"/>
              <a:ext cx="84138" cy="19050"/>
            </a:xfrm>
            <a:custGeom>
              <a:avLst/>
              <a:gdLst>
                <a:gd name="T0" fmla="*/ 15 w 17"/>
                <a:gd name="T1" fmla="*/ 4 h 4"/>
                <a:gd name="T2" fmla="*/ 2 w 17"/>
                <a:gd name="T3" fmla="*/ 4 h 4"/>
                <a:gd name="T4" fmla="*/ 0 w 17"/>
                <a:gd name="T5" fmla="*/ 2 h 4"/>
                <a:gd name="T6" fmla="*/ 2 w 17"/>
                <a:gd name="T7" fmla="*/ 0 h 4"/>
                <a:gd name="T8" fmla="*/ 15 w 17"/>
                <a:gd name="T9" fmla="*/ 0 h 4"/>
                <a:gd name="T10" fmla="*/ 17 w 17"/>
                <a:gd name="T11" fmla="*/ 2 h 4"/>
                <a:gd name="T12" fmla="*/ 15 w 17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4">
                  <a:moveTo>
                    <a:pt x="15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6" y="0"/>
                    <a:pt x="17" y="1"/>
                    <a:pt x="17" y="2"/>
                  </a:cubicBezTo>
                  <a:cubicBezTo>
                    <a:pt x="17" y="4"/>
                    <a:pt x="16" y="4"/>
                    <a:pt x="1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8" name="Freeform 60"/>
            <p:cNvSpPr/>
            <p:nvPr/>
          </p:nvSpPr>
          <p:spPr bwMode="auto">
            <a:xfrm>
              <a:off x="4976813" y="2055813"/>
              <a:ext cx="307975" cy="117475"/>
            </a:xfrm>
            <a:custGeom>
              <a:avLst/>
              <a:gdLst>
                <a:gd name="T0" fmla="*/ 61 w 62"/>
                <a:gd name="T1" fmla="*/ 16 h 24"/>
                <a:gd name="T2" fmla="*/ 52 w 62"/>
                <a:gd name="T3" fmla="*/ 0 h 24"/>
                <a:gd name="T4" fmla="*/ 10 w 62"/>
                <a:gd name="T5" fmla="*/ 0 h 24"/>
                <a:gd name="T6" fmla="*/ 7 w 62"/>
                <a:gd name="T7" fmla="*/ 4 h 24"/>
                <a:gd name="T8" fmla="*/ 15 w 62"/>
                <a:gd name="T9" fmla="*/ 4 h 24"/>
                <a:gd name="T10" fmla="*/ 17 w 62"/>
                <a:gd name="T11" fmla="*/ 6 h 24"/>
                <a:gd name="T12" fmla="*/ 15 w 62"/>
                <a:gd name="T13" fmla="*/ 8 h 24"/>
                <a:gd name="T14" fmla="*/ 5 w 62"/>
                <a:gd name="T15" fmla="*/ 8 h 24"/>
                <a:gd name="T16" fmla="*/ 1 w 62"/>
                <a:gd name="T17" fmla="*/ 16 h 24"/>
                <a:gd name="T18" fmla="*/ 9 w 62"/>
                <a:gd name="T19" fmla="*/ 16 h 24"/>
                <a:gd name="T20" fmla="*/ 11 w 62"/>
                <a:gd name="T21" fmla="*/ 18 h 24"/>
                <a:gd name="T22" fmla="*/ 9 w 62"/>
                <a:gd name="T23" fmla="*/ 20 h 24"/>
                <a:gd name="T24" fmla="*/ 0 w 62"/>
                <a:gd name="T25" fmla="*/ 20 h 24"/>
                <a:gd name="T26" fmla="*/ 0 w 62"/>
                <a:gd name="T27" fmla="*/ 21 h 24"/>
                <a:gd name="T28" fmla="*/ 9 w 62"/>
                <a:gd name="T29" fmla="*/ 24 h 24"/>
                <a:gd name="T30" fmla="*/ 52 w 62"/>
                <a:gd name="T31" fmla="*/ 24 h 24"/>
                <a:gd name="T32" fmla="*/ 61 w 62"/>
                <a:gd name="T33" fmla="*/ 21 h 24"/>
                <a:gd name="T34" fmla="*/ 62 w 62"/>
                <a:gd name="T35" fmla="*/ 20 h 24"/>
                <a:gd name="T36" fmla="*/ 61 w 62"/>
                <a:gd name="T37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" h="24">
                  <a:moveTo>
                    <a:pt x="61" y="16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1"/>
                    <a:pt x="8" y="3"/>
                    <a:pt x="7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4"/>
                    <a:pt x="17" y="5"/>
                    <a:pt x="17" y="6"/>
                  </a:cubicBezTo>
                  <a:cubicBezTo>
                    <a:pt x="17" y="7"/>
                    <a:pt x="16" y="8"/>
                    <a:pt x="1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3" y="12"/>
                    <a:pt x="1" y="16"/>
                    <a:pt x="1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0" y="16"/>
                    <a:pt x="11" y="17"/>
                    <a:pt x="11" y="18"/>
                  </a:cubicBezTo>
                  <a:cubicBezTo>
                    <a:pt x="11" y="19"/>
                    <a:pt x="10" y="20"/>
                    <a:pt x="9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3"/>
                    <a:pt x="4" y="24"/>
                    <a:pt x="9" y="2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7" y="24"/>
                    <a:pt x="60" y="23"/>
                    <a:pt x="61" y="21"/>
                  </a:cubicBezTo>
                  <a:cubicBezTo>
                    <a:pt x="62" y="21"/>
                    <a:pt x="62" y="20"/>
                    <a:pt x="62" y="20"/>
                  </a:cubicBezTo>
                  <a:cubicBezTo>
                    <a:pt x="62" y="18"/>
                    <a:pt x="61" y="17"/>
                    <a:pt x="61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59" name="Freeform 61"/>
            <p:cNvSpPr>
              <a:spLocks noEditPoints="1"/>
            </p:cNvSpPr>
            <p:nvPr/>
          </p:nvSpPr>
          <p:spPr bwMode="auto">
            <a:xfrm>
              <a:off x="4937125" y="1749425"/>
              <a:ext cx="392113" cy="454025"/>
            </a:xfrm>
            <a:custGeom>
              <a:avLst/>
              <a:gdLst>
                <a:gd name="T0" fmla="*/ 63 w 79"/>
                <a:gd name="T1" fmla="*/ 92 h 92"/>
                <a:gd name="T2" fmla="*/ 15 w 79"/>
                <a:gd name="T3" fmla="*/ 92 h 92"/>
                <a:gd name="T4" fmla="*/ 2 w 79"/>
                <a:gd name="T5" fmla="*/ 87 h 92"/>
                <a:gd name="T6" fmla="*/ 3 w 79"/>
                <a:gd name="T7" fmla="*/ 78 h 92"/>
                <a:gd name="T8" fmla="*/ 28 w 79"/>
                <a:gd name="T9" fmla="*/ 31 h 92"/>
                <a:gd name="T10" fmla="*/ 28 w 79"/>
                <a:gd name="T11" fmla="*/ 10 h 92"/>
                <a:gd name="T12" fmla="*/ 27 w 79"/>
                <a:gd name="T13" fmla="*/ 10 h 92"/>
                <a:gd name="T14" fmla="*/ 23 w 79"/>
                <a:gd name="T15" fmla="*/ 9 h 92"/>
                <a:gd name="T16" fmla="*/ 23 w 79"/>
                <a:gd name="T17" fmla="*/ 8 h 92"/>
                <a:gd name="T18" fmla="*/ 22 w 79"/>
                <a:gd name="T19" fmla="*/ 2 h 92"/>
                <a:gd name="T20" fmla="*/ 24 w 79"/>
                <a:gd name="T21" fmla="*/ 0 h 92"/>
                <a:gd name="T22" fmla="*/ 54 w 79"/>
                <a:gd name="T23" fmla="*/ 0 h 92"/>
                <a:gd name="T24" fmla="*/ 56 w 79"/>
                <a:gd name="T25" fmla="*/ 2 h 92"/>
                <a:gd name="T26" fmla="*/ 55 w 79"/>
                <a:gd name="T27" fmla="*/ 8 h 92"/>
                <a:gd name="T28" fmla="*/ 55 w 79"/>
                <a:gd name="T29" fmla="*/ 9 h 92"/>
                <a:gd name="T30" fmla="*/ 51 w 79"/>
                <a:gd name="T31" fmla="*/ 10 h 92"/>
                <a:gd name="T32" fmla="*/ 50 w 79"/>
                <a:gd name="T33" fmla="*/ 10 h 92"/>
                <a:gd name="T34" fmla="*/ 50 w 79"/>
                <a:gd name="T35" fmla="*/ 12 h 92"/>
                <a:gd name="T36" fmla="*/ 50 w 79"/>
                <a:gd name="T37" fmla="*/ 31 h 92"/>
                <a:gd name="T38" fmla="*/ 76 w 79"/>
                <a:gd name="T39" fmla="*/ 78 h 92"/>
                <a:gd name="T40" fmla="*/ 76 w 79"/>
                <a:gd name="T41" fmla="*/ 87 h 92"/>
                <a:gd name="T42" fmla="*/ 63 w 79"/>
                <a:gd name="T43" fmla="*/ 92 h 92"/>
                <a:gd name="T44" fmla="*/ 26 w 79"/>
                <a:gd name="T45" fmla="*/ 6 h 92"/>
                <a:gd name="T46" fmla="*/ 27 w 79"/>
                <a:gd name="T47" fmla="*/ 6 h 92"/>
                <a:gd name="T48" fmla="*/ 32 w 79"/>
                <a:gd name="T49" fmla="*/ 10 h 92"/>
                <a:gd name="T50" fmla="*/ 32 w 79"/>
                <a:gd name="T51" fmla="*/ 32 h 92"/>
                <a:gd name="T52" fmla="*/ 32 w 79"/>
                <a:gd name="T53" fmla="*/ 33 h 92"/>
                <a:gd name="T54" fmla="*/ 6 w 79"/>
                <a:gd name="T55" fmla="*/ 80 h 92"/>
                <a:gd name="T56" fmla="*/ 5 w 79"/>
                <a:gd name="T57" fmla="*/ 85 h 92"/>
                <a:gd name="T58" fmla="*/ 15 w 79"/>
                <a:gd name="T59" fmla="*/ 88 h 92"/>
                <a:gd name="T60" fmla="*/ 63 w 79"/>
                <a:gd name="T61" fmla="*/ 88 h 92"/>
                <a:gd name="T62" fmla="*/ 73 w 79"/>
                <a:gd name="T63" fmla="*/ 85 h 92"/>
                <a:gd name="T64" fmla="*/ 72 w 79"/>
                <a:gd name="T65" fmla="*/ 80 h 92"/>
                <a:gd name="T66" fmla="*/ 47 w 79"/>
                <a:gd name="T67" fmla="*/ 33 h 92"/>
                <a:gd name="T68" fmla="*/ 46 w 79"/>
                <a:gd name="T69" fmla="*/ 32 h 92"/>
                <a:gd name="T70" fmla="*/ 46 w 79"/>
                <a:gd name="T71" fmla="*/ 10 h 92"/>
                <a:gd name="T72" fmla="*/ 51 w 79"/>
                <a:gd name="T73" fmla="*/ 6 h 92"/>
                <a:gd name="T74" fmla="*/ 52 w 79"/>
                <a:gd name="T75" fmla="*/ 6 h 92"/>
                <a:gd name="T76" fmla="*/ 52 w 79"/>
                <a:gd name="T77" fmla="*/ 4 h 92"/>
                <a:gd name="T78" fmla="*/ 26 w 79"/>
                <a:gd name="T79" fmla="*/ 4 h 92"/>
                <a:gd name="T80" fmla="*/ 26 w 79"/>
                <a:gd name="T8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9" h="92">
                  <a:moveTo>
                    <a:pt x="63" y="92"/>
                  </a:moveTo>
                  <a:cubicBezTo>
                    <a:pt x="15" y="92"/>
                    <a:pt x="15" y="92"/>
                    <a:pt x="15" y="92"/>
                  </a:cubicBezTo>
                  <a:cubicBezTo>
                    <a:pt x="8" y="92"/>
                    <a:pt x="4" y="90"/>
                    <a:pt x="2" y="87"/>
                  </a:cubicBezTo>
                  <a:cubicBezTo>
                    <a:pt x="0" y="83"/>
                    <a:pt x="2" y="78"/>
                    <a:pt x="3" y="78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7" y="10"/>
                    <a:pt x="27" y="10"/>
                  </a:cubicBezTo>
                  <a:cubicBezTo>
                    <a:pt x="26" y="10"/>
                    <a:pt x="24" y="10"/>
                    <a:pt x="23" y="9"/>
                  </a:cubicBezTo>
                  <a:cubicBezTo>
                    <a:pt x="23" y="9"/>
                    <a:pt x="23" y="8"/>
                    <a:pt x="23" y="8"/>
                  </a:cubicBezTo>
                  <a:cubicBezTo>
                    <a:pt x="22" y="6"/>
                    <a:pt x="22" y="2"/>
                    <a:pt x="22" y="2"/>
                  </a:cubicBezTo>
                  <a:cubicBezTo>
                    <a:pt x="22" y="1"/>
                    <a:pt x="23" y="0"/>
                    <a:pt x="2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5" y="0"/>
                    <a:pt x="56" y="1"/>
                    <a:pt x="56" y="2"/>
                  </a:cubicBezTo>
                  <a:cubicBezTo>
                    <a:pt x="56" y="2"/>
                    <a:pt x="56" y="6"/>
                    <a:pt x="55" y="8"/>
                  </a:cubicBezTo>
                  <a:cubicBezTo>
                    <a:pt x="55" y="8"/>
                    <a:pt x="55" y="8"/>
                    <a:pt x="55" y="9"/>
                  </a:cubicBezTo>
                  <a:cubicBezTo>
                    <a:pt x="54" y="10"/>
                    <a:pt x="53" y="10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76" y="78"/>
                    <a:pt x="76" y="78"/>
                    <a:pt x="76" y="78"/>
                  </a:cubicBezTo>
                  <a:cubicBezTo>
                    <a:pt x="76" y="78"/>
                    <a:pt x="79" y="83"/>
                    <a:pt x="76" y="87"/>
                  </a:cubicBezTo>
                  <a:cubicBezTo>
                    <a:pt x="74" y="90"/>
                    <a:pt x="70" y="92"/>
                    <a:pt x="63" y="92"/>
                  </a:cubicBezTo>
                  <a:close/>
                  <a:moveTo>
                    <a:pt x="26" y="6"/>
                  </a:moveTo>
                  <a:cubicBezTo>
                    <a:pt x="27" y="6"/>
                    <a:pt x="27" y="6"/>
                    <a:pt x="27" y="6"/>
                  </a:cubicBezTo>
                  <a:cubicBezTo>
                    <a:pt x="29" y="6"/>
                    <a:pt x="31" y="7"/>
                    <a:pt x="32" y="10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3"/>
                    <a:pt x="32" y="33"/>
                  </a:cubicBezTo>
                  <a:cubicBezTo>
                    <a:pt x="6" y="80"/>
                    <a:pt x="6" y="80"/>
                    <a:pt x="6" y="80"/>
                  </a:cubicBezTo>
                  <a:cubicBezTo>
                    <a:pt x="6" y="80"/>
                    <a:pt x="4" y="83"/>
                    <a:pt x="5" y="85"/>
                  </a:cubicBezTo>
                  <a:cubicBezTo>
                    <a:pt x="7" y="87"/>
                    <a:pt x="10" y="88"/>
                    <a:pt x="15" y="88"/>
                  </a:cubicBezTo>
                  <a:cubicBezTo>
                    <a:pt x="63" y="88"/>
                    <a:pt x="63" y="88"/>
                    <a:pt x="63" y="88"/>
                  </a:cubicBezTo>
                  <a:cubicBezTo>
                    <a:pt x="68" y="88"/>
                    <a:pt x="72" y="87"/>
                    <a:pt x="73" y="85"/>
                  </a:cubicBezTo>
                  <a:cubicBezTo>
                    <a:pt x="74" y="83"/>
                    <a:pt x="72" y="80"/>
                    <a:pt x="72" y="80"/>
                  </a:cubicBezTo>
                  <a:cubicBezTo>
                    <a:pt x="47" y="33"/>
                    <a:pt x="47" y="33"/>
                    <a:pt x="47" y="33"/>
                  </a:cubicBezTo>
                  <a:cubicBezTo>
                    <a:pt x="46" y="33"/>
                    <a:pt x="46" y="32"/>
                    <a:pt x="46" y="3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7" y="7"/>
                    <a:pt x="49" y="6"/>
                    <a:pt x="51" y="6"/>
                  </a:cubicBezTo>
                  <a:cubicBezTo>
                    <a:pt x="51" y="6"/>
                    <a:pt x="52" y="6"/>
                    <a:pt x="52" y="6"/>
                  </a:cubicBezTo>
                  <a:cubicBezTo>
                    <a:pt x="52" y="5"/>
                    <a:pt x="52" y="5"/>
                    <a:pt x="52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5"/>
                    <a:pt x="26" y="5"/>
                    <a:pt x="2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60" name="Group 159"/>
          <p:cNvGrpSpPr/>
          <p:nvPr/>
        </p:nvGrpSpPr>
        <p:grpSpPr>
          <a:xfrm>
            <a:off x="7802464" y="4644199"/>
            <a:ext cx="400245" cy="328678"/>
            <a:chOff x="3188335" y="2400396"/>
            <a:chExt cx="479426" cy="393701"/>
          </a:xfrm>
          <a:solidFill>
            <a:schemeClr val="bg1"/>
          </a:solidFill>
          <a:effectLst/>
        </p:grpSpPr>
        <p:sp>
          <p:nvSpPr>
            <p:cNvPr id="161" name="Freeform 47"/>
            <p:cNvSpPr/>
            <p:nvPr/>
          </p:nvSpPr>
          <p:spPr bwMode="auto">
            <a:xfrm>
              <a:off x="3221673" y="2424209"/>
              <a:ext cx="374650" cy="369888"/>
            </a:xfrm>
            <a:custGeom>
              <a:avLst/>
              <a:gdLst>
                <a:gd name="T0" fmla="*/ 0 w 152"/>
                <a:gd name="T1" fmla="*/ 55 h 149"/>
                <a:gd name="T2" fmla="*/ 46 w 152"/>
                <a:gd name="T3" fmla="*/ 59 h 149"/>
                <a:gd name="T4" fmla="*/ 46 w 152"/>
                <a:gd name="T5" fmla="*/ 60 h 149"/>
                <a:gd name="T6" fmla="*/ 55 w 152"/>
                <a:gd name="T7" fmla="*/ 74 h 149"/>
                <a:gd name="T8" fmla="*/ 20 w 152"/>
                <a:gd name="T9" fmla="*/ 138 h 149"/>
                <a:gd name="T10" fmla="*/ 19 w 152"/>
                <a:gd name="T11" fmla="*/ 138 h 149"/>
                <a:gd name="T12" fmla="*/ 14 w 152"/>
                <a:gd name="T13" fmla="*/ 143 h 149"/>
                <a:gd name="T14" fmla="*/ 19 w 152"/>
                <a:gd name="T15" fmla="*/ 149 h 149"/>
                <a:gd name="T16" fmla="*/ 29 w 152"/>
                <a:gd name="T17" fmla="*/ 149 h 149"/>
                <a:gd name="T18" fmla="*/ 35 w 152"/>
                <a:gd name="T19" fmla="*/ 143 h 149"/>
                <a:gd name="T20" fmla="*/ 30 w 152"/>
                <a:gd name="T21" fmla="*/ 138 h 149"/>
                <a:gd name="T22" fmla="*/ 67 w 152"/>
                <a:gd name="T23" fmla="*/ 75 h 149"/>
                <a:gd name="T24" fmla="*/ 68 w 152"/>
                <a:gd name="T25" fmla="*/ 75 h 149"/>
                <a:gd name="T26" fmla="*/ 97 w 152"/>
                <a:gd name="T27" fmla="*/ 139 h 149"/>
                <a:gd name="T28" fmla="*/ 93 w 152"/>
                <a:gd name="T29" fmla="*/ 144 h 149"/>
                <a:gd name="T30" fmla="*/ 99 w 152"/>
                <a:gd name="T31" fmla="*/ 149 h 149"/>
                <a:gd name="T32" fmla="*/ 109 w 152"/>
                <a:gd name="T33" fmla="*/ 149 h 149"/>
                <a:gd name="T34" fmla="*/ 115 w 152"/>
                <a:gd name="T35" fmla="*/ 144 h 149"/>
                <a:gd name="T36" fmla="*/ 110 w 152"/>
                <a:gd name="T37" fmla="*/ 138 h 149"/>
                <a:gd name="T38" fmla="*/ 79 w 152"/>
                <a:gd name="T39" fmla="*/ 73 h 149"/>
                <a:gd name="T40" fmla="*/ 86 w 152"/>
                <a:gd name="T41" fmla="*/ 63 h 149"/>
                <a:gd name="T42" fmla="*/ 152 w 152"/>
                <a:gd name="T43" fmla="*/ 69 h 149"/>
                <a:gd name="T44" fmla="*/ 152 w 152"/>
                <a:gd name="T45" fmla="*/ 0 h 149"/>
                <a:gd name="T46" fmla="*/ 0 w 152"/>
                <a:gd name="T47" fmla="*/ 26 h 149"/>
                <a:gd name="T48" fmla="*/ 0 w 152"/>
                <a:gd name="T49" fmla="*/ 5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52" h="149">
                  <a:moveTo>
                    <a:pt x="0" y="55"/>
                  </a:moveTo>
                  <a:cubicBezTo>
                    <a:pt x="46" y="59"/>
                    <a:pt x="46" y="59"/>
                    <a:pt x="46" y="59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66"/>
                    <a:pt x="50" y="72"/>
                    <a:pt x="55" y="74"/>
                  </a:cubicBezTo>
                  <a:cubicBezTo>
                    <a:pt x="41" y="100"/>
                    <a:pt x="24" y="129"/>
                    <a:pt x="20" y="138"/>
                  </a:cubicBezTo>
                  <a:cubicBezTo>
                    <a:pt x="19" y="138"/>
                    <a:pt x="19" y="138"/>
                    <a:pt x="19" y="138"/>
                  </a:cubicBezTo>
                  <a:cubicBezTo>
                    <a:pt x="16" y="138"/>
                    <a:pt x="14" y="140"/>
                    <a:pt x="14" y="143"/>
                  </a:cubicBezTo>
                  <a:cubicBezTo>
                    <a:pt x="14" y="146"/>
                    <a:pt x="16" y="149"/>
                    <a:pt x="19" y="149"/>
                  </a:cubicBezTo>
                  <a:cubicBezTo>
                    <a:pt x="29" y="149"/>
                    <a:pt x="29" y="149"/>
                    <a:pt x="29" y="149"/>
                  </a:cubicBezTo>
                  <a:cubicBezTo>
                    <a:pt x="32" y="149"/>
                    <a:pt x="35" y="146"/>
                    <a:pt x="35" y="143"/>
                  </a:cubicBezTo>
                  <a:cubicBezTo>
                    <a:pt x="35" y="141"/>
                    <a:pt x="33" y="139"/>
                    <a:pt x="30" y="138"/>
                  </a:cubicBezTo>
                  <a:cubicBezTo>
                    <a:pt x="67" y="75"/>
                    <a:pt x="67" y="75"/>
                    <a:pt x="67" y="75"/>
                  </a:cubicBezTo>
                  <a:cubicBezTo>
                    <a:pt x="68" y="75"/>
                    <a:pt x="68" y="75"/>
                    <a:pt x="68" y="75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5" y="140"/>
                    <a:pt x="93" y="141"/>
                    <a:pt x="93" y="144"/>
                  </a:cubicBezTo>
                  <a:cubicBezTo>
                    <a:pt x="93" y="146"/>
                    <a:pt x="96" y="149"/>
                    <a:pt x="99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12" y="149"/>
                    <a:pt x="115" y="146"/>
                    <a:pt x="115" y="144"/>
                  </a:cubicBezTo>
                  <a:cubicBezTo>
                    <a:pt x="115" y="141"/>
                    <a:pt x="113" y="139"/>
                    <a:pt x="110" y="138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82" y="71"/>
                    <a:pt x="85" y="67"/>
                    <a:pt x="86" y="63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0" y="26"/>
                    <a:pt x="0" y="26"/>
                    <a:pt x="0" y="26"/>
                  </a:cubicBez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62" name="Freeform 48"/>
            <p:cNvSpPr/>
            <p:nvPr/>
          </p:nvSpPr>
          <p:spPr bwMode="auto">
            <a:xfrm>
              <a:off x="3609023" y="2400396"/>
              <a:ext cx="58738" cy="219075"/>
            </a:xfrm>
            <a:custGeom>
              <a:avLst/>
              <a:gdLst>
                <a:gd name="T0" fmla="*/ 12 w 24"/>
                <a:gd name="T1" fmla="*/ 0 h 89"/>
                <a:gd name="T2" fmla="*/ 0 w 24"/>
                <a:gd name="T3" fmla="*/ 12 h 89"/>
                <a:gd name="T4" fmla="*/ 0 w 24"/>
                <a:gd name="T5" fmla="*/ 77 h 89"/>
                <a:gd name="T6" fmla="*/ 12 w 24"/>
                <a:gd name="T7" fmla="*/ 89 h 89"/>
                <a:gd name="T8" fmla="*/ 24 w 24"/>
                <a:gd name="T9" fmla="*/ 77 h 89"/>
                <a:gd name="T10" fmla="*/ 24 w 24"/>
                <a:gd name="T11" fmla="*/ 12 h 89"/>
                <a:gd name="T12" fmla="*/ 12 w 24"/>
                <a:gd name="T13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89">
                  <a:moveTo>
                    <a:pt x="12" y="0"/>
                  </a:moveTo>
                  <a:cubicBezTo>
                    <a:pt x="6" y="0"/>
                    <a:pt x="0" y="6"/>
                    <a:pt x="0" y="12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84"/>
                    <a:pt x="6" y="89"/>
                    <a:pt x="12" y="89"/>
                  </a:cubicBezTo>
                  <a:cubicBezTo>
                    <a:pt x="19" y="89"/>
                    <a:pt x="24" y="84"/>
                    <a:pt x="24" y="77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6"/>
                    <a:pt x="19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63" name="Freeform 49"/>
            <p:cNvSpPr/>
            <p:nvPr/>
          </p:nvSpPr>
          <p:spPr bwMode="auto">
            <a:xfrm>
              <a:off x="3188335" y="2486121"/>
              <a:ext cx="20638" cy="79375"/>
            </a:xfrm>
            <a:custGeom>
              <a:avLst/>
              <a:gdLst>
                <a:gd name="T0" fmla="*/ 4 w 8"/>
                <a:gd name="T1" fmla="*/ 0 h 32"/>
                <a:gd name="T2" fmla="*/ 0 w 8"/>
                <a:gd name="T3" fmla="*/ 4 h 32"/>
                <a:gd name="T4" fmla="*/ 0 w 8"/>
                <a:gd name="T5" fmla="*/ 28 h 32"/>
                <a:gd name="T6" fmla="*/ 4 w 8"/>
                <a:gd name="T7" fmla="*/ 32 h 32"/>
                <a:gd name="T8" fmla="*/ 8 w 8"/>
                <a:gd name="T9" fmla="*/ 28 h 32"/>
                <a:gd name="T10" fmla="*/ 8 w 8"/>
                <a:gd name="T11" fmla="*/ 4 h 32"/>
                <a:gd name="T12" fmla="*/ 4 w 8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2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2" y="32"/>
                    <a:pt x="4" y="32"/>
                  </a:cubicBezTo>
                  <a:cubicBezTo>
                    <a:pt x="7" y="32"/>
                    <a:pt x="8" y="30"/>
                    <a:pt x="8" y="28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7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64" name="Group 163"/>
          <p:cNvGrpSpPr/>
          <p:nvPr/>
        </p:nvGrpSpPr>
        <p:grpSpPr>
          <a:xfrm>
            <a:off x="4498656" y="4951222"/>
            <a:ext cx="380133" cy="380134"/>
            <a:chOff x="8756835" y="3387391"/>
            <a:chExt cx="380133" cy="380134"/>
          </a:xfrm>
          <a:solidFill>
            <a:schemeClr val="bg1"/>
          </a:solidFill>
        </p:grpSpPr>
        <p:sp>
          <p:nvSpPr>
            <p:cNvPr id="165" name="Freeform 11"/>
            <p:cNvSpPr/>
            <p:nvPr/>
          </p:nvSpPr>
          <p:spPr bwMode="auto">
            <a:xfrm>
              <a:off x="8957479" y="3387391"/>
              <a:ext cx="179489" cy="179490"/>
            </a:xfrm>
            <a:custGeom>
              <a:avLst/>
              <a:gdLst>
                <a:gd name="T0" fmla="*/ 12 w 117"/>
                <a:gd name="T1" fmla="*/ 98 h 117"/>
                <a:gd name="T2" fmla="*/ 16 w 117"/>
                <a:gd name="T3" fmla="*/ 94 h 117"/>
                <a:gd name="T4" fmla="*/ 23 w 117"/>
                <a:gd name="T5" fmla="*/ 94 h 117"/>
                <a:gd name="T6" fmla="*/ 23 w 117"/>
                <a:gd name="T7" fmla="*/ 101 h 117"/>
                <a:gd name="T8" fmla="*/ 19 w 117"/>
                <a:gd name="T9" fmla="*/ 105 h 117"/>
                <a:gd name="T10" fmla="*/ 31 w 117"/>
                <a:gd name="T11" fmla="*/ 117 h 117"/>
                <a:gd name="T12" fmla="*/ 53 w 117"/>
                <a:gd name="T13" fmla="*/ 95 h 117"/>
                <a:gd name="T14" fmla="*/ 101 w 117"/>
                <a:gd name="T15" fmla="*/ 83 h 117"/>
                <a:gd name="T16" fmla="*/ 113 w 117"/>
                <a:gd name="T17" fmla="*/ 39 h 117"/>
                <a:gd name="T18" fmla="*/ 87 w 117"/>
                <a:gd name="T19" fmla="*/ 65 h 117"/>
                <a:gd name="T20" fmla="*/ 68 w 117"/>
                <a:gd name="T21" fmla="*/ 65 h 117"/>
                <a:gd name="T22" fmla="*/ 52 w 117"/>
                <a:gd name="T23" fmla="*/ 49 h 117"/>
                <a:gd name="T24" fmla="*/ 52 w 117"/>
                <a:gd name="T25" fmla="*/ 30 h 117"/>
                <a:gd name="T26" fmla="*/ 78 w 117"/>
                <a:gd name="T27" fmla="*/ 4 h 117"/>
                <a:gd name="T28" fmla="*/ 34 w 117"/>
                <a:gd name="T29" fmla="*/ 17 h 117"/>
                <a:gd name="T30" fmla="*/ 22 w 117"/>
                <a:gd name="T31" fmla="*/ 64 h 117"/>
                <a:gd name="T32" fmla="*/ 0 w 117"/>
                <a:gd name="T33" fmla="*/ 86 h 117"/>
                <a:gd name="T34" fmla="*/ 12 w 117"/>
                <a:gd name="T35" fmla="*/ 9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7" h="117">
                  <a:moveTo>
                    <a:pt x="12" y="98"/>
                  </a:moveTo>
                  <a:cubicBezTo>
                    <a:pt x="16" y="94"/>
                    <a:pt x="16" y="94"/>
                    <a:pt x="16" y="94"/>
                  </a:cubicBezTo>
                  <a:cubicBezTo>
                    <a:pt x="18" y="92"/>
                    <a:pt x="21" y="92"/>
                    <a:pt x="23" y="94"/>
                  </a:cubicBezTo>
                  <a:cubicBezTo>
                    <a:pt x="25" y="96"/>
                    <a:pt x="25" y="99"/>
                    <a:pt x="23" y="101"/>
                  </a:cubicBezTo>
                  <a:cubicBezTo>
                    <a:pt x="19" y="105"/>
                    <a:pt x="19" y="105"/>
                    <a:pt x="19" y="105"/>
                  </a:cubicBezTo>
                  <a:cubicBezTo>
                    <a:pt x="31" y="117"/>
                    <a:pt x="31" y="117"/>
                    <a:pt x="31" y="117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69" y="100"/>
                    <a:pt x="88" y="96"/>
                    <a:pt x="101" y="83"/>
                  </a:cubicBezTo>
                  <a:cubicBezTo>
                    <a:pt x="113" y="71"/>
                    <a:pt x="117" y="54"/>
                    <a:pt x="113" y="39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2" y="70"/>
                    <a:pt x="74" y="70"/>
                    <a:pt x="68" y="65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47" y="44"/>
                    <a:pt x="47" y="35"/>
                    <a:pt x="52" y="30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63" y="0"/>
                    <a:pt x="46" y="5"/>
                    <a:pt x="34" y="17"/>
                  </a:cubicBezTo>
                  <a:cubicBezTo>
                    <a:pt x="21" y="29"/>
                    <a:pt x="17" y="48"/>
                    <a:pt x="22" y="64"/>
                  </a:cubicBezTo>
                  <a:cubicBezTo>
                    <a:pt x="0" y="86"/>
                    <a:pt x="0" y="86"/>
                    <a:pt x="0" y="86"/>
                  </a:cubicBezTo>
                  <a:lnTo>
                    <a:pt x="12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66" name="Freeform 12"/>
            <p:cNvSpPr/>
            <p:nvPr/>
          </p:nvSpPr>
          <p:spPr bwMode="auto">
            <a:xfrm>
              <a:off x="8756835" y="3589958"/>
              <a:ext cx="177566" cy="177567"/>
            </a:xfrm>
            <a:custGeom>
              <a:avLst/>
              <a:gdLst>
                <a:gd name="T0" fmla="*/ 105 w 116"/>
                <a:gd name="T1" fmla="*/ 19 h 116"/>
                <a:gd name="T2" fmla="*/ 101 w 116"/>
                <a:gd name="T3" fmla="*/ 23 h 116"/>
                <a:gd name="T4" fmla="*/ 93 w 116"/>
                <a:gd name="T5" fmla="*/ 23 h 116"/>
                <a:gd name="T6" fmla="*/ 93 w 116"/>
                <a:gd name="T7" fmla="*/ 15 h 116"/>
                <a:gd name="T8" fmla="*/ 97 w 116"/>
                <a:gd name="T9" fmla="*/ 11 h 116"/>
                <a:gd name="T10" fmla="*/ 86 w 116"/>
                <a:gd name="T11" fmla="*/ 0 h 116"/>
                <a:gd name="T12" fmla="*/ 64 w 116"/>
                <a:gd name="T13" fmla="*/ 22 h 116"/>
                <a:gd name="T14" fmla="*/ 16 w 116"/>
                <a:gd name="T15" fmla="*/ 34 h 116"/>
                <a:gd name="T16" fmla="*/ 4 w 116"/>
                <a:gd name="T17" fmla="*/ 78 h 116"/>
                <a:gd name="T18" fmla="*/ 30 w 116"/>
                <a:gd name="T19" fmla="*/ 52 h 116"/>
                <a:gd name="T20" fmla="*/ 48 w 116"/>
                <a:gd name="T21" fmla="*/ 52 h 116"/>
                <a:gd name="T22" fmla="*/ 64 w 116"/>
                <a:gd name="T23" fmla="*/ 68 h 116"/>
                <a:gd name="T24" fmla="*/ 64 w 116"/>
                <a:gd name="T25" fmla="*/ 86 h 116"/>
                <a:gd name="T26" fmla="*/ 38 w 116"/>
                <a:gd name="T27" fmla="*/ 113 h 116"/>
                <a:gd name="T28" fmla="*/ 83 w 116"/>
                <a:gd name="T29" fmla="*/ 100 h 116"/>
                <a:gd name="T30" fmla="*/ 94 w 116"/>
                <a:gd name="T31" fmla="*/ 52 h 116"/>
                <a:gd name="T32" fmla="*/ 116 w 116"/>
                <a:gd name="T33" fmla="*/ 30 h 116"/>
                <a:gd name="T34" fmla="*/ 105 w 116"/>
                <a:gd name="T35" fmla="*/ 1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6">
                  <a:moveTo>
                    <a:pt x="105" y="19"/>
                  </a:moveTo>
                  <a:cubicBezTo>
                    <a:pt x="101" y="23"/>
                    <a:pt x="101" y="23"/>
                    <a:pt x="101" y="23"/>
                  </a:cubicBezTo>
                  <a:cubicBezTo>
                    <a:pt x="99" y="25"/>
                    <a:pt x="95" y="25"/>
                    <a:pt x="93" y="23"/>
                  </a:cubicBezTo>
                  <a:cubicBezTo>
                    <a:pt x="91" y="21"/>
                    <a:pt x="91" y="17"/>
                    <a:pt x="93" y="15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47" y="17"/>
                    <a:pt x="29" y="21"/>
                    <a:pt x="16" y="34"/>
                  </a:cubicBezTo>
                  <a:cubicBezTo>
                    <a:pt x="4" y="46"/>
                    <a:pt x="0" y="63"/>
                    <a:pt x="4" y="78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5" y="47"/>
                    <a:pt x="43" y="47"/>
                    <a:pt x="48" y="52"/>
                  </a:cubicBezTo>
                  <a:cubicBezTo>
                    <a:pt x="64" y="68"/>
                    <a:pt x="64" y="68"/>
                    <a:pt x="64" y="68"/>
                  </a:cubicBezTo>
                  <a:cubicBezTo>
                    <a:pt x="69" y="73"/>
                    <a:pt x="69" y="81"/>
                    <a:pt x="64" y="8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3" y="116"/>
                    <a:pt x="71" y="112"/>
                    <a:pt x="83" y="100"/>
                  </a:cubicBezTo>
                  <a:cubicBezTo>
                    <a:pt x="95" y="87"/>
                    <a:pt x="99" y="69"/>
                    <a:pt x="94" y="52"/>
                  </a:cubicBezTo>
                  <a:cubicBezTo>
                    <a:pt x="116" y="30"/>
                    <a:pt x="116" y="30"/>
                    <a:pt x="116" y="30"/>
                  </a:cubicBezTo>
                  <a:lnTo>
                    <a:pt x="10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167" name="Freeform 13"/>
            <p:cNvSpPr>
              <a:spLocks noEditPoints="1"/>
            </p:cNvSpPr>
            <p:nvPr/>
          </p:nvSpPr>
          <p:spPr bwMode="auto">
            <a:xfrm>
              <a:off x="8756835" y="3387391"/>
              <a:ext cx="380133" cy="380134"/>
            </a:xfrm>
            <a:custGeom>
              <a:avLst/>
              <a:gdLst>
                <a:gd name="T0" fmla="*/ 232 w 248"/>
                <a:gd name="T1" fmla="*/ 166 h 248"/>
                <a:gd name="T2" fmla="*/ 184 w 248"/>
                <a:gd name="T3" fmla="*/ 154 h 248"/>
                <a:gd name="T4" fmla="*/ 94 w 248"/>
                <a:gd name="T5" fmla="*/ 64 h 248"/>
                <a:gd name="T6" fmla="*/ 83 w 248"/>
                <a:gd name="T7" fmla="*/ 17 h 248"/>
                <a:gd name="T8" fmla="*/ 38 w 248"/>
                <a:gd name="T9" fmla="*/ 4 h 248"/>
                <a:gd name="T10" fmla="*/ 64 w 248"/>
                <a:gd name="T11" fmla="*/ 30 h 248"/>
                <a:gd name="T12" fmla="*/ 64 w 248"/>
                <a:gd name="T13" fmla="*/ 49 h 248"/>
                <a:gd name="T14" fmla="*/ 48 w 248"/>
                <a:gd name="T15" fmla="*/ 65 h 248"/>
                <a:gd name="T16" fmla="*/ 30 w 248"/>
                <a:gd name="T17" fmla="*/ 65 h 248"/>
                <a:gd name="T18" fmla="*/ 4 w 248"/>
                <a:gd name="T19" fmla="*/ 39 h 248"/>
                <a:gd name="T20" fmla="*/ 16 w 248"/>
                <a:gd name="T21" fmla="*/ 83 h 248"/>
                <a:gd name="T22" fmla="*/ 64 w 248"/>
                <a:gd name="T23" fmla="*/ 95 h 248"/>
                <a:gd name="T24" fmla="*/ 153 w 248"/>
                <a:gd name="T25" fmla="*/ 184 h 248"/>
                <a:gd name="T26" fmla="*/ 165 w 248"/>
                <a:gd name="T27" fmla="*/ 232 h 248"/>
                <a:gd name="T28" fmla="*/ 209 w 248"/>
                <a:gd name="T29" fmla="*/ 245 h 248"/>
                <a:gd name="T30" fmla="*/ 183 w 248"/>
                <a:gd name="T31" fmla="*/ 218 h 248"/>
                <a:gd name="T32" fmla="*/ 183 w 248"/>
                <a:gd name="T33" fmla="*/ 200 h 248"/>
                <a:gd name="T34" fmla="*/ 199 w 248"/>
                <a:gd name="T35" fmla="*/ 184 h 248"/>
                <a:gd name="T36" fmla="*/ 218 w 248"/>
                <a:gd name="T37" fmla="*/ 184 h 248"/>
                <a:gd name="T38" fmla="*/ 244 w 248"/>
                <a:gd name="T39" fmla="*/ 210 h 248"/>
                <a:gd name="T40" fmla="*/ 232 w 248"/>
                <a:gd name="T41" fmla="*/ 166 h 248"/>
                <a:gd name="T42" fmla="*/ 154 w 248"/>
                <a:gd name="T43" fmla="*/ 155 h 248"/>
                <a:gd name="T44" fmla="*/ 147 w 248"/>
                <a:gd name="T45" fmla="*/ 155 h 248"/>
                <a:gd name="T46" fmla="*/ 93 w 248"/>
                <a:gd name="T47" fmla="*/ 101 h 248"/>
                <a:gd name="T48" fmla="*/ 93 w 248"/>
                <a:gd name="T49" fmla="*/ 94 h 248"/>
                <a:gd name="T50" fmla="*/ 101 w 248"/>
                <a:gd name="T51" fmla="*/ 94 h 248"/>
                <a:gd name="T52" fmla="*/ 154 w 248"/>
                <a:gd name="T53" fmla="*/ 147 h 248"/>
                <a:gd name="T54" fmla="*/ 154 w 248"/>
                <a:gd name="T55" fmla="*/ 15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8" h="248">
                  <a:moveTo>
                    <a:pt x="232" y="166"/>
                  </a:moveTo>
                  <a:cubicBezTo>
                    <a:pt x="219" y="153"/>
                    <a:pt x="200" y="149"/>
                    <a:pt x="184" y="15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9" y="48"/>
                    <a:pt x="95" y="29"/>
                    <a:pt x="83" y="17"/>
                  </a:cubicBezTo>
                  <a:cubicBezTo>
                    <a:pt x="71" y="5"/>
                    <a:pt x="53" y="0"/>
                    <a:pt x="38" y="4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9" y="35"/>
                    <a:pt x="69" y="44"/>
                    <a:pt x="64" y="49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3" y="70"/>
                    <a:pt x="35" y="70"/>
                    <a:pt x="30" y="6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54"/>
                    <a:pt x="4" y="71"/>
                    <a:pt x="16" y="83"/>
                  </a:cubicBezTo>
                  <a:cubicBezTo>
                    <a:pt x="29" y="96"/>
                    <a:pt x="47" y="100"/>
                    <a:pt x="64" y="95"/>
                  </a:cubicBezTo>
                  <a:cubicBezTo>
                    <a:pt x="153" y="184"/>
                    <a:pt x="153" y="184"/>
                    <a:pt x="153" y="184"/>
                  </a:cubicBezTo>
                  <a:cubicBezTo>
                    <a:pt x="148" y="201"/>
                    <a:pt x="152" y="219"/>
                    <a:pt x="165" y="232"/>
                  </a:cubicBezTo>
                  <a:cubicBezTo>
                    <a:pt x="177" y="244"/>
                    <a:pt x="194" y="248"/>
                    <a:pt x="209" y="245"/>
                  </a:cubicBezTo>
                  <a:cubicBezTo>
                    <a:pt x="183" y="218"/>
                    <a:pt x="183" y="218"/>
                    <a:pt x="183" y="218"/>
                  </a:cubicBezTo>
                  <a:cubicBezTo>
                    <a:pt x="178" y="213"/>
                    <a:pt x="178" y="205"/>
                    <a:pt x="183" y="200"/>
                  </a:cubicBezTo>
                  <a:cubicBezTo>
                    <a:pt x="199" y="184"/>
                    <a:pt x="199" y="184"/>
                    <a:pt x="199" y="184"/>
                  </a:cubicBezTo>
                  <a:cubicBezTo>
                    <a:pt x="205" y="179"/>
                    <a:pt x="213" y="179"/>
                    <a:pt x="218" y="184"/>
                  </a:cubicBezTo>
                  <a:cubicBezTo>
                    <a:pt x="244" y="210"/>
                    <a:pt x="244" y="210"/>
                    <a:pt x="244" y="210"/>
                  </a:cubicBezTo>
                  <a:cubicBezTo>
                    <a:pt x="248" y="195"/>
                    <a:pt x="244" y="178"/>
                    <a:pt x="232" y="166"/>
                  </a:cubicBezTo>
                  <a:close/>
                  <a:moveTo>
                    <a:pt x="154" y="155"/>
                  </a:moveTo>
                  <a:cubicBezTo>
                    <a:pt x="152" y="157"/>
                    <a:pt x="149" y="157"/>
                    <a:pt x="147" y="15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99"/>
                    <a:pt x="91" y="96"/>
                    <a:pt x="93" y="94"/>
                  </a:cubicBezTo>
                  <a:cubicBezTo>
                    <a:pt x="95" y="92"/>
                    <a:pt x="99" y="92"/>
                    <a:pt x="101" y="94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6" y="149"/>
                    <a:pt x="156" y="153"/>
                    <a:pt x="154" y="1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168" name="TextBox 167"/>
          <p:cNvSpPr txBox="1"/>
          <p:nvPr/>
        </p:nvSpPr>
        <p:spPr>
          <a:xfrm>
            <a:off x="8377237" y="2070686"/>
            <a:ext cx="1200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8377238" y="2307276"/>
            <a:ext cx="22005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9160844" y="4471020"/>
            <a:ext cx="1200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9160845" y="4707610"/>
            <a:ext cx="22005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996020" y="2523127"/>
            <a:ext cx="1200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996475" y="2759717"/>
            <a:ext cx="22005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2230974" y="4925293"/>
            <a:ext cx="1200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1231429" y="5161883"/>
            <a:ext cx="22005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9" grpId="0" animBg="1"/>
      <p:bldP spid="140" grpId="0" animBg="1"/>
      <p:bldP spid="141" grpId="0" animBg="1"/>
      <p:bldP spid="151" grpId="0"/>
      <p:bldP spid="152" grpId="0"/>
      <p:bldP spid="153" grpId="0"/>
      <p:bldP spid="154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Gantt Chart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Progress Review</a:t>
            </a:r>
            <a:endParaRPr lang="id-ID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45831" y="2520488"/>
          <a:ext cx="11154871" cy="3186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018"/>
                <a:gridCol w="1649691"/>
                <a:gridCol w="1668545"/>
                <a:gridCol w="1640263"/>
                <a:gridCol w="1668545"/>
                <a:gridCol w="1677971"/>
                <a:gridCol w="1630838"/>
              </a:tblGrid>
              <a:tr h="455180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One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45518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Two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455180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Three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45518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Four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455180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Five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45518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Six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455180">
                <a:tc>
                  <a:txBody>
                    <a:bodyPr/>
                    <a:lstStyle/>
                    <a:p>
                      <a:pPr algn="l"/>
                      <a:r>
                        <a:rPr lang="pl-PL" sz="1300" b="0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Aa楷体" panose="02000500000000000000" pitchFamily="2" charset="-122"/>
                        </a:rPr>
                        <a:t>Step Seven</a:t>
                      </a:r>
                      <a:endParaRPr lang="pl-PL" sz="13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bg2"/>
                        </a:solidFill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566011" y="1951566"/>
          <a:ext cx="9944118" cy="427688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657353"/>
                <a:gridCol w="1657353"/>
                <a:gridCol w="1657353"/>
                <a:gridCol w="1657353"/>
                <a:gridCol w="1657353"/>
                <a:gridCol w="1657353"/>
              </a:tblGrid>
              <a:tr h="427688">
                <a:tc>
                  <a:txBody>
                    <a:bodyPr/>
                    <a:lstStyle/>
                    <a:p>
                      <a:pPr algn="ctr"/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January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February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March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April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May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d-ID" sz="16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Aa楷体" panose="02000500000000000000" pitchFamily="2" charset="-122"/>
                        </a:rPr>
                        <a:t>June</a:t>
                      </a: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Aa楷体" panose="02000500000000000000" pitchFamily="2" charset="-122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016334" y="5942617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64440" y="5942617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3927" y="5942617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28415" y="5942617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872835" y="6000851"/>
            <a:ext cx="160532" cy="1605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16783" y="6000851"/>
            <a:ext cx="160532" cy="1605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83408" y="6000851"/>
            <a:ext cx="160532" cy="1605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68058" y="6000851"/>
            <a:ext cx="160532" cy="1605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" name="Pentagon 23"/>
          <p:cNvSpPr/>
          <p:nvPr/>
        </p:nvSpPr>
        <p:spPr>
          <a:xfrm>
            <a:off x="1772239" y="2567626"/>
            <a:ext cx="2884603" cy="356334"/>
          </a:xfrm>
          <a:prstGeom prst="homePlate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5" name="Pentagon 24"/>
          <p:cNvSpPr/>
          <p:nvPr/>
        </p:nvSpPr>
        <p:spPr>
          <a:xfrm>
            <a:off x="3941975" y="3040537"/>
            <a:ext cx="2608083" cy="356334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6" name="Pentagon 25"/>
          <p:cNvSpPr/>
          <p:nvPr/>
        </p:nvSpPr>
        <p:spPr>
          <a:xfrm>
            <a:off x="5593237" y="3504022"/>
            <a:ext cx="2608083" cy="356334"/>
          </a:xfrm>
          <a:prstGeom prst="homePlate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Pentagon 26"/>
          <p:cNvSpPr/>
          <p:nvPr/>
        </p:nvSpPr>
        <p:spPr>
          <a:xfrm>
            <a:off x="3952973" y="3947081"/>
            <a:ext cx="2608083" cy="356334"/>
          </a:xfrm>
          <a:prstGeom prst="homePlat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8" name="Pentagon 27"/>
          <p:cNvSpPr/>
          <p:nvPr/>
        </p:nvSpPr>
        <p:spPr>
          <a:xfrm>
            <a:off x="7324626" y="4391713"/>
            <a:ext cx="1744077" cy="356334"/>
          </a:xfrm>
          <a:prstGeom prst="homePlat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9" name="Pentagon 28"/>
          <p:cNvSpPr/>
          <p:nvPr/>
        </p:nvSpPr>
        <p:spPr>
          <a:xfrm>
            <a:off x="8759071" y="4845770"/>
            <a:ext cx="1744077" cy="356334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Pentagon 29"/>
          <p:cNvSpPr/>
          <p:nvPr/>
        </p:nvSpPr>
        <p:spPr>
          <a:xfrm>
            <a:off x="9879291" y="5299827"/>
            <a:ext cx="1200464" cy="356334"/>
          </a:xfrm>
          <a:prstGeom prst="homePlate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Descripstion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Step-by-step Process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5 Circle Process</a:t>
            </a:r>
            <a:endParaRPr lang="id-ID" dirty="0"/>
          </a:p>
        </p:txBody>
      </p:sp>
      <p:sp>
        <p:nvSpPr>
          <p:cNvPr id="51" name="Oval 50"/>
          <p:cNvSpPr/>
          <p:nvPr/>
        </p:nvSpPr>
        <p:spPr>
          <a:xfrm>
            <a:off x="1081118" y="3337857"/>
            <a:ext cx="1620000" cy="1620000"/>
          </a:xfrm>
          <a:prstGeom prst="ellipse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2558921" y="2846657"/>
            <a:ext cx="1908000" cy="1908000"/>
          </a:xfrm>
          <a:prstGeom prst="ellipse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4165341" y="2238957"/>
            <a:ext cx="2376000" cy="2376000"/>
          </a:xfrm>
          <a:prstGeom prst="ellipse">
            <a:avLst/>
          </a:prstGeom>
          <a:solidFill>
            <a:schemeClr val="accent3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 flipH="1">
            <a:off x="6151201" y="1758357"/>
            <a:ext cx="2628000" cy="2628000"/>
          </a:xfrm>
          <a:prstGeom prst="ellipse">
            <a:avLst/>
          </a:prstGeom>
          <a:solidFill>
            <a:schemeClr val="accent4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 flipH="1">
            <a:off x="8228299" y="1955057"/>
            <a:ext cx="2952000" cy="2952000"/>
          </a:xfrm>
          <a:prstGeom prst="ellipse">
            <a:avLst/>
          </a:prstGeom>
          <a:solidFill>
            <a:schemeClr val="accent5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6" name="Content Placeholder 19"/>
          <p:cNvSpPr txBox="1"/>
          <p:nvPr/>
        </p:nvSpPr>
        <p:spPr>
          <a:xfrm>
            <a:off x="921994" y="5357614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Content Placeholder 19"/>
          <p:cNvSpPr txBox="1"/>
          <p:nvPr/>
        </p:nvSpPr>
        <p:spPr>
          <a:xfrm>
            <a:off x="2807546" y="5230614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Content Placeholder 19"/>
          <p:cNvSpPr txBox="1"/>
          <p:nvPr/>
        </p:nvSpPr>
        <p:spPr>
          <a:xfrm>
            <a:off x="6600953" y="4862314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9" name="Content Placeholder 19"/>
          <p:cNvSpPr txBox="1"/>
          <p:nvPr/>
        </p:nvSpPr>
        <p:spPr>
          <a:xfrm>
            <a:off x="8880571" y="5383014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21994" y="5075886"/>
            <a:ext cx="546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Brief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807546" y="4948886"/>
            <a:ext cx="899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Research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00953" y="4580586"/>
            <a:ext cx="1225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Development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880571" y="5101286"/>
            <a:ext cx="1410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Implementation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4" name="Content Placeholder 19"/>
          <p:cNvSpPr txBox="1"/>
          <p:nvPr/>
        </p:nvSpPr>
        <p:spPr>
          <a:xfrm>
            <a:off x="4673717" y="5090914"/>
            <a:ext cx="2029769" cy="685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categories business and personal presentation</a:t>
            </a:r>
            <a:endParaRPr kumimoji="0" lang="id-ID" sz="1200" b="0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673717" y="4809186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Design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1642864" y="3807231"/>
            <a:ext cx="478036" cy="629140"/>
            <a:chOff x="5081588" y="1744663"/>
            <a:chExt cx="552450" cy="727075"/>
          </a:xfrm>
          <a:solidFill>
            <a:schemeClr val="bg1"/>
          </a:solidFill>
        </p:grpSpPr>
        <p:sp>
          <p:nvSpPr>
            <p:cNvPr id="67" name="Freeform 66"/>
            <p:cNvSpPr>
              <a:spLocks noEditPoints="1"/>
            </p:cNvSpPr>
            <p:nvPr/>
          </p:nvSpPr>
          <p:spPr bwMode="auto">
            <a:xfrm>
              <a:off x="5081588" y="1744663"/>
              <a:ext cx="552450" cy="727075"/>
            </a:xfrm>
            <a:custGeom>
              <a:avLst/>
              <a:gdLst>
                <a:gd name="T0" fmla="*/ 884 w 971"/>
                <a:gd name="T1" fmla="*/ 207 h 1283"/>
                <a:gd name="T2" fmla="*/ 715 w 971"/>
                <a:gd name="T3" fmla="*/ 207 h 1283"/>
                <a:gd name="T4" fmla="*/ 715 w 971"/>
                <a:gd name="T5" fmla="*/ 192 h 1283"/>
                <a:gd name="T6" fmla="*/ 673 w 971"/>
                <a:gd name="T7" fmla="*/ 150 h 1283"/>
                <a:gd name="T8" fmla="*/ 578 w 971"/>
                <a:gd name="T9" fmla="*/ 150 h 1283"/>
                <a:gd name="T10" fmla="*/ 589 w 971"/>
                <a:gd name="T11" fmla="*/ 103 h 1283"/>
                <a:gd name="T12" fmla="*/ 485 w 971"/>
                <a:gd name="T13" fmla="*/ 0 h 1283"/>
                <a:gd name="T14" fmla="*/ 382 w 971"/>
                <a:gd name="T15" fmla="*/ 103 h 1283"/>
                <a:gd name="T16" fmla="*/ 393 w 971"/>
                <a:gd name="T17" fmla="*/ 150 h 1283"/>
                <a:gd name="T18" fmla="*/ 297 w 971"/>
                <a:gd name="T19" fmla="*/ 150 h 1283"/>
                <a:gd name="T20" fmla="*/ 255 w 971"/>
                <a:gd name="T21" fmla="*/ 192 h 1283"/>
                <a:gd name="T22" fmla="*/ 255 w 971"/>
                <a:gd name="T23" fmla="*/ 207 h 1283"/>
                <a:gd name="T24" fmla="*/ 87 w 971"/>
                <a:gd name="T25" fmla="*/ 207 h 1283"/>
                <a:gd name="T26" fmla="*/ 0 w 971"/>
                <a:gd name="T27" fmla="*/ 294 h 1283"/>
                <a:gd name="T28" fmla="*/ 0 w 971"/>
                <a:gd name="T29" fmla="*/ 1196 h 1283"/>
                <a:gd name="T30" fmla="*/ 87 w 971"/>
                <a:gd name="T31" fmla="*/ 1283 h 1283"/>
                <a:gd name="T32" fmla="*/ 884 w 971"/>
                <a:gd name="T33" fmla="*/ 1283 h 1283"/>
                <a:gd name="T34" fmla="*/ 971 w 971"/>
                <a:gd name="T35" fmla="*/ 1196 h 1283"/>
                <a:gd name="T36" fmla="*/ 971 w 971"/>
                <a:gd name="T37" fmla="*/ 294 h 1283"/>
                <a:gd name="T38" fmla="*/ 884 w 971"/>
                <a:gd name="T39" fmla="*/ 207 h 1283"/>
                <a:gd name="T40" fmla="*/ 485 w 971"/>
                <a:gd name="T41" fmla="*/ 59 h 1283"/>
                <a:gd name="T42" fmla="*/ 530 w 971"/>
                <a:gd name="T43" fmla="*/ 103 h 1283"/>
                <a:gd name="T44" fmla="*/ 485 w 971"/>
                <a:gd name="T45" fmla="*/ 148 h 1283"/>
                <a:gd name="T46" fmla="*/ 441 w 971"/>
                <a:gd name="T47" fmla="*/ 103 h 1283"/>
                <a:gd name="T48" fmla="*/ 485 w 971"/>
                <a:gd name="T49" fmla="*/ 59 h 1283"/>
                <a:gd name="T50" fmla="*/ 825 w 971"/>
                <a:gd name="T51" fmla="*/ 921 h 1283"/>
                <a:gd name="T52" fmla="*/ 659 w 971"/>
                <a:gd name="T53" fmla="*/ 921 h 1283"/>
                <a:gd name="T54" fmla="*/ 659 w 971"/>
                <a:gd name="T55" fmla="*/ 1087 h 1283"/>
                <a:gd name="T56" fmla="*/ 146 w 971"/>
                <a:gd name="T57" fmla="*/ 1087 h 1283"/>
                <a:gd name="T58" fmla="*/ 146 w 971"/>
                <a:gd name="T59" fmla="*/ 275 h 1283"/>
                <a:gd name="T60" fmla="*/ 255 w 971"/>
                <a:gd name="T61" fmla="*/ 275 h 1283"/>
                <a:gd name="T62" fmla="*/ 255 w 971"/>
                <a:gd name="T63" fmla="*/ 290 h 1283"/>
                <a:gd name="T64" fmla="*/ 297 w 971"/>
                <a:gd name="T65" fmla="*/ 332 h 1283"/>
                <a:gd name="T66" fmla="*/ 673 w 971"/>
                <a:gd name="T67" fmla="*/ 332 h 1283"/>
                <a:gd name="T68" fmla="*/ 715 w 971"/>
                <a:gd name="T69" fmla="*/ 290 h 1283"/>
                <a:gd name="T70" fmla="*/ 715 w 971"/>
                <a:gd name="T71" fmla="*/ 275 h 1283"/>
                <a:gd name="T72" fmla="*/ 825 w 971"/>
                <a:gd name="T73" fmla="*/ 275 h 1283"/>
                <a:gd name="T74" fmla="*/ 825 w 971"/>
                <a:gd name="T75" fmla="*/ 921 h 1283"/>
                <a:gd name="T76" fmla="*/ 802 w 971"/>
                <a:gd name="T77" fmla="*/ 953 h 1283"/>
                <a:gd name="T78" fmla="*/ 691 w 971"/>
                <a:gd name="T79" fmla="*/ 1065 h 1283"/>
                <a:gd name="T80" fmla="*/ 691 w 971"/>
                <a:gd name="T81" fmla="*/ 953 h 1283"/>
                <a:gd name="T82" fmla="*/ 802 w 971"/>
                <a:gd name="T83" fmla="*/ 953 h 1283"/>
                <a:gd name="T84" fmla="*/ 903 w 971"/>
                <a:gd name="T85" fmla="*/ 1196 h 1283"/>
                <a:gd name="T86" fmla="*/ 884 w 971"/>
                <a:gd name="T87" fmla="*/ 1215 h 1283"/>
                <a:gd name="T88" fmla="*/ 87 w 971"/>
                <a:gd name="T89" fmla="*/ 1215 h 1283"/>
                <a:gd name="T90" fmla="*/ 68 w 971"/>
                <a:gd name="T91" fmla="*/ 1196 h 1283"/>
                <a:gd name="T92" fmla="*/ 68 w 971"/>
                <a:gd name="T93" fmla="*/ 294 h 1283"/>
                <a:gd name="T94" fmla="*/ 87 w 971"/>
                <a:gd name="T95" fmla="*/ 275 h 1283"/>
                <a:gd name="T96" fmla="*/ 114 w 971"/>
                <a:gd name="T97" fmla="*/ 275 h 1283"/>
                <a:gd name="T98" fmla="*/ 114 w 971"/>
                <a:gd name="T99" fmla="*/ 1120 h 1283"/>
                <a:gd name="T100" fmla="*/ 681 w 971"/>
                <a:gd name="T101" fmla="*/ 1120 h 1283"/>
                <a:gd name="T102" fmla="*/ 686 w 971"/>
                <a:gd name="T103" fmla="*/ 1115 h 1283"/>
                <a:gd name="T104" fmla="*/ 852 w 971"/>
                <a:gd name="T105" fmla="*/ 948 h 1283"/>
                <a:gd name="T106" fmla="*/ 857 w 971"/>
                <a:gd name="T107" fmla="*/ 943 h 1283"/>
                <a:gd name="T108" fmla="*/ 857 w 971"/>
                <a:gd name="T109" fmla="*/ 275 h 1283"/>
                <a:gd name="T110" fmla="*/ 884 w 971"/>
                <a:gd name="T111" fmla="*/ 275 h 1283"/>
                <a:gd name="T112" fmla="*/ 903 w 971"/>
                <a:gd name="T113" fmla="*/ 294 h 1283"/>
                <a:gd name="T114" fmla="*/ 903 w 971"/>
                <a:gd name="T115" fmla="*/ 1196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71" h="1283">
                  <a:moveTo>
                    <a:pt x="884" y="207"/>
                  </a:moveTo>
                  <a:cubicBezTo>
                    <a:pt x="715" y="207"/>
                    <a:pt x="715" y="207"/>
                    <a:pt x="715" y="207"/>
                  </a:cubicBezTo>
                  <a:cubicBezTo>
                    <a:pt x="715" y="192"/>
                    <a:pt x="715" y="192"/>
                    <a:pt x="715" y="192"/>
                  </a:cubicBezTo>
                  <a:cubicBezTo>
                    <a:pt x="715" y="169"/>
                    <a:pt x="696" y="150"/>
                    <a:pt x="673" y="150"/>
                  </a:cubicBezTo>
                  <a:cubicBezTo>
                    <a:pt x="578" y="150"/>
                    <a:pt x="578" y="150"/>
                    <a:pt x="578" y="150"/>
                  </a:cubicBezTo>
                  <a:cubicBezTo>
                    <a:pt x="585" y="136"/>
                    <a:pt x="589" y="120"/>
                    <a:pt x="589" y="103"/>
                  </a:cubicBezTo>
                  <a:cubicBezTo>
                    <a:pt x="589" y="46"/>
                    <a:pt x="542" y="0"/>
                    <a:pt x="485" y="0"/>
                  </a:cubicBezTo>
                  <a:cubicBezTo>
                    <a:pt x="428" y="0"/>
                    <a:pt x="382" y="46"/>
                    <a:pt x="382" y="103"/>
                  </a:cubicBezTo>
                  <a:cubicBezTo>
                    <a:pt x="382" y="120"/>
                    <a:pt x="386" y="136"/>
                    <a:pt x="393" y="150"/>
                  </a:cubicBezTo>
                  <a:cubicBezTo>
                    <a:pt x="297" y="150"/>
                    <a:pt x="297" y="150"/>
                    <a:pt x="297" y="150"/>
                  </a:cubicBezTo>
                  <a:cubicBezTo>
                    <a:pt x="274" y="150"/>
                    <a:pt x="255" y="169"/>
                    <a:pt x="255" y="192"/>
                  </a:cubicBezTo>
                  <a:cubicBezTo>
                    <a:pt x="255" y="207"/>
                    <a:pt x="255" y="207"/>
                    <a:pt x="255" y="207"/>
                  </a:cubicBezTo>
                  <a:cubicBezTo>
                    <a:pt x="87" y="207"/>
                    <a:pt x="87" y="207"/>
                    <a:pt x="87" y="207"/>
                  </a:cubicBezTo>
                  <a:cubicBezTo>
                    <a:pt x="39" y="207"/>
                    <a:pt x="0" y="246"/>
                    <a:pt x="0" y="294"/>
                  </a:cubicBezTo>
                  <a:cubicBezTo>
                    <a:pt x="0" y="1196"/>
                    <a:pt x="0" y="1196"/>
                    <a:pt x="0" y="1196"/>
                  </a:cubicBezTo>
                  <a:cubicBezTo>
                    <a:pt x="0" y="1244"/>
                    <a:pt x="39" y="1283"/>
                    <a:pt x="87" y="1283"/>
                  </a:cubicBezTo>
                  <a:cubicBezTo>
                    <a:pt x="884" y="1283"/>
                    <a:pt x="884" y="1283"/>
                    <a:pt x="884" y="1283"/>
                  </a:cubicBezTo>
                  <a:cubicBezTo>
                    <a:pt x="932" y="1283"/>
                    <a:pt x="971" y="1244"/>
                    <a:pt x="971" y="1196"/>
                  </a:cubicBezTo>
                  <a:cubicBezTo>
                    <a:pt x="971" y="294"/>
                    <a:pt x="971" y="294"/>
                    <a:pt x="971" y="294"/>
                  </a:cubicBezTo>
                  <a:cubicBezTo>
                    <a:pt x="971" y="246"/>
                    <a:pt x="932" y="207"/>
                    <a:pt x="884" y="207"/>
                  </a:cubicBezTo>
                  <a:close/>
                  <a:moveTo>
                    <a:pt x="485" y="59"/>
                  </a:moveTo>
                  <a:cubicBezTo>
                    <a:pt x="510" y="59"/>
                    <a:pt x="530" y="79"/>
                    <a:pt x="530" y="103"/>
                  </a:cubicBezTo>
                  <a:cubicBezTo>
                    <a:pt x="530" y="128"/>
                    <a:pt x="510" y="148"/>
                    <a:pt x="485" y="148"/>
                  </a:cubicBezTo>
                  <a:cubicBezTo>
                    <a:pt x="461" y="148"/>
                    <a:pt x="441" y="128"/>
                    <a:pt x="441" y="103"/>
                  </a:cubicBezTo>
                  <a:cubicBezTo>
                    <a:pt x="441" y="79"/>
                    <a:pt x="461" y="59"/>
                    <a:pt x="485" y="59"/>
                  </a:cubicBezTo>
                  <a:close/>
                  <a:moveTo>
                    <a:pt x="825" y="921"/>
                  </a:moveTo>
                  <a:cubicBezTo>
                    <a:pt x="659" y="921"/>
                    <a:pt x="659" y="921"/>
                    <a:pt x="659" y="921"/>
                  </a:cubicBezTo>
                  <a:cubicBezTo>
                    <a:pt x="659" y="1087"/>
                    <a:pt x="659" y="1087"/>
                    <a:pt x="659" y="1087"/>
                  </a:cubicBezTo>
                  <a:cubicBezTo>
                    <a:pt x="146" y="1087"/>
                    <a:pt x="146" y="1087"/>
                    <a:pt x="146" y="1087"/>
                  </a:cubicBezTo>
                  <a:cubicBezTo>
                    <a:pt x="146" y="275"/>
                    <a:pt x="146" y="275"/>
                    <a:pt x="146" y="275"/>
                  </a:cubicBezTo>
                  <a:cubicBezTo>
                    <a:pt x="255" y="275"/>
                    <a:pt x="255" y="275"/>
                    <a:pt x="255" y="275"/>
                  </a:cubicBezTo>
                  <a:cubicBezTo>
                    <a:pt x="255" y="290"/>
                    <a:pt x="255" y="290"/>
                    <a:pt x="255" y="290"/>
                  </a:cubicBezTo>
                  <a:cubicBezTo>
                    <a:pt x="255" y="313"/>
                    <a:pt x="274" y="332"/>
                    <a:pt x="297" y="332"/>
                  </a:cubicBezTo>
                  <a:cubicBezTo>
                    <a:pt x="673" y="332"/>
                    <a:pt x="673" y="332"/>
                    <a:pt x="673" y="332"/>
                  </a:cubicBezTo>
                  <a:cubicBezTo>
                    <a:pt x="696" y="332"/>
                    <a:pt x="715" y="313"/>
                    <a:pt x="715" y="290"/>
                  </a:cubicBezTo>
                  <a:cubicBezTo>
                    <a:pt x="715" y="275"/>
                    <a:pt x="715" y="275"/>
                    <a:pt x="715" y="275"/>
                  </a:cubicBezTo>
                  <a:cubicBezTo>
                    <a:pt x="825" y="275"/>
                    <a:pt x="825" y="275"/>
                    <a:pt x="825" y="275"/>
                  </a:cubicBezTo>
                  <a:lnTo>
                    <a:pt x="825" y="921"/>
                  </a:lnTo>
                  <a:close/>
                  <a:moveTo>
                    <a:pt x="802" y="953"/>
                  </a:moveTo>
                  <a:cubicBezTo>
                    <a:pt x="770" y="985"/>
                    <a:pt x="726" y="1029"/>
                    <a:pt x="691" y="1065"/>
                  </a:cubicBezTo>
                  <a:cubicBezTo>
                    <a:pt x="691" y="953"/>
                    <a:pt x="691" y="953"/>
                    <a:pt x="691" y="953"/>
                  </a:cubicBezTo>
                  <a:lnTo>
                    <a:pt x="802" y="953"/>
                  </a:lnTo>
                  <a:close/>
                  <a:moveTo>
                    <a:pt x="903" y="1196"/>
                  </a:moveTo>
                  <a:cubicBezTo>
                    <a:pt x="903" y="1207"/>
                    <a:pt x="894" y="1215"/>
                    <a:pt x="884" y="1215"/>
                  </a:cubicBezTo>
                  <a:cubicBezTo>
                    <a:pt x="87" y="1215"/>
                    <a:pt x="87" y="1215"/>
                    <a:pt x="87" y="1215"/>
                  </a:cubicBezTo>
                  <a:cubicBezTo>
                    <a:pt x="76" y="1215"/>
                    <a:pt x="68" y="1207"/>
                    <a:pt x="68" y="1196"/>
                  </a:cubicBezTo>
                  <a:cubicBezTo>
                    <a:pt x="68" y="294"/>
                    <a:pt x="68" y="294"/>
                    <a:pt x="68" y="294"/>
                  </a:cubicBezTo>
                  <a:cubicBezTo>
                    <a:pt x="68" y="284"/>
                    <a:pt x="76" y="275"/>
                    <a:pt x="87" y="275"/>
                  </a:cubicBezTo>
                  <a:cubicBezTo>
                    <a:pt x="114" y="275"/>
                    <a:pt x="114" y="275"/>
                    <a:pt x="114" y="275"/>
                  </a:cubicBezTo>
                  <a:cubicBezTo>
                    <a:pt x="114" y="1120"/>
                    <a:pt x="114" y="1120"/>
                    <a:pt x="114" y="1120"/>
                  </a:cubicBezTo>
                  <a:cubicBezTo>
                    <a:pt x="681" y="1120"/>
                    <a:pt x="681" y="1120"/>
                    <a:pt x="681" y="1120"/>
                  </a:cubicBezTo>
                  <a:cubicBezTo>
                    <a:pt x="686" y="1115"/>
                    <a:pt x="686" y="1115"/>
                    <a:pt x="686" y="1115"/>
                  </a:cubicBezTo>
                  <a:cubicBezTo>
                    <a:pt x="732" y="1069"/>
                    <a:pt x="818" y="983"/>
                    <a:pt x="852" y="948"/>
                  </a:cubicBezTo>
                  <a:cubicBezTo>
                    <a:pt x="857" y="943"/>
                    <a:pt x="857" y="943"/>
                    <a:pt x="857" y="943"/>
                  </a:cubicBezTo>
                  <a:cubicBezTo>
                    <a:pt x="857" y="275"/>
                    <a:pt x="857" y="275"/>
                    <a:pt x="857" y="275"/>
                  </a:cubicBezTo>
                  <a:cubicBezTo>
                    <a:pt x="884" y="275"/>
                    <a:pt x="884" y="275"/>
                    <a:pt x="884" y="275"/>
                  </a:cubicBezTo>
                  <a:cubicBezTo>
                    <a:pt x="894" y="275"/>
                    <a:pt x="903" y="284"/>
                    <a:pt x="903" y="294"/>
                  </a:cubicBezTo>
                  <a:lnTo>
                    <a:pt x="903" y="1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5208588" y="2003426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5208588" y="2081213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5208588" y="2154238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9257195" y="3034943"/>
            <a:ext cx="910397" cy="910399"/>
            <a:chOff x="8756835" y="3387391"/>
            <a:chExt cx="380133" cy="380134"/>
          </a:xfrm>
          <a:solidFill>
            <a:schemeClr val="bg1"/>
          </a:solidFill>
        </p:grpSpPr>
        <p:sp>
          <p:nvSpPr>
            <p:cNvPr id="72" name="Freeform 11"/>
            <p:cNvSpPr/>
            <p:nvPr/>
          </p:nvSpPr>
          <p:spPr bwMode="auto">
            <a:xfrm>
              <a:off x="8957479" y="3387391"/>
              <a:ext cx="179489" cy="179490"/>
            </a:xfrm>
            <a:custGeom>
              <a:avLst/>
              <a:gdLst>
                <a:gd name="T0" fmla="*/ 12 w 117"/>
                <a:gd name="T1" fmla="*/ 98 h 117"/>
                <a:gd name="T2" fmla="*/ 16 w 117"/>
                <a:gd name="T3" fmla="*/ 94 h 117"/>
                <a:gd name="T4" fmla="*/ 23 w 117"/>
                <a:gd name="T5" fmla="*/ 94 h 117"/>
                <a:gd name="T6" fmla="*/ 23 w 117"/>
                <a:gd name="T7" fmla="*/ 101 h 117"/>
                <a:gd name="T8" fmla="*/ 19 w 117"/>
                <a:gd name="T9" fmla="*/ 105 h 117"/>
                <a:gd name="T10" fmla="*/ 31 w 117"/>
                <a:gd name="T11" fmla="*/ 117 h 117"/>
                <a:gd name="T12" fmla="*/ 53 w 117"/>
                <a:gd name="T13" fmla="*/ 95 h 117"/>
                <a:gd name="T14" fmla="*/ 101 w 117"/>
                <a:gd name="T15" fmla="*/ 83 h 117"/>
                <a:gd name="T16" fmla="*/ 113 w 117"/>
                <a:gd name="T17" fmla="*/ 39 h 117"/>
                <a:gd name="T18" fmla="*/ 87 w 117"/>
                <a:gd name="T19" fmla="*/ 65 h 117"/>
                <a:gd name="T20" fmla="*/ 68 w 117"/>
                <a:gd name="T21" fmla="*/ 65 h 117"/>
                <a:gd name="T22" fmla="*/ 52 w 117"/>
                <a:gd name="T23" fmla="*/ 49 h 117"/>
                <a:gd name="T24" fmla="*/ 52 w 117"/>
                <a:gd name="T25" fmla="*/ 30 h 117"/>
                <a:gd name="T26" fmla="*/ 78 w 117"/>
                <a:gd name="T27" fmla="*/ 4 h 117"/>
                <a:gd name="T28" fmla="*/ 34 w 117"/>
                <a:gd name="T29" fmla="*/ 17 h 117"/>
                <a:gd name="T30" fmla="*/ 22 w 117"/>
                <a:gd name="T31" fmla="*/ 64 h 117"/>
                <a:gd name="T32" fmla="*/ 0 w 117"/>
                <a:gd name="T33" fmla="*/ 86 h 117"/>
                <a:gd name="T34" fmla="*/ 12 w 117"/>
                <a:gd name="T35" fmla="*/ 9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7" h="117">
                  <a:moveTo>
                    <a:pt x="12" y="98"/>
                  </a:moveTo>
                  <a:cubicBezTo>
                    <a:pt x="16" y="94"/>
                    <a:pt x="16" y="94"/>
                    <a:pt x="16" y="94"/>
                  </a:cubicBezTo>
                  <a:cubicBezTo>
                    <a:pt x="18" y="92"/>
                    <a:pt x="21" y="92"/>
                    <a:pt x="23" y="94"/>
                  </a:cubicBezTo>
                  <a:cubicBezTo>
                    <a:pt x="25" y="96"/>
                    <a:pt x="25" y="99"/>
                    <a:pt x="23" y="101"/>
                  </a:cubicBezTo>
                  <a:cubicBezTo>
                    <a:pt x="19" y="105"/>
                    <a:pt x="19" y="105"/>
                    <a:pt x="19" y="105"/>
                  </a:cubicBezTo>
                  <a:cubicBezTo>
                    <a:pt x="31" y="117"/>
                    <a:pt x="31" y="117"/>
                    <a:pt x="31" y="117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69" y="100"/>
                    <a:pt x="88" y="96"/>
                    <a:pt x="101" y="83"/>
                  </a:cubicBezTo>
                  <a:cubicBezTo>
                    <a:pt x="113" y="71"/>
                    <a:pt x="117" y="54"/>
                    <a:pt x="113" y="39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2" y="70"/>
                    <a:pt x="74" y="70"/>
                    <a:pt x="68" y="65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47" y="44"/>
                    <a:pt x="47" y="35"/>
                    <a:pt x="52" y="30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63" y="0"/>
                    <a:pt x="46" y="5"/>
                    <a:pt x="34" y="17"/>
                  </a:cubicBezTo>
                  <a:cubicBezTo>
                    <a:pt x="21" y="29"/>
                    <a:pt x="17" y="48"/>
                    <a:pt x="22" y="64"/>
                  </a:cubicBezTo>
                  <a:cubicBezTo>
                    <a:pt x="0" y="86"/>
                    <a:pt x="0" y="86"/>
                    <a:pt x="0" y="86"/>
                  </a:cubicBezTo>
                  <a:lnTo>
                    <a:pt x="12" y="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3" name="Freeform 12"/>
            <p:cNvSpPr/>
            <p:nvPr/>
          </p:nvSpPr>
          <p:spPr bwMode="auto">
            <a:xfrm>
              <a:off x="8756835" y="3589958"/>
              <a:ext cx="177566" cy="177567"/>
            </a:xfrm>
            <a:custGeom>
              <a:avLst/>
              <a:gdLst>
                <a:gd name="T0" fmla="*/ 105 w 116"/>
                <a:gd name="T1" fmla="*/ 19 h 116"/>
                <a:gd name="T2" fmla="*/ 101 w 116"/>
                <a:gd name="T3" fmla="*/ 23 h 116"/>
                <a:gd name="T4" fmla="*/ 93 w 116"/>
                <a:gd name="T5" fmla="*/ 23 h 116"/>
                <a:gd name="T6" fmla="*/ 93 w 116"/>
                <a:gd name="T7" fmla="*/ 15 h 116"/>
                <a:gd name="T8" fmla="*/ 97 w 116"/>
                <a:gd name="T9" fmla="*/ 11 h 116"/>
                <a:gd name="T10" fmla="*/ 86 w 116"/>
                <a:gd name="T11" fmla="*/ 0 h 116"/>
                <a:gd name="T12" fmla="*/ 64 w 116"/>
                <a:gd name="T13" fmla="*/ 22 h 116"/>
                <a:gd name="T14" fmla="*/ 16 w 116"/>
                <a:gd name="T15" fmla="*/ 34 h 116"/>
                <a:gd name="T16" fmla="*/ 4 w 116"/>
                <a:gd name="T17" fmla="*/ 78 h 116"/>
                <a:gd name="T18" fmla="*/ 30 w 116"/>
                <a:gd name="T19" fmla="*/ 52 h 116"/>
                <a:gd name="T20" fmla="*/ 48 w 116"/>
                <a:gd name="T21" fmla="*/ 52 h 116"/>
                <a:gd name="T22" fmla="*/ 64 w 116"/>
                <a:gd name="T23" fmla="*/ 68 h 116"/>
                <a:gd name="T24" fmla="*/ 64 w 116"/>
                <a:gd name="T25" fmla="*/ 86 h 116"/>
                <a:gd name="T26" fmla="*/ 38 w 116"/>
                <a:gd name="T27" fmla="*/ 113 h 116"/>
                <a:gd name="T28" fmla="*/ 83 w 116"/>
                <a:gd name="T29" fmla="*/ 100 h 116"/>
                <a:gd name="T30" fmla="*/ 94 w 116"/>
                <a:gd name="T31" fmla="*/ 52 h 116"/>
                <a:gd name="T32" fmla="*/ 116 w 116"/>
                <a:gd name="T33" fmla="*/ 30 h 116"/>
                <a:gd name="T34" fmla="*/ 105 w 116"/>
                <a:gd name="T35" fmla="*/ 1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6">
                  <a:moveTo>
                    <a:pt x="105" y="19"/>
                  </a:moveTo>
                  <a:cubicBezTo>
                    <a:pt x="101" y="23"/>
                    <a:pt x="101" y="23"/>
                    <a:pt x="101" y="23"/>
                  </a:cubicBezTo>
                  <a:cubicBezTo>
                    <a:pt x="99" y="25"/>
                    <a:pt x="95" y="25"/>
                    <a:pt x="93" y="23"/>
                  </a:cubicBezTo>
                  <a:cubicBezTo>
                    <a:pt x="91" y="21"/>
                    <a:pt x="91" y="17"/>
                    <a:pt x="93" y="15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47" y="17"/>
                    <a:pt x="29" y="21"/>
                    <a:pt x="16" y="34"/>
                  </a:cubicBezTo>
                  <a:cubicBezTo>
                    <a:pt x="4" y="46"/>
                    <a:pt x="0" y="63"/>
                    <a:pt x="4" y="78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5" y="47"/>
                    <a:pt x="43" y="47"/>
                    <a:pt x="48" y="52"/>
                  </a:cubicBezTo>
                  <a:cubicBezTo>
                    <a:pt x="64" y="68"/>
                    <a:pt x="64" y="68"/>
                    <a:pt x="64" y="68"/>
                  </a:cubicBezTo>
                  <a:cubicBezTo>
                    <a:pt x="69" y="73"/>
                    <a:pt x="69" y="81"/>
                    <a:pt x="64" y="8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3" y="116"/>
                    <a:pt x="71" y="112"/>
                    <a:pt x="83" y="100"/>
                  </a:cubicBezTo>
                  <a:cubicBezTo>
                    <a:pt x="95" y="87"/>
                    <a:pt x="99" y="69"/>
                    <a:pt x="94" y="52"/>
                  </a:cubicBezTo>
                  <a:cubicBezTo>
                    <a:pt x="116" y="30"/>
                    <a:pt x="116" y="30"/>
                    <a:pt x="116" y="30"/>
                  </a:cubicBezTo>
                  <a:lnTo>
                    <a:pt x="10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4" name="Freeform 13"/>
            <p:cNvSpPr>
              <a:spLocks noEditPoints="1"/>
            </p:cNvSpPr>
            <p:nvPr/>
          </p:nvSpPr>
          <p:spPr bwMode="auto">
            <a:xfrm>
              <a:off x="8756835" y="3387391"/>
              <a:ext cx="380133" cy="380134"/>
            </a:xfrm>
            <a:custGeom>
              <a:avLst/>
              <a:gdLst>
                <a:gd name="T0" fmla="*/ 232 w 248"/>
                <a:gd name="T1" fmla="*/ 166 h 248"/>
                <a:gd name="T2" fmla="*/ 184 w 248"/>
                <a:gd name="T3" fmla="*/ 154 h 248"/>
                <a:gd name="T4" fmla="*/ 94 w 248"/>
                <a:gd name="T5" fmla="*/ 64 h 248"/>
                <a:gd name="T6" fmla="*/ 83 w 248"/>
                <a:gd name="T7" fmla="*/ 17 h 248"/>
                <a:gd name="T8" fmla="*/ 38 w 248"/>
                <a:gd name="T9" fmla="*/ 4 h 248"/>
                <a:gd name="T10" fmla="*/ 64 w 248"/>
                <a:gd name="T11" fmla="*/ 30 h 248"/>
                <a:gd name="T12" fmla="*/ 64 w 248"/>
                <a:gd name="T13" fmla="*/ 49 h 248"/>
                <a:gd name="T14" fmla="*/ 48 w 248"/>
                <a:gd name="T15" fmla="*/ 65 h 248"/>
                <a:gd name="T16" fmla="*/ 30 w 248"/>
                <a:gd name="T17" fmla="*/ 65 h 248"/>
                <a:gd name="T18" fmla="*/ 4 w 248"/>
                <a:gd name="T19" fmla="*/ 39 h 248"/>
                <a:gd name="T20" fmla="*/ 16 w 248"/>
                <a:gd name="T21" fmla="*/ 83 h 248"/>
                <a:gd name="T22" fmla="*/ 64 w 248"/>
                <a:gd name="T23" fmla="*/ 95 h 248"/>
                <a:gd name="T24" fmla="*/ 153 w 248"/>
                <a:gd name="T25" fmla="*/ 184 h 248"/>
                <a:gd name="T26" fmla="*/ 165 w 248"/>
                <a:gd name="T27" fmla="*/ 232 h 248"/>
                <a:gd name="T28" fmla="*/ 209 w 248"/>
                <a:gd name="T29" fmla="*/ 245 h 248"/>
                <a:gd name="T30" fmla="*/ 183 w 248"/>
                <a:gd name="T31" fmla="*/ 218 h 248"/>
                <a:gd name="T32" fmla="*/ 183 w 248"/>
                <a:gd name="T33" fmla="*/ 200 h 248"/>
                <a:gd name="T34" fmla="*/ 199 w 248"/>
                <a:gd name="T35" fmla="*/ 184 h 248"/>
                <a:gd name="T36" fmla="*/ 218 w 248"/>
                <a:gd name="T37" fmla="*/ 184 h 248"/>
                <a:gd name="T38" fmla="*/ 244 w 248"/>
                <a:gd name="T39" fmla="*/ 210 h 248"/>
                <a:gd name="T40" fmla="*/ 232 w 248"/>
                <a:gd name="T41" fmla="*/ 166 h 248"/>
                <a:gd name="T42" fmla="*/ 154 w 248"/>
                <a:gd name="T43" fmla="*/ 155 h 248"/>
                <a:gd name="T44" fmla="*/ 147 w 248"/>
                <a:gd name="T45" fmla="*/ 155 h 248"/>
                <a:gd name="T46" fmla="*/ 93 w 248"/>
                <a:gd name="T47" fmla="*/ 101 h 248"/>
                <a:gd name="T48" fmla="*/ 93 w 248"/>
                <a:gd name="T49" fmla="*/ 94 h 248"/>
                <a:gd name="T50" fmla="*/ 101 w 248"/>
                <a:gd name="T51" fmla="*/ 94 h 248"/>
                <a:gd name="T52" fmla="*/ 154 w 248"/>
                <a:gd name="T53" fmla="*/ 147 h 248"/>
                <a:gd name="T54" fmla="*/ 154 w 248"/>
                <a:gd name="T55" fmla="*/ 155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8" h="248">
                  <a:moveTo>
                    <a:pt x="232" y="166"/>
                  </a:moveTo>
                  <a:cubicBezTo>
                    <a:pt x="219" y="153"/>
                    <a:pt x="200" y="149"/>
                    <a:pt x="184" y="15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9" y="48"/>
                    <a:pt x="95" y="29"/>
                    <a:pt x="83" y="17"/>
                  </a:cubicBezTo>
                  <a:cubicBezTo>
                    <a:pt x="71" y="5"/>
                    <a:pt x="53" y="0"/>
                    <a:pt x="38" y="4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9" y="35"/>
                    <a:pt x="69" y="44"/>
                    <a:pt x="64" y="49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3" y="70"/>
                    <a:pt x="35" y="70"/>
                    <a:pt x="30" y="6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54"/>
                    <a:pt x="4" y="71"/>
                    <a:pt x="16" y="83"/>
                  </a:cubicBezTo>
                  <a:cubicBezTo>
                    <a:pt x="29" y="96"/>
                    <a:pt x="47" y="100"/>
                    <a:pt x="64" y="95"/>
                  </a:cubicBezTo>
                  <a:cubicBezTo>
                    <a:pt x="153" y="184"/>
                    <a:pt x="153" y="184"/>
                    <a:pt x="153" y="184"/>
                  </a:cubicBezTo>
                  <a:cubicBezTo>
                    <a:pt x="148" y="201"/>
                    <a:pt x="152" y="219"/>
                    <a:pt x="165" y="232"/>
                  </a:cubicBezTo>
                  <a:cubicBezTo>
                    <a:pt x="177" y="244"/>
                    <a:pt x="194" y="248"/>
                    <a:pt x="209" y="245"/>
                  </a:cubicBezTo>
                  <a:cubicBezTo>
                    <a:pt x="183" y="218"/>
                    <a:pt x="183" y="218"/>
                    <a:pt x="183" y="218"/>
                  </a:cubicBezTo>
                  <a:cubicBezTo>
                    <a:pt x="178" y="213"/>
                    <a:pt x="178" y="205"/>
                    <a:pt x="183" y="200"/>
                  </a:cubicBezTo>
                  <a:cubicBezTo>
                    <a:pt x="199" y="184"/>
                    <a:pt x="199" y="184"/>
                    <a:pt x="199" y="184"/>
                  </a:cubicBezTo>
                  <a:cubicBezTo>
                    <a:pt x="205" y="179"/>
                    <a:pt x="213" y="179"/>
                    <a:pt x="218" y="184"/>
                  </a:cubicBezTo>
                  <a:cubicBezTo>
                    <a:pt x="244" y="210"/>
                    <a:pt x="244" y="210"/>
                    <a:pt x="244" y="210"/>
                  </a:cubicBezTo>
                  <a:cubicBezTo>
                    <a:pt x="248" y="195"/>
                    <a:pt x="244" y="178"/>
                    <a:pt x="232" y="166"/>
                  </a:cubicBezTo>
                  <a:close/>
                  <a:moveTo>
                    <a:pt x="154" y="155"/>
                  </a:moveTo>
                  <a:cubicBezTo>
                    <a:pt x="152" y="157"/>
                    <a:pt x="149" y="157"/>
                    <a:pt x="147" y="15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99"/>
                    <a:pt x="91" y="96"/>
                    <a:pt x="93" y="94"/>
                  </a:cubicBezTo>
                  <a:cubicBezTo>
                    <a:pt x="95" y="92"/>
                    <a:pt x="99" y="92"/>
                    <a:pt x="101" y="94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6" y="149"/>
                    <a:pt x="156" y="153"/>
                    <a:pt x="154" y="1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75" name="Freeform 33"/>
          <p:cNvSpPr>
            <a:spLocks noEditPoints="1"/>
          </p:cNvSpPr>
          <p:nvPr/>
        </p:nvSpPr>
        <p:spPr bwMode="auto">
          <a:xfrm rot="21545399">
            <a:off x="4969122" y="3117283"/>
            <a:ext cx="659458" cy="616512"/>
          </a:xfrm>
          <a:custGeom>
            <a:avLst/>
            <a:gdLst>
              <a:gd name="T0" fmla="*/ 159 w 282"/>
              <a:gd name="T1" fmla="*/ 0 h 264"/>
              <a:gd name="T2" fmla="*/ 0 w 282"/>
              <a:gd name="T3" fmla="*/ 176 h 264"/>
              <a:gd name="T4" fmla="*/ 53 w 282"/>
              <a:gd name="T5" fmla="*/ 176 h 264"/>
              <a:gd name="T6" fmla="*/ 106 w 282"/>
              <a:gd name="T7" fmla="*/ 194 h 264"/>
              <a:gd name="T8" fmla="*/ 159 w 282"/>
              <a:gd name="T9" fmla="*/ 264 h 264"/>
              <a:gd name="T10" fmla="*/ 282 w 282"/>
              <a:gd name="T11" fmla="*/ 124 h 264"/>
              <a:gd name="T12" fmla="*/ 159 w 282"/>
              <a:gd name="T13" fmla="*/ 0 h 264"/>
              <a:gd name="T14" fmla="*/ 71 w 282"/>
              <a:gd name="T15" fmla="*/ 128 h 264"/>
              <a:gd name="T16" fmla="*/ 49 w 282"/>
              <a:gd name="T17" fmla="*/ 106 h 264"/>
              <a:gd name="T18" fmla="*/ 71 w 282"/>
              <a:gd name="T19" fmla="*/ 84 h 264"/>
              <a:gd name="T20" fmla="*/ 93 w 282"/>
              <a:gd name="T21" fmla="*/ 106 h 264"/>
              <a:gd name="T22" fmla="*/ 71 w 282"/>
              <a:gd name="T23" fmla="*/ 128 h 264"/>
              <a:gd name="T24" fmla="*/ 110 w 282"/>
              <a:gd name="T25" fmla="*/ 62 h 264"/>
              <a:gd name="T26" fmla="*/ 132 w 282"/>
              <a:gd name="T27" fmla="*/ 40 h 264"/>
              <a:gd name="T28" fmla="*/ 154 w 282"/>
              <a:gd name="T29" fmla="*/ 62 h 264"/>
              <a:gd name="T30" fmla="*/ 132 w 282"/>
              <a:gd name="T31" fmla="*/ 84 h 264"/>
              <a:gd name="T32" fmla="*/ 110 w 282"/>
              <a:gd name="T33" fmla="*/ 62 h 264"/>
              <a:gd name="T34" fmla="*/ 167 w 282"/>
              <a:gd name="T35" fmla="*/ 216 h 264"/>
              <a:gd name="T36" fmla="*/ 137 w 282"/>
              <a:gd name="T37" fmla="*/ 185 h 264"/>
              <a:gd name="T38" fmla="*/ 167 w 282"/>
              <a:gd name="T39" fmla="*/ 154 h 264"/>
              <a:gd name="T40" fmla="*/ 198 w 282"/>
              <a:gd name="T41" fmla="*/ 185 h 264"/>
              <a:gd name="T42" fmla="*/ 167 w 282"/>
              <a:gd name="T43" fmla="*/ 216 h 264"/>
              <a:gd name="T44" fmla="*/ 220 w 282"/>
              <a:gd name="T45" fmla="*/ 163 h 264"/>
              <a:gd name="T46" fmla="*/ 207 w 282"/>
              <a:gd name="T47" fmla="*/ 150 h 264"/>
              <a:gd name="T48" fmla="*/ 220 w 282"/>
              <a:gd name="T49" fmla="*/ 137 h 264"/>
              <a:gd name="T50" fmla="*/ 233 w 282"/>
              <a:gd name="T51" fmla="*/ 150 h 264"/>
              <a:gd name="T52" fmla="*/ 220 w 282"/>
              <a:gd name="T53" fmla="*/ 163 h 264"/>
              <a:gd name="T54" fmla="*/ 203 w 282"/>
              <a:gd name="T55" fmla="*/ 110 h 264"/>
              <a:gd name="T56" fmla="*/ 172 w 282"/>
              <a:gd name="T57" fmla="*/ 80 h 264"/>
              <a:gd name="T58" fmla="*/ 203 w 282"/>
              <a:gd name="T59" fmla="*/ 49 h 264"/>
              <a:gd name="T60" fmla="*/ 233 w 282"/>
              <a:gd name="T61" fmla="*/ 80 h 264"/>
              <a:gd name="T62" fmla="*/ 203 w 282"/>
              <a:gd name="T63" fmla="*/ 110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82" h="264">
                <a:moveTo>
                  <a:pt x="159" y="0"/>
                </a:moveTo>
                <a:cubicBezTo>
                  <a:pt x="53" y="0"/>
                  <a:pt x="0" y="106"/>
                  <a:pt x="0" y="176"/>
                </a:cubicBezTo>
                <a:cubicBezTo>
                  <a:pt x="0" y="194"/>
                  <a:pt x="35" y="229"/>
                  <a:pt x="53" y="176"/>
                </a:cubicBezTo>
                <a:cubicBezTo>
                  <a:pt x="61" y="153"/>
                  <a:pt x="106" y="159"/>
                  <a:pt x="106" y="194"/>
                </a:cubicBezTo>
                <a:cubicBezTo>
                  <a:pt x="106" y="233"/>
                  <a:pt x="123" y="264"/>
                  <a:pt x="159" y="264"/>
                </a:cubicBezTo>
                <a:cubicBezTo>
                  <a:pt x="264" y="264"/>
                  <a:pt x="282" y="176"/>
                  <a:pt x="282" y="124"/>
                </a:cubicBezTo>
                <a:cubicBezTo>
                  <a:pt x="282" y="71"/>
                  <a:pt x="264" y="0"/>
                  <a:pt x="159" y="0"/>
                </a:cubicBezTo>
                <a:close/>
                <a:moveTo>
                  <a:pt x="71" y="128"/>
                </a:moveTo>
                <a:cubicBezTo>
                  <a:pt x="58" y="128"/>
                  <a:pt x="49" y="118"/>
                  <a:pt x="49" y="106"/>
                </a:cubicBezTo>
                <a:cubicBezTo>
                  <a:pt x="49" y="94"/>
                  <a:pt x="58" y="84"/>
                  <a:pt x="71" y="84"/>
                </a:cubicBezTo>
                <a:cubicBezTo>
                  <a:pt x="83" y="84"/>
                  <a:pt x="93" y="94"/>
                  <a:pt x="93" y="106"/>
                </a:cubicBezTo>
                <a:cubicBezTo>
                  <a:pt x="93" y="118"/>
                  <a:pt x="83" y="128"/>
                  <a:pt x="71" y="128"/>
                </a:cubicBezTo>
                <a:close/>
                <a:moveTo>
                  <a:pt x="110" y="62"/>
                </a:moveTo>
                <a:cubicBezTo>
                  <a:pt x="110" y="50"/>
                  <a:pt x="120" y="40"/>
                  <a:pt x="132" y="40"/>
                </a:cubicBezTo>
                <a:cubicBezTo>
                  <a:pt x="144" y="40"/>
                  <a:pt x="154" y="50"/>
                  <a:pt x="154" y="62"/>
                </a:cubicBezTo>
                <a:cubicBezTo>
                  <a:pt x="154" y="74"/>
                  <a:pt x="144" y="84"/>
                  <a:pt x="132" y="84"/>
                </a:cubicBezTo>
                <a:cubicBezTo>
                  <a:pt x="120" y="84"/>
                  <a:pt x="110" y="74"/>
                  <a:pt x="110" y="62"/>
                </a:cubicBezTo>
                <a:close/>
                <a:moveTo>
                  <a:pt x="167" y="216"/>
                </a:moveTo>
                <a:cubicBezTo>
                  <a:pt x="150" y="216"/>
                  <a:pt x="137" y="202"/>
                  <a:pt x="137" y="185"/>
                </a:cubicBezTo>
                <a:cubicBezTo>
                  <a:pt x="137" y="168"/>
                  <a:pt x="150" y="154"/>
                  <a:pt x="167" y="154"/>
                </a:cubicBezTo>
                <a:cubicBezTo>
                  <a:pt x="184" y="154"/>
                  <a:pt x="198" y="168"/>
                  <a:pt x="198" y="185"/>
                </a:cubicBezTo>
                <a:cubicBezTo>
                  <a:pt x="198" y="202"/>
                  <a:pt x="184" y="216"/>
                  <a:pt x="167" y="216"/>
                </a:cubicBezTo>
                <a:close/>
                <a:moveTo>
                  <a:pt x="220" y="163"/>
                </a:moveTo>
                <a:cubicBezTo>
                  <a:pt x="213" y="163"/>
                  <a:pt x="207" y="157"/>
                  <a:pt x="207" y="150"/>
                </a:cubicBezTo>
                <a:cubicBezTo>
                  <a:pt x="207" y="143"/>
                  <a:pt x="213" y="137"/>
                  <a:pt x="220" y="137"/>
                </a:cubicBezTo>
                <a:cubicBezTo>
                  <a:pt x="227" y="137"/>
                  <a:pt x="233" y="143"/>
                  <a:pt x="233" y="150"/>
                </a:cubicBezTo>
                <a:cubicBezTo>
                  <a:pt x="233" y="157"/>
                  <a:pt x="227" y="163"/>
                  <a:pt x="220" y="163"/>
                </a:cubicBezTo>
                <a:close/>
                <a:moveTo>
                  <a:pt x="203" y="110"/>
                </a:moveTo>
                <a:cubicBezTo>
                  <a:pt x="186" y="110"/>
                  <a:pt x="172" y="97"/>
                  <a:pt x="172" y="80"/>
                </a:cubicBezTo>
                <a:cubicBezTo>
                  <a:pt x="172" y="63"/>
                  <a:pt x="186" y="49"/>
                  <a:pt x="203" y="49"/>
                </a:cubicBezTo>
                <a:cubicBezTo>
                  <a:pt x="220" y="49"/>
                  <a:pt x="233" y="63"/>
                  <a:pt x="233" y="80"/>
                </a:cubicBezTo>
                <a:cubicBezTo>
                  <a:pt x="233" y="97"/>
                  <a:pt x="220" y="110"/>
                  <a:pt x="203" y="11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76" name="Group 75"/>
          <p:cNvGrpSpPr/>
          <p:nvPr/>
        </p:nvGrpSpPr>
        <p:grpSpPr>
          <a:xfrm>
            <a:off x="6974799" y="2789643"/>
            <a:ext cx="859430" cy="572356"/>
            <a:chOff x="10594976" y="2798763"/>
            <a:chExt cx="760412" cy="506412"/>
          </a:xfrm>
          <a:solidFill>
            <a:schemeClr val="bg1"/>
          </a:solidFill>
          <a:effectLst/>
        </p:grpSpPr>
        <p:sp>
          <p:nvSpPr>
            <p:cNvPr id="77" name="Freeform 5"/>
            <p:cNvSpPr>
              <a:spLocks noEditPoints="1"/>
            </p:cNvSpPr>
            <p:nvPr/>
          </p:nvSpPr>
          <p:spPr bwMode="auto">
            <a:xfrm>
              <a:off x="10594976" y="2798763"/>
              <a:ext cx="501650" cy="506412"/>
            </a:xfrm>
            <a:custGeom>
              <a:avLst/>
              <a:gdLst>
                <a:gd name="T0" fmla="*/ 116 w 132"/>
                <a:gd name="T1" fmla="*/ 39 h 132"/>
                <a:gd name="T2" fmla="*/ 113 w 132"/>
                <a:gd name="T3" fmla="*/ 20 h 132"/>
                <a:gd name="T4" fmla="*/ 100 w 132"/>
                <a:gd name="T5" fmla="*/ 21 h 132"/>
                <a:gd name="T6" fmla="*/ 98 w 132"/>
                <a:gd name="T7" fmla="*/ 9 h 132"/>
                <a:gd name="T8" fmla="*/ 78 w 132"/>
                <a:gd name="T9" fmla="*/ 11 h 132"/>
                <a:gd name="T10" fmla="*/ 68 w 132"/>
                <a:gd name="T11" fmla="*/ 9 h 132"/>
                <a:gd name="T12" fmla="*/ 49 w 132"/>
                <a:gd name="T13" fmla="*/ 2 h 132"/>
                <a:gd name="T14" fmla="*/ 44 w 132"/>
                <a:gd name="T15" fmla="*/ 14 h 132"/>
                <a:gd name="T16" fmla="*/ 32 w 132"/>
                <a:gd name="T17" fmla="*/ 9 h 132"/>
                <a:gd name="T18" fmla="*/ 24 w 132"/>
                <a:gd name="T19" fmla="*/ 28 h 132"/>
                <a:gd name="T20" fmla="*/ 17 w 132"/>
                <a:gd name="T21" fmla="*/ 36 h 132"/>
                <a:gd name="T22" fmla="*/ 2 w 132"/>
                <a:gd name="T23" fmla="*/ 49 h 132"/>
                <a:gd name="T24" fmla="*/ 9 w 132"/>
                <a:gd name="T25" fmla="*/ 59 h 132"/>
                <a:gd name="T26" fmla="*/ 0 w 132"/>
                <a:gd name="T27" fmla="*/ 67 h 132"/>
                <a:gd name="T28" fmla="*/ 11 w 132"/>
                <a:gd name="T29" fmla="*/ 83 h 132"/>
                <a:gd name="T30" fmla="*/ 15 w 132"/>
                <a:gd name="T31" fmla="*/ 93 h 132"/>
                <a:gd name="T32" fmla="*/ 19 w 132"/>
                <a:gd name="T33" fmla="*/ 113 h 132"/>
                <a:gd name="T34" fmla="*/ 31 w 132"/>
                <a:gd name="T35" fmla="*/ 112 h 132"/>
                <a:gd name="T36" fmla="*/ 33 w 132"/>
                <a:gd name="T37" fmla="*/ 124 h 132"/>
                <a:gd name="T38" fmla="*/ 53 w 132"/>
                <a:gd name="T39" fmla="*/ 122 h 132"/>
                <a:gd name="T40" fmla="*/ 64 w 132"/>
                <a:gd name="T41" fmla="*/ 123 h 132"/>
                <a:gd name="T42" fmla="*/ 83 w 132"/>
                <a:gd name="T43" fmla="*/ 130 h 132"/>
                <a:gd name="T44" fmla="*/ 88 w 132"/>
                <a:gd name="T45" fmla="*/ 119 h 132"/>
                <a:gd name="T46" fmla="*/ 100 w 132"/>
                <a:gd name="T47" fmla="*/ 123 h 132"/>
                <a:gd name="T48" fmla="*/ 108 w 132"/>
                <a:gd name="T49" fmla="*/ 105 h 132"/>
                <a:gd name="T50" fmla="*/ 114 w 132"/>
                <a:gd name="T51" fmla="*/ 96 h 132"/>
                <a:gd name="T52" fmla="*/ 130 w 132"/>
                <a:gd name="T53" fmla="*/ 83 h 132"/>
                <a:gd name="T54" fmla="*/ 122 w 132"/>
                <a:gd name="T55" fmla="*/ 73 h 132"/>
                <a:gd name="T56" fmla="*/ 132 w 132"/>
                <a:gd name="T57" fmla="*/ 66 h 132"/>
                <a:gd name="T58" fmla="*/ 120 w 132"/>
                <a:gd name="T59" fmla="*/ 49 h 132"/>
                <a:gd name="T60" fmla="*/ 91 w 132"/>
                <a:gd name="T61" fmla="*/ 86 h 132"/>
                <a:gd name="T62" fmla="*/ 62 w 132"/>
                <a:gd name="T63" fmla="*/ 98 h 132"/>
                <a:gd name="T64" fmla="*/ 36 w 132"/>
                <a:gd name="T65" fmla="*/ 79 h 132"/>
                <a:gd name="T66" fmla="*/ 40 w 132"/>
                <a:gd name="T67" fmla="*/ 47 h 132"/>
                <a:gd name="T68" fmla="*/ 70 w 132"/>
                <a:gd name="T69" fmla="*/ 34 h 132"/>
                <a:gd name="T70" fmla="*/ 95 w 132"/>
                <a:gd name="T71" fmla="*/ 54 h 132"/>
                <a:gd name="T72" fmla="*/ 91 w 132"/>
                <a:gd name="T73" fmla="*/ 8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2" h="132">
                  <a:moveTo>
                    <a:pt x="118" y="44"/>
                  </a:moveTo>
                  <a:cubicBezTo>
                    <a:pt x="116" y="39"/>
                    <a:pt x="116" y="39"/>
                    <a:pt x="116" y="39"/>
                  </a:cubicBezTo>
                  <a:cubicBezTo>
                    <a:pt x="118" y="37"/>
                    <a:pt x="121" y="35"/>
                    <a:pt x="123" y="33"/>
                  </a:cubicBezTo>
                  <a:cubicBezTo>
                    <a:pt x="120" y="28"/>
                    <a:pt x="116" y="23"/>
                    <a:pt x="113" y="20"/>
                  </a:cubicBezTo>
                  <a:cubicBezTo>
                    <a:pt x="110" y="21"/>
                    <a:pt x="107" y="23"/>
                    <a:pt x="104" y="24"/>
                  </a:cubicBezTo>
                  <a:cubicBezTo>
                    <a:pt x="103" y="23"/>
                    <a:pt x="102" y="22"/>
                    <a:pt x="100" y="21"/>
                  </a:cubicBezTo>
                  <a:cubicBezTo>
                    <a:pt x="99" y="20"/>
                    <a:pt x="97" y="19"/>
                    <a:pt x="96" y="18"/>
                  </a:cubicBezTo>
                  <a:cubicBezTo>
                    <a:pt x="97" y="15"/>
                    <a:pt x="98" y="12"/>
                    <a:pt x="98" y="9"/>
                  </a:cubicBezTo>
                  <a:cubicBezTo>
                    <a:pt x="93" y="6"/>
                    <a:pt x="88" y="4"/>
                    <a:pt x="83" y="2"/>
                  </a:cubicBezTo>
                  <a:cubicBezTo>
                    <a:pt x="81" y="5"/>
                    <a:pt x="80" y="8"/>
                    <a:pt x="78" y="11"/>
                  </a:cubicBezTo>
                  <a:cubicBezTo>
                    <a:pt x="76" y="10"/>
                    <a:pt x="75" y="10"/>
                    <a:pt x="73" y="10"/>
                  </a:cubicBezTo>
                  <a:cubicBezTo>
                    <a:pt x="71" y="9"/>
                    <a:pt x="69" y="9"/>
                    <a:pt x="68" y="9"/>
                  </a:cubicBezTo>
                  <a:cubicBezTo>
                    <a:pt x="67" y="6"/>
                    <a:pt x="66" y="3"/>
                    <a:pt x="65" y="0"/>
                  </a:cubicBezTo>
                  <a:cubicBezTo>
                    <a:pt x="60" y="0"/>
                    <a:pt x="54" y="1"/>
                    <a:pt x="49" y="2"/>
                  </a:cubicBezTo>
                  <a:cubicBezTo>
                    <a:pt x="49" y="6"/>
                    <a:pt x="48" y="9"/>
                    <a:pt x="49" y="12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7" y="14"/>
                    <a:pt x="34" y="12"/>
                    <a:pt x="32" y="9"/>
                  </a:cubicBezTo>
                  <a:cubicBezTo>
                    <a:pt x="27" y="12"/>
                    <a:pt x="23" y="16"/>
                    <a:pt x="19" y="19"/>
                  </a:cubicBezTo>
                  <a:cubicBezTo>
                    <a:pt x="20" y="22"/>
                    <a:pt x="22" y="25"/>
                    <a:pt x="24" y="28"/>
                  </a:cubicBezTo>
                  <a:cubicBezTo>
                    <a:pt x="23" y="29"/>
                    <a:pt x="21" y="30"/>
                    <a:pt x="20" y="32"/>
                  </a:cubicBezTo>
                  <a:cubicBezTo>
                    <a:pt x="19" y="33"/>
                    <a:pt x="18" y="35"/>
                    <a:pt x="17" y="36"/>
                  </a:cubicBezTo>
                  <a:cubicBezTo>
                    <a:pt x="14" y="35"/>
                    <a:pt x="11" y="35"/>
                    <a:pt x="8" y="34"/>
                  </a:cubicBezTo>
                  <a:cubicBezTo>
                    <a:pt x="5" y="39"/>
                    <a:pt x="3" y="44"/>
                    <a:pt x="2" y="49"/>
                  </a:cubicBezTo>
                  <a:cubicBezTo>
                    <a:pt x="5" y="51"/>
                    <a:pt x="7" y="52"/>
                    <a:pt x="10" y="54"/>
                  </a:cubicBezTo>
                  <a:cubicBezTo>
                    <a:pt x="10" y="56"/>
                    <a:pt x="10" y="57"/>
                    <a:pt x="9" y="59"/>
                  </a:cubicBezTo>
                  <a:cubicBezTo>
                    <a:pt x="9" y="61"/>
                    <a:pt x="9" y="63"/>
                    <a:pt x="9" y="64"/>
                  </a:cubicBezTo>
                  <a:cubicBezTo>
                    <a:pt x="6" y="65"/>
                    <a:pt x="3" y="66"/>
                    <a:pt x="0" y="67"/>
                  </a:cubicBezTo>
                  <a:cubicBezTo>
                    <a:pt x="0" y="73"/>
                    <a:pt x="0" y="78"/>
                    <a:pt x="2" y="83"/>
                  </a:cubicBezTo>
                  <a:cubicBezTo>
                    <a:pt x="5" y="84"/>
                    <a:pt x="8" y="84"/>
                    <a:pt x="11" y="83"/>
                  </a:cubicBezTo>
                  <a:cubicBezTo>
                    <a:pt x="13" y="88"/>
                    <a:pt x="13" y="88"/>
                    <a:pt x="13" y="88"/>
                  </a:cubicBezTo>
                  <a:cubicBezTo>
                    <a:pt x="15" y="93"/>
                    <a:pt x="15" y="93"/>
                    <a:pt x="15" y="93"/>
                  </a:cubicBezTo>
                  <a:cubicBezTo>
                    <a:pt x="13" y="95"/>
                    <a:pt x="11" y="98"/>
                    <a:pt x="9" y="100"/>
                  </a:cubicBezTo>
                  <a:cubicBezTo>
                    <a:pt x="12" y="105"/>
                    <a:pt x="15" y="109"/>
                    <a:pt x="19" y="113"/>
                  </a:cubicBezTo>
                  <a:cubicBezTo>
                    <a:pt x="22" y="112"/>
                    <a:pt x="25" y="110"/>
                    <a:pt x="27" y="108"/>
                  </a:cubicBezTo>
                  <a:cubicBezTo>
                    <a:pt x="29" y="109"/>
                    <a:pt x="30" y="111"/>
                    <a:pt x="31" y="112"/>
                  </a:cubicBezTo>
                  <a:cubicBezTo>
                    <a:pt x="33" y="113"/>
                    <a:pt x="34" y="114"/>
                    <a:pt x="36" y="115"/>
                  </a:cubicBezTo>
                  <a:cubicBezTo>
                    <a:pt x="35" y="118"/>
                    <a:pt x="34" y="121"/>
                    <a:pt x="33" y="124"/>
                  </a:cubicBezTo>
                  <a:cubicBezTo>
                    <a:pt x="38" y="127"/>
                    <a:pt x="43" y="129"/>
                    <a:pt x="49" y="130"/>
                  </a:cubicBezTo>
                  <a:cubicBezTo>
                    <a:pt x="50" y="127"/>
                    <a:pt x="52" y="125"/>
                    <a:pt x="53" y="122"/>
                  </a:cubicBezTo>
                  <a:cubicBezTo>
                    <a:pt x="55" y="122"/>
                    <a:pt x="57" y="123"/>
                    <a:pt x="59" y="123"/>
                  </a:cubicBezTo>
                  <a:cubicBezTo>
                    <a:pt x="60" y="123"/>
                    <a:pt x="62" y="123"/>
                    <a:pt x="64" y="123"/>
                  </a:cubicBezTo>
                  <a:cubicBezTo>
                    <a:pt x="65" y="126"/>
                    <a:pt x="66" y="130"/>
                    <a:pt x="67" y="132"/>
                  </a:cubicBezTo>
                  <a:cubicBezTo>
                    <a:pt x="72" y="132"/>
                    <a:pt x="78" y="132"/>
                    <a:pt x="83" y="130"/>
                  </a:cubicBezTo>
                  <a:cubicBezTo>
                    <a:pt x="83" y="127"/>
                    <a:pt x="83" y="124"/>
                    <a:pt x="83" y="121"/>
                  </a:cubicBezTo>
                  <a:cubicBezTo>
                    <a:pt x="88" y="119"/>
                    <a:pt x="88" y="119"/>
                    <a:pt x="88" y="119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5" y="119"/>
                    <a:pt x="97" y="121"/>
                    <a:pt x="100" y="123"/>
                  </a:cubicBezTo>
                  <a:cubicBezTo>
                    <a:pt x="104" y="121"/>
                    <a:pt x="109" y="117"/>
                    <a:pt x="113" y="113"/>
                  </a:cubicBezTo>
                  <a:cubicBezTo>
                    <a:pt x="111" y="110"/>
                    <a:pt x="109" y="108"/>
                    <a:pt x="108" y="105"/>
                  </a:cubicBezTo>
                  <a:cubicBezTo>
                    <a:pt x="109" y="103"/>
                    <a:pt x="110" y="102"/>
                    <a:pt x="111" y="101"/>
                  </a:cubicBezTo>
                  <a:cubicBezTo>
                    <a:pt x="112" y="99"/>
                    <a:pt x="113" y="98"/>
                    <a:pt x="114" y="96"/>
                  </a:cubicBezTo>
                  <a:cubicBezTo>
                    <a:pt x="117" y="97"/>
                    <a:pt x="120" y="98"/>
                    <a:pt x="123" y="99"/>
                  </a:cubicBezTo>
                  <a:cubicBezTo>
                    <a:pt x="126" y="94"/>
                    <a:pt x="128" y="89"/>
                    <a:pt x="130" y="83"/>
                  </a:cubicBezTo>
                  <a:cubicBezTo>
                    <a:pt x="127" y="82"/>
                    <a:pt x="124" y="80"/>
                    <a:pt x="121" y="79"/>
                  </a:cubicBezTo>
                  <a:cubicBezTo>
                    <a:pt x="122" y="77"/>
                    <a:pt x="122" y="75"/>
                    <a:pt x="122" y="73"/>
                  </a:cubicBezTo>
                  <a:cubicBezTo>
                    <a:pt x="123" y="72"/>
                    <a:pt x="123" y="70"/>
                    <a:pt x="123" y="68"/>
                  </a:cubicBezTo>
                  <a:cubicBezTo>
                    <a:pt x="126" y="67"/>
                    <a:pt x="129" y="67"/>
                    <a:pt x="132" y="66"/>
                  </a:cubicBezTo>
                  <a:cubicBezTo>
                    <a:pt x="132" y="60"/>
                    <a:pt x="131" y="54"/>
                    <a:pt x="130" y="49"/>
                  </a:cubicBezTo>
                  <a:cubicBezTo>
                    <a:pt x="126" y="49"/>
                    <a:pt x="123" y="49"/>
                    <a:pt x="120" y="49"/>
                  </a:cubicBezTo>
                  <a:lnTo>
                    <a:pt x="118" y="44"/>
                  </a:lnTo>
                  <a:close/>
                  <a:moveTo>
                    <a:pt x="91" y="86"/>
                  </a:moveTo>
                  <a:cubicBezTo>
                    <a:pt x="88" y="90"/>
                    <a:pt x="83" y="94"/>
                    <a:pt x="78" y="96"/>
                  </a:cubicBezTo>
                  <a:cubicBezTo>
                    <a:pt x="73" y="98"/>
                    <a:pt x="67" y="99"/>
                    <a:pt x="62" y="98"/>
                  </a:cubicBezTo>
                  <a:cubicBezTo>
                    <a:pt x="56" y="97"/>
                    <a:pt x="51" y="95"/>
                    <a:pt x="46" y="92"/>
                  </a:cubicBezTo>
                  <a:cubicBezTo>
                    <a:pt x="42" y="89"/>
                    <a:pt x="38" y="84"/>
                    <a:pt x="36" y="79"/>
                  </a:cubicBezTo>
                  <a:cubicBezTo>
                    <a:pt x="34" y="74"/>
                    <a:pt x="33" y="68"/>
                    <a:pt x="34" y="62"/>
                  </a:cubicBezTo>
                  <a:cubicBezTo>
                    <a:pt x="35" y="57"/>
                    <a:pt x="37" y="51"/>
                    <a:pt x="40" y="47"/>
                  </a:cubicBezTo>
                  <a:cubicBezTo>
                    <a:pt x="44" y="42"/>
                    <a:pt x="48" y="39"/>
                    <a:pt x="53" y="37"/>
                  </a:cubicBezTo>
                  <a:cubicBezTo>
                    <a:pt x="59" y="35"/>
                    <a:pt x="64" y="34"/>
                    <a:pt x="70" y="34"/>
                  </a:cubicBezTo>
                  <a:cubicBezTo>
                    <a:pt x="75" y="35"/>
                    <a:pt x="81" y="37"/>
                    <a:pt x="85" y="41"/>
                  </a:cubicBezTo>
                  <a:cubicBezTo>
                    <a:pt x="90" y="44"/>
                    <a:pt x="93" y="49"/>
                    <a:pt x="95" y="54"/>
                  </a:cubicBezTo>
                  <a:cubicBezTo>
                    <a:pt x="97" y="59"/>
                    <a:pt x="98" y="65"/>
                    <a:pt x="98" y="70"/>
                  </a:cubicBezTo>
                  <a:cubicBezTo>
                    <a:pt x="97" y="76"/>
                    <a:pt x="95" y="81"/>
                    <a:pt x="91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8" name="Freeform 6"/>
            <p:cNvSpPr>
              <a:spLocks noEditPoints="1"/>
            </p:cNvSpPr>
            <p:nvPr/>
          </p:nvSpPr>
          <p:spPr bwMode="auto">
            <a:xfrm>
              <a:off x="10594976" y="2798763"/>
              <a:ext cx="501650" cy="506412"/>
            </a:xfrm>
            <a:custGeom>
              <a:avLst/>
              <a:gdLst>
                <a:gd name="T0" fmla="*/ 116 w 132"/>
                <a:gd name="T1" fmla="*/ 39 h 132"/>
                <a:gd name="T2" fmla="*/ 113 w 132"/>
                <a:gd name="T3" fmla="*/ 20 h 132"/>
                <a:gd name="T4" fmla="*/ 100 w 132"/>
                <a:gd name="T5" fmla="*/ 21 h 132"/>
                <a:gd name="T6" fmla="*/ 98 w 132"/>
                <a:gd name="T7" fmla="*/ 9 h 132"/>
                <a:gd name="T8" fmla="*/ 78 w 132"/>
                <a:gd name="T9" fmla="*/ 11 h 132"/>
                <a:gd name="T10" fmla="*/ 68 w 132"/>
                <a:gd name="T11" fmla="*/ 9 h 132"/>
                <a:gd name="T12" fmla="*/ 49 w 132"/>
                <a:gd name="T13" fmla="*/ 2 h 132"/>
                <a:gd name="T14" fmla="*/ 44 w 132"/>
                <a:gd name="T15" fmla="*/ 14 h 132"/>
                <a:gd name="T16" fmla="*/ 32 w 132"/>
                <a:gd name="T17" fmla="*/ 9 h 132"/>
                <a:gd name="T18" fmla="*/ 24 w 132"/>
                <a:gd name="T19" fmla="*/ 28 h 132"/>
                <a:gd name="T20" fmla="*/ 17 w 132"/>
                <a:gd name="T21" fmla="*/ 36 h 132"/>
                <a:gd name="T22" fmla="*/ 2 w 132"/>
                <a:gd name="T23" fmla="*/ 49 h 132"/>
                <a:gd name="T24" fmla="*/ 9 w 132"/>
                <a:gd name="T25" fmla="*/ 59 h 132"/>
                <a:gd name="T26" fmla="*/ 0 w 132"/>
                <a:gd name="T27" fmla="*/ 67 h 132"/>
                <a:gd name="T28" fmla="*/ 11 w 132"/>
                <a:gd name="T29" fmla="*/ 83 h 132"/>
                <a:gd name="T30" fmla="*/ 15 w 132"/>
                <a:gd name="T31" fmla="*/ 93 h 132"/>
                <a:gd name="T32" fmla="*/ 19 w 132"/>
                <a:gd name="T33" fmla="*/ 113 h 132"/>
                <a:gd name="T34" fmla="*/ 31 w 132"/>
                <a:gd name="T35" fmla="*/ 112 h 132"/>
                <a:gd name="T36" fmla="*/ 33 w 132"/>
                <a:gd name="T37" fmla="*/ 124 h 132"/>
                <a:gd name="T38" fmla="*/ 53 w 132"/>
                <a:gd name="T39" fmla="*/ 122 h 132"/>
                <a:gd name="T40" fmla="*/ 64 w 132"/>
                <a:gd name="T41" fmla="*/ 123 h 132"/>
                <a:gd name="T42" fmla="*/ 83 w 132"/>
                <a:gd name="T43" fmla="*/ 130 h 132"/>
                <a:gd name="T44" fmla="*/ 88 w 132"/>
                <a:gd name="T45" fmla="*/ 119 h 132"/>
                <a:gd name="T46" fmla="*/ 100 w 132"/>
                <a:gd name="T47" fmla="*/ 123 h 132"/>
                <a:gd name="T48" fmla="*/ 108 w 132"/>
                <a:gd name="T49" fmla="*/ 105 h 132"/>
                <a:gd name="T50" fmla="*/ 114 w 132"/>
                <a:gd name="T51" fmla="*/ 96 h 132"/>
                <a:gd name="T52" fmla="*/ 130 w 132"/>
                <a:gd name="T53" fmla="*/ 83 h 132"/>
                <a:gd name="T54" fmla="*/ 122 w 132"/>
                <a:gd name="T55" fmla="*/ 73 h 132"/>
                <a:gd name="T56" fmla="*/ 132 w 132"/>
                <a:gd name="T57" fmla="*/ 66 h 132"/>
                <a:gd name="T58" fmla="*/ 120 w 132"/>
                <a:gd name="T59" fmla="*/ 49 h 132"/>
                <a:gd name="T60" fmla="*/ 91 w 132"/>
                <a:gd name="T61" fmla="*/ 86 h 132"/>
                <a:gd name="T62" fmla="*/ 62 w 132"/>
                <a:gd name="T63" fmla="*/ 98 h 132"/>
                <a:gd name="T64" fmla="*/ 36 w 132"/>
                <a:gd name="T65" fmla="*/ 79 h 132"/>
                <a:gd name="T66" fmla="*/ 40 w 132"/>
                <a:gd name="T67" fmla="*/ 47 h 132"/>
                <a:gd name="T68" fmla="*/ 70 w 132"/>
                <a:gd name="T69" fmla="*/ 34 h 132"/>
                <a:gd name="T70" fmla="*/ 95 w 132"/>
                <a:gd name="T71" fmla="*/ 54 h 132"/>
                <a:gd name="T72" fmla="*/ 91 w 132"/>
                <a:gd name="T73" fmla="*/ 8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2" h="132">
                  <a:moveTo>
                    <a:pt x="118" y="44"/>
                  </a:moveTo>
                  <a:cubicBezTo>
                    <a:pt x="116" y="39"/>
                    <a:pt x="116" y="39"/>
                    <a:pt x="116" y="39"/>
                  </a:cubicBezTo>
                  <a:cubicBezTo>
                    <a:pt x="118" y="37"/>
                    <a:pt x="121" y="35"/>
                    <a:pt x="123" y="33"/>
                  </a:cubicBezTo>
                  <a:cubicBezTo>
                    <a:pt x="120" y="28"/>
                    <a:pt x="116" y="23"/>
                    <a:pt x="113" y="20"/>
                  </a:cubicBezTo>
                  <a:cubicBezTo>
                    <a:pt x="110" y="21"/>
                    <a:pt x="107" y="23"/>
                    <a:pt x="104" y="24"/>
                  </a:cubicBezTo>
                  <a:cubicBezTo>
                    <a:pt x="103" y="23"/>
                    <a:pt x="102" y="22"/>
                    <a:pt x="100" y="21"/>
                  </a:cubicBezTo>
                  <a:cubicBezTo>
                    <a:pt x="99" y="20"/>
                    <a:pt x="97" y="19"/>
                    <a:pt x="96" y="18"/>
                  </a:cubicBezTo>
                  <a:cubicBezTo>
                    <a:pt x="97" y="15"/>
                    <a:pt x="98" y="12"/>
                    <a:pt x="98" y="9"/>
                  </a:cubicBezTo>
                  <a:cubicBezTo>
                    <a:pt x="93" y="6"/>
                    <a:pt x="88" y="4"/>
                    <a:pt x="83" y="2"/>
                  </a:cubicBezTo>
                  <a:cubicBezTo>
                    <a:pt x="81" y="5"/>
                    <a:pt x="80" y="8"/>
                    <a:pt x="78" y="11"/>
                  </a:cubicBezTo>
                  <a:cubicBezTo>
                    <a:pt x="76" y="10"/>
                    <a:pt x="75" y="10"/>
                    <a:pt x="73" y="10"/>
                  </a:cubicBezTo>
                  <a:cubicBezTo>
                    <a:pt x="71" y="9"/>
                    <a:pt x="69" y="9"/>
                    <a:pt x="68" y="9"/>
                  </a:cubicBezTo>
                  <a:cubicBezTo>
                    <a:pt x="67" y="6"/>
                    <a:pt x="66" y="3"/>
                    <a:pt x="65" y="0"/>
                  </a:cubicBezTo>
                  <a:cubicBezTo>
                    <a:pt x="60" y="0"/>
                    <a:pt x="54" y="1"/>
                    <a:pt x="49" y="2"/>
                  </a:cubicBezTo>
                  <a:cubicBezTo>
                    <a:pt x="49" y="6"/>
                    <a:pt x="48" y="9"/>
                    <a:pt x="49" y="12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7" y="14"/>
                    <a:pt x="34" y="12"/>
                    <a:pt x="32" y="9"/>
                  </a:cubicBezTo>
                  <a:cubicBezTo>
                    <a:pt x="27" y="12"/>
                    <a:pt x="23" y="16"/>
                    <a:pt x="19" y="19"/>
                  </a:cubicBezTo>
                  <a:cubicBezTo>
                    <a:pt x="20" y="22"/>
                    <a:pt x="22" y="25"/>
                    <a:pt x="24" y="28"/>
                  </a:cubicBezTo>
                  <a:cubicBezTo>
                    <a:pt x="23" y="29"/>
                    <a:pt x="21" y="30"/>
                    <a:pt x="20" y="32"/>
                  </a:cubicBezTo>
                  <a:cubicBezTo>
                    <a:pt x="19" y="33"/>
                    <a:pt x="18" y="35"/>
                    <a:pt x="17" y="36"/>
                  </a:cubicBezTo>
                  <a:cubicBezTo>
                    <a:pt x="14" y="35"/>
                    <a:pt x="11" y="35"/>
                    <a:pt x="8" y="34"/>
                  </a:cubicBezTo>
                  <a:cubicBezTo>
                    <a:pt x="5" y="39"/>
                    <a:pt x="3" y="44"/>
                    <a:pt x="2" y="49"/>
                  </a:cubicBezTo>
                  <a:cubicBezTo>
                    <a:pt x="5" y="51"/>
                    <a:pt x="7" y="52"/>
                    <a:pt x="10" y="54"/>
                  </a:cubicBezTo>
                  <a:cubicBezTo>
                    <a:pt x="10" y="56"/>
                    <a:pt x="10" y="57"/>
                    <a:pt x="9" y="59"/>
                  </a:cubicBezTo>
                  <a:cubicBezTo>
                    <a:pt x="9" y="61"/>
                    <a:pt x="9" y="63"/>
                    <a:pt x="9" y="64"/>
                  </a:cubicBezTo>
                  <a:cubicBezTo>
                    <a:pt x="6" y="65"/>
                    <a:pt x="3" y="66"/>
                    <a:pt x="0" y="67"/>
                  </a:cubicBezTo>
                  <a:cubicBezTo>
                    <a:pt x="0" y="73"/>
                    <a:pt x="0" y="78"/>
                    <a:pt x="2" y="83"/>
                  </a:cubicBezTo>
                  <a:cubicBezTo>
                    <a:pt x="5" y="84"/>
                    <a:pt x="8" y="84"/>
                    <a:pt x="11" y="83"/>
                  </a:cubicBezTo>
                  <a:cubicBezTo>
                    <a:pt x="13" y="88"/>
                    <a:pt x="13" y="88"/>
                    <a:pt x="13" y="88"/>
                  </a:cubicBezTo>
                  <a:cubicBezTo>
                    <a:pt x="15" y="93"/>
                    <a:pt x="15" y="93"/>
                    <a:pt x="15" y="93"/>
                  </a:cubicBezTo>
                  <a:cubicBezTo>
                    <a:pt x="13" y="95"/>
                    <a:pt x="11" y="98"/>
                    <a:pt x="9" y="100"/>
                  </a:cubicBezTo>
                  <a:cubicBezTo>
                    <a:pt x="12" y="105"/>
                    <a:pt x="15" y="109"/>
                    <a:pt x="19" y="113"/>
                  </a:cubicBezTo>
                  <a:cubicBezTo>
                    <a:pt x="22" y="112"/>
                    <a:pt x="25" y="110"/>
                    <a:pt x="27" y="108"/>
                  </a:cubicBezTo>
                  <a:cubicBezTo>
                    <a:pt x="29" y="109"/>
                    <a:pt x="30" y="111"/>
                    <a:pt x="31" y="112"/>
                  </a:cubicBezTo>
                  <a:cubicBezTo>
                    <a:pt x="33" y="113"/>
                    <a:pt x="34" y="114"/>
                    <a:pt x="36" y="115"/>
                  </a:cubicBezTo>
                  <a:cubicBezTo>
                    <a:pt x="35" y="118"/>
                    <a:pt x="34" y="121"/>
                    <a:pt x="33" y="124"/>
                  </a:cubicBezTo>
                  <a:cubicBezTo>
                    <a:pt x="38" y="127"/>
                    <a:pt x="43" y="129"/>
                    <a:pt x="49" y="130"/>
                  </a:cubicBezTo>
                  <a:cubicBezTo>
                    <a:pt x="50" y="127"/>
                    <a:pt x="52" y="125"/>
                    <a:pt x="53" y="122"/>
                  </a:cubicBezTo>
                  <a:cubicBezTo>
                    <a:pt x="55" y="122"/>
                    <a:pt x="57" y="123"/>
                    <a:pt x="59" y="123"/>
                  </a:cubicBezTo>
                  <a:cubicBezTo>
                    <a:pt x="60" y="123"/>
                    <a:pt x="62" y="123"/>
                    <a:pt x="64" y="123"/>
                  </a:cubicBezTo>
                  <a:cubicBezTo>
                    <a:pt x="65" y="126"/>
                    <a:pt x="66" y="130"/>
                    <a:pt x="67" y="132"/>
                  </a:cubicBezTo>
                  <a:cubicBezTo>
                    <a:pt x="72" y="132"/>
                    <a:pt x="78" y="132"/>
                    <a:pt x="83" y="130"/>
                  </a:cubicBezTo>
                  <a:cubicBezTo>
                    <a:pt x="83" y="127"/>
                    <a:pt x="83" y="124"/>
                    <a:pt x="83" y="121"/>
                  </a:cubicBezTo>
                  <a:cubicBezTo>
                    <a:pt x="88" y="119"/>
                    <a:pt x="88" y="119"/>
                    <a:pt x="88" y="119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5" y="119"/>
                    <a:pt x="97" y="121"/>
                    <a:pt x="100" y="123"/>
                  </a:cubicBezTo>
                  <a:cubicBezTo>
                    <a:pt x="104" y="121"/>
                    <a:pt x="109" y="117"/>
                    <a:pt x="113" y="113"/>
                  </a:cubicBezTo>
                  <a:cubicBezTo>
                    <a:pt x="111" y="110"/>
                    <a:pt x="109" y="108"/>
                    <a:pt x="108" y="105"/>
                  </a:cubicBezTo>
                  <a:cubicBezTo>
                    <a:pt x="109" y="103"/>
                    <a:pt x="110" y="102"/>
                    <a:pt x="111" y="101"/>
                  </a:cubicBezTo>
                  <a:cubicBezTo>
                    <a:pt x="112" y="99"/>
                    <a:pt x="113" y="98"/>
                    <a:pt x="114" y="96"/>
                  </a:cubicBezTo>
                  <a:cubicBezTo>
                    <a:pt x="117" y="97"/>
                    <a:pt x="120" y="98"/>
                    <a:pt x="123" y="99"/>
                  </a:cubicBezTo>
                  <a:cubicBezTo>
                    <a:pt x="126" y="94"/>
                    <a:pt x="128" y="89"/>
                    <a:pt x="130" y="83"/>
                  </a:cubicBezTo>
                  <a:cubicBezTo>
                    <a:pt x="127" y="82"/>
                    <a:pt x="124" y="80"/>
                    <a:pt x="121" y="79"/>
                  </a:cubicBezTo>
                  <a:cubicBezTo>
                    <a:pt x="122" y="77"/>
                    <a:pt x="122" y="75"/>
                    <a:pt x="122" y="73"/>
                  </a:cubicBezTo>
                  <a:cubicBezTo>
                    <a:pt x="123" y="72"/>
                    <a:pt x="123" y="70"/>
                    <a:pt x="123" y="68"/>
                  </a:cubicBezTo>
                  <a:cubicBezTo>
                    <a:pt x="126" y="67"/>
                    <a:pt x="129" y="67"/>
                    <a:pt x="132" y="66"/>
                  </a:cubicBezTo>
                  <a:cubicBezTo>
                    <a:pt x="132" y="60"/>
                    <a:pt x="131" y="54"/>
                    <a:pt x="130" y="49"/>
                  </a:cubicBezTo>
                  <a:cubicBezTo>
                    <a:pt x="126" y="49"/>
                    <a:pt x="123" y="49"/>
                    <a:pt x="120" y="49"/>
                  </a:cubicBezTo>
                  <a:lnTo>
                    <a:pt x="118" y="44"/>
                  </a:lnTo>
                  <a:close/>
                  <a:moveTo>
                    <a:pt x="91" y="86"/>
                  </a:moveTo>
                  <a:cubicBezTo>
                    <a:pt x="88" y="90"/>
                    <a:pt x="83" y="94"/>
                    <a:pt x="78" y="96"/>
                  </a:cubicBezTo>
                  <a:cubicBezTo>
                    <a:pt x="73" y="98"/>
                    <a:pt x="67" y="99"/>
                    <a:pt x="62" y="98"/>
                  </a:cubicBezTo>
                  <a:cubicBezTo>
                    <a:pt x="56" y="97"/>
                    <a:pt x="51" y="95"/>
                    <a:pt x="46" y="92"/>
                  </a:cubicBezTo>
                  <a:cubicBezTo>
                    <a:pt x="42" y="89"/>
                    <a:pt x="38" y="84"/>
                    <a:pt x="36" y="79"/>
                  </a:cubicBezTo>
                  <a:cubicBezTo>
                    <a:pt x="34" y="74"/>
                    <a:pt x="33" y="68"/>
                    <a:pt x="34" y="62"/>
                  </a:cubicBezTo>
                  <a:cubicBezTo>
                    <a:pt x="35" y="57"/>
                    <a:pt x="37" y="51"/>
                    <a:pt x="40" y="47"/>
                  </a:cubicBezTo>
                  <a:cubicBezTo>
                    <a:pt x="44" y="42"/>
                    <a:pt x="48" y="39"/>
                    <a:pt x="53" y="37"/>
                  </a:cubicBezTo>
                  <a:cubicBezTo>
                    <a:pt x="59" y="35"/>
                    <a:pt x="64" y="34"/>
                    <a:pt x="70" y="34"/>
                  </a:cubicBezTo>
                  <a:cubicBezTo>
                    <a:pt x="75" y="35"/>
                    <a:pt x="81" y="37"/>
                    <a:pt x="85" y="41"/>
                  </a:cubicBezTo>
                  <a:cubicBezTo>
                    <a:pt x="90" y="44"/>
                    <a:pt x="93" y="49"/>
                    <a:pt x="95" y="54"/>
                  </a:cubicBezTo>
                  <a:cubicBezTo>
                    <a:pt x="97" y="59"/>
                    <a:pt x="98" y="65"/>
                    <a:pt x="98" y="70"/>
                  </a:cubicBezTo>
                  <a:cubicBezTo>
                    <a:pt x="97" y="76"/>
                    <a:pt x="95" y="81"/>
                    <a:pt x="91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9" name="Freeform 7"/>
            <p:cNvSpPr>
              <a:spLocks noEditPoints="1"/>
            </p:cNvSpPr>
            <p:nvPr/>
          </p:nvSpPr>
          <p:spPr bwMode="auto">
            <a:xfrm>
              <a:off x="11107738" y="2982913"/>
              <a:ext cx="247650" cy="249237"/>
            </a:xfrm>
            <a:custGeom>
              <a:avLst/>
              <a:gdLst>
                <a:gd name="T0" fmla="*/ 60 w 65"/>
                <a:gd name="T1" fmla="*/ 30 h 65"/>
                <a:gd name="T2" fmla="*/ 63 w 65"/>
                <a:gd name="T3" fmla="*/ 20 h 65"/>
                <a:gd name="T4" fmla="*/ 57 w 65"/>
                <a:gd name="T5" fmla="*/ 18 h 65"/>
                <a:gd name="T6" fmla="*/ 58 w 65"/>
                <a:gd name="T7" fmla="*/ 12 h 65"/>
                <a:gd name="T8" fmla="*/ 49 w 65"/>
                <a:gd name="T9" fmla="*/ 9 h 65"/>
                <a:gd name="T10" fmla="*/ 44 w 65"/>
                <a:gd name="T11" fmla="*/ 6 h 65"/>
                <a:gd name="T12" fmla="*/ 37 w 65"/>
                <a:gd name="T13" fmla="*/ 0 h 65"/>
                <a:gd name="T14" fmla="*/ 32 w 65"/>
                <a:gd name="T15" fmla="*/ 4 h 65"/>
                <a:gd name="T16" fmla="*/ 28 w 65"/>
                <a:gd name="T17" fmla="*/ 0 h 65"/>
                <a:gd name="T18" fmla="*/ 20 w 65"/>
                <a:gd name="T19" fmla="*/ 6 h 65"/>
                <a:gd name="T20" fmla="*/ 16 w 65"/>
                <a:gd name="T21" fmla="*/ 9 h 65"/>
                <a:gd name="T22" fmla="*/ 6 w 65"/>
                <a:gd name="T23" fmla="*/ 12 h 65"/>
                <a:gd name="T24" fmla="*/ 8 w 65"/>
                <a:gd name="T25" fmla="*/ 18 h 65"/>
                <a:gd name="T26" fmla="*/ 2 w 65"/>
                <a:gd name="T27" fmla="*/ 20 h 65"/>
                <a:gd name="T28" fmla="*/ 4 w 65"/>
                <a:gd name="T29" fmla="*/ 30 h 65"/>
                <a:gd name="T30" fmla="*/ 4 w 65"/>
                <a:gd name="T31" fmla="*/ 35 h 65"/>
                <a:gd name="T32" fmla="*/ 2 w 65"/>
                <a:gd name="T33" fmla="*/ 45 h 65"/>
                <a:gd name="T34" fmla="*/ 8 w 65"/>
                <a:gd name="T35" fmla="*/ 46 h 65"/>
                <a:gd name="T36" fmla="*/ 6 w 65"/>
                <a:gd name="T37" fmla="*/ 52 h 65"/>
                <a:gd name="T38" fmla="*/ 16 w 65"/>
                <a:gd name="T39" fmla="*/ 55 h 65"/>
                <a:gd name="T40" fmla="*/ 20 w 65"/>
                <a:gd name="T41" fmla="*/ 58 h 65"/>
                <a:gd name="T42" fmla="*/ 28 w 65"/>
                <a:gd name="T43" fmla="*/ 65 h 65"/>
                <a:gd name="T44" fmla="*/ 32 w 65"/>
                <a:gd name="T45" fmla="*/ 61 h 65"/>
                <a:gd name="T46" fmla="*/ 37 w 65"/>
                <a:gd name="T47" fmla="*/ 65 h 65"/>
                <a:gd name="T48" fmla="*/ 44 w 65"/>
                <a:gd name="T49" fmla="*/ 58 h 65"/>
                <a:gd name="T50" fmla="*/ 49 w 65"/>
                <a:gd name="T51" fmla="*/ 55 h 65"/>
                <a:gd name="T52" fmla="*/ 58 w 65"/>
                <a:gd name="T53" fmla="*/ 52 h 65"/>
                <a:gd name="T54" fmla="*/ 57 w 65"/>
                <a:gd name="T55" fmla="*/ 46 h 65"/>
                <a:gd name="T56" fmla="*/ 63 w 65"/>
                <a:gd name="T57" fmla="*/ 45 h 65"/>
                <a:gd name="T58" fmla="*/ 60 w 65"/>
                <a:gd name="T59" fmla="*/ 35 h 65"/>
                <a:gd name="T60" fmla="*/ 40 w 65"/>
                <a:gd name="T61" fmla="*/ 46 h 65"/>
                <a:gd name="T62" fmla="*/ 24 w 65"/>
                <a:gd name="T63" fmla="*/ 46 h 65"/>
                <a:gd name="T64" fmla="*/ 16 w 65"/>
                <a:gd name="T65" fmla="*/ 32 h 65"/>
                <a:gd name="T66" fmla="*/ 24 w 65"/>
                <a:gd name="T67" fmla="*/ 18 h 65"/>
                <a:gd name="T68" fmla="*/ 40 w 65"/>
                <a:gd name="T69" fmla="*/ 18 h 65"/>
                <a:gd name="T70" fmla="*/ 48 w 65"/>
                <a:gd name="T71" fmla="*/ 32 h 65"/>
                <a:gd name="T72" fmla="*/ 40 w 65"/>
                <a:gd name="T73" fmla="*/ 46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5" h="65">
                  <a:moveTo>
                    <a:pt x="61" y="32"/>
                  </a:moveTo>
                  <a:cubicBezTo>
                    <a:pt x="60" y="30"/>
                    <a:pt x="60" y="30"/>
                    <a:pt x="60" y="30"/>
                  </a:cubicBezTo>
                  <a:cubicBezTo>
                    <a:pt x="62" y="29"/>
                    <a:pt x="63" y="28"/>
                    <a:pt x="65" y="28"/>
                  </a:cubicBezTo>
                  <a:cubicBezTo>
                    <a:pt x="64" y="25"/>
                    <a:pt x="64" y="22"/>
                    <a:pt x="63" y="20"/>
                  </a:cubicBezTo>
                  <a:cubicBezTo>
                    <a:pt x="61" y="20"/>
                    <a:pt x="60" y="20"/>
                    <a:pt x="58" y="20"/>
                  </a:cubicBezTo>
                  <a:cubicBezTo>
                    <a:pt x="58" y="20"/>
                    <a:pt x="57" y="19"/>
                    <a:pt x="57" y="18"/>
                  </a:cubicBezTo>
                  <a:cubicBezTo>
                    <a:pt x="56" y="17"/>
                    <a:pt x="56" y="16"/>
                    <a:pt x="55" y="16"/>
                  </a:cubicBezTo>
                  <a:cubicBezTo>
                    <a:pt x="56" y="15"/>
                    <a:pt x="57" y="13"/>
                    <a:pt x="58" y="12"/>
                  </a:cubicBezTo>
                  <a:cubicBezTo>
                    <a:pt x="57" y="10"/>
                    <a:pt x="55" y="8"/>
                    <a:pt x="52" y="6"/>
                  </a:cubicBezTo>
                  <a:cubicBezTo>
                    <a:pt x="51" y="7"/>
                    <a:pt x="50" y="8"/>
                    <a:pt x="49" y="9"/>
                  </a:cubicBezTo>
                  <a:cubicBezTo>
                    <a:pt x="48" y="8"/>
                    <a:pt x="47" y="8"/>
                    <a:pt x="46" y="8"/>
                  </a:cubicBezTo>
                  <a:cubicBezTo>
                    <a:pt x="46" y="7"/>
                    <a:pt x="45" y="7"/>
                    <a:pt x="44" y="6"/>
                  </a:cubicBezTo>
                  <a:cubicBezTo>
                    <a:pt x="44" y="5"/>
                    <a:pt x="44" y="3"/>
                    <a:pt x="45" y="2"/>
                  </a:cubicBezTo>
                  <a:cubicBezTo>
                    <a:pt x="42" y="1"/>
                    <a:pt x="39" y="0"/>
                    <a:pt x="37" y="0"/>
                  </a:cubicBezTo>
                  <a:cubicBezTo>
                    <a:pt x="36" y="1"/>
                    <a:pt x="35" y="2"/>
                    <a:pt x="35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29" y="2"/>
                    <a:pt x="28" y="1"/>
                    <a:pt x="28" y="0"/>
                  </a:cubicBezTo>
                  <a:cubicBezTo>
                    <a:pt x="25" y="0"/>
                    <a:pt x="22" y="1"/>
                    <a:pt x="20" y="2"/>
                  </a:cubicBezTo>
                  <a:cubicBezTo>
                    <a:pt x="20" y="3"/>
                    <a:pt x="20" y="5"/>
                    <a:pt x="20" y="6"/>
                  </a:cubicBezTo>
                  <a:cubicBezTo>
                    <a:pt x="20" y="7"/>
                    <a:pt x="19" y="7"/>
                    <a:pt x="18" y="8"/>
                  </a:cubicBezTo>
                  <a:cubicBezTo>
                    <a:pt x="17" y="8"/>
                    <a:pt x="16" y="8"/>
                    <a:pt x="16" y="9"/>
                  </a:cubicBezTo>
                  <a:cubicBezTo>
                    <a:pt x="15" y="8"/>
                    <a:pt x="13" y="7"/>
                    <a:pt x="12" y="6"/>
                  </a:cubicBezTo>
                  <a:cubicBezTo>
                    <a:pt x="10" y="8"/>
                    <a:pt x="8" y="10"/>
                    <a:pt x="6" y="12"/>
                  </a:cubicBezTo>
                  <a:cubicBezTo>
                    <a:pt x="7" y="13"/>
                    <a:pt x="8" y="15"/>
                    <a:pt x="9" y="16"/>
                  </a:cubicBezTo>
                  <a:cubicBezTo>
                    <a:pt x="8" y="16"/>
                    <a:pt x="8" y="17"/>
                    <a:pt x="8" y="18"/>
                  </a:cubicBezTo>
                  <a:cubicBezTo>
                    <a:pt x="7" y="19"/>
                    <a:pt x="7" y="20"/>
                    <a:pt x="6" y="20"/>
                  </a:cubicBezTo>
                  <a:cubicBezTo>
                    <a:pt x="5" y="20"/>
                    <a:pt x="3" y="20"/>
                    <a:pt x="2" y="20"/>
                  </a:cubicBezTo>
                  <a:cubicBezTo>
                    <a:pt x="1" y="22"/>
                    <a:pt x="0" y="25"/>
                    <a:pt x="0" y="28"/>
                  </a:cubicBezTo>
                  <a:cubicBezTo>
                    <a:pt x="1" y="28"/>
                    <a:pt x="2" y="29"/>
                    <a:pt x="4" y="30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2" y="35"/>
                    <a:pt x="1" y="36"/>
                    <a:pt x="0" y="37"/>
                  </a:cubicBezTo>
                  <a:cubicBezTo>
                    <a:pt x="0" y="39"/>
                    <a:pt x="1" y="42"/>
                    <a:pt x="2" y="45"/>
                  </a:cubicBezTo>
                  <a:cubicBezTo>
                    <a:pt x="3" y="44"/>
                    <a:pt x="5" y="44"/>
                    <a:pt x="6" y="44"/>
                  </a:cubicBezTo>
                  <a:cubicBezTo>
                    <a:pt x="7" y="45"/>
                    <a:pt x="7" y="46"/>
                    <a:pt x="8" y="46"/>
                  </a:cubicBezTo>
                  <a:cubicBezTo>
                    <a:pt x="8" y="47"/>
                    <a:pt x="8" y="48"/>
                    <a:pt x="9" y="49"/>
                  </a:cubicBezTo>
                  <a:cubicBezTo>
                    <a:pt x="8" y="50"/>
                    <a:pt x="7" y="51"/>
                    <a:pt x="6" y="52"/>
                  </a:cubicBezTo>
                  <a:cubicBezTo>
                    <a:pt x="8" y="55"/>
                    <a:pt x="10" y="56"/>
                    <a:pt x="12" y="58"/>
                  </a:cubicBezTo>
                  <a:cubicBezTo>
                    <a:pt x="13" y="57"/>
                    <a:pt x="15" y="56"/>
                    <a:pt x="16" y="55"/>
                  </a:cubicBezTo>
                  <a:cubicBezTo>
                    <a:pt x="16" y="56"/>
                    <a:pt x="17" y="56"/>
                    <a:pt x="18" y="57"/>
                  </a:cubicBezTo>
                  <a:cubicBezTo>
                    <a:pt x="19" y="57"/>
                    <a:pt x="20" y="58"/>
                    <a:pt x="20" y="58"/>
                  </a:cubicBezTo>
                  <a:cubicBezTo>
                    <a:pt x="20" y="59"/>
                    <a:pt x="20" y="61"/>
                    <a:pt x="20" y="63"/>
                  </a:cubicBezTo>
                  <a:cubicBezTo>
                    <a:pt x="22" y="64"/>
                    <a:pt x="25" y="64"/>
                    <a:pt x="28" y="65"/>
                  </a:cubicBezTo>
                  <a:cubicBezTo>
                    <a:pt x="28" y="63"/>
                    <a:pt x="29" y="62"/>
                    <a:pt x="30" y="60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5" y="62"/>
                    <a:pt x="36" y="63"/>
                    <a:pt x="37" y="65"/>
                  </a:cubicBezTo>
                  <a:cubicBezTo>
                    <a:pt x="39" y="64"/>
                    <a:pt x="42" y="64"/>
                    <a:pt x="45" y="63"/>
                  </a:cubicBezTo>
                  <a:cubicBezTo>
                    <a:pt x="44" y="61"/>
                    <a:pt x="44" y="59"/>
                    <a:pt x="44" y="58"/>
                  </a:cubicBezTo>
                  <a:cubicBezTo>
                    <a:pt x="45" y="58"/>
                    <a:pt x="46" y="57"/>
                    <a:pt x="46" y="57"/>
                  </a:cubicBezTo>
                  <a:cubicBezTo>
                    <a:pt x="47" y="56"/>
                    <a:pt x="48" y="56"/>
                    <a:pt x="49" y="55"/>
                  </a:cubicBezTo>
                  <a:cubicBezTo>
                    <a:pt x="50" y="56"/>
                    <a:pt x="51" y="57"/>
                    <a:pt x="52" y="58"/>
                  </a:cubicBezTo>
                  <a:cubicBezTo>
                    <a:pt x="55" y="56"/>
                    <a:pt x="57" y="55"/>
                    <a:pt x="58" y="52"/>
                  </a:cubicBezTo>
                  <a:cubicBezTo>
                    <a:pt x="57" y="51"/>
                    <a:pt x="56" y="50"/>
                    <a:pt x="55" y="49"/>
                  </a:cubicBezTo>
                  <a:cubicBezTo>
                    <a:pt x="56" y="48"/>
                    <a:pt x="56" y="47"/>
                    <a:pt x="57" y="46"/>
                  </a:cubicBezTo>
                  <a:cubicBezTo>
                    <a:pt x="57" y="46"/>
                    <a:pt x="58" y="45"/>
                    <a:pt x="58" y="44"/>
                  </a:cubicBezTo>
                  <a:cubicBezTo>
                    <a:pt x="60" y="44"/>
                    <a:pt x="61" y="44"/>
                    <a:pt x="63" y="45"/>
                  </a:cubicBezTo>
                  <a:cubicBezTo>
                    <a:pt x="64" y="42"/>
                    <a:pt x="64" y="39"/>
                    <a:pt x="65" y="37"/>
                  </a:cubicBezTo>
                  <a:cubicBezTo>
                    <a:pt x="63" y="36"/>
                    <a:pt x="62" y="35"/>
                    <a:pt x="60" y="35"/>
                  </a:cubicBezTo>
                  <a:lnTo>
                    <a:pt x="61" y="32"/>
                  </a:lnTo>
                  <a:close/>
                  <a:moveTo>
                    <a:pt x="40" y="46"/>
                  </a:moveTo>
                  <a:cubicBezTo>
                    <a:pt x="38" y="47"/>
                    <a:pt x="35" y="48"/>
                    <a:pt x="32" y="48"/>
                  </a:cubicBezTo>
                  <a:cubicBezTo>
                    <a:pt x="29" y="48"/>
                    <a:pt x="27" y="47"/>
                    <a:pt x="24" y="46"/>
                  </a:cubicBezTo>
                  <a:cubicBezTo>
                    <a:pt x="22" y="45"/>
                    <a:pt x="20" y="43"/>
                    <a:pt x="18" y="40"/>
                  </a:cubicBezTo>
                  <a:cubicBezTo>
                    <a:pt x="17" y="38"/>
                    <a:pt x="16" y="35"/>
                    <a:pt x="16" y="32"/>
                  </a:cubicBezTo>
                  <a:cubicBezTo>
                    <a:pt x="16" y="29"/>
                    <a:pt x="17" y="27"/>
                    <a:pt x="18" y="24"/>
                  </a:cubicBezTo>
                  <a:cubicBezTo>
                    <a:pt x="20" y="22"/>
                    <a:pt x="22" y="20"/>
                    <a:pt x="24" y="18"/>
                  </a:cubicBezTo>
                  <a:cubicBezTo>
                    <a:pt x="27" y="17"/>
                    <a:pt x="29" y="16"/>
                    <a:pt x="32" y="16"/>
                  </a:cubicBezTo>
                  <a:cubicBezTo>
                    <a:pt x="35" y="16"/>
                    <a:pt x="38" y="17"/>
                    <a:pt x="40" y="18"/>
                  </a:cubicBezTo>
                  <a:cubicBezTo>
                    <a:pt x="43" y="20"/>
                    <a:pt x="45" y="22"/>
                    <a:pt x="46" y="24"/>
                  </a:cubicBezTo>
                  <a:cubicBezTo>
                    <a:pt x="47" y="27"/>
                    <a:pt x="48" y="29"/>
                    <a:pt x="48" y="32"/>
                  </a:cubicBezTo>
                  <a:cubicBezTo>
                    <a:pt x="48" y="35"/>
                    <a:pt x="47" y="38"/>
                    <a:pt x="46" y="40"/>
                  </a:cubicBezTo>
                  <a:cubicBezTo>
                    <a:pt x="45" y="43"/>
                    <a:pt x="43" y="45"/>
                    <a:pt x="40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168204" y="3499897"/>
            <a:ext cx="638037" cy="635946"/>
            <a:chOff x="3959225" y="5064125"/>
            <a:chExt cx="484188" cy="482601"/>
          </a:xfrm>
          <a:solidFill>
            <a:schemeClr val="bg1"/>
          </a:solidFill>
        </p:grpSpPr>
        <p:sp>
          <p:nvSpPr>
            <p:cNvPr id="81" name="Freeform 333"/>
            <p:cNvSpPr>
              <a:spLocks noEditPoints="1"/>
            </p:cNvSpPr>
            <p:nvPr/>
          </p:nvSpPr>
          <p:spPr bwMode="auto">
            <a:xfrm>
              <a:off x="3959225" y="5110163"/>
              <a:ext cx="442913" cy="436563"/>
            </a:xfrm>
            <a:custGeom>
              <a:avLst/>
              <a:gdLst>
                <a:gd name="T0" fmla="*/ 84 w 118"/>
                <a:gd name="T1" fmla="*/ 3 h 116"/>
                <a:gd name="T2" fmla="*/ 77 w 118"/>
                <a:gd name="T3" fmla="*/ 0 h 116"/>
                <a:gd name="T4" fmla="*/ 70 w 118"/>
                <a:gd name="T5" fmla="*/ 3 h 116"/>
                <a:gd name="T6" fmla="*/ 64 w 118"/>
                <a:gd name="T7" fmla="*/ 9 h 116"/>
                <a:gd name="T8" fmla="*/ 61 w 118"/>
                <a:gd name="T9" fmla="*/ 16 h 116"/>
                <a:gd name="T10" fmla="*/ 62 w 118"/>
                <a:gd name="T11" fmla="*/ 21 h 116"/>
                <a:gd name="T12" fmla="*/ 8 w 118"/>
                <a:gd name="T13" fmla="*/ 43 h 116"/>
                <a:gd name="T14" fmla="*/ 1 w 118"/>
                <a:gd name="T15" fmla="*/ 51 h 116"/>
                <a:gd name="T16" fmla="*/ 5 w 118"/>
                <a:gd name="T17" fmla="*/ 62 h 116"/>
                <a:gd name="T18" fmla="*/ 55 w 118"/>
                <a:gd name="T19" fmla="*/ 112 h 116"/>
                <a:gd name="T20" fmla="*/ 64 w 118"/>
                <a:gd name="T21" fmla="*/ 116 h 116"/>
                <a:gd name="T22" fmla="*/ 64 w 118"/>
                <a:gd name="T23" fmla="*/ 116 h 116"/>
                <a:gd name="T24" fmla="*/ 66 w 118"/>
                <a:gd name="T25" fmla="*/ 116 h 116"/>
                <a:gd name="T26" fmla="*/ 75 w 118"/>
                <a:gd name="T27" fmla="*/ 108 h 116"/>
                <a:gd name="T28" fmla="*/ 96 w 118"/>
                <a:gd name="T29" fmla="*/ 55 h 116"/>
                <a:gd name="T30" fmla="*/ 102 w 118"/>
                <a:gd name="T31" fmla="*/ 57 h 116"/>
                <a:gd name="T32" fmla="*/ 109 w 118"/>
                <a:gd name="T33" fmla="*/ 54 h 116"/>
                <a:gd name="T34" fmla="*/ 115 w 118"/>
                <a:gd name="T35" fmla="*/ 48 h 116"/>
                <a:gd name="T36" fmla="*/ 118 w 118"/>
                <a:gd name="T37" fmla="*/ 41 h 116"/>
                <a:gd name="T38" fmla="*/ 115 w 118"/>
                <a:gd name="T39" fmla="*/ 34 h 116"/>
                <a:gd name="T40" fmla="*/ 84 w 118"/>
                <a:gd name="T41" fmla="*/ 3 h 116"/>
                <a:gd name="T42" fmla="*/ 68 w 118"/>
                <a:gd name="T43" fmla="*/ 105 h 116"/>
                <a:gd name="T44" fmla="*/ 65 w 118"/>
                <a:gd name="T45" fmla="*/ 108 h 116"/>
                <a:gd name="T46" fmla="*/ 64 w 118"/>
                <a:gd name="T47" fmla="*/ 108 h 116"/>
                <a:gd name="T48" fmla="*/ 61 w 118"/>
                <a:gd name="T49" fmla="*/ 107 h 116"/>
                <a:gd name="T50" fmla="*/ 10 w 118"/>
                <a:gd name="T51" fmla="*/ 56 h 116"/>
                <a:gd name="T52" fmla="*/ 9 w 118"/>
                <a:gd name="T53" fmla="*/ 53 h 116"/>
                <a:gd name="T54" fmla="*/ 11 w 118"/>
                <a:gd name="T55" fmla="*/ 50 h 116"/>
                <a:gd name="T56" fmla="*/ 36 w 118"/>
                <a:gd name="T57" fmla="*/ 40 h 116"/>
                <a:gd name="T58" fmla="*/ 87 w 118"/>
                <a:gd name="T59" fmla="*/ 58 h 116"/>
                <a:gd name="T60" fmla="*/ 68 w 118"/>
                <a:gd name="T61" fmla="*/ 105 h 116"/>
                <a:gd name="T62" fmla="*/ 109 w 118"/>
                <a:gd name="T63" fmla="*/ 42 h 116"/>
                <a:gd name="T64" fmla="*/ 103 w 118"/>
                <a:gd name="T65" fmla="*/ 48 h 116"/>
                <a:gd name="T66" fmla="*/ 100 w 118"/>
                <a:gd name="T67" fmla="*/ 48 h 116"/>
                <a:gd name="T68" fmla="*/ 93 w 118"/>
                <a:gd name="T69" fmla="*/ 41 h 116"/>
                <a:gd name="T70" fmla="*/ 88 w 118"/>
                <a:gd name="T71" fmla="*/ 55 h 116"/>
                <a:gd name="T72" fmla="*/ 88 w 118"/>
                <a:gd name="T73" fmla="*/ 54 h 116"/>
                <a:gd name="T74" fmla="*/ 53 w 118"/>
                <a:gd name="T75" fmla="*/ 39 h 116"/>
                <a:gd name="T76" fmla="*/ 42 w 118"/>
                <a:gd name="T77" fmla="*/ 38 h 116"/>
                <a:gd name="T78" fmla="*/ 76 w 118"/>
                <a:gd name="T79" fmla="*/ 24 h 116"/>
                <a:gd name="T80" fmla="*/ 70 w 118"/>
                <a:gd name="T81" fmla="*/ 17 h 116"/>
                <a:gd name="T82" fmla="*/ 70 w 118"/>
                <a:gd name="T83" fmla="*/ 14 h 116"/>
                <a:gd name="T84" fmla="*/ 75 w 118"/>
                <a:gd name="T85" fmla="*/ 9 h 116"/>
                <a:gd name="T86" fmla="*/ 78 w 118"/>
                <a:gd name="T87" fmla="*/ 9 h 116"/>
                <a:gd name="T88" fmla="*/ 109 w 118"/>
                <a:gd name="T89" fmla="*/ 39 h 116"/>
                <a:gd name="T90" fmla="*/ 109 w 118"/>
                <a:gd name="T91" fmla="*/ 4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6">
                  <a:moveTo>
                    <a:pt x="84" y="3"/>
                  </a:moveTo>
                  <a:cubicBezTo>
                    <a:pt x="82" y="1"/>
                    <a:pt x="79" y="0"/>
                    <a:pt x="77" y="0"/>
                  </a:cubicBezTo>
                  <a:cubicBezTo>
                    <a:pt x="74" y="0"/>
                    <a:pt x="71" y="1"/>
                    <a:pt x="70" y="3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2" y="10"/>
                    <a:pt x="61" y="13"/>
                    <a:pt x="61" y="16"/>
                  </a:cubicBezTo>
                  <a:cubicBezTo>
                    <a:pt x="61" y="18"/>
                    <a:pt x="62" y="19"/>
                    <a:pt x="62" y="21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5" y="44"/>
                    <a:pt x="2" y="48"/>
                    <a:pt x="1" y="51"/>
                  </a:cubicBezTo>
                  <a:cubicBezTo>
                    <a:pt x="0" y="55"/>
                    <a:pt x="2" y="59"/>
                    <a:pt x="5" y="62"/>
                  </a:cubicBezTo>
                  <a:cubicBezTo>
                    <a:pt x="55" y="112"/>
                    <a:pt x="55" y="112"/>
                    <a:pt x="55" y="112"/>
                  </a:cubicBezTo>
                  <a:cubicBezTo>
                    <a:pt x="58" y="115"/>
                    <a:pt x="61" y="116"/>
                    <a:pt x="64" y="116"/>
                  </a:cubicBezTo>
                  <a:cubicBezTo>
                    <a:pt x="64" y="116"/>
                    <a:pt x="64" y="116"/>
                    <a:pt x="64" y="116"/>
                  </a:cubicBezTo>
                  <a:cubicBezTo>
                    <a:pt x="65" y="116"/>
                    <a:pt x="66" y="116"/>
                    <a:pt x="66" y="116"/>
                  </a:cubicBezTo>
                  <a:cubicBezTo>
                    <a:pt x="70" y="115"/>
                    <a:pt x="74" y="112"/>
                    <a:pt x="75" y="108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8" y="56"/>
                    <a:pt x="100" y="57"/>
                    <a:pt x="102" y="57"/>
                  </a:cubicBezTo>
                  <a:cubicBezTo>
                    <a:pt x="105" y="57"/>
                    <a:pt x="107" y="56"/>
                    <a:pt x="109" y="54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7" y="46"/>
                    <a:pt x="118" y="44"/>
                    <a:pt x="118" y="41"/>
                  </a:cubicBezTo>
                  <a:cubicBezTo>
                    <a:pt x="118" y="38"/>
                    <a:pt x="117" y="36"/>
                    <a:pt x="115" y="34"/>
                  </a:cubicBezTo>
                  <a:lnTo>
                    <a:pt x="84" y="3"/>
                  </a:lnTo>
                  <a:close/>
                  <a:moveTo>
                    <a:pt x="68" y="105"/>
                  </a:moveTo>
                  <a:cubicBezTo>
                    <a:pt x="67" y="107"/>
                    <a:pt x="66" y="108"/>
                    <a:pt x="65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3" y="108"/>
                    <a:pt x="62" y="108"/>
                    <a:pt x="61" y="107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9" y="56"/>
                    <a:pt x="9" y="54"/>
                    <a:pt x="9" y="53"/>
                  </a:cubicBezTo>
                  <a:cubicBezTo>
                    <a:pt x="9" y="52"/>
                    <a:pt x="10" y="51"/>
                    <a:pt x="11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53" y="46"/>
                    <a:pt x="70" y="40"/>
                    <a:pt x="87" y="58"/>
                  </a:cubicBezTo>
                  <a:lnTo>
                    <a:pt x="68" y="105"/>
                  </a:lnTo>
                  <a:close/>
                  <a:moveTo>
                    <a:pt x="109" y="42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3" y="49"/>
                    <a:pt x="101" y="49"/>
                    <a:pt x="100" y="48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76" y="42"/>
                    <a:pt x="64" y="41"/>
                    <a:pt x="53" y="39"/>
                  </a:cubicBezTo>
                  <a:cubicBezTo>
                    <a:pt x="49" y="39"/>
                    <a:pt x="46" y="38"/>
                    <a:pt x="42" y="38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9" y="16"/>
                    <a:pt x="69" y="15"/>
                    <a:pt x="70" y="14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76" y="8"/>
                    <a:pt x="77" y="8"/>
                    <a:pt x="78" y="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0" y="40"/>
                    <a:pt x="110" y="42"/>
                    <a:pt x="109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2" name="Freeform 334"/>
            <p:cNvSpPr>
              <a:spLocks noEditPoints="1"/>
            </p:cNvSpPr>
            <p:nvPr/>
          </p:nvSpPr>
          <p:spPr bwMode="auto">
            <a:xfrm>
              <a:off x="4173538" y="5305425"/>
              <a:ext cx="74613" cy="74613"/>
            </a:xfrm>
            <a:custGeom>
              <a:avLst/>
              <a:gdLst>
                <a:gd name="T0" fmla="*/ 10 w 20"/>
                <a:gd name="T1" fmla="*/ 20 h 20"/>
                <a:gd name="T2" fmla="*/ 20 w 20"/>
                <a:gd name="T3" fmla="*/ 10 h 20"/>
                <a:gd name="T4" fmla="*/ 10 w 20"/>
                <a:gd name="T5" fmla="*/ 0 h 20"/>
                <a:gd name="T6" fmla="*/ 0 w 20"/>
                <a:gd name="T7" fmla="*/ 10 h 20"/>
                <a:gd name="T8" fmla="*/ 10 w 20"/>
                <a:gd name="T9" fmla="*/ 20 h 20"/>
                <a:gd name="T10" fmla="*/ 10 w 20"/>
                <a:gd name="T11" fmla="*/ 4 h 20"/>
                <a:gd name="T12" fmla="*/ 16 w 20"/>
                <a:gd name="T13" fmla="*/ 10 h 20"/>
                <a:gd name="T14" fmla="*/ 10 w 20"/>
                <a:gd name="T15" fmla="*/ 16 h 20"/>
                <a:gd name="T16" fmla="*/ 4 w 20"/>
                <a:gd name="T17" fmla="*/ 10 h 20"/>
                <a:gd name="T18" fmla="*/ 10 w 20"/>
                <a:gd name="T19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3" name="Freeform 335"/>
            <p:cNvSpPr>
              <a:spLocks noEditPoints="1"/>
            </p:cNvSpPr>
            <p:nvPr/>
          </p:nvSpPr>
          <p:spPr bwMode="auto">
            <a:xfrm>
              <a:off x="4368800" y="5064125"/>
              <a:ext cx="74613" cy="76200"/>
            </a:xfrm>
            <a:custGeom>
              <a:avLst/>
              <a:gdLst>
                <a:gd name="T0" fmla="*/ 10 w 20"/>
                <a:gd name="T1" fmla="*/ 0 h 20"/>
                <a:gd name="T2" fmla="*/ 0 w 20"/>
                <a:gd name="T3" fmla="*/ 10 h 20"/>
                <a:gd name="T4" fmla="*/ 10 w 20"/>
                <a:gd name="T5" fmla="*/ 20 h 20"/>
                <a:gd name="T6" fmla="*/ 20 w 20"/>
                <a:gd name="T7" fmla="*/ 10 h 20"/>
                <a:gd name="T8" fmla="*/ 10 w 20"/>
                <a:gd name="T9" fmla="*/ 0 h 20"/>
                <a:gd name="T10" fmla="*/ 10 w 20"/>
                <a:gd name="T11" fmla="*/ 16 h 20"/>
                <a:gd name="T12" fmla="*/ 4 w 20"/>
                <a:gd name="T13" fmla="*/ 10 h 20"/>
                <a:gd name="T14" fmla="*/ 10 w 20"/>
                <a:gd name="T15" fmla="*/ 4 h 20"/>
                <a:gd name="T16" fmla="*/ 16 w 20"/>
                <a:gd name="T17" fmla="*/ 10 h 20"/>
                <a:gd name="T18" fmla="*/ 10 w 20"/>
                <a:gd name="T1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0"/>
                  </a:move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  <a:moveTo>
                    <a:pt x="10" y="16"/>
                  </a:move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4" name="Freeform 336"/>
            <p:cNvSpPr>
              <a:spLocks noEditPoints="1"/>
            </p:cNvSpPr>
            <p:nvPr/>
          </p:nvSpPr>
          <p:spPr bwMode="auto">
            <a:xfrm>
              <a:off x="4083050" y="5289550"/>
              <a:ext cx="60325" cy="60325"/>
            </a:xfrm>
            <a:custGeom>
              <a:avLst/>
              <a:gdLst>
                <a:gd name="T0" fmla="*/ 0 w 16"/>
                <a:gd name="T1" fmla="*/ 8 h 16"/>
                <a:gd name="T2" fmla="*/ 8 w 16"/>
                <a:gd name="T3" fmla="*/ 16 h 16"/>
                <a:gd name="T4" fmla="*/ 16 w 16"/>
                <a:gd name="T5" fmla="*/ 8 h 16"/>
                <a:gd name="T6" fmla="*/ 8 w 16"/>
                <a:gd name="T7" fmla="*/ 0 h 16"/>
                <a:gd name="T8" fmla="*/ 0 w 16"/>
                <a:gd name="T9" fmla="*/ 8 h 16"/>
                <a:gd name="T10" fmla="*/ 8 w 16"/>
                <a:gd name="T11" fmla="*/ 4 h 16"/>
                <a:gd name="T12" fmla="*/ 12 w 16"/>
                <a:gd name="T13" fmla="*/ 8 h 16"/>
                <a:gd name="T14" fmla="*/ 8 w 16"/>
                <a:gd name="T15" fmla="*/ 12 h 16"/>
                <a:gd name="T16" fmla="*/ 4 w 16"/>
                <a:gd name="T17" fmla="*/ 8 h 16"/>
                <a:gd name="T18" fmla="*/ 8 w 16"/>
                <a:gd name="T19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6">
                  <a:moveTo>
                    <a:pt x="0" y="8"/>
                  </a:moveTo>
                  <a:cubicBezTo>
                    <a:pt x="0" y="12"/>
                    <a:pt x="4" y="16"/>
                    <a:pt x="8" y="16"/>
                  </a:cubicBezTo>
                  <a:cubicBezTo>
                    <a:pt x="12" y="16"/>
                    <a:pt x="16" y="12"/>
                    <a:pt x="16" y="8"/>
                  </a:cubicBezTo>
                  <a:cubicBezTo>
                    <a:pt x="16" y="4"/>
                    <a:pt x="12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lose/>
                  <a:moveTo>
                    <a:pt x="8" y="4"/>
                  </a:moveTo>
                  <a:cubicBezTo>
                    <a:pt x="10" y="4"/>
                    <a:pt x="12" y="6"/>
                    <a:pt x="12" y="8"/>
                  </a:cubicBez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4" y="10"/>
                    <a:pt x="4" y="8"/>
                  </a:cubicBezTo>
                  <a:cubicBezTo>
                    <a:pt x="4" y="6"/>
                    <a:pt x="6" y="4"/>
                    <a:pt x="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5" name="Oval 337"/>
            <p:cNvSpPr>
              <a:spLocks noChangeArrowheads="1"/>
            </p:cNvSpPr>
            <p:nvPr/>
          </p:nvSpPr>
          <p:spPr bwMode="auto">
            <a:xfrm>
              <a:off x="4143375" y="5395913"/>
              <a:ext cx="30163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86" name="Oval 338"/>
            <p:cNvSpPr>
              <a:spLocks noChangeArrowheads="1"/>
            </p:cNvSpPr>
            <p:nvPr/>
          </p:nvSpPr>
          <p:spPr bwMode="auto">
            <a:xfrm>
              <a:off x="4384675" y="5170488"/>
              <a:ext cx="30163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4" grpId="0" animBg="1"/>
      <p:bldP spid="55" grpId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7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705667" y="2945077"/>
            <a:ext cx="1304280" cy="13042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45761" y="623789"/>
            <a:ext cx="10515600" cy="911682"/>
          </a:xfrm>
        </p:spPr>
        <p:txBody>
          <a:bodyPr/>
          <a:lstStyle/>
          <a:p>
            <a:r>
              <a:rPr lang="id-ID" dirty="0"/>
              <a:t>Workflow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845761" y="1341975"/>
            <a:ext cx="10515600" cy="366712"/>
          </a:xfrm>
        </p:spPr>
        <p:txBody>
          <a:bodyPr>
            <a:normAutofit fontScale="77500" lnSpcReduction="20000"/>
          </a:bodyPr>
          <a:lstStyle/>
          <a:p>
            <a:r>
              <a:rPr lang="id-ID" dirty="0"/>
              <a:t>Our Solutions</a:t>
            </a:r>
            <a:endParaRPr lang="id-ID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7637521" y="4734667"/>
            <a:ext cx="703873" cy="61824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564724" y="4381823"/>
            <a:ext cx="1735945" cy="256474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7353300" y="2668705"/>
            <a:ext cx="955593" cy="58335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7622300" y="3488432"/>
            <a:ext cx="1843034" cy="323058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389134" y="2584403"/>
            <a:ext cx="1446289" cy="144628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604582" y="1905583"/>
            <a:ext cx="1652902" cy="165290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2829784" y="2495772"/>
            <a:ext cx="1985320" cy="1985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209837" y="5131134"/>
            <a:ext cx="1033064" cy="1033064"/>
          </a:xfrm>
          <a:prstGeom prst="ellipse">
            <a:avLst/>
          </a:prstGeom>
          <a:solidFill>
            <a:schemeClr val="accent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213094" y="1905583"/>
            <a:ext cx="1033064" cy="1033064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9280120" y="4249357"/>
            <a:ext cx="1137875" cy="1137875"/>
          </a:xfrm>
          <a:prstGeom prst="ellipse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0221" y="3633475"/>
            <a:ext cx="10951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Programming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027122" y="2779599"/>
            <a:ext cx="837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Testing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50" name="TextBox 49"/>
          <p:cNvSpPr txBox="1">
            <a:spLocks noChangeAspect="1"/>
          </p:cNvSpPr>
          <p:nvPr/>
        </p:nvSpPr>
        <p:spPr>
          <a:xfrm>
            <a:off x="2207307" y="2263730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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348" y="3623210"/>
            <a:ext cx="1225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Development</a:t>
            </a:r>
            <a:endParaRPr kumimoji="0" lang="id-ID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52" name="TextBox 51"/>
          <p:cNvSpPr txBox="1">
            <a:spLocks noChangeAspect="1"/>
          </p:cNvSpPr>
          <p:nvPr/>
        </p:nvSpPr>
        <p:spPr>
          <a:xfrm>
            <a:off x="3563604" y="3059730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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3" name="TextBox 52"/>
          <p:cNvSpPr txBox="1">
            <a:spLocks noChangeAspect="1"/>
          </p:cNvSpPr>
          <p:nvPr/>
        </p:nvSpPr>
        <p:spPr>
          <a:xfrm>
            <a:off x="1123807" y="3254432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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336962" y="5697772"/>
            <a:ext cx="787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Approval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583928" y="3427940"/>
            <a:ext cx="1056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Feedback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512266" y="4779372"/>
            <a:ext cx="673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Final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Testing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59125" y="2461281"/>
            <a:ext cx="7264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200" b="1" i="0" u="none" strike="noStrike" kern="1200" cap="none" spc="0" normalizeH="0" baseline="0" noProof="0" dirty="0">
                <a:ln>
                  <a:noFill/>
                </a:ln>
                <a:solidFill>
                  <a:schemeClr val="dk2">
                    <a:lumMod val="100000"/>
                  </a:schemeClr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Delivery</a:t>
            </a:r>
            <a:endParaRPr kumimoji="0" lang="id-ID" sz="1200" b="1" i="0" u="none" strike="noStrike" kern="1200" cap="none" spc="0" normalizeH="0" baseline="0" noProof="0" dirty="0">
              <a:ln>
                <a:noFill/>
              </a:ln>
              <a:solidFill>
                <a:schemeClr val="dk2">
                  <a:lumMod val="100000"/>
                </a:scheme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62" name="TextBox 61"/>
          <p:cNvSpPr txBox="1">
            <a:spLocks noChangeAspect="1"/>
          </p:cNvSpPr>
          <p:nvPr/>
        </p:nvSpPr>
        <p:spPr>
          <a:xfrm>
            <a:off x="8470004" y="2023414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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4" name="TextBox 63"/>
          <p:cNvSpPr txBox="1">
            <a:spLocks noChangeAspect="1"/>
          </p:cNvSpPr>
          <p:nvPr/>
        </p:nvSpPr>
        <p:spPr>
          <a:xfrm>
            <a:off x="9615056" y="4345505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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5" name="TextBox 64"/>
          <p:cNvSpPr txBox="1">
            <a:spLocks noChangeAspect="1"/>
          </p:cNvSpPr>
          <p:nvPr/>
        </p:nvSpPr>
        <p:spPr>
          <a:xfrm>
            <a:off x="8495626" y="5296008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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66" name="TextBox 65"/>
          <p:cNvSpPr txBox="1">
            <a:spLocks noChangeAspect="1"/>
          </p:cNvSpPr>
          <p:nvPr/>
        </p:nvSpPr>
        <p:spPr>
          <a:xfrm>
            <a:off x="9878277" y="2997513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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4" name="Freeform 9"/>
          <p:cNvSpPr/>
          <p:nvPr/>
        </p:nvSpPr>
        <p:spPr bwMode="auto">
          <a:xfrm>
            <a:off x="3756046" y="2540719"/>
            <a:ext cx="4679908" cy="2541541"/>
          </a:xfrm>
          <a:custGeom>
            <a:avLst/>
            <a:gdLst>
              <a:gd name="T0" fmla="*/ 249 w 2295"/>
              <a:gd name="T1" fmla="*/ 1185 h 1245"/>
              <a:gd name="T2" fmla="*/ 405 w 2295"/>
              <a:gd name="T3" fmla="*/ 1130 h 1245"/>
              <a:gd name="T4" fmla="*/ 634 w 2295"/>
              <a:gd name="T5" fmla="*/ 1245 h 1245"/>
              <a:gd name="T6" fmla="*/ 842 w 2295"/>
              <a:gd name="T7" fmla="*/ 1156 h 1245"/>
              <a:gd name="T8" fmla="*/ 1064 w 2295"/>
              <a:gd name="T9" fmla="*/ 1245 h 1245"/>
              <a:gd name="T10" fmla="*/ 1335 w 2295"/>
              <a:gd name="T11" fmla="*/ 1100 h 1245"/>
              <a:gd name="T12" fmla="*/ 1640 w 2295"/>
              <a:gd name="T13" fmla="*/ 1215 h 1245"/>
              <a:gd name="T14" fmla="*/ 1898 w 2295"/>
              <a:gd name="T15" fmla="*/ 1136 h 1245"/>
              <a:gd name="T16" fmla="*/ 2046 w 2295"/>
              <a:gd name="T17" fmla="*/ 1185 h 1245"/>
              <a:gd name="T18" fmla="*/ 2295 w 2295"/>
              <a:gd name="T19" fmla="*/ 936 h 1245"/>
              <a:gd name="T20" fmla="*/ 2277 w 2295"/>
              <a:gd name="T21" fmla="*/ 842 h 1245"/>
              <a:gd name="T22" fmla="*/ 2098 w 2295"/>
              <a:gd name="T23" fmla="*/ 692 h 1245"/>
              <a:gd name="T24" fmla="*/ 1640 w 2295"/>
              <a:gd name="T25" fmla="*/ 291 h 1245"/>
              <a:gd name="T26" fmla="*/ 1525 w 2295"/>
              <a:gd name="T27" fmla="*/ 305 h 1245"/>
              <a:gd name="T28" fmla="*/ 1106 w 2295"/>
              <a:gd name="T29" fmla="*/ 0 h 1245"/>
              <a:gd name="T30" fmla="*/ 664 w 2295"/>
              <a:gd name="T31" fmla="*/ 442 h 1245"/>
              <a:gd name="T32" fmla="*/ 666 w 2295"/>
              <a:gd name="T33" fmla="*/ 482 h 1245"/>
              <a:gd name="T34" fmla="*/ 645 w 2295"/>
              <a:gd name="T35" fmla="*/ 481 h 1245"/>
              <a:gd name="T36" fmla="*/ 419 w 2295"/>
              <a:gd name="T37" fmla="*/ 661 h 1245"/>
              <a:gd name="T38" fmla="*/ 414 w 2295"/>
              <a:gd name="T39" fmla="*/ 712 h 1245"/>
              <a:gd name="T40" fmla="*/ 417 w 2295"/>
              <a:gd name="T41" fmla="*/ 752 h 1245"/>
              <a:gd name="T42" fmla="*/ 403 w 2295"/>
              <a:gd name="T43" fmla="*/ 740 h 1245"/>
              <a:gd name="T44" fmla="*/ 249 w 2295"/>
              <a:gd name="T45" fmla="*/ 687 h 1245"/>
              <a:gd name="T46" fmla="*/ 0 w 2295"/>
              <a:gd name="T47" fmla="*/ 936 h 1245"/>
              <a:gd name="T48" fmla="*/ 58 w 2295"/>
              <a:gd name="T49" fmla="*/ 1095 h 1245"/>
              <a:gd name="T50" fmla="*/ 249 w 2295"/>
              <a:gd name="T51" fmla="*/ 1185 h 1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95" h="1245">
                <a:moveTo>
                  <a:pt x="249" y="1185"/>
                </a:moveTo>
                <a:cubicBezTo>
                  <a:pt x="308" y="1185"/>
                  <a:pt x="362" y="1164"/>
                  <a:pt x="405" y="1130"/>
                </a:cubicBezTo>
                <a:cubicBezTo>
                  <a:pt x="457" y="1200"/>
                  <a:pt x="540" y="1245"/>
                  <a:pt x="634" y="1245"/>
                </a:cubicBezTo>
                <a:cubicBezTo>
                  <a:pt x="716" y="1245"/>
                  <a:pt x="789" y="1211"/>
                  <a:pt x="842" y="1156"/>
                </a:cubicBezTo>
                <a:cubicBezTo>
                  <a:pt x="900" y="1211"/>
                  <a:pt x="978" y="1245"/>
                  <a:pt x="1064" y="1245"/>
                </a:cubicBezTo>
                <a:cubicBezTo>
                  <a:pt x="1177" y="1245"/>
                  <a:pt x="1277" y="1187"/>
                  <a:pt x="1335" y="1100"/>
                </a:cubicBezTo>
                <a:cubicBezTo>
                  <a:pt x="1416" y="1171"/>
                  <a:pt x="1523" y="1215"/>
                  <a:pt x="1640" y="1215"/>
                </a:cubicBezTo>
                <a:cubicBezTo>
                  <a:pt x="1735" y="1215"/>
                  <a:pt x="1824" y="1186"/>
                  <a:pt x="1898" y="1136"/>
                </a:cubicBezTo>
                <a:cubicBezTo>
                  <a:pt x="1939" y="1166"/>
                  <a:pt x="1990" y="1185"/>
                  <a:pt x="2046" y="1185"/>
                </a:cubicBezTo>
                <a:cubicBezTo>
                  <a:pt x="2183" y="1185"/>
                  <a:pt x="2295" y="1073"/>
                  <a:pt x="2295" y="936"/>
                </a:cubicBezTo>
                <a:cubicBezTo>
                  <a:pt x="2295" y="903"/>
                  <a:pt x="2288" y="871"/>
                  <a:pt x="2277" y="842"/>
                </a:cubicBezTo>
                <a:cubicBezTo>
                  <a:pt x="2246" y="767"/>
                  <a:pt x="2179" y="709"/>
                  <a:pt x="2098" y="692"/>
                </a:cubicBezTo>
                <a:cubicBezTo>
                  <a:pt x="2068" y="466"/>
                  <a:pt x="1874" y="291"/>
                  <a:pt x="1640" y="291"/>
                </a:cubicBezTo>
                <a:cubicBezTo>
                  <a:pt x="1600" y="291"/>
                  <a:pt x="1562" y="296"/>
                  <a:pt x="1525" y="305"/>
                </a:cubicBezTo>
                <a:cubicBezTo>
                  <a:pt x="1467" y="128"/>
                  <a:pt x="1301" y="0"/>
                  <a:pt x="1106" y="0"/>
                </a:cubicBezTo>
                <a:cubicBezTo>
                  <a:pt x="862" y="0"/>
                  <a:pt x="664" y="198"/>
                  <a:pt x="664" y="442"/>
                </a:cubicBezTo>
                <a:cubicBezTo>
                  <a:pt x="664" y="455"/>
                  <a:pt x="665" y="469"/>
                  <a:pt x="666" y="482"/>
                </a:cubicBezTo>
                <a:cubicBezTo>
                  <a:pt x="659" y="482"/>
                  <a:pt x="652" y="481"/>
                  <a:pt x="645" y="481"/>
                </a:cubicBezTo>
                <a:cubicBezTo>
                  <a:pt x="535" y="481"/>
                  <a:pt x="443" y="558"/>
                  <a:pt x="419" y="661"/>
                </a:cubicBezTo>
                <a:cubicBezTo>
                  <a:pt x="416" y="677"/>
                  <a:pt x="414" y="695"/>
                  <a:pt x="414" y="712"/>
                </a:cubicBezTo>
                <a:cubicBezTo>
                  <a:pt x="414" y="726"/>
                  <a:pt x="415" y="739"/>
                  <a:pt x="417" y="752"/>
                </a:cubicBezTo>
                <a:cubicBezTo>
                  <a:pt x="413" y="748"/>
                  <a:pt x="408" y="744"/>
                  <a:pt x="403" y="740"/>
                </a:cubicBezTo>
                <a:cubicBezTo>
                  <a:pt x="361" y="707"/>
                  <a:pt x="307" y="687"/>
                  <a:pt x="249" y="687"/>
                </a:cubicBezTo>
                <a:cubicBezTo>
                  <a:pt x="112" y="687"/>
                  <a:pt x="0" y="798"/>
                  <a:pt x="0" y="936"/>
                </a:cubicBezTo>
                <a:cubicBezTo>
                  <a:pt x="0" y="996"/>
                  <a:pt x="22" y="1052"/>
                  <a:pt x="58" y="1095"/>
                </a:cubicBezTo>
                <a:cubicBezTo>
                  <a:pt x="104" y="1150"/>
                  <a:pt x="172" y="1185"/>
                  <a:pt x="249" y="11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735964" y="3586210"/>
            <a:ext cx="845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Aa楷体" panose="02000500000000000000" pitchFamily="2" charset="-122"/>
              </a:rPr>
              <a:t>Startup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Aa楷体" panose="02000500000000000000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25602" y="3892042"/>
            <a:ext cx="2465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Suitable for all category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, Lorem Ipsum is not simply random text.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7" name="TextBox 56"/>
          <p:cNvSpPr txBox="1">
            <a:spLocks noChangeAspect="1"/>
          </p:cNvSpPr>
          <p:nvPr/>
        </p:nvSpPr>
        <p:spPr>
          <a:xfrm>
            <a:off x="5930345" y="3118153"/>
            <a:ext cx="468000" cy="468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rPr>
              <a:t>v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2" grpId="0" animBg="1"/>
      <p:bldP spid="15" grpId="0" animBg="1"/>
      <p:bldP spid="18" grpId="0" animBg="1"/>
      <p:bldP spid="21" grpId="0" animBg="1"/>
      <p:bldP spid="24" grpId="0" animBg="1"/>
      <p:bldP spid="30" grpId="0" animBg="1"/>
      <p:bldP spid="48" grpId="0"/>
      <p:bldP spid="49" grpId="0"/>
      <p:bldP spid="50" grpId="0"/>
      <p:bldP spid="51" grpId="0"/>
      <p:bldP spid="52" grpId="0"/>
      <p:bldP spid="53" grpId="0"/>
      <p:bldP spid="58" grpId="0"/>
      <p:bldP spid="59" grpId="0"/>
      <p:bldP spid="60" grpId="0"/>
      <p:bldP spid="61" grpId="0"/>
      <p:bldP spid="62" grpId="0"/>
      <p:bldP spid="64" grpId="0"/>
      <p:bldP spid="65" grpId="0"/>
      <p:bldP spid="66" grpId="0"/>
      <p:bldP spid="74" grpId="0" animBg="1"/>
      <p:bldP spid="55" grpId="0"/>
      <p:bldP spid="56" grpId="0"/>
      <p:bldP spid="5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3919551" y="644336"/>
            <a:ext cx="4352898" cy="64633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anose="020B0604020202020204" pitchFamily="34" charset="0"/>
                <a:sym typeface="Calibri" panose="020F050202020403020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-151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The </a:t>
            </a:r>
            <a:r>
              <a:rPr kumimoji="0" lang="en-US" sz="3600" b="0" i="0" u="none" strike="noStrike" kern="0" cap="none" spc="-151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Problem</a:t>
            </a:r>
            <a:endParaRPr kumimoji="0" lang="en-US" sz="3600" b="0" i="0" u="none" strike="noStrike" kern="0" cap="none" spc="-151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  <a:sym typeface="Calibri" panose="020F050202020403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17995" y="1290667"/>
            <a:ext cx="215601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Insert  Your Great Subtitle Here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F62417-4A12-46BB-B530-A96D3E44AF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Arc 5"/>
          <p:cNvSpPr/>
          <p:nvPr/>
        </p:nvSpPr>
        <p:spPr>
          <a:xfrm>
            <a:off x="770557" y="3954448"/>
            <a:ext cx="2179398" cy="2179398"/>
          </a:xfrm>
          <a:prstGeom prst="arc">
            <a:avLst>
              <a:gd name="adj1" fmla="val 16200000"/>
              <a:gd name="adj2" fmla="val 15405695"/>
            </a:avLst>
          </a:prstGeom>
          <a:noFill/>
          <a:ln w="762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  <a:lumOff val="25000"/>
                </a:srgb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303234" y="2047952"/>
            <a:ext cx="1099894" cy="109989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  <a:lumOff val="25000"/>
                </a:srgb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9" name="Arc 8"/>
          <p:cNvSpPr/>
          <p:nvPr/>
        </p:nvSpPr>
        <p:spPr>
          <a:xfrm>
            <a:off x="770557" y="3957338"/>
            <a:ext cx="2179398" cy="2179398"/>
          </a:xfrm>
          <a:prstGeom prst="arc">
            <a:avLst>
              <a:gd name="adj1" fmla="val 16200000"/>
              <a:gd name="adj2" fmla="val 3059559"/>
            </a:avLst>
          </a:prstGeom>
          <a:solidFill>
            <a:schemeClr val="bg1">
              <a:lumMod val="75000"/>
            </a:schemeClr>
          </a:solidFill>
          <a:ln w="762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  <a:lumOff val="25000"/>
                </a:srgbClr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846103" y="3245095"/>
            <a:ext cx="0" cy="71730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41711" y="2033204"/>
            <a:ext cx="1117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oboto" panose="02000000000000000000" pitchFamily="2" charset="0"/>
                <a:cs typeface="Aa楷体" panose="02000500000000000000" pitchFamily="2" charset="-122"/>
              </a:rPr>
              <a:t>35%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oboto" panose="02000000000000000000" pitchFamily="2" charset="0"/>
              <a:cs typeface="Aa楷体" panose="02000500000000000000" pitchFamily="2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08546" y="2646210"/>
            <a:ext cx="8162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oboto" panose="02000000000000000000" pitchFamily="2" charset="0"/>
                <a:cs typeface="Aa楷体" panose="02000500000000000000" pitchFamily="2" charset="-122"/>
              </a:rPr>
              <a:t>Project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oboto" panose="02000000000000000000" pitchFamily="2" charset="0"/>
              <a:cs typeface="Aa楷体" panose="02000500000000000000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06821" y="3049197"/>
            <a:ext cx="198973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 fermentum. 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3" name="Freeform 22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1395440" y="4424966"/>
            <a:ext cx="848067" cy="1283709"/>
          </a:xfrm>
          <a:custGeom>
            <a:avLst/>
            <a:gdLst>
              <a:gd name="T0" fmla="*/ 5 w 913"/>
              <a:gd name="T1" fmla="*/ 402 h 1382"/>
              <a:gd name="T2" fmla="*/ 46 w 913"/>
              <a:gd name="T3" fmla="*/ 264 h 1382"/>
              <a:gd name="T4" fmla="*/ 90 w 913"/>
              <a:gd name="T5" fmla="*/ 187 h 1382"/>
              <a:gd name="T6" fmla="*/ 145 w 913"/>
              <a:gd name="T7" fmla="*/ 122 h 1382"/>
              <a:gd name="T8" fmla="*/ 246 w 913"/>
              <a:gd name="T9" fmla="*/ 49 h 1382"/>
              <a:gd name="T10" fmla="*/ 306 w 913"/>
              <a:gd name="T11" fmla="*/ 25 h 1382"/>
              <a:gd name="T12" fmla="*/ 370 w 913"/>
              <a:gd name="T13" fmla="*/ 9 h 1382"/>
              <a:gd name="T14" fmla="*/ 460 w 913"/>
              <a:gd name="T15" fmla="*/ 0 h 1382"/>
              <a:gd name="T16" fmla="*/ 602 w 913"/>
              <a:gd name="T17" fmla="*/ 16 h 1382"/>
              <a:gd name="T18" fmla="*/ 685 w 913"/>
              <a:gd name="T19" fmla="*/ 46 h 1382"/>
              <a:gd name="T20" fmla="*/ 787 w 913"/>
              <a:gd name="T21" fmla="*/ 110 h 1382"/>
              <a:gd name="T22" fmla="*/ 841 w 913"/>
              <a:gd name="T23" fmla="*/ 166 h 1382"/>
              <a:gd name="T24" fmla="*/ 881 w 913"/>
              <a:gd name="T25" fmla="*/ 233 h 1382"/>
              <a:gd name="T26" fmla="*/ 901 w 913"/>
              <a:gd name="T27" fmla="*/ 288 h 1382"/>
              <a:gd name="T28" fmla="*/ 911 w 913"/>
              <a:gd name="T29" fmla="*/ 348 h 1382"/>
              <a:gd name="T30" fmla="*/ 913 w 913"/>
              <a:gd name="T31" fmla="*/ 414 h 1382"/>
              <a:gd name="T32" fmla="*/ 902 w 913"/>
              <a:gd name="T33" fmla="*/ 481 h 1382"/>
              <a:gd name="T34" fmla="*/ 879 w 913"/>
              <a:gd name="T35" fmla="*/ 547 h 1382"/>
              <a:gd name="T36" fmla="*/ 858 w 913"/>
              <a:gd name="T37" fmla="*/ 586 h 1382"/>
              <a:gd name="T38" fmla="*/ 810 w 913"/>
              <a:gd name="T39" fmla="*/ 651 h 1382"/>
              <a:gd name="T40" fmla="*/ 741 w 913"/>
              <a:gd name="T41" fmla="*/ 718 h 1382"/>
              <a:gd name="T42" fmla="*/ 669 w 913"/>
              <a:gd name="T43" fmla="*/ 780 h 1382"/>
              <a:gd name="T44" fmla="*/ 619 w 913"/>
              <a:gd name="T45" fmla="*/ 830 h 1382"/>
              <a:gd name="T46" fmla="*/ 593 w 913"/>
              <a:gd name="T47" fmla="*/ 869 h 1382"/>
              <a:gd name="T48" fmla="*/ 584 w 913"/>
              <a:gd name="T49" fmla="*/ 899 h 1382"/>
              <a:gd name="T50" fmla="*/ 573 w 913"/>
              <a:gd name="T51" fmla="*/ 998 h 1382"/>
              <a:gd name="T52" fmla="*/ 334 w 913"/>
              <a:gd name="T53" fmla="*/ 1067 h 1382"/>
              <a:gd name="T54" fmla="*/ 342 w 913"/>
              <a:gd name="T55" fmla="*/ 927 h 1382"/>
              <a:gd name="T56" fmla="*/ 350 w 913"/>
              <a:gd name="T57" fmla="*/ 855 h 1382"/>
              <a:gd name="T58" fmla="*/ 377 w 913"/>
              <a:gd name="T59" fmla="*/ 773 h 1382"/>
              <a:gd name="T60" fmla="*/ 402 w 913"/>
              <a:gd name="T61" fmla="*/ 731 h 1382"/>
              <a:gd name="T62" fmla="*/ 455 w 913"/>
              <a:gd name="T63" fmla="*/ 665 h 1382"/>
              <a:gd name="T64" fmla="*/ 526 w 913"/>
              <a:gd name="T65" fmla="*/ 598 h 1382"/>
              <a:gd name="T66" fmla="*/ 600 w 913"/>
              <a:gd name="T67" fmla="*/ 531 h 1382"/>
              <a:gd name="T68" fmla="*/ 641 w 913"/>
              <a:gd name="T69" fmla="*/ 481 h 1382"/>
              <a:gd name="T70" fmla="*/ 655 w 913"/>
              <a:gd name="T71" fmla="*/ 451 h 1382"/>
              <a:gd name="T72" fmla="*/ 660 w 913"/>
              <a:gd name="T73" fmla="*/ 421 h 1382"/>
              <a:gd name="T74" fmla="*/ 660 w 913"/>
              <a:gd name="T75" fmla="*/ 380 h 1382"/>
              <a:gd name="T76" fmla="*/ 646 w 913"/>
              <a:gd name="T77" fmla="*/ 324 h 1382"/>
              <a:gd name="T78" fmla="*/ 628 w 913"/>
              <a:gd name="T79" fmla="*/ 292 h 1382"/>
              <a:gd name="T80" fmla="*/ 605 w 913"/>
              <a:gd name="T81" fmla="*/ 264 h 1382"/>
              <a:gd name="T82" fmla="*/ 561 w 913"/>
              <a:gd name="T83" fmla="*/ 232 h 1382"/>
              <a:gd name="T84" fmla="*/ 524 w 913"/>
              <a:gd name="T85" fmla="*/ 218 h 1382"/>
              <a:gd name="T86" fmla="*/ 462 w 913"/>
              <a:gd name="T87" fmla="*/ 210 h 1382"/>
              <a:gd name="T88" fmla="*/ 421 w 913"/>
              <a:gd name="T89" fmla="*/ 214 h 1382"/>
              <a:gd name="T90" fmla="*/ 368 w 913"/>
              <a:gd name="T91" fmla="*/ 233 h 1382"/>
              <a:gd name="T92" fmla="*/ 324 w 913"/>
              <a:gd name="T93" fmla="*/ 271 h 1382"/>
              <a:gd name="T94" fmla="*/ 288 w 913"/>
              <a:gd name="T95" fmla="*/ 324 h 1382"/>
              <a:gd name="T96" fmla="*/ 264 w 913"/>
              <a:gd name="T97" fmla="*/ 394 h 1382"/>
              <a:gd name="T98" fmla="*/ 0 w 913"/>
              <a:gd name="T99" fmla="*/ 451 h 1382"/>
              <a:gd name="T100" fmla="*/ 327 w 913"/>
              <a:gd name="T101" fmla="*/ 1122 h 1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913" h="1382">
                <a:moveTo>
                  <a:pt x="0" y="451"/>
                </a:moveTo>
                <a:lnTo>
                  <a:pt x="0" y="451"/>
                </a:lnTo>
                <a:lnTo>
                  <a:pt x="5" y="402"/>
                </a:lnTo>
                <a:lnTo>
                  <a:pt x="16" y="352"/>
                </a:lnTo>
                <a:lnTo>
                  <a:pt x="28" y="308"/>
                </a:lnTo>
                <a:lnTo>
                  <a:pt x="46" y="264"/>
                </a:lnTo>
                <a:lnTo>
                  <a:pt x="46" y="264"/>
                </a:lnTo>
                <a:lnTo>
                  <a:pt x="67" y="225"/>
                </a:lnTo>
                <a:lnTo>
                  <a:pt x="90" y="187"/>
                </a:lnTo>
                <a:lnTo>
                  <a:pt x="115" y="154"/>
                </a:lnTo>
                <a:lnTo>
                  <a:pt x="145" y="122"/>
                </a:lnTo>
                <a:lnTo>
                  <a:pt x="145" y="122"/>
                </a:lnTo>
                <a:lnTo>
                  <a:pt x="175" y="95"/>
                </a:lnTo>
                <a:lnTo>
                  <a:pt x="211" y="71"/>
                </a:lnTo>
                <a:lnTo>
                  <a:pt x="246" y="49"/>
                </a:lnTo>
                <a:lnTo>
                  <a:pt x="285" y="32"/>
                </a:lnTo>
                <a:lnTo>
                  <a:pt x="285" y="32"/>
                </a:lnTo>
                <a:lnTo>
                  <a:pt x="306" y="25"/>
                </a:lnTo>
                <a:lnTo>
                  <a:pt x="326" y="18"/>
                </a:lnTo>
                <a:lnTo>
                  <a:pt x="347" y="12"/>
                </a:lnTo>
                <a:lnTo>
                  <a:pt x="370" y="9"/>
                </a:lnTo>
                <a:lnTo>
                  <a:pt x="414" y="2"/>
                </a:lnTo>
                <a:lnTo>
                  <a:pt x="460" y="0"/>
                </a:lnTo>
                <a:lnTo>
                  <a:pt x="460" y="0"/>
                </a:lnTo>
                <a:lnTo>
                  <a:pt x="510" y="2"/>
                </a:lnTo>
                <a:lnTo>
                  <a:pt x="557" y="7"/>
                </a:lnTo>
                <a:lnTo>
                  <a:pt x="602" y="16"/>
                </a:lnTo>
                <a:lnTo>
                  <a:pt x="644" y="30"/>
                </a:lnTo>
                <a:lnTo>
                  <a:pt x="644" y="30"/>
                </a:lnTo>
                <a:lnTo>
                  <a:pt x="685" y="46"/>
                </a:lnTo>
                <a:lnTo>
                  <a:pt x="722" y="64"/>
                </a:lnTo>
                <a:lnTo>
                  <a:pt x="757" y="85"/>
                </a:lnTo>
                <a:lnTo>
                  <a:pt x="787" y="110"/>
                </a:lnTo>
                <a:lnTo>
                  <a:pt x="787" y="110"/>
                </a:lnTo>
                <a:lnTo>
                  <a:pt x="816" y="138"/>
                </a:lnTo>
                <a:lnTo>
                  <a:pt x="841" y="166"/>
                </a:lnTo>
                <a:lnTo>
                  <a:pt x="862" y="198"/>
                </a:lnTo>
                <a:lnTo>
                  <a:pt x="881" y="233"/>
                </a:lnTo>
                <a:lnTo>
                  <a:pt x="881" y="233"/>
                </a:lnTo>
                <a:lnTo>
                  <a:pt x="888" y="251"/>
                </a:lnTo>
                <a:lnTo>
                  <a:pt x="895" y="271"/>
                </a:lnTo>
                <a:lnTo>
                  <a:pt x="901" y="288"/>
                </a:lnTo>
                <a:lnTo>
                  <a:pt x="906" y="308"/>
                </a:lnTo>
                <a:lnTo>
                  <a:pt x="910" y="327"/>
                </a:lnTo>
                <a:lnTo>
                  <a:pt x="911" y="348"/>
                </a:lnTo>
                <a:lnTo>
                  <a:pt x="913" y="389"/>
                </a:lnTo>
                <a:lnTo>
                  <a:pt x="913" y="389"/>
                </a:lnTo>
                <a:lnTo>
                  <a:pt x="913" y="414"/>
                </a:lnTo>
                <a:lnTo>
                  <a:pt x="911" y="437"/>
                </a:lnTo>
                <a:lnTo>
                  <a:pt x="908" y="460"/>
                </a:lnTo>
                <a:lnTo>
                  <a:pt x="902" y="481"/>
                </a:lnTo>
                <a:lnTo>
                  <a:pt x="897" y="504"/>
                </a:lnTo>
                <a:lnTo>
                  <a:pt x="888" y="525"/>
                </a:lnTo>
                <a:lnTo>
                  <a:pt x="879" y="547"/>
                </a:lnTo>
                <a:lnTo>
                  <a:pt x="869" y="566"/>
                </a:lnTo>
                <a:lnTo>
                  <a:pt x="869" y="566"/>
                </a:lnTo>
                <a:lnTo>
                  <a:pt x="858" y="586"/>
                </a:lnTo>
                <a:lnTo>
                  <a:pt x="844" y="607"/>
                </a:lnTo>
                <a:lnTo>
                  <a:pt x="828" y="628"/>
                </a:lnTo>
                <a:lnTo>
                  <a:pt x="810" y="651"/>
                </a:lnTo>
                <a:lnTo>
                  <a:pt x="789" y="672"/>
                </a:lnTo>
                <a:lnTo>
                  <a:pt x="766" y="695"/>
                </a:lnTo>
                <a:lnTo>
                  <a:pt x="741" y="718"/>
                </a:lnTo>
                <a:lnTo>
                  <a:pt x="713" y="741"/>
                </a:lnTo>
                <a:lnTo>
                  <a:pt x="713" y="741"/>
                </a:lnTo>
                <a:lnTo>
                  <a:pt x="669" y="780"/>
                </a:lnTo>
                <a:lnTo>
                  <a:pt x="634" y="814"/>
                </a:lnTo>
                <a:lnTo>
                  <a:pt x="634" y="814"/>
                </a:lnTo>
                <a:lnTo>
                  <a:pt x="619" y="830"/>
                </a:lnTo>
                <a:lnTo>
                  <a:pt x="609" y="844"/>
                </a:lnTo>
                <a:lnTo>
                  <a:pt x="600" y="856"/>
                </a:lnTo>
                <a:lnTo>
                  <a:pt x="593" y="869"/>
                </a:lnTo>
                <a:lnTo>
                  <a:pt x="593" y="869"/>
                </a:lnTo>
                <a:lnTo>
                  <a:pt x="589" y="881"/>
                </a:lnTo>
                <a:lnTo>
                  <a:pt x="584" y="899"/>
                </a:lnTo>
                <a:lnTo>
                  <a:pt x="580" y="918"/>
                </a:lnTo>
                <a:lnTo>
                  <a:pt x="579" y="941"/>
                </a:lnTo>
                <a:lnTo>
                  <a:pt x="573" y="998"/>
                </a:lnTo>
                <a:lnTo>
                  <a:pt x="573" y="1067"/>
                </a:lnTo>
                <a:lnTo>
                  <a:pt x="334" y="1067"/>
                </a:lnTo>
                <a:lnTo>
                  <a:pt x="334" y="1067"/>
                </a:lnTo>
                <a:lnTo>
                  <a:pt x="336" y="1017"/>
                </a:lnTo>
                <a:lnTo>
                  <a:pt x="338" y="970"/>
                </a:lnTo>
                <a:lnTo>
                  <a:pt x="342" y="927"/>
                </a:lnTo>
                <a:lnTo>
                  <a:pt x="345" y="888"/>
                </a:lnTo>
                <a:lnTo>
                  <a:pt x="345" y="888"/>
                </a:lnTo>
                <a:lnTo>
                  <a:pt x="350" y="855"/>
                </a:lnTo>
                <a:lnTo>
                  <a:pt x="357" y="823"/>
                </a:lnTo>
                <a:lnTo>
                  <a:pt x="366" y="796"/>
                </a:lnTo>
                <a:lnTo>
                  <a:pt x="377" y="773"/>
                </a:lnTo>
                <a:lnTo>
                  <a:pt x="377" y="773"/>
                </a:lnTo>
                <a:lnTo>
                  <a:pt x="388" y="752"/>
                </a:lnTo>
                <a:lnTo>
                  <a:pt x="402" y="731"/>
                </a:lnTo>
                <a:lnTo>
                  <a:pt x="416" y="708"/>
                </a:lnTo>
                <a:lnTo>
                  <a:pt x="434" y="686"/>
                </a:lnTo>
                <a:lnTo>
                  <a:pt x="455" y="665"/>
                </a:lnTo>
                <a:lnTo>
                  <a:pt x="476" y="642"/>
                </a:lnTo>
                <a:lnTo>
                  <a:pt x="499" y="621"/>
                </a:lnTo>
                <a:lnTo>
                  <a:pt x="526" y="598"/>
                </a:lnTo>
                <a:lnTo>
                  <a:pt x="526" y="598"/>
                </a:lnTo>
                <a:lnTo>
                  <a:pt x="568" y="561"/>
                </a:lnTo>
                <a:lnTo>
                  <a:pt x="600" y="531"/>
                </a:lnTo>
                <a:lnTo>
                  <a:pt x="600" y="531"/>
                </a:lnTo>
                <a:lnTo>
                  <a:pt x="623" y="504"/>
                </a:lnTo>
                <a:lnTo>
                  <a:pt x="641" y="481"/>
                </a:lnTo>
                <a:lnTo>
                  <a:pt x="641" y="481"/>
                </a:lnTo>
                <a:lnTo>
                  <a:pt x="651" y="460"/>
                </a:lnTo>
                <a:lnTo>
                  <a:pt x="655" y="451"/>
                </a:lnTo>
                <a:lnTo>
                  <a:pt x="657" y="441"/>
                </a:lnTo>
                <a:lnTo>
                  <a:pt x="657" y="441"/>
                </a:lnTo>
                <a:lnTo>
                  <a:pt x="660" y="421"/>
                </a:lnTo>
                <a:lnTo>
                  <a:pt x="660" y="400"/>
                </a:lnTo>
                <a:lnTo>
                  <a:pt x="660" y="400"/>
                </a:lnTo>
                <a:lnTo>
                  <a:pt x="660" y="380"/>
                </a:lnTo>
                <a:lnTo>
                  <a:pt x="657" y="361"/>
                </a:lnTo>
                <a:lnTo>
                  <a:pt x="653" y="341"/>
                </a:lnTo>
                <a:lnTo>
                  <a:pt x="646" y="324"/>
                </a:lnTo>
                <a:lnTo>
                  <a:pt x="646" y="324"/>
                </a:lnTo>
                <a:lnTo>
                  <a:pt x="637" y="308"/>
                </a:lnTo>
                <a:lnTo>
                  <a:pt x="628" y="292"/>
                </a:lnTo>
                <a:lnTo>
                  <a:pt x="618" y="278"/>
                </a:lnTo>
                <a:lnTo>
                  <a:pt x="605" y="264"/>
                </a:lnTo>
                <a:lnTo>
                  <a:pt x="605" y="264"/>
                </a:lnTo>
                <a:lnTo>
                  <a:pt x="591" y="253"/>
                </a:lnTo>
                <a:lnTo>
                  <a:pt x="577" y="242"/>
                </a:lnTo>
                <a:lnTo>
                  <a:pt x="561" y="232"/>
                </a:lnTo>
                <a:lnTo>
                  <a:pt x="543" y="225"/>
                </a:lnTo>
                <a:lnTo>
                  <a:pt x="543" y="225"/>
                </a:lnTo>
                <a:lnTo>
                  <a:pt x="524" y="218"/>
                </a:lnTo>
                <a:lnTo>
                  <a:pt x="504" y="214"/>
                </a:lnTo>
                <a:lnTo>
                  <a:pt x="485" y="210"/>
                </a:lnTo>
                <a:lnTo>
                  <a:pt x="462" y="210"/>
                </a:lnTo>
                <a:lnTo>
                  <a:pt x="462" y="210"/>
                </a:lnTo>
                <a:lnTo>
                  <a:pt x="441" y="210"/>
                </a:lnTo>
                <a:lnTo>
                  <a:pt x="421" y="214"/>
                </a:lnTo>
                <a:lnTo>
                  <a:pt x="402" y="219"/>
                </a:lnTo>
                <a:lnTo>
                  <a:pt x="384" y="225"/>
                </a:lnTo>
                <a:lnTo>
                  <a:pt x="368" y="233"/>
                </a:lnTo>
                <a:lnTo>
                  <a:pt x="352" y="244"/>
                </a:lnTo>
                <a:lnTo>
                  <a:pt x="336" y="256"/>
                </a:lnTo>
                <a:lnTo>
                  <a:pt x="324" y="271"/>
                </a:lnTo>
                <a:lnTo>
                  <a:pt x="311" y="287"/>
                </a:lnTo>
                <a:lnTo>
                  <a:pt x="299" y="304"/>
                </a:lnTo>
                <a:lnTo>
                  <a:pt x="288" y="324"/>
                </a:lnTo>
                <a:lnTo>
                  <a:pt x="280" y="347"/>
                </a:lnTo>
                <a:lnTo>
                  <a:pt x="271" y="370"/>
                </a:lnTo>
                <a:lnTo>
                  <a:pt x="264" y="394"/>
                </a:lnTo>
                <a:lnTo>
                  <a:pt x="258" y="423"/>
                </a:lnTo>
                <a:lnTo>
                  <a:pt x="253" y="451"/>
                </a:lnTo>
                <a:lnTo>
                  <a:pt x="0" y="451"/>
                </a:lnTo>
                <a:close/>
                <a:moveTo>
                  <a:pt x="591" y="1382"/>
                </a:moveTo>
                <a:lnTo>
                  <a:pt x="327" y="1382"/>
                </a:lnTo>
                <a:lnTo>
                  <a:pt x="327" y="1122"/>
                </a:lnTo>
                <a:lnTo>
                  <a:pt x="591" y="1122"/>
                </a:lnTo>
                <a:lnTo>
                  <a:pt x="591" y="1382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5051105" y="2038405"/>
            <a:ext cx="0" cy="369067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300571" y="2537774"/>
            <a:ext cx="5189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 consectetur adipiscing elit. Nunc enim sem commodo a rhoncus sit amet, elementum ut mi. Vivamus tincidunt est a lectus pharetra placerat adipiscing nisi lacinia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5300571" y="1972265"/>
            <a:ext cx="3216615" cy="6562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27330" indent="-227330" algn="l" defTabSz="914400" rtl="0" eaLnBrk="1" latinLnBrk="0" hangingPunct="1">
              <a:spcBef>
                <a:spcPts val="1200"/>
              </a:spcBef>
              <a:buClr>
                <a:schemeClr val="bg2"/>
              </a:buClr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BentonSansF Book" pitchFamily="50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1590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BentonSansF Book" pitchFamily="50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30505" algn="l" defTabSz="914400" rtl="0" eaLnBrk="1" latinLnBrk="0" hangingPunct="1">
              <a:spcBef>
                <a:spcPts val="0"/>
              </a:spcBef>
              <a:spcAft>
                <a:spcPts val="400"/>
              </a:spcAft>
              <a:buClr>
                <a:schemeClr val="bg2"/>
              </a:buClr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914400" rtl="0" eaLnBrk="1" latinLnBrk="0" hangingPunct="1">
              <a:spcBef>
                <a:spcPts val="960"/>
              </a:spcBef>
              <a:buClr>
                <a:schemeClr val="bg2"/>
              </a:buClr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B2D"/>
              </a:buClr>
              <a:buSzPct val="100000"/>
              <a:buFont typeface="Arial" panose="020B0604020202020204" pitchFamily="34" charset="0"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</a:rPr>
              <a:t>Describe The Problem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</a:endParaRPr>
          </a:p>
        </p:txBody>
      </p:sp>
      <p:sp>
        <p:nvSpPr>
          <p:cNvPr id="27" name="Freeform 26"/>
          <p:cNvSpPr/>
          <p:nvPr/>
        </p:nvSpPr>
        <p:spPr bwMode="auto">
          <a:xfrm>
            <a:off x="1261431" y="2002258"/>
            <a:ext cx="1197650" cy="917044"/>
          </a:xfrm>
          <a:custGeom>
            <a:avLst/>
            <a:gdLst>
              <a:gd name="connsiteX0" fmla="*/ 182563 w 935038"/>
              <a:gd name="connsiteY0" fmla="*/ 592138 h 715963"/>
              <a:gd name="connsiteX1" fmla="*/ 168275 w 935038"/>
              <a:gd name="connsiteY1" fmla="*/ 601339 h 715963"/>
              <a:gd name="connsiteX2" fmla="*/ 168275 w 935038"/>
              <a:gd name="connsiteY2" fmla="*/ 615951 h 715963"/>
              <a:gd name="connsiteX3" fmla="*/ 182563 w 935038"/>
              <a:gd name="connsiteY3" fmla="*/ 606210 h 715963"/>
              <a:gd name="connsiteX4" fmla="*/ 204788 w 935038"/>
              <a:gd name="connsiteY4" fmla="*/ 577850 h 715963"/>
              <a:gd name="connsiteX5" fmla="*/ 192088 w 935038"/>
              <a:gd name="connsiteY5" fmla="*/ 586942 h 715963"/>
              <a:gd name="connsiteX6" fmla="*/ 192088 w 935038"/>
              <a:gd name="connsiteY6" fmla="*/ 600075 h 715963"/>
              <a:gd name="connsiteX7" fmla="*/ 204788 w 935038"/>
              <a:gd name="connsiteY7" fmla="*/ 590983 h 715963"/>
              <a:gd name="connsiteX8" fmla="*/ 276225 w 935038"/>
              <a:gd name="connsiteY8" fmla="*/ 576263 h 715963"/>
              <a:gd name="connsiteX9" fmla="*/ 276225 w 935038"/>
              <a:gd name="connsiteY9" fmla="*/ 590415 h 715963"/>
              <a:gd name="connsiteX10" fmla="*/ 295275 w 935038"/>
              <a:gd name="connsiteY10" fmla="*/ 595313 h 715963"/>
              <a:gd name="connsiteX11" fmla="*/ 295275 w 935038"/>
              <a:gd name="connsiteY11" fmla="*/ 580618 h 715963"/>
              <a:gd name="connsiteX12" fmla="*/ 250825 w 935038"/>
              <a:gd name="connsiteY12" fmla="*/ 569913 h 715963"/>
              <a:gd name="connsiteX13" fmla="*/ 250825 w 935038"/>
              <a:gd name="connsiteY13" fmla="*/ 584065 h 715963"/>
              <a:gd name="connsiteX14" fmla="*/ 269875 w 935038"/>
              <a:gd name="connsiteY14" fmla="*/ 588963 h 715963"/>
              <a:gd name="connsiteX15" fmla="*/ 269875 w 935038"/>
              <a:gd name="connsiteY15" fmla="*/ 574812 h 715963"/>
              <a:gd name="connsiteX16" fmla="*/ 649288 w 935038"/>
              <a:gd name="connsiteY16" fmla="*/ 554038 h 715963"/>
              <a:gd name="connsiteX17" fmla="*/ 588963 w 935038"/>
              <a:gd name="connsiteY17" fmla="*/ 572760 h 715963"/>
              <a:gd name="connsiteX18" fmla="*/ 588963 w 935038"/>
              <a:gd name="connsiteY18" fmla="*/ 584201 h 715963"/>
              <a:gd name="connsiteX19" fmla="*/ 649288 w 935038"/>
              <a:gd name="connsiteY19" fmla="*/ 565479 h 715963"/>
              <a:gd name="connsiteX20" fmla="*/ 377825 w 935038"/>
              <a:gd name="connsiteY20" fmla="*/ 552450 h 715963"/>
              <a:gd name="connsiteX21" fmla="*/ 352425 w 935038"/>
              <a:gd name="connsiteY21" fmla="*/ 567796 h 715963"/>
              <a:gd name="connsiteX22" fmla="*/ 352425 w 935038"/>
              <a:gd name="connsiteY22" fmla="*/ 590550 h 715963"/>
              <a:gd name="connsiteX23" fmla="*/ 377825 w 935038"/>
              <a:gd name="connsiteY23" fmla="*/ 575204 h 715963"/>
              <a:gd name="connsiteX24" fmla="*/ 182563 w 935038"/>
              <a:gd name="connsiteY24" fmla="*/ 552450 h 715963"/>
              <a:gd name="connsiteX25" fmla="*/ 168275 w 935038"/>
              <a:gd name="connsiteY25" fmla="*/ 561975 h 715963"/>
              <a:gd name="connsiteX26" fmla="*/ 168275 w 935038"/>
              <a:gd name="connsiteY26" fmla="*/ 574675 h 715963"/>
              <a:gd name="connsiteX27" fmla="*/ 182563 w 935038"/>
              <a:gd name="connsiteY27" fmla="*/ 565679 h 715963"/>
              <a:gd name="connsiteX28" fmla="*/ 684213 w 935038"/>
              <a:gd name="connsiteY28" fmla="*/ 550863 h 715963"/>
              <a:gd name="connsiteX29" fmla="*/ 684213 w 935038"/>
              <a:gd name="connsiteY29" fmla="*/ 564924 h 715963"/>
              <a:gd name="connsiteX30" fmla="*/ 744538 w 935038"/>
              <a:gd name="connsiteY30" fmla="*/ 600076 h 715963"/>
              <a:gd name="connsiteX31" fmla="*/ 744004 w 935038"/>
              <a:gd name="connsiteY31" fmla="*/ 586015 h 715963"/>
              <a:gd name="connsiteX32" fmla="*/ 276225 w 935038"/>
              <a:gd name="connsiteY32" fmla="*/ 536575 h 715963"/>
              <a:gd name="connsiteX33" fmla="*/ 276225 w 935038"/>
              <a:gd name="connsiteY33" fmla="*/ 550726 h 715963"/>
              <a:gd name="connsiteX34" fmla="*/ 295275 w 935038"/>
              <a:gd name="connsiteY34" fmla="*/ 555625 h 715963"/>
              <a:gd name="connsiteX35" fmla="*/ 295275 w 935038"/>
              <a:gd name="connsiteY35" fmla="*/ 541473 h 715963"/>
              <a:gd name="connsiteX36" fmla="*/ 204788 w 935038"/>
              <a:gd name="connsiteY36" fmla="*/ 536575 h 715963"/>
              <a:gd name="connsiteX37" fmla="*/ 192088 w 935038"/>
              <a:gd name="connsiteY37" fmla="*/ 545775 h 715963"/>
              <a:gd name="connsiteX38" fmla="*/ 192088 w 935038"/>
              <a:gd name="connsiteY38" fmla="*/ 560388 h 715963"/>
              <a:gd name="connsiteX39" fmla="*/ 204788 w 935038"/>
              <a:gd name="connsiteY39" fmla="*/ 550646 h 715963"/>
              <a:gd name="connsiteX40" fmla="*/ 250825 w 935038"/>
              <a:gd name="connsiteY40" fmla="*/ 530225 h 715963"/>
              <a:gd name="connsiteX41" fmla="*/ 250825 w 935038"/>
              <a:gd name="connsiteY41" fmla="*/ 544376 h 715963"/>
              <a:gd name="connsiteX42" fmla="*/ 269875 w 935038"/>
              <a:gd name="connsiteY42" fmla="*/ 549275 h 715963"/>
              <a:gd name="connsiteX43" fmla="*/ 269875 w 935038"/>
              <a:gd name="connsiteY43" fmla="*/ 535123 h 715963"/>
              <a:gd name="connsiteX44" fmla="*/ 415925 w 935038"/>
              <a:gd name="connsiteY44" fmla="*/ 528638 h 715963"/>
              <a:gd name="connsiteX45" fmla="*/ 390525 w 935038"/>
              <a:gd name="connsiteY45" fmla="*/ 543773 h 715963"/>
              <a:gd name="connsiteX46" fmla="*/ 390525 w 935038"/>
              <a:gd name="connsiteY46" fmla="*/ 566738 h 715963"/>
              <a:gd name="connsiteX47" fmla="*/ 415925 w 935038"/>
              <a:gd name="connsiteY47" fmla="*/ 551602 h 715963"/>
              <a:gd name="connsiteX48" fmla="*/ 515938 w 935038"/>
              <a:gd name="connsiteY48" fmla="*/ 517525 h 715963"/>
              <a:gd name="connsiteX49" fmla="*/ 515938 w 935038"/>
              <a:gd name="connsiteY49" fmla="*/ 543983 h 715963"/>
              <a:gd name="connsiteX50" fmla="*/ 544513 w 935038"/>
              <a:gd name="connsiteY50" fmla="*/ 561975 h 715963"/>
              <a:gd name="connsiteX51" fmla="*/ 544513 w 935038"/>
              <a:gd name="connsiteY51" fmla="*/ 535516 h 715963"/>
              <a:gd name="connsiteX52" fmla="*/ 649288 w 935038"/>
              <a:gd name="connsiteY52" fmla="*/ 514350 h 715963"/>
              <a:gd name="connsiteX53" fmla="*/ 588963 w 935038"/>
              <a:gd name="connsiteY53" fmla="*/ 533929 h 715963"/>
              <a:gd name="connsiteX54" fmla="*/ 588963 w 935038"/>
              <a:gd name="connsiteY54" fmla="*/ 546100 h 715963"/>
              <a:gd name="connsiteX55" fmla="*/ 649288 w 935038"/>
              <a:gd name="connsiteY55" fmla="*/ 525991 h 715963"/>
              <a:gd name="connsiteX56" fmla="*/ 182563 w 935038"/>
              <a:gd name="connsiteY56" fmla="*/ 511175 h 715963"/>
              <a:gd name="connsiteX57" fmla="*/ 168275 w 935038"/>
              <a:gd name="connsiteY57" fmla="*/ 520375 h 715963"/>
              <a:gd name="connsiteX58" fmla="*/ 168275 w 935038"/>
              <a:gd name="connsiteY58" fmla="*/ 534988 h 715963"/>
              <a:gd name="connsiteX59" fmla="*/ 182563 w 935038"/>
              <a:gd name="connsiteY59" fmla="*/ 525246 h 715963"/>
              <a:gd name="connsiteX60" fmla="*/ 684213 w 935038"/>
              <a:gd name="connsiteY60" fmla="*/ 503238 h 715963"/>
              <a:gd name="connsiteX61" fmla="*/ 684213 w 935038"/>
              <a:gd name="connsiteY61" fmla="*/ 517141 h 715963"/>
              <a:gd name="connsiteX62" fmla="*/ 742951 w 935038"/>
              <a:gd name="connsiteY62" fmla="*/ 554038 h 715963"/>
              <a:gd name="connsiteX63" fmla="*/ 742951 w 935038"/>
              <a:gd name="connsiteY63" fmla="*/ 540669 h 715963"/>
              <a:gd name="connsiteX64" fmla="*/ 276225 w 935038"/>
              <a:gd name="connsiteY64" fmla="*/ 496888 h 715963"/>
              <a:gd name="connsiteX65" fmla="*/ 276225 w 935038"/>
              <a:gd name="connsiteY65" fmla="*/ 509860 h 715963"/>
              <a:gd name="connsiteX66" fmla="*/ 295275 w 935038"/>
              <a:gd name="connsiteY66" fmla="*/ 514351 h 715963"/>
              <a:gd name="connsiteX67" fmla="*/ 295275 w 935038"/>
              <a:gd name="connsiteY67" fmla="*/ 501378 h 715963"/>
              <a:gd name="connsiteX68" fmla="*/ 204788 w 935038"/>
              <a:gd name="connsiteY68" fmla="*/ 495300 h 715963"/>
              <a:gd name="connsiteX69" fmla="*/ 192088 w 935038"/>
              <a:gd name="connsiteY69" fmla="*/ 505822 h 715963"/>
              <a:gd name="connsiteX70" fmla="*/ 192088 w 935038"/>
              <a:gd name="connsiteY70" fmla="*/ 519113 h 715963"/>
              <a:gd name="connsiteX71" fmla="*/ 204788 w 935038"/>
              <a:gd name="connsiteY71" fmla="*/ 509698 h 715963"/>
              <a:gd name="connsiteX72" fmla="*/ 250825 w 935038"/>
              <a:gd name="connsiteY72" fmla="*/ 490538 h 715963"/>
              <a:gd name="connsiteX73" fmla="*/ 250825 w 935038"/>
              <a:gd name="connsiteY73" fmla="*/ 504009 h 715963"/>
              <a:gd name="connsiteX74" fmla="*/ 269875 w 935038"/>
              <a:gd name="connsiteY74" fmla="*/ 508001 h 715963"/>
              <a:gd name="connsiteX75" fmla="*/ 269875 w 935038"/>
              <a:gd name="connsiteY75" fmla="*/ 495028 h 715963"/>
              <a:gd name="connsiteX76" fmla="*/ 471488 w 935038"/>
              <a:gd name="connsiteY76" fmla="*/ 487363 h 715963"/>
              <a:gd name="connsiteX77" fmla="*/ 471488 w 935038"/>
              <a:gd name="connsiteY77" fmla="*/ 514140 h 715963"/>
              <a:gd name="connsiteX78" fmla="*/ 500063 w 935038"/>
              <a:gd name="connsiteY78" fmla="*/ 531813 h 715963"/>
              <a:gd name="connsiteX79" fmla="*/ 500063 w 935038"/>
              <a:gd name="connsiteY79" fmla="*/ 506107 h 715963"/>
              <a:gd name="connsiteX80" fmla="*/ 377825 w 935038"/>
              <a:gd name="connsiteY80" fmla="*/ 484188 h 715963"/>
              <a:gd name="connsiteX81" fmla="*/ 352425 w 935038"/>
              <a:gd name="connsiteY81" fmla="*/ 499954 h 715963"/>
              <a:gd name="connsiteX82" fmla="*/ 352425 w 935038"/>
              <a:gd name="connsiteY82" fmla="*/ 523876 h 715963"/>
              <a:gd name="connsiteX83" fmla="*/ 377825 w 935038"/>
              <a:gd name="connsiteY83" fmla="*/ 508109 h 715963"/>
              <a:gd name="connsiteX84" fmla="*/ 649288 w 935038"/>
              <a:gd name="connsiteY84" fmla="*/ 476250 h 715963"/>
              <a:gd name="connsiteX85" fmla="*/ 588963 w 935038"/>
              <a:gd name="connsiteY85" fmla="*/ 495829 h 715963"/>
              <a:gd name="connsiteX86" fmla="*/ 588963 w 935038"/>
              <a:gd name="connsiteY86" fmla="*/ 508000 h 715963"/>
              <a:gd name="connsiteX87" fmla="*/ 649288 w 935038"/>
              <a:gd name="connsiteY87" fmla="*/ 487891 h 715963"/>
              <a:gd name="connsiteX88" fmla="*/ 182563 w 935038"/>
              <a:gd name="connsiteY88" fmla="*/ 471488 h 715963"/>
              <a:gd name="connsiteX89" fmla="*/ 168275 w 935038"/>
              <a:gd name="connsiteY89" fmla="*/ 481229 h 715963"/>
              <a:gd name="connsiteX90" fmla="*/ 168275 w 935038"/>
              <a:gd name="connsiteY90" fmla="*/ 495301 h 715963"/>
              <a:gd name="connsiteX91" fmla="*/ 182563 w 935038"/>
              <a:gd name="connsiteY91" fmla="*/ 486100 h 715963"/>
              <a:gd name="connsiteX92" fmla="*/ 415925 w 935038"/>
              <a:gd name="connsiteY92" fmla="*/ 458788 h 715963"/>
              <a:gd name="connsiteX93" fmla="*/ 390525 w 935038"/>
              <a:gd name="connsiteY93" fmla="*/ 475642 h 715963"/>
              <a:gd name="connsiteX94" fmla="*/ 390525 w 935038"/>
              <a:gd name="connsiteY94" fmla="*/ 498476 h 715963"/>
              <a:gd name="connsiteX95" fmla="*/ 415925 w 935038"/>
              <a:gd name="connsiteY95" fmla="*/ 482709 h 715963"/>
              <a:gd name="connsiteX96" fmla="*/ 204788 w 935038"/>
              <a:gd name="connsiteY96" fmla="*/ 457200 h 715963"/>
              <a:gd name="connsiteX97" fmla="*/ 192088 w 935038"/>
              <a:gd name="connsiteY97" fmla="*/ 466196 h 715963"/>
              <a:gd name="connsiteX98" fmla="*/ 192088 w 935038"/>
              <a:gd name="connsiteY98" fmla="*/ 479425 h 715963"/>
              <a:gd name="connsiteX99" fmla="*/ 204788 w 935038"/>
              <a:gd name="connsiteY99" fmla="*/ 470429 h 715963"/>
              <a:gd name="connsiteX100" fmla="*/ 684213 w 935038"/>
              <a:gd name="connsiteY100" fmla="*/ 455613 h 715963"/>
              <a:gd name="connsiteX101" fmla="*/ 684213 w 935038"/>
              <a:gd name="connsiteY101" fmla="*/ 470195 h 715963"/>
              <a:gd name="connsiteX102" fmla="*/ 742951 w 935038"/>
              <a:gd name="connsiteY102" fmla="*/ 508001 h 715963"/>
              <a:gd name="connsiteX103" fmla="*/ 742951 w 935038"/>
              <a:gd name="connsiteY103" fmla="*/ 493419 h 715963"/>
              <a:gd name="connsiteX104" fmla="*/ 276225 w 935038"/>
              <a:gd name="connsiteY104" fmla="*/ 455613 h 715963"/>
              <a:gd name="connsiteX105" fmla="*/ 276225 w 935038"/>
              <a:gd name="connsiteY105" fmla="*/ 470308 h 715963"/>
              <a:gd name="connsiteX106" fmla="*/ 295275 w 935038"/>
              <a:gd name="connsiteY106" fmla="*/ 474663 h 715963"/>
              <a:gd name="connsiteX107" fmla="*/ 295275 w 935038"/>
              <a:gd name="connsiteY107" fmla="*/ 460511 h 715963"/>
              <a:gd name="connsiteX108" fmla="*/ 250825 w 935038"/>
              <a:gd name="connsiteY108" fmla="*/ 450850 h 715963"/>
              <a:gd name="connsiteX109" fmla="*/ 250825 w 935038"/>
              <a:gd name="connsiteY109" fmla="*/ 463822 h 715963"/>
              <a:gd name="connsiteX110" fmla="*/ 269875 w 935038"/>
              <a:gd name="connsiteY110" fmla="*/ 468313 h 715963"/>
              <a:gd name="connsiteX111" fmla="*/ 269875 w 935038"/>
              <a:gd name="connsiteY111" fmla="*/ 454841 h 715963"/>
              <a:gd name="connsiteX112" fmla="*/ 649288 w 935038"/>
              <a:gd name="connsiteY112" fmla="*/ 439738 h 715963"/>
              <a:gd name="connsiteX113" fmla="*/ 588963 w 935038"/>
              <a:gd name="connsiteY113" fmla="*/ 459111 h 715963"/>
              <a:gd name="connsiteX114" fmla="*/ 588963 w 935038"/>
              <a:gd name="connsiteY114" fmla="*/ 471488 h 715963"/>
              <a:gd name="connsiteX115" fmla="*/ 649288 w 935038"/>
              <a:gd name="connsiteY115" fmla="*/ 451577 h 715963"/>
              <a:gd name="connsiteX116" fmla="*/ 515938 w 935038"/>
              <a:gd name="connsiteY116" fmla="*/ 438150 h 715963"/>
              <a:gd name="connsiteX117" fmla="*/ 515938 w 935038"/>
              <a:gd name="connsiteY117" fmla="*/ 464391 h 715963"/>
              <a:gd name="connsiteX118" fmla="*/ 544513 w 935038"/>
              <a:gd name="connsiteY118" fmla="*/ 482600 h 715963"/>
              <a:gd name="connsiteX119" fmla="*/ 544513 w 935038"/>
              <a:gd name="connsiteY119" fmla="*/ 455823 h 715963"/>
              <a:gd name="connsiteX120" fmla="*/ 182563 w 935038"/>
              <a:gd name="connsiteY120" fmla="*/ 430213 h 715963"/>
              <a:gd name="connsiteX121" fmla="*/ 168275 w 935038"/>
              <a:gd name="connsiteY121" fmla="*/ 439954 h 715963"/>
              <a:gd name="connsiteX122" fmla="*/ 168275 w 935038"/>
              <a:gd name="connsiteY122" fmla="*/ 454026 h 715963"/>
              <a:gd name="connsiteX123" fmla="*/ 182563 w 935038"/>
              <a:gd name="connsiteY123" fmla="*/ 444284 h 715963"/>
              <a:gd name="connsiteX124" fmla="*/ 377825 w 935038"/>
              <a:gd name="connsiteY124" fmla="*/ 417513 h 715963"/>
              <a:gd name="connsiteX125" fmla="*/ 352425 w 935038"/>
              <a:gd name="connsiteY125" fmla="*/ 432648 h 715963"/>
              <a:gd name="connsiteX126" fmla="*/ 352425 w 935038"/>
              <a:gd name="connsiteY126" fmla="*/ 455613 h 715963"/>
              <a:gd name="connsiteX127" fmla="*/ 377825 w 935038"/>
              <a:gd name="connsiteY127" fmla="*/ 440477 h 715963"/>
              <a:gd name="connsiteX128" fmla="*/ 276225 w 935038"/>
              <a:gd name="connsiteY128" fmla="*/ 415925 h 715963"/>
              <a:gd name="connsiteX129" fmla="*/ 276225 w 935038"/>
              <a:gd name="connsiteY129" fmla="*/ 430076 h 715963"/>
              <a:gd name="connsiteX130" fmla="*/ 295275 w 935038"/>
              <a:gd name="connsiteY130" fmla="*/ 434975 h 715963"/>
              <a:gd name="connsiteX131" fmla="*/ 295275 w 935038"/>
              <a:gd name="connsiteY131" fmla="*/ 420279 h 715963"/>
              <a:gd name="connsiteX132" fmla="*/ 204788 w 935038"/>
              <a:gd name="connsiteY132" fmla="*/ 415925 h 715963"/>
              <a:gd name="connsiteX133" fmla="*/ 192088 w 935038"/>
              <a:gd name="connsiteY133" fmla="*/ 425339 h 715963"/>
              <a:gd name="connsiteX134" fmla="*/ 192088 w 935038"/>
              <a:gd name="connsiteY134" fmla="*/ 439738 h 715963"/>
              <a:gd name="connsiteX135" fmla="*/ 204788 w 935038"/>
              <a:gd name="connsiteY135" fmla="*/ 430323 h 715963"/>
              <a:gd name="connsiteX136" fmla="*/ 471488 w 935038"/>
              <a:gd name="connsiteY136" fmla="*/ 409575 h 715963"/>
              <a:gd name="connsiteX137" fmla="*/ 471488 w 935038"/>
              <a:gd name="connsiteY137" fmla="*/ 436245 h 715963"/>
              <a:gd name="connsiteX138" fmla="*/ 500063 w 935038"/>
              <a:gd name="connsiteY138" fmla="*/ 454025 h 715963"/>
              <a:gd name="connsiteX139" fmla="*/ 500063 w 935038"/>
              <a:gd name="connsiteY139" fmla="*/ 427878 h 715963"/>
              <a:gd name="connsiteX140" fmla="*/ 250825 w 935038"/>
              <a:gd name="connsiteY140" fmla="*/ 409575 h 715963"/>
              <a:gd name="connsiteX141" fmla="*/ 250825 w 935038"/>
              <a:gd name="connsiteY141" fmla="*/ 423726 h 715963"/>
              <a:gd name="connsiteX142" fmla="*/ 269875 w 935038"/>
              <a:gd name="connsiteY142" fmla="*/ 428625 h 715963"/>
              <a:gd name="connsiteX143" fmla="*/ 269875 w 935038"/>
              <a:gd name="connsiteY143" fmla="*/ 414473 h 715963"/>
              <a:gd name="connsiteX144" fmla="*/ 684213 w 935038"/>
              <a:gd name="connsiteY144" fmla="*/ 407988 h 715963"/>
              <a:gd name="connsiteX145" fmla="*/ 684213 w 935038"/>
              <a:gd name="connsiteY145" fmla="*/ 422128 h 715963"/>
              <a:gd name="connsiteX146" fmla="*/ 742951 w 935038"/>
              <a:gd name="connsiteY146" fmla="*/ 458788 h 715963"/>
              <a:gd name="connsiteX147" fmla="*/ 742951 w 935038"/>
              <a:gd name="connsiteY147" fmla="*/ 444648 h 715963"/>
              <a:gd name="connsiteX148" fmla="*/ 649288 w 935038"/>
              <a:gd name="connsiteY148" fmla="*/ 403225 h 715963"/>
              <a:gd name="connsiteX149" fmla="*/ 588963 w 935038"/>
              <a:gd name="connsiteY149" fmla="*/ 422804 h 715963"/>
              <a:gd name="connsiteX150" fmla="*/ 588963 w 935038"/>
              <a:gd name="connsiteY150" fmla="*/ 434975 h 715963"/>
              <a:gd name="connsiteX151" fmla="*/ 649288 w 935038"/>
              <a:gd name="connsiteY151" fmla="*/ 414866 h 715963"/>
              <a:gd name="connsiteX152" fmla="*/ 415925 w 935038"/>
              <a:gd name="connsiteY152" fmla="*/ 392113 h 715963"/>
              <a:gd name="connsiteX153" fmla="*/ 390525 w 935038"/>
              <a:gd name="connsiteY153" fmla="*/ 407770 h 715963"/>
              <a:gd name="connsiteX154" fmla="*/ 390525 w 935038"/>
              <a:gd name="connsiteY154" fmla="*/ 430213 h 715963"/>
              <a:gd name="connsiteX155" fmla="*/ 415925 w 935038"/>
              <a:gd name="connsiteY155" fmla="*/ 415077 h 715963"/>
              <a:gd name="connsiteX156" fmla="*/ 182563 w 935038"/>
              <a:gd name="connsiteY156" fmla="*/ 390525 h 715963"/>
              <a:gd name="connsiteX157" fmla="*/ 168275 w 935038"/>
              <a:gd name="connsiteY157" fmla="*/ 400266 h 715963"/>
              <a:gd name="connsiteX158" fmla="*/ 168275 w 935038"/>
              <a:gd name="connsiteY158" fmla="*/ 414338 h 715963"/>
              <a:gd name="connsiteX159" fmla="*/ 182563 w 935038"/>
              <a:gd name="connsiteY159" fmla="*/ 405137 h 715963"/>
              <a:gd name="connsiteX160" fmla="*/ 276225 w 935038"/>
              <a:gd name="connsiteY160" fmla="*/ 376238 h 715963"/>
              <a:gd name="connsiteX161" fmla="*/ 276225 w 935038"/>
              <a:gd name="connsiteY161" fmla="*/ 390389 h 715963"/>
              <a:gd name="connsiteX162" fmla="*/ 295275 w 935038"/>
              <a:gd name="connsiteY162" fmla="*/ 395288 h 715963"/>
              <a:gd name="connsiteX163" fmla="*/ 295275 w 935038"/>
              <a:gd name="connsiteY163" fmla="*/ 380592 h 715963"/>
              <a:gd name="connsiteX164" fmla="*/ 204788 w 935038"/>
              <a:gd name="connsiteY164" fmla="*/ 374650 h 715963"/>
              <a:gd name="connsiteX165" fmla="*/ 192088 w 935038"/>
              <a:gd name="connsiteY165" fmla="*/ 384933 h 715963"/>
              <a:gd name="connsiteX166" fmla="*/ 192088 w 935038"/>
              <a:gd name="connsiteY166" fmla="*/ 398463 h 715963"/>
              <a:gd name="connsiteX167" fmla="*/ 204788 w 935038"/>
              <a:gd name="connsiteY167" fmla="*/ 389262 h 715963"/>
              <a:gd name="connsiteX168" fmla="*/ 250825 w 935038"/>
              <a:gd name="connsiteY168" fmla="*/ 369888 h 715963"/>
              <a:gd name="connsiteX169" fmla="*/ 250825 w 935038"/>
              <a:gd name="connsiteY169" fmla="*/ 384039 h 715963"/>
              <a:gd name="connsiteX170" fmla="*/ 269875 w 935038"/>
              <a:gd name="connsiteY170" fmla="*/ 388938 h 715963"/>
              <a:gd name="connsiteX171" fmla="*/ 269875 w 935038"/>
              <a:gd name="connsiteY171" fmla="*/ 374786 h 715963"/>
              <a:gd name="connsiteX172" fmla="*/ 515938 w 935038"/>
              <a:gd name="connsiteY172" fmla="*/ 360363 h 715963"/>
              <a:gd name="connsiteX173" fmla="*/ 515938 w 935038"/>
              <a:gd name="connsiteY173" fmla="*/ 387033 h 715963"/>
              <a:gd name="connsiteX174" fmla="*/ 544513 w 935038"/>
              <a:gd name="connsiteY174" fmla="*/ 404813 h 715963"/>
              <a:gd name="connsiteX175" fmla="*/ 544513 w 935038"/>
              <a:gd name="connsiteY175" fmla="*/ 378143 h 715963"/>
              <a:gd name="connsiteX176" fmla="*/ 377825 w 935038"/>
              <a:gd name="connsiteY176" fmla="*/ 355600 h 715963"/>
              <a:gd name="connsiteX177" fmla="*/ 352425 w 935038"/>
              <a:gd name="connsiteY177" fmla="*/ 371257 h 715963"/>
              <a:gd name="connsiteX178" fmla="*/ 352425 w 935038"/>
              <a:gd name="connsiteY178" fmla="*/ 393700 h 715963"/>
              <a:gd name="connsiteX179" fmla="*/ 377825 w 935038"/>
              <a:gd name="connsiteY179" fmla="*/ 378564 h 715963"/>
              <a:gd name="connsiteX180" fmla="*/ 471488 w 935038"/>
              <a:gd name="connsiteY180" fmla="*/ 331788 h 715963"/>
              <a:gd name="connsiteX181" fmla="*/ 471488 w 935038"/>
              <a:gd name="connsiteY181" fmla="*/ 357609 h 715963"/>
              <a:gd name="connsiteX182" fmla="*/ 500063 w 935038"/>
              <a:gd name="connsiteY182" fmla="*/ 374651 h 715963"/>
              <a:gd name="connsiteX183" fmla="*/ 500063 w 935038"/>
              <a:gd name="connsiteY183" fmla="*/ 349863 h 715963"/>
              <a:gd name="connsiteX184" fmla="*/ 415925 w 935038"/>
              <a:gd name="connsiteY184" fmla="*/ 330200 h 715963"/>
              <a:gd name="connsiteX185" fmla="*/ 390525 w 935038"/>
              <a:gd name="connsiteY185" fmla="*/ 346379 h 715963"/>
              <a:gd name="connsiteX186" fmla="*/ 390525 w 935038"/>
              <a:gd name="connsiteY186" fmla="*/ 368300 h 715963"/>
              <a:gd name="connsiteX187" fmla="*/ 415925 w 935038"/>
              <a:gd name="connsiteY187" fmla="*/ 353164 h 715963"/>
              <a:gd name="connsiteX188" fmla="*/ 515938 w 935038"/>
              <a:gd name="connsiteY188" fmla="*/ 288925 h 715963"/>
              <a:gd name="connsiteX189" fmla="*/ 515938 w 935038"/>
              <a:gd name="connsiteY189" fmla="*/ 315383 h 715963"/>
              <a:gd name="connsiteX190" fmla="*/ 544513 w 935038"/>
              <a:gd name="connsiteY190" fmla="*/ 333375 h 715963"/>
              <a:gd name="connsiteX191" fmla="*/ 544513 w 935038"/>
              <a:gd name="connsiteY191" fmla="*/ 306916 h 715963"/>
              <a:gd name="connsiteX192" fmla="*/ 377825 w 935038"/>
              <a:gd name="connsiteY192" fmla="*/ 287338 h 715963"/>
              <a:gd name="connsiteX193" fmla="*/ 352425 w 935038"/>
              <a:gd name="connsiteY193" fmla="*/ 302684 h 715963"/>
              <a:gd name="connsiteX194" fmla="*/ 352425 w 935038"/>
              <a:gd name="connsiteY194" fmla="*/ 325438 h 715963"/>
              <a:gd name="connsiteX195" fmla="*/ 377825 w 935038"/>
              <a:gd name="connsiteY195" fmla="*/ 309563 h 715963"/>
              <a:gd name="connsiteX196" fmla="*/ 415925 w 935038"/>
              <a:gd name="connsiteY196" fmla="*/ 261938 h 715963"/>
              <a:gd name="connsiteX197" fmla="*/ 390525 w 935038"/>
              <a:gd name="connsiteY197" fmla="*/ 278117 h 715963"/>
              <a:gd name="connsiteX198" fmla="*/ 390525 w 935038"/>
              <a:gd name="connsiteY198" fmla="*/ 300038 h 715963"/>
              <a:gd name="connsiteX199" fmla="*/ 415925 w 935038"/>
              <a:gd name="connsiteY199" fmla="*/ 284902 h 715963"/>
              <a:gd name="connsiteX200" fmla="*/ 471488 w 935038"/>
              <a:gd name="connsiteY200" fmla="*/ 260350 h 715963"/>
              <a:gd name="connsiteX201" fmla="*/ 471488 w 935038"/>
              <a:gd name="connsiteY201" fmla="*/ 287127 h 715963"/>
              <a:gd name="connsiteX202" fmla="*/ 500063 w 935038"/>
              <a:gd name="connsiteY202" fmla="*/ 304800 h 715963"/>
              <a:gd name="connsiteX203" fmla="*/ 500063 w 935038"/>
              <a:gd name="connsiteY203" fmla="*/ 279094 h 715963"/>
              <a:gd name="connsiteX204" fmla="*/ 377825 w 935038"/>
              <a:gd name="connsiteY204" fmla="*/ 219075 h 715963"/>
              <a:gd name="connsiteX205" fmla="*/ 352425 w 935038"/>
              <a:gd name="connsiteY205" fmla="*/ 234732 h 715963"/>
              <a:gd name="connsiteX206" fmla="*/ 352425 w 935038"/>
              <a:gd name="connsiteY206" fmla="*/ 257175 h 715963"/>
              <a:gd name="connsiteX207" fmla="*/ 377825 w 935038"/>
              <a:gd name="connsiteY207" fmla="*/ 242039 h 715963"/>
              <a:gd name="connsiteX208" fmla="*/ 515938 w 935038"/>
              <a:gd name="connsiteY208" fmla="*/ 211138 h 715963"/>
              <a:gd name="connsiteX209" fmla="*/ 515938 w 935038"/>
              <a:gd name="connsiteY209" fmla="*/ 237379 h 715963"/>
              <a:gd name="connsiteX210" fmla="*/ 544513 w 935038"/>
              <a:gd name="connsiteY210" fmla="*/ 255588 h 715963"/>
              <a:gd name="connsiteX211" fmla="*/ 544513 w 935038"/>
              <a:gd name="connsiteY211" fmla="*/ 228811 h 715963"/>
              <a:gd name="connsiteX212" fmla="*/ 415925 w 935038"/>
              <a:gd name="connsiteY212" fmla="*/ 198438 h 715963"/>
              <a:gd name="connsiteX213" fmla="*/ 390525 w 935038"/>
              <a:gd name="connsiteY213" fmla="*/ 214617 h 715963"/>
              <a:gd name="connsiteX214" fmla="*/ 390525 w 935038"/>
              <a:gd name="connsiteY214" fmla="*/ 236538 h 715963"/>
              <a:gd name="connsiteX215" fmla="*/ 415925 w 935038"/>
              <a:gd name="connsiteY215" fmla="*/ 221402 h 715963"/>
              <a:gd name="connsiteX216" fmla="*/ 471488 w 935038"/>
              <a:gd name="connsiteY216" fmla="*/ 180975 h 715963"/>
              <a:gd name="connsiteX217" fmla="*/ 471488 w 935038"/>
              <a:gd name="connsiteY217" fmla="*/ 208598 h 715963"/>
              <a:gd name="connsiteX218" fmla="*/ 500063 w 935038"/>
              <a:gd name="connsiteY218" fmla="*/ 227013 h 715963"/>
              <a:gd name="connsiteX219" fmla="*/ 500063 w 935038"/>
              <a:gd name="connsiteY219" fmla="*/ 199932 h 715963"/>
              <a:gd name="connsiteX220" fmla="*/ 515938 w 935038"/>
              <a:gd name="connsiteY220" fmla="*/ 131763 h 715963"/>
              <a:gd name="connsiteX221" fmla="*/ 515938 w 935038"/>
              <a:gd name="connsiteY221" fmla="*/ 159386 h 715963"/>
              <a:gd name="connsiteX222" fmla="*/ 544513 w 935038"/>
              <a:gd name="connsiteY222" fmla="*/ 177801 h 715963"/>
              <a:gd name="connsiteX223" fmla="*/ 544513 w 935038"/>
              <a:gd name="connsiteY223" fmla="*/ 150178 h 715963"/>
              <a:gd name="connsiteX224" fmla="*/ 471488 w 935038"/>
              <a:gd name="connsiteY224" fmla="*/ 107950 h 715963"/>
              <a:gd name="connsiteX225" fmla="*/ 471488 w 935038"/>
              <a:gd name="connsiteY225" fmla="*/ 134727 h 715963"/>
              <a:gd name="connsiteX226" fmla="*/ 500063 w 935038"/>
              <a:gd name="connsiteY226" fmla="*/ 152400 h 715963"/>
              <a:gd name="connsiteX227" fmla="*/ 500063 w 935038"/>
              <a:gd name="connsiteY227" fmla="*/ 126694 h 715963"/>
              <a:gd name="connsiteX228" fmla="*/ 437903 w 935038"/>
              <a:gd name="connsiteY228" fmla="*/ 0 h 715963"/>
              <a:gd name="connsiteX229" fmla="*/ 440018 w 935038"/>
              <a:gd name="connsiteY229" fmla="*/ 0 h 715963"/>
              <a:gd name="connsiteX230" fmla="*/ 441605 w 935038"/>
              <a:gd name="connsiteY230" fmla="*/ 530 h 715963"/>
              <a:gd name="connsiteX231" fmla="*/ 444249 w 935038"/>
              <a:gd name="connsiteY231" fmla="*/ 1590 h 715963"/>
              <a:gd name="connsiteX232" fmla="*/ 570648 w 935038"/>
              <a:gd name="connsiteY232" fmla="*/ 93272 h 715963"/>
              <a:gd name="connsiteX233" fmla="*/ 573293 w 935038"/>
              <a:gd name="connsiteY233" fmla="*/ 96451 h 715963"/>
              <a:gd name="connsiteX234" fmla="*/ 573293 w 935038"/>
              <a:gd name="connsiteY234" fmla="*/ 98041 h 715963"/>
              <a:gd name="connsiteX235" fmla="*/ 574350 w 935038"/>
              <a:gd name="connsiteY235" fmla="*/ 100161 h 715963"/>
              <a:gd name="connsiteX236" fmla="*/ 573293 w 935038"/>
              <a:gd name="connsiteY236" fmla="*/ 388454 h 715963"/>
              <a:gd name="connsiteX237" fmla="*/ 663729 w 935038"/>
              <a:gd name="connsiteY237" fmla="*/ 358247 h 715963"/>
              <a:gd name="connsiteX238" fmla="*/ 669018 w 935038"/>
              <a:gd name="connsiteY238" fmla="*/ 359307 h 715963"/>
              <a:gd name="connsiteX239" fmla="*/ 761041 w 935038"/>
              <a:gd name="connsiteY239" fmla="*/ 417601 h 715963"/>
              <a:gd name="connsiteX240" fmla="*/ 763156 w 935038"/>
              <a:gd name="connsiteY240" fmla="*/ 423431 h 715963"/>
              <a:gd name="connsiteX241" fmla="*/ 763156 w 935038"/>
              <a:gd name="connsiteY241" fmla="*/ 540020 h 715963"/>
              <a:gd name="connsiteX242" fmla="*/ 802292 w 935038"/>
              <a:gd name="connsiteY242" fmla="*/ 564397 h 715963"/>
              <a:gd name="connsiteX243" fmla="*/ 805466 w 935038"/>
              <a:gd name="connsiteY243" fmla="*/ 570227 h 715963"/>
              <a:gd name="connsiteX244" fmla="*/ 805466 w 935038"/>
              <a:gd name="connsiteY244" fmla="*/ 655549 h 715963"/>
              <a:gd name="connsiteX245" fmla="*/ 844073 w 935038"/>
              <a:gd name="connsiteY245" fmla="*/ 670387 h 715963"/>
              <a:gd name="connsiteX246" fmla="*/ 861526 w 935038"/>
              <a:gd name="connsiteY246" fmla="*/ 678337 h 715963"/>
              <a:gd name="connsiteX247" fmla="*/ 879507 w 935038"/>
              <a:gd name="connsiteY247" fmla="*/ 685756 h 715963"/>
              <a:gd name="connsiteX248" fmla="*/ 894844 w 935038"/>
              <a:gd name="connsiteY248" fmla="*/ 693705 h 715963"/>
              <a:gd name="connsiteX249" fmla="*/ 909653 w 935038"/>
              <a:gd name="connsiteY249" fmla="*/ 700595 h 715963"/>
              <a:gd name="connsiteX250" fmla="*/ 923403 w 935038"/>
              <a:gd name="connsiteY250" fmla="*/ 708014 h 715963"/>
              <a:gd name="connsiteX251" fmla="*/ 935038 w 935038"/>
              <a:gd name="connsiteY251" fmla="*/ 715963 h 715963"/>
              <a:gd name="connsiteX252" fmla="*/ 925519 w 935038"/>
              <a:gd name="connsiteY252" fmla="*/ 712254 h 715963"/>
              <a:gd name="connsiteX253" fmla="*/ 898546 w 935038"/>
              <a:gd name="connsiteY253" fmla="*/ 702714 h 715963"/>
              <a:gd name="connsiteX254" fmla="*/ 879507 w 935038"/>
              <a:gd name="connsiteY254" fmla="*/ 695825 h 715963"/>
              <a:gd name="connsiteX255" fmla="*/ 856237 w 935038"/>
              <a:gd name="connsiteY255" fmla="*/ 688936 h 715963"/>
              <a:gd name="connsiteX256" fmla="*/ 829265 w 935038"/>
              <a:gd name="connsiteY256" fmla="*/ 680986 h 715963"/>
              <a:gd name="connsiteX257" fmla="*/ 798590 w 935038"/>
              <a:gd name="connsiteY257" fmla="*/ 673567 h 715963"/>
              <a:gd name="connsiteX258" fmla="*/ 765272 w 935038"/>
              <a:gd name="connsiteY258" fmla="*/ 665088 h 715963"/>
              <a:gd name="connsiteX259" fmla="*/ 728251 w 935038"/>
              <a:gd name="connsiteY259" fmla="*/ 658199 h 715963"/>
              <a:gd name="connsiteX260" fmla="*/ 688586 w 935038"/>
              <a:gd name="connsiteY260" fmla="*/ 650249 h 715963"/>
              <a:gd name="connsiteX261" fmla="*/ 645748 w 935038"/>
              <a:gd name="connsiteY261" fmla="*/ 643890 h 715963"/>
              <a:gd name="connsiteX262" fmla="*/ 601323 w 935038"/>
              <a:gd name="connsiteY262" fmla="*/ 639650 h 715963"/>
              <a:gd name="connsiteX263" fmla="*/ 553725 w 935038"/>
              <a:gd name="connsiteY263" fmla="*/ 634881 h 715963"/>
              <a:gd name="connsiteX264" fmla="*/ 504011 w 935038"/>
              <a:gd name="connsiteY264" fmla="*/ 632761 h 715963"/>
              <a:gd name="connsiteX265" fmla="*/ 478097 w 935038"/>
              <a:gd name="connsiteY265" fmla="*/ 632761 h 715963"/>
              <a:gd name="connsiteX266" fmla="*/ 452711 w 935038"/>
              <a:gd name="connsiteY266" fmla="*/ 632761 h 715963"/>
              <a:gd name="connsiteX267" fmla="*/ 424152 w 935038"/>
              <a:gd name="connsiteY267" fmla="*/ 632761 h 715963"/>
              <a:gd name="connsiteX268" fmla="*/ 395593 w 935038"/>
              <a:gd name="connsiteY268" fmla="*/ 634351 h 715963"/>
              <a:gd name="connsiteX269" fmla="*/ 367034 w 935038"/>
              <a:gd name="connsiteY269" fmla="*/ 636471 h 715963"/>
              <a:gd name="connsiteX270" fmla="*/ 338476 w 935038"/>
              <a:gd name="connsiteY270" fmla="*/ 638590 h 715963"/>
              <a:gd name="connsiteX271" fmla="*/ 309917 w 935038"/>
              <a:gd name="connsiteY271" fmla="*/ 641770 h 715963"/>
              <a:gd name="connsiteX272" fmla="*/ 282416 w 935038"/>
              <a:gd name="connsiteY272" fmla="*/ 644950 h 715963"/>
              <a:gd name="connsiteX273" fmla="*/ 227413 w 935038"/>
              <a:gd name="connsiteY273" fmla="*/ 653429 h 715963"/>
              <a:gd name="connsiteX274" fmla="*/ 215249 w 935038"/>
              <a:gd name="connsiteY274" fmla="*/ 655549 h 715963"/>
              <a:gd name="connsiteX275" fmla="*/ 215249 w 935038"/>
              <a:gd name="connsiteY275" fmla="*/ 655019 h 715963"/>
              <a:gd name="connsiteX276" fmla="*/ 170296 w 935038"/>
              <a:gd name="connsiteY276" fmla="*/ 662438 h 715963"/>
              <a:gd name="connsiteX277" fmla="*/ 130631 w 935038"/>
              <a:gd name="connsiteY277" fmla="*/ 671447 h 715963"/>
              <a:gd name="connsiteX278" fmla="*/ 93610 w 935038"/>
              <a:gd name="connsiteY278" fmla="*/ 678867 h 715963"/>
              <a:gd name="connsiteX279" fmla="*/ 61878 w 935038"/>
              <a:gd name="connsiteY279" fmla="*/ 685756 h 715963"/>
              <a:gd name="connsiteX280" fmla="*/ 16395 w 935038"/>
              <a:gd name="connsiteY280" fmla="*/ 697415 h 715963"/>
              <a:gd name="connsiteX281" fmla="*/ 0 w 935038"/>
              <a:gd name="connsiteY281" fmla="*/ 701125 h 715963"/>
              <a:gd name="connsiteX282" fmla="*/ 10049 w 935038"/>
              <a:gd name="connsiteY282" fmla="*/ 695825 h 715963"/>
              <a:gd name="connsiteX283" fmla="*/ 21684 w 935038"/>
              <a:gd name="connsiteY283" fmla="*/ 689466 h 715963"/>
              <a:gd name="connsiteX284" fmla="*/ 38608 w 935038"/>
              <a:gd name="connsiteY284" fmla="*/ 682046 h 715963"/>
              <a:gd name="connsiteX285" fmla="*/ 59762 w 935038"/>
              <a:gd name="connsiteY285" fmla="*/ 672507 h 715963"/>
              <a:gd name="connsiteX286" fmla="*/ 85148 w 935038"/>
              <a:gd name="connsiteY286" fmla="*/ 661908 h 715963"/>
              <a:gd name="connsiteX287" fmla="*/ 114236 w 935038"/>
              <a:gd name="connsiteY287" fmla="*/ 651309 h 715963"/>
              <a:gd name="connsiteX288" fmla="*/ 147554 w 935038"/>
              <a:gd name="connsiteY288" fmla="*/ 640180 h 715963"/>
              <a:gd name="connsiteX289" fmla="*/ 147554 w 935038"/>
              <a:gd name="connsiteY289" fmla="*/ 380505 h 715963"/>
              <a:gd name="connsiteX290" fmla="*/ 148083 w 935038"/>
              <a:gd name="connsiteY290" fmla="*/ 378385 h 715963"/>
              <a:gd name="connsiteX291" fmla="*/ 149670 w 935038"/>
              <a:gd name="connsiteY291" fmla="*/ 376265 h 715963"/>
              <a:gd name="connsiteX292" fmla="*/ 217365 w 935038"/>
              <a:gd name="connsiteY292" fmla="*/ 326450 h 715963"/>
              <a:gd name="connsiteX293" fmla="*/ 217365 w 935038"/>
              <a:gd name="connsiteY293" fmla="*/ 325920 h 715963"/>
              <a:gd name="connsiteX294" fmla="*/ 220009 w 935038"/>
              <a:gd name="connsiteY294" fmla="*/ 325390 h 715963"/>
              <a:gd name="connsiteX295" fmla="*/ 221596 w 935038"/>
              <a:gd name="connsiteY295" fmla="*/ 325390 h 715963"/>
              <a:gd name="connsiteX296" fmla="*/ 223711 w 935038"/>
              <a:gd name="connsiteY296" fmla="*/ 325390 h 715963"/>
              <a:gd name="connsiteX297" fmla="*/ 322081 w 935038"/>
              <a:gd name="connsiteY297" fmla="*/ 357717 h 715963"/>
              <a:gd name="connsiteX298" fmla="*/ 322081 w 935038"/>
              <a:gd name="connsiteY298" fmla="*/ 196082 h 715963"/>
              <a:gd name="connsiteX299" fmla="*/ 322081 w 935038"/>
              <a:gd name="connsiteY299" fmla="*/ 193962 h 715963"/>
              <a:gd name="connsiteX300" fmla="*/ 323138 w 935038"/>
              <a:gd name="connsiteY300" fmla="*/ 192372 h 715963"/>
              <a:gd name="connsiteX301" fmla="*/ 324725 w 935038"/>
              <a:gd name="connsiteY301" fmla="*/ 190782 h 715963"/>
              <a:gd name="connsiteX302" fmla="*/ 326312 w 935038"/>
              <a:gd name="connsiteY302" fmla="*/ 189193 h 715963"/>
              <a:gd name="connsiteX303" fmla="*/ 431027 w 935038"/>
              <a:gd name="connsiteY303" fmla="*/ 124539 h 715963"/>
              <a:gd name="connsiteX304" fmla="*/ 431027 w 935038"/>
              <a:gd name="connsiteY304" fmla="*/ 8479 h 715963"/>
              <a:gd name="connsiteX305" fmla="*/ 431027 w 935038"/>
              <a:gd name="connsiteY305" fmla="*/ 6360 h 715963"/>
              <a:gd name="connsiteX306" fmla="*/ 432614 w 935038"/>
              <a:gd name="connsiteY306" fmla="*/ 3710 h 715963"/>
              <a:gd name="connsiteX307" fmla="*/ 433143 w 935038"/>
              <a:gd name="connsiteY307" fmla="*/ 2120 h 715963"/>
              <a:gd name="connsiteX308" fmla="*/ 435787 w 935038"/>
              <a:gd name="connsiteY308" fmla="*/ 530 h 71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</a:cxnLst>
            <a:rect l="l" t="t" r="r" b="b"/>
            <a:pathLst>
              <a:path w="935038" h="715963">
                <a:moveTo>
                  <a:pt x="182563" y="592138"/>
                </a:moveTo>
                <a:lnTo>
                  <a:pt x="168275" y="601339"/>
                </a:lnTo>
                <a:lnTo>
                  <a:pt x="168275" y="615951"/>
                </a:lnTo>
                <a:lnTo>
                  <a:pt x="182563" y="606210"/>
                </a:lnTo>
                <a:close/>
                <a:moveTo>
                  <a:pt x="204788" y="577850"/>
                </a:moveTo>
                <a:lnTo>
                  <a:pt x="192088" y="586942"/>
                </a:lnTo>
                <a:lnTo>
                  <a:pt x="192088" y="600075"/>
                </a:lnTo>
                <a:lnTo>
                  <a:pt x="204788" y="590983"/>
                </a:lnTo>
                <a:close/>
                <a:moveTo>
                  <a:pt x="276225" y="576263"/>
                </a:moveTo>
                <a:lnTo>
                  <a:pt x="276225" y="590415"/>
                </a:lnTo>
                <a:lnTo>
                  <a:pt x="295275" y="595313"/>
                </a:lnTo>
                <a:lnTo>
                  <a:pt x="295275" y="580618"/>
                </a:lnTo>
                <a:close/>
                <a:moveTo>
                  <a:pt x="250825" y="569913"/>
                </a:moveTo>
                <a:lnTo>
                  <a:pt x="250825" y="584065"/>
                </a:lnTo>
                <a:lnTo>
                  <a:pt x="269875" y="588963"/>
                </a:lnTo>
                <a:lnTo>
                  <a:pt x="269875" y="574812"/>
                </a:lnTo>
                <a:close/>
                <a:moveTo>
                  <a:pt x="649288" y="554038"/>
                </a:moveTo>
                <a:lnTo>
                  <a:pt x="588963" y="572760"/>
                </a:lnTo>
                <a:lnTo>
                  <a:pt x="588963" y="584201"/>
                </a:lnTo>
                <a:lnTo>
                  <a:pt x="649288" y="565479"/>
                </a:lnTo>
                <a:close/>
                <a:moveTo>
                  <a:pt x="377825" y="552450"/>
                </a:moveTo>
                <a:lnTo>
                  <a:pt x="352425" y="567796"/>
                </a:lnTo>
                <a:lnTo>
                  <a:pt x="352425" y="590550"/>
                </a:lnTo>
                <a:lnTo>
                  <a:pt x="377825" y="575204"/>
                </a:lnTo>
                <a:close/>
                <a:moveTo>
                  <a:pt x="182563" y="552450"/>
                </a:moveTo>
                <a:lnTo>
                  <a:pt x="168275" y="561975"/>
                </a:lnTo>
                <a:lnTo>
                  <a:pt x="168275" y="574675"/>
                </a:lnTo>
                <a:lnTo>
                  <a:pt x="182563" y="565679"/>
                </a:lnTo>
                <a:close/>
                <a:moveTo>
                  <a:pt x="684213" y="550863"/>
                </a:moveTo>
                <a:lnTo>
                  <a:pt x="684213" y="564924"/>
                </a:lnTo>
                <a:lnTo>
                  <a:pt x="744538" y="600076"/>
                </a:lnTo>
                <a:lnTo>
                  <a:pt x="744004" y="586015"/>
                </a:lnTo>
                <a:close/>
                <a:moveTo>
                  <a:pt x="276225" y="536575"/>
                </a:moveTo>
                <a:lnTo>
                  <a:pt x="276225" y="550726"/>
                </a:lnTo>
                <a:lnTo>
                  <a:pt x="295275" y="555625"/>
                </a:lnTo>
                <a:lnTo>
                  <a:pt x="295275" y="541473"/>
                </a:lnTo>
                <a:close/>
                <a:moveTo>
                  <a:pt x="204788" y="536575"/>
                </a:moveTo>
                <a:lnTo>
                  <a:pt x="192088" y="545775"/>
                </a:lnTo>
                <a:lnTo>
                  <a:pt x="192088" y="560388"/>
                </a:lnTo>
                <a:lnTo>
                  <a:pt x="204788" y="550646"/>
                </a:lnTo>
                <a:close/>
                <a:moveTo>
                  <a:pt x="250825" y="530225"/>
                </a:moveTo>
                <a:lnTo>
                  <a:pt x="250825" y="544376"/>
                </a:lnTo>
                <a:lnTo>
                  <a:pt x="269875" y="549275"/>
                </a:lnTo>
                <a:lnTo>
                  <a:pt x="269875" y="535123"/>
                </a:lnTo>
                <a:close/>
                <a:moveTo>
                  <a:pt x="415925" y="528638"/>
                </a:moveTo>
                <a:lnTo>
                  <a:pt x="390525" y="543773"/>
                </a:lnTo>
                <a:lnTo>
                  <a:pt x="390525" y="566738"/>
                </a:lnTo>
                <a:lnTo>
                  <a:pt x="415925" y="551602"/>
                </a:lnTo>
                <a:close/>
                <a:moveTo>
                  <a:pt x="515938" y="517525"/>
                </a:moveTo>
                <a:lnTo>
                  <a:pt x="515938" y="543983"/>
                </a:lnTo>
                <a:lnTo>
                  <a:pt x="544513" y="561975"/>
                </a:lnTo>
                <a:lnTo>
                  <a:pt x="544513" y="535516"/>
                </a:lnTo>
                <a:close/>
                <a:moveTo>
                  <a:pt x="649288" y="514350"/>
                </a:moveTo>
                <a:lnTo>
                  <a:pt x="588963" y="533929"/>
                </a:lnTo>
                <a:lnTo>
                  <a:pt x="588963" y="546100"/>
                </a:lnTo>
                <a:lnTo>
                  <a:pt x="649288" y="525991"/>
                </a:lnTo>
                <a:close/>
                <a:moveTo>
                  <a:pt x="182563" y="511175"/>
                </a:moveTo>
                <a:lnTo>
                  <a:pt x="168275" y="520375"/>
                </a:lnTo>
                <a:lnTo>
                  <a:pt x="168275" y="534988"/>
                </a:lnTo>
                <a:lnTo>
                  <a:pt x="182563" y="525246"/>
                </a:lnTo>
                <a:close/>
                <a:moveTo>
                  <a:pt x="684213" y="503238"/>
                </a:moveTo>
                <a:lnTo>
                  <a:pt x="684213" y="517141"/>
                </a:lnTo>
                <a:lnTo>
                  <a:pt x="742951" y="554038"/>
                </a:lnTo>
                <a:lnTo>
                  <a:pt x="742951" y="540669"/>
                </a:lnTo>
                <a:close/>
                <a:moveTo>
                  <a:pt x="276225" y="496888"/>
                </a:moveTo>
                <a:lnTo>
                  <a:pt x="276225" y="509860"/>
                </a:lnTo>
                <a:lnTo>
                  <a:pt x="295275" y="514351"/>
                </a:lnTo>
                <a:lnTo>
                  <a:pt x="295275" y="501378"/>
                </a:lnTo>
                <a:close/>
                <a:moveTo>
                  <a:pt x="204788" y="495300"/>
                </a:moveTo>
                <a:lnTo>
                  <a:pt x="192088" y="505822"/>
                </a:lnTo>
                <a:lnTo>
                  <a:pt x="192088" y="519113"/>
                </a:lnTo>
                <a:lnTo>
                  <a:pt x="204788" y="509698"/>
                </a:lnTo>
                <a:close/>
                <a:moveTo>
                  <a:pt x="250825" y="490538"/>
                </a:moveTo>
                <a:lnTo>
                  <a:pt x="250825" y="504009"/>
                </a:lnTo>
                <a:lnTo>
                  <a:pt x="269875" y="508001"/>
                </a:lnTo>
                <a:lnTo>
                  <a:pt x="269875" y="495028"/>
                </a:lnTo>
                <a:close/>
                <a:moveTo>
                  <a:pt x="471488" y="487363"/>
                </a:moveTo>
                <a:lnTo>
                  <a:pt x="471488" y="514140"/>
                </a:lnTo>
                <a:lnTo>
                  <a:pt x="500063" y="531813"/>
                </a:lnTo>
                <a:lnTo>
                  <a:pt x="500063" y="506107"/>
                </a:lnTo>
                <a:close/>
                <a:moveTo>
                  <a:pt x="377825" y="484188"/>
                </a:moveTo>
                <a:lnTo>
                  <a:pt x="352425" y="499954"/>
                </a:lnTo>
                <a:lnTo>
                  <a:pt x="352425" y="523876"/>
                </a:lnTo>
                <a:lnTo>
                  <a:pt x="377825" y="508109"/>
                </a:lnTo>
                <a:close/>
                <a:moveTo>
                  <a:pt x="649288" y="476250"/>
                </a:moveTo>
                <a:lnTo>
                  <a:pt x="588963" y="495829"/>
                </a:lnTo>
                <a:lnTo>
                  <a:pt x="588963" y="508000"/>
                </a:lnTo>
                <a:lnTo>
                  <a:pt x="649288" y="487891"/>
                </a:lnTo>
                <a:close/>
                <a:moveTo>
                  <a:pt x="182563" y="471488"/>
                </a:moveTo>
                <a:lnTo>
                  <a:pt x="168275" y="481229"/>
                </a:lnTo>
                <a:lnTo>
                  <a:pt x="168275" y="495301"/>
                </a:lnTo>
                <a:lnTo>
                  <a:pt x="182563" y="486100"/>
                </a:lnTo>
                <a:close/>
                <a:moveTo>
                  <a:pt x="415925" y="458788"/>
                </a:moveTo>
                <a:lnTo>
                  <a:pt x="390525" y="475642"/>
                </a:lnTo>
                <a:lnTo>
                  <a:pt x="390525" y="498476"/>
                </a:lnTo>
                <a:lnTo>
                  <a:pt x="415925" y="482709"/>
                </a:lnTo>
                <a:close/>
                <a:moveTo>
                  <a:pt x="204788" y="457200"/>
                </a:moveTo>
                <a:lnTo>
                  <a:pt x="192088" y="466196"/>
                </a:lnTo>
                <a:lnTo>
                  <a:pt x="192088" y="479425"/>
                </a:lnTo>
                <a:lnTo>
                  <a:pt x="204788" y="470429"/>
                </a:lnTo>
                <a:close/>
                <a:moveTo>
                  <a:pt x="684213" y="455613"/>
                </a:moveTo>
                <a:lnTo>
                  <a:pt x="684213" y="470195"/>
                </a:lnTo>
                <a:lnTo>
                  <a:pt x="742951" y="508001"/>
                </a:lnTo>
                <a:lnTo>
                  <a:pt x="742951" y="493419"/>
                </a:lnTo>
                <a:close/>
                <a:moveTo>
                  <a:pt x="276225" y="455613"/>
                </a:moveTo>
                <a:lnTo>
                  <a:pt x="276225" y="470308"/>
                </a:lnTo>
                <a:lnTo>
                  <a:pt x="295275" y="474663"/>
                </a:lnTo>
                <a:lnTo>
                  <a:pt x="295275" y="460511"/>
                </a:lnTo>
                <a:close/>
                <a:moveTo>
                  <a:pt x="250825" y="450850"/>
                </a:moveTo>
                <a:lnTo>
                  <a:pt x="250825" y="463822"/>
                </a:lnTo>
                <a:lnTo>
                  <a:pt x="269875" y="468313"/>
                </a:lnTo>
                <a:lnTo>
                  <a:pt x="269875" y="454841"/>
                </a:lnTo>
                <a:close/>
                <a:moveTo>
                  <a:pt x="649288" y="439738"/>
                </a:moveTo>
                <a:lnTo>
                  <a:pt x="588963" y="459111"/>
                </a:lnTo>
                <a:lnTo>
                  <a:pt x="588963" y="471488"/>
                </a:lnTo>
                <a:lnTo>
                  <a:pt x="649288" y="451577"/>
                </a:lnTo>
                <a:close/>
                <a:moveTo>
                  <a:pt x="515938" y="438150"/>
                </a:moveTo>
                <a:lnTo>
                  <a:pt x="515938" y="464391"/>
                </a:lnTo>
                <a:lnTo>
                  <a:pt x="544513" y="482600"/>
                </a:lnTo>
                <a:lnTo>
                  <a:pt x="544513" y="455823"/>
                </a:lnTo>
                <a:close/>
                <a:moveTo>
                  <a:pt x="182563" y="430213"/>
                </a:moveTo>
                <a:lnTo>
                  <a:pt x="168275" y="439954"/>
                </a:lnTo>
                <a:lnTo>
                  <a:pt x="168275" y="454026"/>
                </a:lnTo>
                <a:lnTo>
                  <a:pt x="182563" y="444284"/>
                </a:lnTo>
                <a:close/>
                <a:moveTo>
                  <a:pt x="377825" y="417513"/>
                </a:moveTo>
                <a:lnTo>
                  <a:pt x="352425" y="432648"/>
                </a:lnTo>
                <a:lnTo>
                  <a:pt x="352425" y="455613"/>
                </a:lnTo>
                <a:lnTo>
                  <a:pt x="377825" y="440477"/>
                </a:lnTo>
                <a:close/>
                <a:moveTo>
                  <a:pt x="276225" y="415925"/>
                </a:moveTo>
                <a:lnTo>
                  <a:pt x="276225" y="430076"/>
                </a:lnTo>
                <a:lnTo>
                  <a:pt x="295275" y="434975"/>
                </a:lnTo>
                <a:lnTo>
                  <a:pt x="295275" y="420279"/>
                </a:lnTo>
                <a:close/>
                <a:moveTo>
                  <a:pt x="204788" y="415925"/>
                </a:moveTo>
                <a:lnTo>
                  <a:pt x="192088" y="425339"/>
                </a:lnTo>
                <a:lnTo>
                  <a:pt x="192088" y="439738"/>
                </a:lnTo>
                <a:lnTo>
                  <a:pt x="204788" y="430323"/>
                </a:lnTo>
                <a:close/>
                <a:moveTo>
                  <a:pt x="471488" y="409575"/>
                </a:moveTo>
                <a:lnTo>
                  <a:pt x="471488" y="436245"/>
                </a:lnTo>
                <a:lnTo>
                  <a:pt x="500063" y="454025"/>
                </a:lnTo>
                <a:lnTo>
                  <a:pt x="500063" y="427878"/>
                </a:lnTo>
                <a:close/>
                <a:moveTo>
                  <a:pt x="250825" y="409575"/>
                </a:moveTo>
                <a:lnTo>
                  <a:pt x="250825" y="423726"/>
                </a:lnTo>
                <a:lnTo>
                  <a:pt x="269875" y="428625"/>
                </a:lnTo>
                <a:lnTo>
                  <a:pt x="269875" y="414473"/>
                </a:lnTo>
                <a:close/>
                <a:moveTo>
                  <a:pt x="684213" y="407988"/>
                </a:moveTo>
                <a:lnTo>
                  <a:pt x="684213" y="422128"/>
                </a:lnTo>
                <a:lnTo>
                  <a:pt x="742951" y="458788"/>
                </a:lnTo>
                <a:lnTo>
                  <a:pt x="742951" y="444648"/>
                </a:lnTo>
                <a:close/>
                <a:moveTo>
                  <a:pt x="649288" y="403225"/>
                </a:moveTo>
                <a:lnTo>
                  <a:pt x="588963" y="422804"/>
                </a:lnTo>
                <a:lnTo>
                  <a:pt x="588963" y="434975"/>
                </a:lnTo>
                <a:lnTo>
                  <a:pt x="649288" y="414866"/>
                </a:lnTo>
                <a:close/>
                <a:moveTo>
                  <a:pt x="415925" y="392113"/>
                </a:moveTo>
                <a:lnTo>
                  <a:pt x="390525" y="407770"/>
                </a:lnTo>
                <a:lnTo>
                  <a:pt x="390525" y="430213"/>
                </a:lnTo>
                <a:lnTo>
                  <a:pt x="415925" y="415077"/>
                </a:lnTo>
                <a:close/>
                <a:moveTo>
                  <a:pt x="182563" y="390525"/>
                </a:moveTo>
                <a:lnTo>
                  <a:pt x="168275" y="400266"/>
                </a:lnTo>
                <a:lnTo>
                  <a:pt x="168275" y="414338"/>
                </a:lnTo>
                <a:lnTo>
                  <a:pt x="182563" y="405137"/>
                </a:lnTo>
                <a:close/>
                <a:moveTo>
                  <a:pt x="276225" y="376238"/>
                </a:moveTo>
                <a:lnTo>
                  <a:pt x="276225" y="390389"/>
                </a:lnTo>
                <a:lnTo>
                  <a:pt x="295275" y="395288"/>
                </a:lnTo>
                <a:lnTo>
                  <a:pt x="295275" y="380592"/>
                </a:lnTo>
                <a:close/>
                <a:moveTo>
                  <a:pt x="204788" y="374650"/>
                </a:moveTo>
                <a:lnTo>
                  <a:pt x="192088" y="384933"/>
                </a:lnTo>
                <a:lnTo>
                  <a:pt x="192088" y="398463"/>
                </a:lnTo>
                <a:lnTo>
                  <a:pt x="204788" y="389262"/>
                </a:lnTo>
                <a:close/>
                <a:moveTo>
                  <a:pt x="250825" y="369888"/>
                </a:moveTo>
                <a:lnTo>
                  <a:pt x="250825" y="384039"/>
                </a:lnTo>
                <a:lnTo>
                  <a:pt x="269875" y="388938"/>
                </a:lnTo>
                <a:lnTo>
                  <a:pt x="269875" y="374786"/>
                </a:lnTo>
                <a:close/>
                <a:moveTo>
                  <a:pt x="515938" y="360363"/>
                </a:moveTo>
                <a:lnTo>
                  <a:pt x="515938" y="387033"/>
                </a:lnTo>
                <a:lnTo>
                  <a:pt x="544513" y="404813"/>
                </a:lnTo>
                <a:lnTo>
                  <a:pt x="544513" y="378143"/>
                </a:lnTo>
                <a:close/>
                <a:moveTo>
                  <a:pt x="377825" y="355600"/>
                </a:moveTo>
                <a:lnTo>
                  <a:pt x="352425" y="371257"/>
                </a:lnTo>
                <a:lnTo>
                  <a:pt x="352425" y="393700"/>
                </a:lnTo>
                <a:lnTo>
                  <a:pt x="377825" y="378564"/>
                </a:lnTo>
                <a:close/>
                <a:moveTo>
                  <a:pt x="471488" y="331788"/>
                </a:moveTo>
                <a:lnTo>
                  <a:pt x="471488" y="357609"/>
                </a:lnTo>
                <a:lnTo>
                  <a:pt x="500063" y="374651"/>
                </a:lnTo>
                <a:lnTo>
                  <a:pt x="500063" y="349863"/>
                </a:lnTo>
                <a:close/>
                <a:moveTo>
                  <a:pt x="415925" y="330200"/>
                </a:moveTo>
                <a:lnTo>
                  <a:pt x="390525" y="346379"/>
                </a:lnTo>
                <a:lnTo>
                  <a:pt x="390525" y="368300"/>
                </a:lnTo>
                <a:lnTo>
                  <a:pt x="415925" y="353164"/>
                </a:lnTo>
                <a:close/>
                <a:moveTo>
                  <a:pt x="515938" y="288925"/>
                </a:moveTo>
                <a:lnTo>
                  <a:pt x="515938" y="315383"/>
                </a:lnTo>
                <a:lnTo>
                  <a:pt x="544513" y="333375"/>
                </a:lnTo>
                <a:lnTo>
                  <a:pt x="544513" y="306916"/>
                </a:lnTo>
                <a:close/>
                <a:moveTo>
                  <a:pt x="377825" y="287338"/>
                </a:moveTo>
                <a:lnTo>
                  <a:pt x="352425" y="302684"/>
                </a:lnTo>
                <a:lnTo>
                  <a:pt x="352425" y="325438"/>
                </a:lnTo>
                <a:lnTo>
                  <a:pt x="377825" y="309563"/>
                </a:lnTo>
                <a:close/>
                <a:moveTo>
                  <a:pt x="415925" y="261938"/>
                </a:moveTo>
                <a:lnTo>
                  <a:pt x="390525" y="278117"/>
                </a:lnTo>
                <a:lnTo>
                  <a:pt x="390525" y="300038"/>
                </a:lnTo>
                <a:lnTo>
                  <a:pt x="415925" y="284902"/>
                </a:lnTo>
                <a:close/>
                <a:moveTo>
                  <a:pt x="471488" y="260350"/>
                </a:moveTo>
                <a:lnTo>
                  <a:pt x="471488" y="287127"/>
                </a:lnTo>
                <a:lnTo>
                  <a:pt x="500063" y="304800"/>
                </a:lnTo>
                <a:lnTo>
                  <a:pt x="500063" y="279094"/>
                </a:lnTo>
                <a:close/>
                <a:moveTo>
                  <a:pt x="377825" y="219075"/>
                </a:moveTo>
                <a:lnTo>
                  <a:pt x="352425" y="234732"/>
                </a:lnTo>
                <a:lnTo>
                  <a:pt x="352425" y="257175"/>
                </a:lnTo>
                <a:lnTo>
                  <a:pt x="377825" y="242039"/>
                </a:lnTo>
                <a:close/>
                <a:moveTo>
                  <a:pt x="515938" y="211138"/>
                </a:moveTo>
                <a:lnTo>
                  <a:pt x="515938" y="237379"/>
                </a:lnTo>
                <a:lnTo>
                  <a:pt x="544513" y="255588"/>
                </a:lnTo>
                <a:lnTo>
                  <a:pt x="544513" y="228811"/>
                </a:lnTo>
                <a:close/>
                <a:moveTo>
                  <a:pt x="415925" y="198438"/>
                </a:moveTo>
                <a:lnTo>
                  <a:pt x="390525" y="214617"/>
                </a:lnTo>
                <a:lnTo>
                  <a:pt x="390525" y="236538"/>
                </a:lnTo>
                <a:lnTo>
                  <a:pt x="415925" y="221402"/>
                </a:lnTo>
                <a:close/>
                <a:moveTo>
                  <a:pt x="471488" y="180975"/>
                </a:moveTo>
                <a:lnTo>
                  <a:pt x="471488" y="208598"/>
                </a:lnTo>
                <a:lnTo>
                  <a:pt x="500063" y="227013"/>
                </a:lnTo>
                <a:lnTo>
                  <a:pt x="500063" y="199932"/>
                </a:lnTo>
                <a:close/>
                <a:moveTo>
                  <a:pt x="515938" y="131763"/>
                </a:moveTo>
                <a:lnTo>
                  <a:pt x="515938" y="159386"/>
                </a:lnTo>
                <a:lnTo>
                  <a:pt x="544513" y="177801"/>
                </a:lnTo>
                <a:lnTo>
                  <a:pt x="544513" y="150178"/>
                </a:lnTo>
                <a:close/>
                <a:moveTo>
                  <a:pt x="471488" y="107950"/>
                </a:moveTo>
                <a:lnTo>
                  <a:pt x="471488" y="134727"/>
                </a:lnTo>
                <a:lnTo>
                  <a:pt x="500063" y="152400"/>
                </a:lnTo>
                <a:lnTo>
                  <a:pt x="500063" y="126694"/>
                </a:lnTo>
                <a:close/>
                <a:moveTo>
                  <a:pt x="437903" y="0"/>
                </a:moveTo>
                <a:lnTo>
                  <a:pt x="440018" y="0"/>
                </a:lnTo>
                <a:lnTo>
                  <a:pt x="441605" y="530"/>
                </a:lnTo>
                <a:lnTo>
                  <a:pt x="444249" y="1590"/>
                </a:lnTo>
                <a:lnTo>
                  <a:pt x="570648" y="93272"/>
                </a:lnTo>
                <a:lnTo>
                  <a:pt x="573293" y="96451"/>
                </a:lnTo>
                <a:lnTo>
                  <a:pt x="573293" y="98041"/>
                </a:lnTo>
                <a:lnTo>
                  <a:pt x="574350" y="100161"/>
                </a:lnTo>
                <a:lnTo>
                  <a:pt x="573293" y="388454"/>
                </a:lnTo>
                <a:lnTo>
                  <a:pt x="663729" y="358247"/>
                </a:lnTo>
                <a:lnTo>
                  <a:pt x="669018" y="359307"/>
                </a:lnTo>
                <a:lnTo>
                  <a:pt x="761041" y="417601"/>
                </a:lnTo>
                <a:lnTo>
                  <a:pt x="763156" y="423431"/>
                </a:lnTo>
                <a:lnTo>
                  <a:pt x="763156" y="540020"/>
                </a:lnTo>
                <a:lnTo>
                  <a:pt x="802292" y="564397"/>
                </a:lnTo>
                <a:lnTo>
                  <a:pt x="805466" y="570227"/>
                </a:lnTo>
                <a:lnTo>
                  <a:pt x="805466" y="655549"/>
                </a:lnTo>
                <a:lnTo>
                  <a:pt x="844073" y="670387"/>
                </a:lnTo>
                <a:lnTo>
                  <a:pt x="861526" y="678337"/>
                </a:lnTo>
                <a:lnTo>
                  <a:pt x="879507" y="685756"/>
                </a:lnTo>
                <a:lnTo>
                  <a:pt x="894844" y="693705"/>
                </a:lnTo>
                <a:lnTo>
                  <a:pt x="909653" y="700595"/>
                </a:lnTo>
                <a:lnTo>
                  <a:pt x="923403" y="708014"/>
                </a:lnTo>
                <a:lnTo>
                  <a:pt x="935038" y="715963"/>
                </a:lnTo>
                <a:lnTo>
                  <a:pt x="925519" y="712254"/>
                </a:lnTo>
                <a:lnTo>
                  <a:pt x="898546" y="702714"/>
                </a:lnTo>
                <a:lnTo>
                  <a:pt x="879507" y="695825"/>
                </a:lnTo>
                <a:lnTo>
                  <a:pt x="856237" y="688936"/>
                </a:lnTo>
                <a:lnTo>
                  <a:pt x="829265" y="680986"/>
                </a:lnTo>
                <a:lnTo>
                  <a:pt x="798590" y="673567"/>
                </a:lnTo>
                <a:lnTo>
                  <a:pt x="765272" y="665088"/>
                </a:lnTo>
                <a:lnTo>
                  <a:pt x="728251" y="658199"/>
                </a:lnTo>
                <a:lnTo>
                  <a:pt x="688586" y="650249"/>
                </a:lnTo>
                <a:lnTo>
                  <a:pt x="645748" y="643890"/>
                </a:lnTo>
                <a:lnTo>
                  <a:pt x="601323" y="639650"/>
                </a:lnTo>
                <a:lnTo>
                  <a:pt x="553725" y="634881"/>
                </a:lnTo>
                <a:lnTo>
                  <a:pt x="504011" y="632761"/>
                </a:lnTo>
                <a:lnTo>
                  <a:pt x="478097" y="632761"/>
                </a:lnTo>
                <a:lnTo>
                  <a:pt x="452711" y="632761"/>
                </a:lnTo>
                <a:lnTo>
                  <a:pt x="424152" y="632761"/>
                </a:lnTo>
                <a:lnTo>
                  <a:pt x="395593" y="634351"/>
                </a:lnTo>
                <a:lnTo>
                  <a:pt x="367034" y="636471"/>
                </a:lnTo>
                <a:lnTo>
                  <a:pt x="338476" y="638590"/>
                </a:lnTo>
                <a:lnTo>
                  <a:pt x="309917" y="641770"/>
                </a:lnTo>
                <a:lnTo>
                  <a:pt x="282416" y="644950"/>
                </a:lnTo>
                <a:lnTo>
                  <a:pt x="227413" y="653429"/>
                </a:lnTo>
                <a:lnTo>
                  <a:pt x="215249" y="655549"/>
                </a:lnTo>
                <a:lnTo>
                  <a:pt x="215249" y="655019"/>
                </a:lnTo>
                <a:lnTo>
                  <a:pt x="170296" y="662438"/>
                </a:lnTo>
                <a:lnTo>
                  <a:pt x="130631" y="671447"/>
                </a:lnTo>
                <a:lnTo>
                  <a:pt x="93610" y="678867"/>
                </a:lnTo>
                <a:lnTo>
                  <a:pt x="61878" y="685756"/>
                </a:lnTo>
                <a:lnTo>
                  <a:pt x="16395" y="697415"/>
                </a:lnTo>
                <a:lnTo>
                  <a:pt x="0" y="701125"/>
                </a:lnTo>
                <a:lnTo>
                  <a:pt x="10049" y="695825"/>
                </a:lnTo>
                <a:lnTo>
                  <a:pt x="21684" y="689466"/>
                </a:lnTo>
                <a:lnTo>
                  <a:pt x="38608" y="682046"/>
                </a:lnTo>
                <a:lnTo>
                  <a:pt x="59762" y="672507"/>
                </a:lnTo>
                <a:lnTo>
                  <a:pt x="85148" y="661908"/>
                </a:lnTo>
                <a:lnTo>
                  <a:pt x="114236" y="651309"/>
                </a:lnTo>
                <a:lnTo>
                  <a:pt x="147554" y="640180"/>
                </a:lnTo>
                <a:lnTo>
                  <a:pt x="147554" y="380505"/>
                </a:lnTo>
                <a:lnTo>
                  <a:pt x="148083" y="378385"/>
                </a:lnTo>
                <a:lnTo>
                  <a:pt x="149670" y="376265"/>
                </a:lnTo>
                <a:lnTo>
                  <a:pt x="217365" y="326450"/>
                </a:lnTo>
                <a:lnTo>
                  <a:pt x="217365" y="325920"/>
                </a:lnTo>
                <a:lnTo>
                  <a:pt x="220009" y="325390"/>
                </a:lnTo>
                <a:lnTo>
                  <a:pt x="221596" y="325390"/>
                </a:lnTo>
                <a:lnTo>
                  <a:pt x="223711" y="325390"/>
                </a:lnTo>
                <a:lnTo>
                  <a:pt x="322081" y="357717"/>
                </a:lnTo>
                <a:lnTo>
                  <a:pt x="322081" y="196082"/>
                </a:lnTo>
                <a:lnTo>
                  <a:pt x="322081" y="193962"/>
                </a:lnTo>
                <a:lnTo>
                  <a:pt x="323138" y="192372"/>
                </a:lnTo>
                <a:lnTo>
                  <a:pt x="324725" y="190782"/>
                </a:lnTo>
                <a:lnTo>
                  <a:pt x="326312" y="189193"/>
                </a:lnTo>
                <a:lnTo>
                  <a:pt x="431027" y="124539"/>
                </a:lnTo>
                <a:lnTo>
                  <a:pt x="431027" y="8479"/>
                </a:lnTo>
                <a:lnTo>
                  <a:pt x="431027" y="6360"/>
                </a:lnTo>
                <a:lnTo>
                  <a:pt x="432614" y="3710"/>
                </a:lnTo>
                <a:lnTo>
                  <a:pt x="433143" y="2120"/>
                </a:lnTo>
                <a:lnTo>
                  <a:pt x="435787" y="5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300713" y="3481751"/>
            <a:ext cx="1955394" cy="83099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 consectetur adipiscing elit Nunc enim sem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300713" y="4555160"/>
            <a:ext cx="1955394" cy="83099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 consectetur adipiscing elit Nunc enim sem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5502407" y="3645036"/>
            <a:ext cx="486411" cy="419420"/>
            <a:chOff x="8763000" y="873125"/>
            <a:chExt cx="265113" cy="228600"/>
          </a:xfrm>
          <a:solidFill>
            <a:schemeClr val="accent1"/>
          </a:solidFill>
        </p:grpSpPr>
        <p:sp>
          <p:nvSpPr>
            <p:cNvPr id="35" name="Freeform 4348"/>
            <p:cNvSpPr/>
            <p:nvPr/>
          </p:nvSpPr>
          <p:spPr bwMode="auto">
            <a:xfrm>
              <a:off x="8763000" y="996950"/>
              <a:ext cx="265113" cy="104775"/>
            </a:xfrm>
            <a:custGeom>
              <a:avLst/>
              <a:gdLst>
                <a:gd name="T0" fmla="*/ 479 w 837"/>
                <a:gd name="T1" fmla="*/ 74 h 329"/>
                <a:gd name="T2" fmla="*/ 478 w 837"/>
                <a:gd name="T3" fmla="*/ 78 h 329"/>
                <a:gd name="T4" fmla="*/ 478 w 837"/>
                <a:gd name="T5" fmla="*/ 81 h 329"/>
                <a:gd name="T6" fmla="*/ 475 w 837"/>
                <a:gd name="T7" fmla="*/ 83 h 329"/>
                <a:gd name="T8" fmla="*/ 474 w 837"/>
                <a:gd name="T9" fmla="*/ 85 h 329"/>
                <a:gd name="T10" fmla="*/ 472 w 837"/>
                <a:gd name="T11" fmla="*/ 87 h 329"/>
                <a:gd name="T12" fmla="*/ 469 w 837"/>
                <a:gd name="T13" fmla="*/ 88 h 329"/>
                <a:gd name="T14" fmla="*/ 467 w 837"/>
                <a:gd name="T15" fmla="*/ 89 h 329"/>
                <a:gd name="T16" fmla="*/ 464 w 837"/>
                <a:gd name="T17" fmla="*/ 89 h 329"/>
                <a:gd name="T18" fmla="*/ 344 w 837"/>
                <a:gd name="T19" fmla="*/ 89 h 329"/>
                <a:gd name="T20" fmla="*/ 341 w 837"/>
                <a:gd name="T21" fmla="*/ 89 h 329"/>
                <a:gd name="T22" fmla="*/ 338 w 837"/>
                <a:gd name="T23" fmla="*/ 88 h 329"/>
                <a:gd name="T24" fmla="*/ 335 w 837"/>
                <a:gd name="T25" fmla="*/ 87 h 329"/>
                <a:gd name="T26" fmla="*/ 333 w 837"/>
                <a:gd name="T27" fmla="*/ 85 h 329"/>
                <a:gd name="T28" fmla="*/ 331 w 837"/>
                <a:gd name="T29" fmla="*/ 83 h 329"/>
                <a:gd name="T30" fmla="*/ 330 w 837"/>
                <a:gd name="T31" fmla="*/ 81 h 329"/>
                <a:gd name="T32" fmla="*/ 329 w 837"/>
                <a:gd name="T33" fmla="*/ 78 h 329"/>
                <a:gd name="T34" fmla="*/ 329 w 837"/>
                <a:gd name="T35" fmla="*/ 74 h 329"/>
                <a:gd name="T36" fmla="*/ 329 w 837"/>
                <a:gd name="T37" fmla="*/ 0 h 329"/>
                <a:gd name="T38" fmla="*/ 0 w 837"/>
                <a:gd name="T39" fmla="*/ 0 h 329"/>
                <a:gd name="T40" fmla="*/ 0 w 837"/>
                <a:gd name="T41" fmla="*/ 314 h 329"/>
                <a:gd name="T42" fmla="*/ 0 w 837"/>
                <a:gd name="T43" fmla="*/ 317 h 329"/>
                <a:gd name="T44" fmla="*/ 1 w 837"/>
                <a:gd name="T45" fmla="*/ 319 h 329"/>
                <a:gd name="T46" fmla="*/ 2 w 837"/>
                <a:gd name="T47" fmla="*/ 323 h 329"/>
                <a:gd name="T48" fmla="*/ 5 w 837"/>
                <a:gd name="T49" fmla="*/ 325 h 329"/>
                <a:gd name="T50" fmla="*/ 7 w 837"/>
                <a:gd name="T51" fmla="*/ 326 h 329"/>
                <a:gd name="T52" fmla="*/ 9 w 837"/>
                <a:gd name="T53" fmla="*/ 328 h 329"/>
                <a:gd name="T54" fmla="*/ 12 w 837"/>
                <a:gd name="T55" fmla="*/ 328 h 329"/>
                <a:gd name="T56" fmla="*/ 14 w 837"/>
                <a:gd name="T57" fmla="*/ 329 h 329"/>
                <a:gd name="T58" fmla="*/ 822 w 837"/>
                <a:gd name="T59" fmla="*/ 329 h 329"/>
                <a:gd name="T60" fmla="*/ 825 w 837"/>
                <a:gd name="T61" fmla="*/ 328 h 329"/>
                <a:gd name="T62" fmla="*/ 828 w 837"/>
                <a:gd name="T63" fmla="*/ 328 h 329"/>
                <a:gd name="T64" fmla="*/ 831 w 837"/>
                <a:gd name="T65" fmla="*/ 326 h 329"/>
                <a:gd name="T66" fmla="*/ 833 w 837"/>
                <a:gd name="T67" fmla="*/ 325 h 329"/>
                <a:gd name="T68" fmla="*/ 835 w 837"/>
                <a:gd name="T69" fmla="*/ 323 h 329"/>
                <a:gd name="T70" fmla="*/ 836 w 837"/>
                <a:gd name="T71" fmla="*/ 319 h 329"/>
                <a:gd name="T72" fmla="*/ 837 w 837"/>
                <a:gd name="T73" fmla="*/ 317 h 329"/>
                <a:gd name="T74" fmla="*/ 837 w 837"/>
                <a:gd name="T75" fmla="*/ 314 h 329"/>
                <a:gd name="T76" fmla="*/ 837 w 837"/>
                <a:gd name="T77" fmla="*/ 0 h 329"/>
                <a:gd name="T78" fmla="*/ 479 w 837"/>
                <a:gd name="T79" fmla="*/ 0 h 329"/>
                <a:gd name="T80" fmla="*/ 479 w 837"/>
                <a:gd name="T81" fmla="*/ 74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37" h="329">
                  <a:moveTo>
                    <a:pt x="479" y="74"/>
                  </a:moveTo>
                  <a:lnTo>
                    <a:pt x="478" y="78"/>
                  </a:lnTo>
                  <a:lnTo>
                    <a:pt x="478" y="81"/>
                  </a:lnTo>
                  <a:lnTo>
                    <a:pt x="475" y="83"/>
                  </a:lnTo>
                  <a:lnTo>
                    <a:pt x="474" y="85"/>
                  </a:lnTo>
                  <a:lnTo>
                    <a:pt x="472" y="87"/>
                  </a:lnTo>
                  <a:lnTo>
                    <a:pt x="469" y="88"/>
                  </a:lnTo>
                  <a:lnTo>
                    <a:pt x="467" y="89"/>
                  </a:lnTo>
                  <a:lnTo>
                    <a:pt x="464" y="89"/>
                  </a:lnTo>
                  <a:lnTo>
                    <a:pt x="344" y="89"/>
                  </a:lnTo>
                  <a:lnTo>
                    <a:pt x="341" y="89"/>
                  </a:lnTo>
                  <a:lnTo>
                    <a:pt x="338" y="88"/>
                  </a:lnTo>
                  <a:lnTo>
                    <a:pt x="335" y="87"/>
                  </a:lnTo>
                  <a:lnTo>
                    <a:pt x="333" y="85"/>
                  </a:lnTo>
                  <a:lnTo>
                    <a:pt x="331" y="83"/>
                  </a:lnTo>
                  <a:lnTo>
                    <a:pt x="330" y="81"/>
                  </a:lnTo>
                  <a:lnTo>
                    <a:pt x="329" y="78"/>
                  </a:lnTo>
                  <a:lnTo>
                    <a:pt x="329" y="74"/>
                  </a:lnTo>
                  <a:lnTo>
                    <a:pt x="329" y="0"/>
                  </a:lnTo>
                  <a:lnTo>
                    <a:pt x="0" y="0"/>
                  </a:lnTo>
                  <a:lnTo>
                    <a:pt x="0" y="314"/>
                  </a:lnTo>
                  <a:lnTo>
                    <a:pt x="0" y="317"/>
                  </a:lnTo>
                  <a:lnTo>
                    <a:pt x="1" y="319"/>
                  </a:lnTo>
                  <a:lnTo>
                    <a:pt x="2" y="323"/>
                  </a:lnTo>
                  <a:lnTo>
                    <a:pt x="5" y="325"/>
                  </a:lnTo>
                  <a:lnTo>
                    <a:pt x="7" y="326"/>
                  </a:lnTo>
                  <a:lnTo>
                    <a:pt x="9" y="328"/>
                  </a:lnTo>
                  <a:lnTo>
                    <a:pt x="12" y="328"/>
                  </a:lnTo>
                  <a:lnTo>
                    <a:pt x="14" y="329"/>
                  </a:lnTo>
                  <a:lnTo>
                    <a:pt x="822" y="329"/>
                  </a:lnTo>
                  <a:lnTo>
                    <a:pt x="825" y="328"/>
                  </a:lnTo>
                  <a:lnTo>
                    <a:pt x="828" y="328"/>
                  </a:lnTo>
                  <a:lnTo>
                    <a:pt x="831" y="326"/>
                  </a:lnTo>
                  <a:lnTo>
                    <a:pt x="833" y="325"/>
                  </a:lnTo>
                  <a:lnTo>
                    <a:pt x="835" y="323"/>
                  </a:lnTo>
                  <a:lnTo>
                    <a:pt x="836" y="319"/>
                  </a:lnTo>
                  <a:lnTo>
                    <a:pt x="837" y="317"/>
                  </a:lnTo>
                  <a:lnTo>
                    <a:pt x="837" y="314"/>
                  </a:lnTo>
                  <a:lnTo>
                    <a:pt x="837" y="0"/>
                  </a:lnTo>
                  <a:lnTo>
                    <a:pt x="479" y="0"/>
                  </a:lnTo>
                  <a:lnTo>
                    <a:pt x="479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6" name="Freeform 4349"/>
            <p:cNvSpPr>
              <a:spLocks noEditPoints="1"/>
            </p:cNvSpPr>
            <p:nvPr/>
          </p:nvSpPr>
          <p:spPr bwMode="auto">
            <a:xfrm>
              <a:off x="8763000" y="873125"/>
              <a:ext cx="265113" cy="114300"/>
            </a:xfrm>
            <a:custGeom>
              <a:avLst/>
              <a:gdLst>
                <a:gd name="T0" fmla="*/ 272 w 837"/>
                <a:gd name="T1" fmla="*/ 137 h 359"/>
                <a:gd name="T2" fmla="*/ 278 w 837"/>
                <a:gd name="T3" fmla="*/ 114 h 359"/>
                <a:gd name="T4" fmla="*/ 290 w 837"/>
                <a:gd name="T5" fmla="*/ 92 h 359"/>
                <a:gd name="T6" fmla="*/ 304 w 837"/>
                <a:gd name="T7" fmla="*/ 73 h 359"/>
                <a:gd name="T8" fmla="*/ 322 w 837"/>
                <a:gd name="T9" fmla="*/ 57 h 359"/>
                <a:gd name="T10" fmla="*/ 343 w 837"/>
                <a:gd name="T11" fmla="*/ 44 h 359"/>
                <a:gd name="T12" fmla="*/ 365 w 837"/>
                <a:gd name="T13" fmla="*/ 36 h 359"/>
                <a:gd name="T14" fmla="*/ 391 w 837"/>
                <a:gd name="T15" fmla="*/ 30 h 359"/>
                <a:gd name="T16" fmla="*/ 417 w 837"/>
                <a:gd name="T17" fmla="*/ 30 h 359"/>
                <a:gd name="T18" fmla="*/ 441 w 837"/>
                <a:gd name="T19" fmla="*/ 36 h 359"/>
                <a:gd name="T20" fmla="*/ 465 w 837"/>
                <a:gd name="T21" fmla="*/ 44 h 359"/>
                <a:gd name="T22" fmla="*/ 485 w 837"/>
                <a:gd name="T23" fmla="*/ 57 h 359"/>
                <a:gd name="T24" fmla="*/ 502 w 837"/>
                <a:gd name="T25" fmla="*/ 73 h 359"/>
                <a:gd name="T26" fmla="*/ 517 w 837"/>
                <a:gd name="T27" fmla="*/ 92 h 359"/>
                <a:gd name="T28" fmla="*/ 528 w 837"/>
                <a:gd name="T29" fmla="*/ 114 h 359"/>
                <a:gd name="T30" fmla="*/ 535 w 837"/>
                <a:gd name="T31" fmla="*/ 137 h 359"/>
                <a:gd name="T32" fmla="*/ 270 w 837"/>
                <a:gd name="T33" fmla="*/ 149 h 359"/>
                <a:gd name="T34" fmla="*/ 567 w 837"/>
                <a:gd name="T35" fmla="*/ 149 h 359"/>
                <a:gd name="T36" fmla="*/ 562 w 837"/>
                <a:gd name="T37" fmla="*/ 119 h 359"/>
                <a:gd name="T38" fmla="*/ 551 w 837"/>
                <a:gd name="T39" fmla="*/ 91 h 359"/>
                <a:gd name="T40" fmla="*/ 535 w 837"/>
                <a:gd name="T41" fmla="*/ 65 h 359"/>
                <a:gd name="T42" fmla="*/ 515 w 837"/>
                <a:gd name="T43" fmla="*/ 43 h 359"/>
                <a:gd name="T44" fmla="*/ 491 w 837"/>
                <a:gd name="T45" fmla="*/ 25 h 359"/>
                <a:gd name="T46" fmla="*/ 465 w 837"/>
                <a:gd name="T47" fmla="*/ 11 h 359"/>
                <a:gd name="T48" fmla="*/ 436 w 837"/>
                <a:gd name="T49" fmla="*/ 2 h 359"/>
                <a:gd name="T50" fmla="*/ 404 w 837"/>
                <a:gd name="T51" fmla="*/ 0 h 359"/>
                <a:gd name="T52" fmla="*/ 372 w 837"/>
                <a:gd name="T53" fmla="*/ 2 h 359"/>
                <a:gd name="T54" fmla="*/ 343 w 837"/>
                <a:gd name="T55" fmla="*/ 11 h 359"/>
                <a:gd name="T56" fmla="*/ 315 w 837"/>
                <a:gd name="T57" fmla="*/ 25 h 359"/>
                <a:gd name="T58" fmla="*/ 291 w 837"/>
                <a:gd name="T59" fmla="*/ 43 h 359"/>
                <a:gd name="T60" fmla="*/ 272 w 837"/>
                <a:gd name="T61" fmla="*/ 65 h 359"/>
                <a:gd name="T62" fmla="*/ 256 w 837"/>
                <a:gd name="T63" fmla="*/ 91 h 359"/>
                <a:gd name="T64" fmla="*/ 245 w 837"/>
                <a:gd name="T65" fmla="*/ 119 h 359"/>
                <a:gd name="T66" fmla="*/ 240 w 837"/>
                <a:gd name="T67" fmla="*/ 149 h 359"/>
                <a:gd name="T68" fmla="*/ 12 w 837"/>
                <a:gd name="T69" fmla="*/ 150 h 359"/>
                <a:gd name="T70" fmla="*/ 7 w 837"/>
                <a:gd name="T71" fmla="*/ 152 h 359"/>
                <a:gd name="T72" fmla="*/ 2 w 837"/>
                <a:gd name="T73" fmla="*/ 156 h 359"/>
                <a:gd name="T74" fmla="*/ 0 w 837"/>
                <a:gd name="T75" fmla="*/ 162 h 359"/>
                <a:gd name="T76" fmla="*/ 0 w 837"/>
                <a:gd name="T77" fmla="*/ 359 h 359"/>
                <a:gd name="T78" fmla="*/ 329 w 837"/>
                <a:gd name="T79" fmla="*/ 314 h 359"/>
                <a:gd name="T80" fmla="*/ 330 w 837"/>
                <a:gd name="T81" fmla="*/ 308 h 359"/>
                <a:gd name="T82" fmla="*/ 333 w 837"/>
                <a:gd name="T83" fmla="*/ 304 h 359"/>
                <a:gd name="T84" fmla="*/ 338 w 837"/>
                <a:gd name="T85" fmla="*/ 300 h 359"/>
                <a:gd name="T86" fmla="*/ 344 w 837"/>
                <a:gd name="T87" fmla="*/ 299 h 359"/>
                <a:gd name="T88" fmla="*/ 467 w 837"/>
                <a:gd name="T89" fmla="*/ 299 h 359"/>
                <a:gd name="T90" fmla="*/ 472 w 837"/>
                <a:gd name="T91" fmla="*/ 302 h 359"/>
                <a:gd name="T92" fmla="*/ 475 w 837"/>
                <a:gd name="T93" fmla="*/ 306 h 359"/>
                <a:gd name="T94" fmla="*/ 478 w 837"/>
                <a:gd name="T95" fmla="*/ 312 h 359"/>
                <a:gd name="T96" fmla="*/ 479 w 837"/>
                <a:gd name="T97" fmla="*/ 359 h 359"/>
                <a:gd name="T98" fmla="*/ 837 w 837"/>
                <a:gd name="T99" fmla="*/ 164 h 359"/>
                <a:gd name="T100" fmla="*/ 836 w 837"/>
                <a:gd name="T101" fmla="*/ 159 h 359"/>
                <a:gd name="T102" fmla="*/ 833 w 837"/>
                <a:gd name="T103" fmla="*/ 154 h 359"/>
                <a:gd name="T104" fmla="*/ 828 w 837"/>
                <a:gd name="T105" fmla="*/ 151 h 359"/>
                <a:gd name="T106" fmla="*/ 822 w 837"/>
                <a:gd name="T107" fmla="*/ 14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37" h="359">
                  <a:moveTo>
                    <a:pt x="270" y="149"/>
                  </a:moveTo>
                  <a:lnTo>
                    <a:pt x="272" y="137"/>
                  </a:lnTo>
                  <a:lnTo>
                    <a:pt x="274" y="125"/>
                  </a:lnTo>
                  <a:lnTo>
                    <a:pt x="278" y="114"/>
                  </a:lnTo>
                  <a:lnTo>
                    <a:pt x="284" y="102"/>
                  </a:lnTo>
                  <a:lnTo>
                    <a:pt x="290" y="92"/>
                  </a:lnTo>
                  <a:lnTo>
                    <a:pt x="297" y="82"/>
                  </a:lnTo>
                  <a:lnTo>
                    <a:pt x="304" y="73"/>
                  </a:lnTo>
                  <a:lnTo>
                    <a:pt x="313" y="64"/>
                  </a:lnTo>
                  <a:lnTo>
                    <a:pt x="322" y="57"/>
                  </a:lnTo>
                  <a:lnTo>
                    <a:pt x="332" y="49"/>
                  </a:lnTo>
                  <a:lnTo>
                    <a:pt x="343" y="44"/>
                  </a:lnTo>
                  <a:lnTo>
                    <a:pt x="354" y="39"/>
                  </a:lnTo>
                  <a:lnTo>
                    <a:pt x="365" y="36"/>
                  </a:lnTo>
                  <a:lnTo>
                    <a:pt x="378" y="32"/>
                  </a:lnTo>
                  <a:lnTo>
                    <a:pt x="391" y="30"/>
                  </a:lnTo>
                  <a:lnTo>
                    <a:pt x="404" y="30"/>
                  </a:lnTo>
                  <a:lnTo>
                    <a:pt x="417" y="30"/>
                  </a:lnTo>
                  <a:lnTo>
                    <a:pt x="429" y="32"/>
                  </a:lnTo>
                  <a:lnTo>
                    <a:pt x="441" y="36"/>
                  </a:lnTo>
                  <a:lnTo>
                    <a:pt x="453" y="39"/>
                  </a:lnTo>
                  <a:lnTo>
                    <a:pt x="465" y="44"/>
                  </a:lnTo>
                  <a:lnTo>
                    <a:pt x="475" y="49"/>
                  </a:lnTo>
                  <a:lnTo>
                    <a:pt x="485" y="57"/>
                  </a:lnTo>
                  <a:lnTo>
                    <a:pt x="495" y="64"/>
                  </a:lnTo>
                  <a:lnTo>
                    <a:pt x="502" y="73"/>
                  </a:lnTo>
                  <a:lnTo>
                    <a:pt x="511" y="82"/>
                  </a:lnTo>
                  <a:lnTo>
                    <a:pt x="517" y="92"/>
                  </a:lnTo>
                  <a:lnTo>
                    <a:pt x="524" y="102"/>
                  </a:lnTo>
                  <a:lnTo>
                    <a:pt x="528" y="114"/>
                  </a:lnTo>
                  <a:lnTo>
                    <a:pt x="532" y="125"/>
                  </a:lnTo>
                  <a:lnTo>
                    <a:pt x="535" y="137"/>
                  </a:lnTo>
                  <a:lnTo>
                    <a:pt x="537" y="149"/>
                  </a:lnTo>
                  <a:lnTo>
                    <a:pt x="270" y="149"/>
                  </a:lnTo>
                  <a:close/>
                  <a:moveTo>
                    <a:pt x="822" y="149"/>
                  </a:moveTo>
                  <a:lnTo>
                    <a:pt x="567" y="149"/>
                  </a:lnTo>
                  <a:lnTo>
                    <a:pt x="565" y="134"/>
                  </a:lnTo>
                  <a:lnTo>
                    <a:pt x="562" y="119"/>
                  </a:lnTo>
                  <a:lnTo>
                    <a:pt x="557" y="104"/>
                  </a:lnTo>
                  <a:lnTo>
                    <a:pt x="551" y="91"/>
                  </a:lnTo>
                  <a:lnTo>
                    <a:pt x="544" y="77"/>
                  </a:lnTo>
                  <a:lnTo>
                    <a:pt x="535" y="65"/>
                  </a:lnTo>
                  <a:lnTo>
                    <a:pt x="526" y="54"/>
                  </a:lnTo>
                  <a:lnTo>
                    <a:pt x="515" y="43"/>
                  </a:lnTo>
                  <a:lnTo>
                    <a:pt x="504" y="33"/>
                  </a:lnTo>
                  <a:lnTo>
                    <a:pt x="491" y="25"/>
                  </a:lnTo>
                  <a:lnTo>
                    <a:pt x="479" y="17"/>
                  </a:lnTo>
                  <a:lnTo>
                    <a:pt x="465" y="11"/>
                  </a:lnTo>
                  <a:lnTo>
                    <a:pt x="451" y="7"/>
                  </a:lnTo>
                  <a:lnTo>
                    <a:pt x="436" y="2"/>
                  </a:lnTo>
                  <a:lnTo>
                    <a:pt x="420" y="0"/>
                  </a:lnTo>
                  <a:lnTo>
                    <a:pt x="404" y="0"/>
                  </a:lnTo>
                  <a:lnTo>
                    <a:pt x="388" y="0"/>
                  </a:lnTo>
                  <a:lnTo>
                    <a:pt x="372" y="2"/>
                  </a:lnTo>
                  <a:lnTo>
                    <a:pt x="357" y="7"/>
                  </a:lnTo>
                  <a:lnTo>
                    <a:pt x="343" y="11"/>
                  </a:lnTo>
                  <a:lnTo>
                    <a:pt x="329" y="17"/>
                  </a:lnTo>
                  <a:lnTo>
                    <a:pt x="315" y="25"/>
                  </a:lnTo>
                  <a:lnTo>
                    <a:pt x="303" y="33"/>
                  </a:lnTo>
                  <a:lnTo>
                    <a:pt x="291" y="43"/>
                  </a:lnTo>
                  <a:lnTo>
                    <a:pt x="282" y="54"/>
                  </a:lnTo>
                  <a:lnTo>
                    <a:pt x="272" y="65"/>
                  </a:lnTo>
                  <a:lnTo>
                    <a:pt x="264" y="77"/>
                  </a:lnTo>
                  <a:lnTo>
                    <a:pt x="256" y="91"/>
                  </a:lnTo>
                  <a:lnTo>
                    <a:pt x="251" y="104"/>
                  </a:lnTo>
                  <a:lnTo>
                    <a:pt x="245" y="119"/>
                  </a:lnTo>
                  <a:lnTo>
                    <a:pt x="242" y="134"/>
                  </a:lnTo>
                  <a:lnTo>
                    <a:pt x="240" y="149"/>
                  </a:lnTo>
                  <a:lnTo>
                    <a:pt x="14" y="149"/>
                  </a:lnTo>
                  <a:lnTo>
                    <a:pt x="12" y="150"/>
                  </a:lnTo>
                  <a:lnTo>
                    <a:pt x="9" y="151"/>
                  </a:lnTo>
                  <a:lnTo>
                    <a:pt x="7" y="152"/>
                  </a:lnTo>
                  <a:lnTo>
                    <a:pt x="5" y="154"/>
                  </a:lnTo>
                  <a:lnTo>
                    <a:pt x="2" y="156"/>
                  </a:lnTo>
                  <a:lnTo>
                    <a:pt x="1" y="159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0" y="359"/>
                  </a:lnTo>
                  <a:lnTo>
                    <a:pt x="329" y="359"/>
                  </a:lnTo>
                  <a:lnTo>
                    <a:pt x="329" y="314"/>
                  </a:lnTo>
                  <a:lnTo>
                    <a:pt x="329" y="312"/>
                  </a:lnTo>
                  <a:lnTo>
                    <a:pt x="330" y="308"/>
                  </a:lnTo>
                  <a:lnTo>
                    <a:pt x="331" y="306"/>
                  </a:lnTo>
                  <a:lnTo>
                    <a:pt x="333" y="304"/>
                  </a:lnTo>
                  <a:lnTo>
                    <a:pt x="335" y="302"/>
                  </a:lnTo>
                  <a:lnTo>
                    <a:pt x="338" y="300"/>
                  </a:lnTo>
                  <a:lnTo>
                    <a:pt x="341" y="299"/>
                  </a:lnTo>
                  <a:lnTo>
                    <a:pt x="344" y="299"/>
                  </a:lnTo>
                  <a:lnTo>
                    <a:pt x="464" y="299"/>
                  </a:lnTo>
                  <a:lnTo>
                    <a:pt x="467" y="299"/>
                  </a:lnTo>
                  <a:lnTo>
                    <a:pt x="469" y="300"/>
                  </a:lnTo>
                  <a:lnTo>
                    <a:pt x="472" y="302"/>
                  </a:lnTo>
                  <a:lnTo>
                    <a:pt x="474" y="304"/>
                  </a:lnTo>
                  <a:lnTo>
                    <a:pt x="475" y="306"/>
                  </a:lnTo>
                  <a:lnTo>
                    <a:pt x="478" y="308"/>
                  </a:lnTo>
                  <a:lnTo>
                    <a:pt x="478" y="312"/>
                  </a:lnTo>
                  <a:lnTo>
                    <a:pt x="479" y="314"/>
                  </a:lnTo>
                  <a:lnTo>
                    <a:pt x="479" y="359"/>
                  </a:lnTo>
                  <a:lnTo>
                    <a:pt x="837" y="359"/>
                  </a:lnTo>
                  <a:lnTo>
                    <a:pt x="837" y="164"/>
                  </a:lnTo>
                  <a:lnTo>
                    <a:pt x="837" y="162"/>
                  </a:lnTo>
                  <a:lnTo>
                    <a:pt x="836" y="159"/>
                  </a:lnTo>
                  <a:lnTo>
                    <a:pt x="835" y="156"/>
                  </a:lnTo>
                  <a:lnTo>
                    <a:pt x="833" y="154"/>
                  </a:lnTo>
                  <a:lnTo>
                    <a:pt x="831" y="152"/>
                  </a:lnTo>
                  <a:lnTo>
                    <a:pt x="828" y="151"/>
                  </a:lnTo>
                  <a:lnTo>
                    <a:pt x="825" y="150"/>
                  </a:lnTo>
                  <a:lnTo>
                    <a:pt x="822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5405656" y="4647493"/>
            <a:ext cx="538163" cy="533400"/>
            <a:chOff x="3805238" y="5505451"/>
            <a:chExt cx="538163" cy="533400"/>
          </a:xfrm>
          <a:solidFill>
            <a:schemeClr val="accent1"/>
          </a:solidFill>
        </p:grpSpPr>
        <p:sp>
          <p:nvSpPr>
            <p:cNvPr id="38" name="Freeform 369"/>
            <p:cNvSpPr/>
            <p:nvPr/>
          </p:nvSpPr>
          <p:spPr bwMode="auto">
            <a:xfrm>
              <a:off x="3805238" y="5505451"/>
              <a:ext cx="538163" cy="195263"/>
            </a:xfrm>
            <a:custGeom>
              <a:avLst/>
              <a:gdLst>
                <a:gd name="T0" fmla="*/ 80 w 678"/>
                <a:gd name="T1" fmla="*/ 247 h 247"/>
                <a:gd name="T2" fmla="*/ 338 w 678"/>
                <a:gd name="T3" fmla="*/ 59 h 247"/>
                <a:gd name="T4" fmla="*/ 596 w 678"/>
                <a:gd name="T5" fmla="*/ 247 h 247"/>
                <a:gd name="T6" fmla="*/ 678 w 678"/>
                <a:gd name="T7" fmla="*/ 247 h 247"/>
                <a:gd name="T8" fmla="*/ 338 w 678"/>
                <a:gd name="T9" fmla="*/ 0 h 247"/>
                <a:gd name="T10" fmla="*/ 0 w 678"/>
                <a:gd name="T11" fmla="*/ 247 h 247"/>
                <a:gd name="T12" fmla="*/ 80 w 678"/>
                <a:gd name="T13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8" h="247">
                  <a:moveTo>
                    <a:pt x="80" y="247"/>
                  </a:moveTo>
                  <a:lnTo>
                    <a:pt x="338" y="59"/>
                  </a:lnTo>
                  <a:lnTo>
                    <a:pt x="596" y="247"/>
                  </a:lnTo>
                  <a:lnTo>
                    <a:pt x="678" y="247"/>
                  </a:lnTo>
                  <a:lnTo>
                    <a:pt x="338" y="0"/>
                  </a:lnTo>
                  <a:lnTo>
                    <a:pt x="0" y="247"/>
                  </a:lnTo>
                  <a:lnTo>
                    <a:pt x="80" y="2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9" name="Rectangle 370"/>
            <p:cNvSpPr>
              <a:spLocks noChangeArrowheads="1"/>
            </p:cNvSpPr>
            <p:nvPr/>
          </p:nvSpPr>
          <p:spPr bwMode="auto">
            <a:xfrm>
              <a:off x="3871913" y="5934076"/>
              <a:ext cx="403225" cy="41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0" name="Rectangle 371"/>
            <p:cNvSpPr>
              <a:spLocks noChangeArrowheads="1"/>
            </p:cNvSpPr>
            <p:nvPr/>
          </p:nvSpPr>
          <p:spPr bwMode="auto">
            <a:xfrm>
              <a:off x="3814763" y="5997576"/>
              <a:ext cx="517525" cy="41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1" name="Freeform 372"/>
            <p:cNvSpPr/>
            <p:nvPr/>
          </p:nvSpPr>
          <p:spPr bwMode="auto">
            <a:xfrm>
              <a:off x="4079876" y="5784851"/>
              <a:ext cx="31750" cy="65088"/>
            </a:xfrm>
            <a:custGeom>
              <a:avLst/>
              <a:gdLst>
                <a:gd name="T0" fmla="*/ 28 w 41"/>
                <a:gd name="T1" fmla="*/ 11 h 81"/>
                <a:gd name="T2" fmla="*/ 28 w 41"/>
                <a:gd name="T3" fmla="*/ 11 h 81"/>
                <a:gd name="T4" fmla="*/ 16 w 41"/>
                <a:gd name="T5" fmla="*/ 5 h 81"/>
                <a:gd name="T6" fmla="*/ 0 w 41"/>
                <a:gd name="T7" fmla="*/ 0 h 81"/>
                <a:gd name="T8" fmla="*/ 0 w 41"/>
                <a:gd name="T9" fmla="*/ 81 h 81"/>
                <a:gd name="T10" fmla="*/ 0 w 41"/>
                <a:gd name="T11" fmla="*/ 81 h 81"/>
                <a:gd name="T12" fmla="*/ 12 w 41"/>
                <a:gd name="T13" fmla="*/ 80 h 81"/>
                <a:gd name="T14" fmla="*/ 21 w 41"/>
                <a:gd name="T15" fmla="*/ 75 h 81"/>
                <a:gd name="T16" fmla="*/ 30 w 41"/>
                <a:gd name="T17" fmla="*/ 70 h 81"/>
                <a:gd name="T18" fmla="*/ 36 w 41"/>
                <a:gd name="T19" fmla="*/ 62 h 81"/>
                <a:gd name="T20" fmla="*/ 36 w 41"/>
                <a:gd name="T21" fmla="*/ 62 h 81"/>
                <a:gd name="T22" fmla="*/ 39 w 41"/>
                <a:gd name="T23" fmla="*/ 52 h 81"/>
                <a:gd name="T24" fmla="*/ 41 w 41"/>
                <a:gd name="T25" fmla="*/ 41 h 81"/>
                <a:gd name="T26" fmla="*/ 41 w 41"/>
                <a:gd name="T27" fmla="*/ 41 h 81"/>
                <a:gd name="T28" fmla="*/ 41 w 41"/>
                <a:gd name="T29" fmla="*/ 31 h 81"/>
                <a:gd name="T30" fmla="*/ 38 w 41"/>
                <a:gd name="T31" fmla="*/ 23 h 81"/>
                <a:gd name="T32" fmla="*/ 33 w 41"/>
                <a:gd name="T33" fmla="*/ 16 h 81"/>
                <a:gd name="T34" fmla="*/ 28 w 41"/>
                <a:gd name="T35" fmla="*/ 11 h 81"/>
                <a:gd name="T36" fmla="*/ 28 w 41"/>
                <a:gd name="T37" fmla="*/ 1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1" h="81">
                  <a:moveTo>
                    <a:pt x="28" y="11"/>
                  </a:moveTo>
                  <a:lnTo>
                    <a:pt x="28" y="11"/>
                  </a:lnTo>
                  <a:lnTo>
                    <a:pt x="16" y="5"/>
                  </a:lnTo>
                  <a:lnTo>
                    <a:pt x="0" y="0"/>
                  </a:lnTo>
                  <a:lnTo>
                    <a:pt x="0" y="81"/>
                  </a:lnTo>
                  <a:lnTo>
                    <a:pt x="0" y="81"/>
                  </a:lnTo>
                  <a:lnTo>
                    <a:pt x="12" y="80"/>
                  </a:lnTo>
                  <a:lnTo>
                    <a:pt x="21" y="75"/>
                  </a:lnTo>
                  <a:lnTo>
                    <a:pt x="30" y="70"/>
                  </a:lnTo>
                  <a:lnTo>
                    <a:pt x="36" y="62"/>
                  </a:lnTo>
                  <a:lnTo>
                    <a:pt x="36" y="62"/>
                  </a:lnTo>
                  <a:lnTo>
                    <a:pt x="39" y="52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1" y="31"/>
                  </a:lnTo>
                  <a:lnTo>
                    <a:pt x="38" y="23"/>
                  </a:lnTo>
                  <a:lnTo>
                    <a:pt x="33" y="16"/>
                  </a:lnTo>
                  <a:lnTo>
                    <a:pt x="28" y="11"/>
                  </a:lnTo>
                  <a:lnTo>
                    <a:pt x="28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2" name="Freeform 373"/>
            <p:cNvSpPr/>
            <p:nvPr/>
          </p:nvSpPr>
          <p:spPr bwMode="auto">
            <a:xfrm>
              <a:off x="4038601" y="5702301"/>
              <a:ext cx="30163" cy="58738"/>
            </a:xfrm>
            <a:custGeom>
              <a:avLst/>
              <a:gdLst>
                <a:gd name="T0" fmla="*/ 8 w 37"/>
                <a:gd name="T1" fmla="*/ 13 h 74"/>
                <a:gd name="T2" fmla="*/ 8 w 37"/>
                <a:gd name="T3" fmla="*/ 13 h 74"/>
                <a:gd name="T4" fmla="*/ 5 w 37"/>
                <a:gd name="T5" fmla="*/ 20 h 74"/>
                <a:gd name="T6" fmla="*/ 1 w 37"/>
                <a:gd name="T7" fmla="*/ 25 h 74"/>
                <a:gd name="T8" fmla="*/ 0 w 37"/>
                <a:gd name="T9" fmla="*/ 31 h 74"/>
                <a:gd name="T10" fmla="*/ 0 w 37"/>
                <a:gd name="T11" fmla="*/ 38 h 74"/>
                <a:gd name="T12" fmla="*/ 0 w 37"/>
                <a:gd name="T13" fmla="*/ 38 h 74"/>
                <a:gd name="T14" fmla="*/ 0 w 37"/>
                <a:gd name="T15" fmla="*/ 44 h 74"/>
                <a:gd name="T16" fmla="*/ 1 w 37"/>
                <a:gd name="T17" fmla="*/ 51 h 74"/>
                <a:gd name="T18" fmla="*/ 5 w 37"/>
                <a:gd name="T19" fmla="*/ 56 h 74"/>
                <a:gd name="T20" fmla="*/ 10 w 37"/>
                <a:gd name="T21" fmla="*/ 61 h 74"/>
                <a:gd name="T22" fmla="*/ 10 w 37"/>
                <a:gd name="T23" fmla="*/ 61 h 74"/>
                <a:gd name="T24" fmla="*/ 16 w 37"/>
                <a:gd name="T25" fmla="*/ 66 h 74"/>
                <a:gd name="T26" fmla="*/ 21 w 37"/>
                <a:gd name="T27" fmla="*/ 69 h 74"/>
                <a:gd name="T28" fmla="*/ 37 w 37"/>
                <a:gd name="T29" fmla="*/ 74 h 74"/>
                <a:gd name="T30" fmla="*/ 37 w 37"/>
                <a:gd name="T31" fmla="*/ 0 h 74"/>
                <a:gd name="T32" fmla="*/ 37 w 37"/>
                <a:gd name="T33" fmla="*/ 0 h 74"/>
                <a:gd name="T34" fmla="*/ 28 w 37"/>
                <a:gd name="T35" fmla="*/ 2 h 74"/>
                <a:gd name="T36" fmla="*/ 19 w 37"/>
                <a:gd name="T37" fmla="*/ 5 h 74"/>
                <a:gd name="T38" fmla="*/ 13 w 37"/>
                <a:gd name="T39" fmla="*/ 8 h 74"/>
                <a:gd name="T40" fmla="*/ 8 w 37"/>
                <a:gd name="T41" fmla="*/ 13 h 74"/>
                <a:gd name="T42" fmla="*/ 8 w 37"/>
                <a:gd name="T43" fmla="*/ 1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74">
                  <a:moveTo>
                    <a:pt x="8" y="13"/>
                  </a:moveTo>
                  <a:lnTo>
                    <a:pt x="8" y="13"/>
                  </a:lnTo>
                  <a:lnTo>
                    <a:pt x="5" y="20"/>
                  </a:lnTo>
                  <a:lnTo>
                    <a:pt x="1" y="25"/>
                  </a:lnTo>
                  <a:lnTo>
                    <a:pt x="0" y="31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5" y="56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16" y="66"/>
                  </a:lnTo>
                  <a:lnTo>
                    <a:pt x="21" y="69"/>
                  </a:lnTo>
                  <a:lnTo>
                    <a:pt x="37" y="74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2"/>
                  </a:lnTo>
                  <a:lnTo>
                    <a:pt x="19" y="5"/>
                  </a:lnTo>
                  <a:lnTo>
                    <a:pt x="13" y="8"/>
                  </a:lnTo>
                  <a:lnTo>
                    <a:pt x="8" y="13"/>
                  </a:lnTo>
                  <a:lnTo>
                    <a:pt x="8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3" name="Freeform 374"/>
            <p:cNvSpPr>
              <a:spLocks noEditPoints="1"/>
            </p:cNvSpPr>
            <p:nvPr/>
          </p:nvSpPr>
          <p:spPr bwMode="auto">
            <a:xfrm>
              <a:off x="3933826" y="5640388"/>
              <a:ext cx="280988" cy="279400"/>
            </a:xfrm>
            <a:custGeom>
              <a:avLst/>
              <a:gdLst>
                <a:gd name="T0" fmla="*/ 159 w 355"/>
                <a:gd name="T1" fmla="*/ 0 h 353"/>
                <a:gd name="T2" fmla="*/ 108 w 355"/>
                <a:gd name="T3" fmla="*/ 13 h 353"/>
                <a:gd name="T4" fmla="*/ 64 w 355"/>
                <a:gd name="T5" fmla="*/ 39 h 353"/>
                <a:gd name="T6" fmla="*/ 32 w 355"/>
                <a:gd name="T7" fmla="*/ 77 h 353"/>
                <a:gd name="T8" fmla="*/ 9 w 355"/>
                <a:gd name="T9" fmla="*/ 124 h 353"/>
                <a:gd name="T10" fmla="*/ 0 w 355"/>
                <a:gd name="T11" fmla="*/ 176 h 353"/>
                <a:gd name="T12" fmla="*/ 4 w 355"/>
                <a:gd name="T13" fmla="*/ 212 h 353"/>
                <a:gd name="T14" fmla="*/ 22 w 355"/>
                <a:gd name="T15" fmla="*/ 260 h 353"/>
                <a:gd name="T16" fmla="*/ 53 w 355"/>
                <a:gd name="T17" fmla="*/ 300 h 353"/>
                <a:gd name="T18" fmla="*/ 94 w 355"/>
                <a:gd name="T19" fmla="*/ 331 h 353"/>
                <a:gd name="T20" fmla="*/ 141 w 355"/>
                <a:gd name="T21" fmla="*/ 349 h 353"/>
                <a:gd name="T22" fmla="*/ 177 w 355"/>
                <a:gd name="T23" fmla="*/ 353 h 353"/>
                <a:gd name="T24" fmla="*/ 229 w 355"/>
                <a:gd name="T25" fmla="*/ 345 h 353"/>
                <a:gd name="T26" fmla="*/ 277 w 355"/>
                <a:gd name="T27" fmla="*/ 323 h 353"/>
                <a:gd name="T28" fmla="*/ 314 w 355"/>
                <a:gd name="T29" fmla="*/ 289 h 353"/>
                <a:gd name="T30" fmla="*/ 340 w 355"/>
                <a:gd name="T31" fmla="*/ 245 h 353"/>
                <a:gd name="T32" fmla="*/ 353 w 355"/>
                <a:gd name="T33" fmla="*/ 194 h 353"/>
                <a:gd name="T34" fmla="*/ 353 w 355"/>
                <a:gd name="T35" fmla="*/ 158 h 353"/>
                <a:gd name="T36" fmla="*/ 340 w 355"/>
                <a:gd name="T37" fmla="*/ 108 h 353"/>
                <a:gd name="T38" fmla="*/ 314 w 355"/>
                <a:gd name="T39" fmla="*/ 64 h 353"/>
                <a:gd name="T40" fmla="*/ 277 w 355"/>
                <a:gd name="T41" fmla="*/ 29 h 353"/>
                <a:gd name="T42" fmla="*/ 229 w 355"/>
                <a:gd name="T43" fmla="*/ 6 h 353"/>
                <a:gd name="T44" fmla="*/ 177 w 355"/>
                <a:gd name="T45" fmla="*/ 0 h 353"/>
                <a:gd name="T46" fmla="*/ 228 w 355"/>
                <a:gd name="T47" fmla="*/ 274 h 353"/>
                <a:gd name="T48" fmla="*/ 198 w 355"/>
                <a:gd name="T49" fmla="*/ 284 h 353"/>
                <a:gd name="T50" fmla="*/ 170 w 355"/>
                <a:gd name="T51" fmla="*/ 317 h 353"/>
                <a:gd name="T52" fmla="*/ 149 w 355"/>
                <a:gd name="T53" fmla="*/ 284 h 353"/>
                <a:gd name="T54" fmla="*/ 126 w 355"/>
                <a:gd name="T55" fmla="*/ 273 h 353"/>
                <a:gd name="T56" fmla="*/ 110 w 355"/>
                <a:gd name="T57" fmla="*/ 255 h 353"/>
                <a:gd name="T58" fmla="*/ 103 w 355"/>
                <a:gd name="T59" fmla="*/ 237 h 353"/>
                <a:gd name="T60" fmla="*/ 128 w 355"/>
                <a:gd name="T61" fmla="*/ 212 h 353"/>
                <a:gd name="T62" fmla="*/ 134 w 355"/>
                <a:gd name="T63" fmla="*/ 243 h 353"/>
                <a:gd name="T64" fmla="*/ 148 w 355"/>
                <a:gd name="T65" fmla="*/ 256 h 353"/>
                <a:gd name="T66" fmla="*/ 170 w 355"/>
                <a:gd name="T67" fmla="*/ 180 h 353"/>
                <a:gd name="T68" fmla="*/ 141 w 355"/>
                <a:gd name="T69" fmla="*/ 171 h 353"/>
                <a:gd name="T70" fmla="*/ 121 w 355"/>
                <a:gd name="T71" fmla="*/ 158 h 353"/>
                <a:gd name="T72" fmla="*/ 107 w 355"/>
                <a:gd name="T73" fmla="*/ 129 h 353"/>
                <a:gd name="T74" fmla="*/ 107 w 355"/>
                <a:gd name="T75" fmla="*/ 106 h 353"/>
                <a:gd name="T76" fmla="*/ 121 w 355"/>
                <a:gd name="T77" fmla="*/ 75 h 353"/>
                <a:gd name="T78" fmla="*/ 143 w 355"/>
                <a:gd name="T79" fmla="*/ 60 h 353"/>
                <a:gd name="T80" fmla="*/ 170 w 355"/>
                <a:gd name="T81" fmla="*/ 36 h 353"/>
                <a:gd name="T82" fmla="*/ 185 w 355"/>
                <a:gd name="T83" fmla="*/ 55 h 353"/>
                <a:gd name="T84" fmla="*/ 223 w 355"/>
                <a:gd name="T85" fmla="*/ 67 h 353"/>
                <a:gd name="T86" fmla="*/ 239 w 355"/>
                <a:gd name="T87" fmla="*/ 81 h 353"/>
                <a:gd name="T88" fmla="*/ 249 w 355"/>
                <a:gd name="T89" fmla="*/ 116 h 353"/>
                <a:gd name="T90" fmla="*/ 219 w 355"/>
                <a:gd name="T91" fmla="*/ 104 h 353"/>
                <a:gd name="T92" fmla="*/ 210 w 355"/>
                <a:gd name="T93" fmla="*/ 88 h 353"/>
                <a:gd name="T94" fmla="*/ 185 w 355"/>
                <a:gd name="T95" fmla="*/ 80 h 353"/>
                <a:gd name="T96" fmla="*/ 215 w 355"/>
                <a:gd name="T97" fmla="*/ 163 h 353"/>
                <a:gd name="T98" fmla="*/ 234 w 355"/>
                <a:gd name="T99" fmla="*/ 173 h 353"/>
                <a:gd name="T100" fmla="*/ 252 w 355"/>
                <a:gd name="T101" fmla="*/ 202 h 353"/>
                <a:gd name="T102" fmla="*/ 252 w 355"/>
                <a:gd name="T103" fmla="*/ 235 h 353"/>
                <a:gd name="T104" fmla="*/ 244 w 355"/>
                <a:gd name="T105" fmla="*/ 258 h 353"/>
                <a:gd name="T106" fmla="*/ 228 w 355"/>
                <a:gd name="T107" fmla="*/ 274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55" h="353">
                  <a:moveTo>
                    <a:pt x="177" y="0"/>
                  </a:moveTo>
                  <a:lnTo>
                    <a:pt x="177" y="0"/>
                  </a:lnTo>
                  <a:lnTo>
                    <a:pt x="159" y="0"/>
                  </a:lnTo>
                  <a:lnTo>
                    <a:pt x="141" y="3"/>
                  </a:lnTo>
                  <a:lnTo>
                    <a:pt x="125" y="6"/>
                  </a:lnTo>
                  <a:lnTo>
                    <a:pt x="108" y="13"/>
                  </a:lnTo>
                  <a:lnTo>
                    <a:pt x="94" y="21"/>
                  </a:lnTo>
                  <a:lnTo>
                    <a:pt x="79" y="29"/>
                  </a:lnTo>
                  <a:lnTo>
                    <a:pt x="64" y="39"/>
                  </a:lnTo>
                  <a:lnTo>
                    <a:pt x="53" y="50"/>
                  </a:lnTo>
                  <a:lnTo>
                    <a:pt x="41" y="64"/>
                  </a:lnTo>
                  <a:lnTo>
                    <a:pt x="32" y="77"/>
                  </a:lnTo>
                  <a:lnTo>
                    <a:pt x="22" y="91"/>
                  </a:lnTo>
                  <a:lnTo>
                    <a:pt x="15" y="108"/>
                  </a:lnTo>
                  <a:lnTo>
                    <a:pt x="9" y="124"/>
                  </a:lnTo>
                  <a:lnTo>
                    <a:pt x="4" y="140"/>
                  </a:lnTo>
                  <a:lnTo>
                    <a:pt x="2" y="158"/>
                  </a:lnTo>
                  <a:lnTo>
                    <a:pt x="0" y="176"/>
                  </a:lnTo>
                  <a:lnTo>
                    <a:pt x="0" y="176"/>
                  </a:lnTo>
                  <a:lnTo>
                    <a:pt x="2" y="194"/>
                  </a:lnTo>
                  <a:lnTo>
                    <a:pt x="4" y="212"/>
                  </a:lnTo>
                  <a:lnTo>
                    <a:pt x="9" y="229"/>
                  </a:lnTo>
                  <a:lnTo>
                    <a:pt x="15" y="245"/>
                  </a:lnTo>
                  <a:lnTo>
                    <a:pt x="22" y="260"/>
                  </a:lnTo>
                  <a:lnTo>
                    <a:pt x="32" y="274"/>
                  </a:lnTo>
                  <a:lnTo>
                    <a:pt x="41" y="289"/>
                  </a:lnTo>
                  <a:lnTo>
                    <a:pt x="53" y="300"/>
                  </a:lnTo>
                  <a:lnTo>
                    <a:pt x="64" y="312"/>
                  </a:lnTo>
                  <a:lnTo>
                    <a:pt x="79" y="323"/>
                  </a:lnTo>
                  <a:lnTo>
                    <a:pt x="94" y="331"/>
                  </a:lnTo>
                  <a:lnTo>
                    <a:pt x="108" y="338"/>
                  </a:lnTo>
                  <a:lnTo>
                    <a:pt x="125" y="345"/>
                  </a:lnTo>
                  <a:lnTo>
                    <a:pt x="141" y="349"/>
                  </a:lnTo>
                  <a:lnTo>
                    <a:pt x="159" y="351"/>
                  </a:lnTo>
                  <a:lnTo>
                    <a:pt x="177" y="353"/>
                  </a:lnTo>
                  <a:lnTo>
                    <a:pt x="177" y="353"/>
                  </a:lnTo>
                  <a:lnTo>
                    <a:pt x="195" y="351"/>
                  </a:lnTo>
                  <a:lnTo>
                    <a:pt x="213" y="349"/>
                  </a:lnTo>
                  <a:lnTo>
                    <a:pt x="229" y="345"/>
                  </a:lnTo>
                  <a:lnTo>
                    <a:pt x="246" y="338"/>
                  </a:lnTo>
                  <a:lnTo>
                    <a:pt x="262" y="331"/>
                  </a:lnTo>
                  <a:lnTo>
                    <a:pt x="277" y="323"/>
                  </a:lnTo>
                  <a:lnTo>
                    <a:pt x="290" y="312"/>
                  </a:lnTo>
                  <a:lnTo>
                    <a:pt x="303" y="300"/>
                  </a:lnTo>
                  <a:lnTo>
                    <a:pt x="314" y="289"/>
                  </a:lnTo>
                  <a:lnTo>
                    <a:pt x="324" y="274"/>
                  </a:lnTo>
                  <a:lnTo>
                    <a:pt x="332" y="260"/>
                  </a:lnTo>
                  <a:lnTo>
                    <a:pt x="340" y="245"/>
                  </a:lnTo>
                  <a:lnTo>
                    <a:pt x="347" y="229"/>
                  </a:lnTo>
                  <a:lnTo>
                    <a:pt x="350" y="212"/>
                  </a:lnTo>
                  <a:lnTo>
                    <a:pt x="353" y="194"/>
                  </a:lnTo>
                  <a:lnTo>
                    <a:pt x="355" y="176"/>
                  </a:lnTo>
                  <a:lnTo>
                    <a:pt x="355" y="176"/>
                  </a:lnTo>
                  <a:lnTo>
                    <a:pt x="353" y="158"/>
                  </a:lnTo>
                  <a:lnTo>
                    <a:pt x="350" y="140"/>
                  </a:lnTo>
                  <a:lnTo>
                    <a:pt x="347" y="124"/>
                  </a:lnTo>
                  <a:lnTo>
                    <a:pt x="340" y="108"/>
                  </a:lnTo>
                  <a:lnTo>
                    <a:pt x="332" y="91"/>
                  </a:lnTo>
                  <a:lnTo>
                    <a:pt x="324" y="77"/>
                  </a:lnTo>
                  <a:lnTo>
                    <a:pt x="314" y="64"/>
                  </a:lnTo>
                  <a:lnTo>
                    <a:pt x="303" y="50"/>
                  </a:lnTo>
                  <a:lnTo>
                    <a:pt x="290" y="39"/>
                  </a:lnTo>
                  <a:lnTo>
                    <a:pt x="277" y="29"/>
                  </a:lnTo>
                  <a:lnTo>
                    <a:pt x="262" y="21"/>
                  </a:lnTo>
                  <a:lnTo>
                    <a:pt x="246" y="13"/>
                  </a:lnTo>
                  <a:lnTo>
                    <a:pt x="229" y="6"/>
                  </a:lnTo>
                  <a:lnTo>
                    <a:pt x="213" y="3"/>
                  </a:lnTo>
                  <a:lnTo>
                    <a:pt x="195" y="0"/>
                  </a:lnTo>
                  <a:lnTo>
                    <a:pt x="177" y="0"/>
                  </a:lnTo>
                  <a:lnTo>
                    <a:pt x="177" y="0"/>
                  </a:lnTo>
                  <a:close/>
                  <a:moveTo>
                    <a:pt x="228" y="274"/>
                  </a:moveTo>
                  <a:lnTo>
                    <a:pt x="228" y="274"/>
                  </a:lnTo>
                  <a:lnTo>
                    <a:pt x="219" y="278"/>
                  </a:lnTo>
                  <a:lnTo>
                    <a:pt x="210" y="282"/>
                  </a:lnTo>
                  <a:lnTo>
                    <a:pt x="198" y="284"/>
                  </a:lnTo>
                  <a:lnTo>
                    <a:pt x="185" y="286"/>
                  </a:lnTo>
                  <a:lnTo>
                    <a:pt x="185" y="317"/>
                  </a:lnTo>
                  <a:lnTo>
                    <a:pt x="170" y="317"/>
                  </a:lnTo>
                  <a:lnTo>
                    <a:pt x="170" y="286"/>
                  </a:lnTo>
                  <a:lnTo>
                    <a:pt x="170" y="286"/>
                  </a:lnTo>
                  <a:lnTo>
                    <a:pt x="149" y="284"/>
                  </a:lnTo>
                  <a:lnTo>
                    <a:pt x="141" y="281"/>
                  </a:lnTo>
                  <a:lnTo>
                    <a:pt x="133" y="278"/>
                  </a:lnTo>
                  <a:lnTo>
                    <a:pt x="126" y="273"/>
                  </a:lnTo>
                  <a:lnTo>
                    <a:pt x="120" y="268"/>
                  </a:lnTo>
                  <a:lnTo>
                    <a:pt x="113" y="261"/>
                  </a:lnTo>
                  <a:lnTo>
                    <a:pt x="110" y="255"/>
                  </a:lnTo>
                  <a:lnTo>
                    <a:pt x="110" y="255"/>
                  </a:lnTo>
                  <a:lnTo>
                    <a:pt x="105" y="246"/>
                  </a:lnTo>
                  <a:lnTo>
                    <a:pt x="103" y="237"/>
                  </a:lnTo>
                  <a:lnTo>
                    <a:pt x="102" y="225"/>
                  </a:lnTo>
                  <a:lnTo>
                    <a:pt x="100" y="212"/>
                  </a:lnTo>
                  <a:lnTo>
                    <a:pt x="128" y="212"/>
                  </a:lnTo>
                  <a:lnTo>
                    <a:pt x="128" y="212"/>
                  </a:lnTo>
                  <a:lnTo>
                    <a:pt x="130" y="230"/>
                  </a:lnTo>
                  <a:lnTo>
                    <a:pt x="134" y="243"/>
                  </a:lnTo>
                  <a:lnTo>
                    <a:pt x="134" y="243"/>
                  </a:lnTo>
                  <a:lnTo>
                    <a:pt x="141" y="251"/>
                  </a:lnTo>
                  <a:lnTo>
                    <a:pt x="148" y="256"/>
                  </a:lnTo>
                  <a:lnTo>
                    <a:pt x="159" y="261"/>
                  </a:lnTo>
                  <a:lnTo>
                    <a:pt x="170" y="263"/>
                  </a:lnTo>
                  <a:lnTo>
                    <a:pt x="170" y="180"/>
                  </a:lnTo>
                  <a:lnTo>
                    <a:pt x="170" y="180"/>
                  </a:lnTo>
                  <a:lnTo>
                    <a:pt x="154" y="176"/>
                  </a:lnTo>
                  <a:lnTo>
                    <a:pt x="141" y="171"/>
                  </a:lnTo>
                  <a:lnTo>
                    <a:pt x="130" y="165"/>
                  </a:lnTo>
                  <a:lnTo>
                    <a:pt x="121" y="158"/>
                  </a:lnTo>
                  <a:lnTo>
                    <a:pt x="121" y="158"/>
                  </a:lnTo>
                  <a:lnTo>
                    <a:pt x="113" y="150"/>
                  </a:lnTo>
                  <a:lnTo>
                    <a:pt x="108" y="140"/>
                  </a:lnTo>
                  <a:lnTo>
                    <a:pt x="107" y="129"/>
                  </a:lnTo>
                  <a:lnTo>
                    <a:pt x="105" y="117"/>
                  </a:lnTo>
                  <a:lnTo>
                    <a:pt x="105" y="117"/>
                  </a:lnTo>
                  <a:lnTo>
                    <a:pt x="107" y="106"/>
                  </a:lnTo>
                  <a:lnTo>
                    <a:pt x="110" y="95"/>
                  </a:lnTo>
                  <a:lnTo>
                    <a:pt x="115" y="85"/>
                  </a:lnTo>
                  <a:lnTo>
                    <a:pt x="121" y="75"/>
                  </a:lnTo>
                  <a:lnTo>
                    <a:pt x="121" y="75"/>
                  </a:lnTo>
                  <a:lnTo>
                    <a:pt x="131" y="67"/>
                  </a:lnTo>
                  <a:lnTo>
                    <a:pt x="143" y="60"/>
                  </a:lnTo>
                  <a:lnTo>
                    <a:pt x="156" y="57"/>
                  </a:lnTo>
                  <a:lnTo>
                    <a:pt x="170" y="55"/>
                  </a:lnTo>
                  <a:lnTo>
                    <a:pt x="170" y="36"/>
                  </a:lnTo>
                  <a:lnTo>
                    <a:pt x="185" y="36"/>
                  </a:lnTo>
                  <a:lnTo>
                    <a:pt x="185" y="55"/>
                  </a:lnTo>
                  <a:lnTo>
                    <a:pt x="185" y="55"/>
                  </a:lnTo>
                  <a:lnTo>
                    <a:pt x="200" y="57"/>
                  </a:lnTo>
                  <a:lnTo>
                    <a:pt x="211" y="62"/>
                  </a:lnTo>
                  <a:lnTo>
                    <a:pt x="223" y="67"/>
                  </a:lnTo>
                  <a:lnTo>
                    <a:pt x="232" y="73"/>
                  </a:lnTo>
                  <a:lnTo>
                    <a:pt x="232" y="73"/>
                  </a:lnTo>
                  <a:lnTo>
                    <a:pt x="239" y="81"/>
                  </a:lnTo>
                  <a:lnTo>
                    <a:pt x="244" y="93"/>
                  </a:lnTo>
                  <a:lnTo>
                    <a:pt x="247" y="103"/>
                  </a:lnTo>
                  <a:lnTo>
                    <a:pt x="249" y="116"/>
                  </a:lnTo>
                  <a:lnTo>
                    <a:pt x="223" y="116"/>
                  </a:lnTo>
                  <a:lnTo>
                    <a:pt x="223" y="116"/>
                  </a:lnTo>
                  <a:lnTo>
                    <a:pt x="219" y="104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10" y="88"/>
                  </a:lnTo>
                  <a:lnTo>
                    <a:pt x="203" y="83"/>
                  </a:lnTo>
                  <a:lnTo>
                    <a:pt x="195" y="80"/>
                  </a:lnTo>
                  <a:lnTo>
                    <a:pt x="185" y="80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215" y="163"/>
                  </a:lnTo>
                  <a:lnTo>
                    <a:pt x="226" y="168"/>
                  </a:lnTo>
                  <a:lnTo>
                    <a:pt x="234" y="173"/>
                  </a:lnTo>
                  <a:lnTo>
                    <a:pt x="234" y="173"/>
                  </a:lnTo>
                  <a:lnTo>
                    <a:pt x="242" y="181"/>
                  </a:lnTo>
                  <a:lnTo>
                    <a:pt x="249" y="191"/>
                  </a:lnTo>
                  <a:lnTo>
                    <a:pt x="252" y="202"/>
                  </a:lnTo>
                  <a:lnTo>
                    <a:pt x="254" y="215"/>
                  </a:lnTo>
                  <a:lnTo>
                    <a:pt x="254" y="215"/>
                  </a:lnTo>
                  <a:lnTo>
                    <a:pt x="252" y="235"/>
                  </a:lnTo>
                  <a:lnTo>
                    <a:pt x="250" y="243"/>
                  </a:lnTo>
                  <a:lnTo>
                    <a:pt x="247" y="251"/>
                  </a:lnTo>
                  <a:lnTo>
                    <a:pt x="244" y="258"/>
                  </a:lnTo>
                  <a:lnTo>
                    <a:pt x="239" y="263"/>
                  </a:lnTo>
                  <a:lnTo>
                    <a:pt x="234" y="269"/>
                  </a:lnTo>
                  <a:lnTo>
                    <a:pt x="228" y="274"/>
                  </a:lnTo>
                  <a:lnTo>
                    <a:pt x="228" y="2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8723352" y="3687322"/>
            <a:ext cx="536575" cy="409576"/>
            <a:chOff x="6678613" y="4643438"/>
            <a:chExt cx="536575" cy="409576"/>
          </a:xfrm>
          <a:solidFill>
            <a:schemeClr val="accent1"/>
          </a:solidFill>
        </p:grpSpPr>
        <p:sp>
          <p:nvSpPr>
            <p:cNvPr id="45" name="Freeform 325"/>
            <p:cNvSpPr>
              <a:spLocks noEditPoints="1"/>
            </p:cNvSpPr>
            <p:nvPr/>
          </p:nvSpPr>
          <p:spPr bwMode="auto">
            <a:xfrm>
              <a:off x="6861176" y="4778376"/>
              <a:ext cx="65088" cy="122238"/>
            </a:xfrm>
            <a:custGeom>
              <a:avLst/>
              <a:gdLst>
                <a:gd name="T0" fmla="*/ 12 w 84"/>
                <a:gd name="T1" fmla="*/ 23 h 153"/>
                <a:gd name="T2" fmla="*/ 23 w 84"/>
                <a:gd name="T3" fmla="*/ 15 h 153"/>
                <a:gd name="T4" fmla="*/ 38 w 84"/>
                <a:gd name="T5" fmla="*/ 11 h 153"/>
                <a:gd name="T6" fmla="*/ 46 w 84"/>
                <a:gd name="T7" fmla="*/ 0 h 153"/>
                <a:gd name="T8" fmla="*/ 46 w 84"/>
                <a:gd name="T9" fmla="*/ 11 h 153"/>
                <a:gd name="T10" fmla="*/ 61 w 84"/>
                <a:gd name="T11" fmla="*/ 15 h 153"/>
                <a:gd name="T12" fmla="*/ 72 w 84"/>
                <a:gd name="T13" fmla="*/ 21 h 153"/>
                <a:gd name="T14" fmla="*/ 75 w 84"/>
                <a:gd name="T15" fmla="*/ 26 h 153"/>
                <a:gd name="T16" fmla="*/ 80 w 84"/>
                <a:gd name="T17" fmla="*/ 37 h 153"/>
                <a:gd name="T18" fmla="*/ 67 w 84"/>
                <a:gd name="T19" fmla="*/ 44 h 153"/>
                <a:gd name="T20" fmla="*/ 66 w 84"/>
                <a:gd name="T21" fmla="*/ 37 h 153"/>
                <a:gd name="T22" fmla="*/ 64 w 84"/>
                <a:gd name="T23" fmla="*/ 33 h 153"/>
                <a:gd name="T24" fmla="*/ 56 w 84"/>
                <a:gd name="T25" fmla="*/ 26 h 153"/>
                <a:gd name="T26" fmla="*/ 46 w 84"/>
                <a:gd name="T27" fmla="*/ 24 h 153"/>
                <a:gd name="T28" fmla="*/ 46 w 84"/>
                <a:gd name="T29" fmla="*/ 65 h 153"/>
                <a:gd name="T30" fmla="*/ 72 w 84"/>
                <a:gd name="T31" fmla="*/ 75 h 153"/>
                <a:gd name="T32" fmla="*/ 77 w 84"/>
                <a:gd name="T33" fmla="*/ 80 h 153"/>
                <a:gd name="T34" fmla="*/ 84 w 84"/>
                <a:gd name="T35" fmla="*/ 91 h 153"/>
                <a:gd name="T36" fmla="*/ 84 w 84"/>
                <a:gd name="T37" fmla="*/ 98 h 153"/>
                <a:gd name="T38" fmla="*/ 80 w 84"/>
                <a:gd name="T39" fmla="*/ 118 h 153"/>
                <a:gd name="T40" fmla="*/ 69 w 84"/>
                <a:gd name="T41" fmla="*/ 131 h 153"/>
                <a:gd name="T42" fmla="*/ 59 w 84"/>
                <a:gd name="T43" fmla="*/ 134 h 153"/>
                <a:gd name="T44" fmla="*/ 46 w 84"/>
                <a:gd name="T45" fmla="*/ 153 h 153"/>
                <a:gd name="T46" fmla="*/ 38 w 84"/>
                <a:gd name="T47" fmla="*/ 137 h 153"/>
                <a:gd name="T48" fmla="*/ 28 w 84"/>
                <a:gd name="T49" fmla="*/ 135 h 153"/>
                <a:gd name="T50" fmla="*/ 10 w 84"/>
                <a:gd name="T51" fmla="*/ 127 h 153"/>
                <a:gd name="T52" fmla="*/ 5 w 84"/>
                <a:gd name="T53" fmla="*/ 119 h 153"/>
                <a:gd name="T54" fmla="*/ 0 w 84"/>
                <a:gd name="T55" fmla="*/ 96 h 153"/>
                <a:gd name="T56" fmla="*/ 15 w 84"/>
                <a:gd name="T57" fmla="*/ 96 h 153"/>
                <a:gd name="T58" fmla="*/ 20 w 84"/>
                <a:gd name="T59" fmla="*/ 114 h 153"/>
                <a:gd name="T60" fmla="*/ 21 w 84"/>
                <a:gd name="T61" fmla="*/ 118 h 153"/>
                <a:gd name="T62" fmla="*/ 31 w 84"/>
                <a:gd name="T63" fmla="*/ 122 h 153"/>
                <a:gd name="T64" fmla="*/ 38 w 84"/>
                <a:gd name="T65" fmla="*/ 78 h 153"/>
                <a:gd name="T66" fmla="*/ 23 w 84"/>
                <a:gd name="T67" fmla="*/ 73 h 153"/>
                <a:gd name="T68" fmla="*/ 12 w 84"/>
                <a:gd name="T69" fmla="*/ 67 h 153"/>
                <a:gd name="T70" fmla="*/ 8 w 84"/>
                <a:gd name="T71" fmla="*/ 62 h 153"/>
                <a:gd name="T72" fmla="*/ 3 w 84"/>
                <a:gd name="T73" fmla="*/ 52 h 153"/>
                <a:gd name="T74" fmla="*/ 3 w 84"/>
                <a:gd name="T75" fmla="*/ 46 h 153"/>
                <a:gd name="T76" fmla="*/ 5 w 84"/>
                <a:gd name="T77" fmla="*/ 33 h 153"/>
                <a:gd name="T78" fmla="*/ 12 w 84"/>
                <a:gd name="T79" fmla="*/ 23 h 153"/>
                <a:gd name="T80" fmla="*/ 23 w 84"/>
                <a:gd name="T81" fmla="*/ 57 h 153"/>
                <a:gd name="T82" fmla="*/ 30 w 84"/>
                <a:gd name="T83" fmla="*/ 60 h 153"/>
                <a:gd name="T84" fmla="*/ 38 w 84"/>
                <a:gd name="T85" fmla="*/ 24 h 153"/>
                <a:gd name="T86" fmla="*/ 30 w 84"/>
                <a:gd name="T87" fmla="*/ 26 h 153"/>
                <a:gd name="T88" fmla="*/ 23 w 84"/>
                <a:gd name="T89" fmla="*/ 31 h 153"/>
                <a:gd name="T90" fmla="*/ 20 w 84"/>
                <a:gd name="T91" fmla="*/ 37 h 153"/>
                <a:gd name="T92" fmla="*/ 18 w 84"/>
                <a:gd name="T93" fmla="*/ 44 h 153"/>
                <a:gd name="T94" fmla="*/ 23 w 84"/>
                <a:gd name="T95" fmla="*/ 57 h 153"/>
                <a:gd name="T96" fmla="*/ 66 w 84"/>
                <a:gd name="T97" fmla="*/ 114 h 153"/>
                <a:gd name="T98" fmla="*/ 69 w 84"/>
                <a:gd name="T99" fmla="*/ 109 h 153"/>
                <a:gd name="T100" fmla="*/ 69 w 84"/>
                <a:gd name="T101" fmla="*/ 103 h 153"/>
                <a:gd name="T102" fmla="*/ 67 w 84"/>
                <a:gd name="T103" fmla="*/ 93 h 153"/>
                <a:gd name="T104" fmla="*/ 61 w 84"/>
                <a:gd name="T105" fmla="*/ 86 h 153"/>
                <a:gd name="T106" fmla="*/ 56 w 84"/>
                <a:gd name="T107" fmla="*/ 83 h 153"/>
                <a:gd name="T108" fmla="*/ 46 w 84"/>
                <a:gd name="T109" fmla="*/ 124 h 153"/>
                <a:gd name="T110" fmla="*/ 52 w 84"/>
                <a:gd name="T111" fmla="*/ 124 h 153"/>
                <a:gd name="T112" fmla="*/ 62 w 84"/>
                <a:gd name="T113" fmla="*/ 119 h 153"/>
                <a:gd name="T114" fmla="*/ 66 w 84"/>
                <a:gd name="T115" fmla="*/ 114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4" h="153">
                  <a:moveTo>
                    <a:pt x="12" y="23"/>
                  </a:moveTo>
                  <a:lnTo>
                    <a:pt x="12" y="23"/>
                  </a:lnTo>
                  <a:lnTo>
                    <a:pt x="18" y="18"/>
                  </a:lnTo>
                  <a:lnTo>
                    <a:pt x="23" y="15"/>
                  </a:lnTo>
                  <a:lnTo>
                    <a:pt x="31" y="13"/>
                  </a:lnTo>
                  <a:lnTo>
                    <a:pt x="38" y="11"/>
                  </a:lnTo>
                  <a:lnTo>
                    <a:pt x="38" y="0"/>
                  </a:lnTo>
                  <a:lnTo>
                    <a:pt x="46" y="0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54" y="13"/>
                  </a:lnTo>
                  <a:lnTo>
                    <a:pt x="61" y="15"/>
                  </a:lnTo>
                  <a:lnTo>
                    <a:pt x="67" y="18"/>
                  </a:lnTo>
                  <a:lnTo>
                    <a:pt x="72" y="21"/>
                  </a:lnTo>
                  <a:lnTo>
                    <a:pt x="72" y="21"/>
                  </a:lnTo>
                  <a:lnTo>
                    <a:pt x="75" y="26"/>
                  </a:lnTo>
                  <a:lnTo>
                    <a:pt x="79" y="31"/>
                  </a:lnTo>
                  <a:lnTo>
                    <a:pt x="80" y="37"/>
                  </a:lnTo>
                  <a:lnTo>
                    <a:pt x="82" y="44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6" y="37"/>
                  </a:lnTo>
                  <a:lnTo>
                    <a:pt x="64" y="33"/>
                  </a:lnTo>
                  <a:lnTo>
                    <a:pt x="64" y="33"/>
                  </a:lnTo>
                  <a:lnTo>
                    <a:pt x="61" y="29"/>
                  </a:lnTo>
                  <a:lnTo>
                    <a:pt x="56" y="26"/>
                  </a:lnTo>
                  <a:lnTo>
                    <a:pt x="52" y="24"/>
                  </a:lnTo>
                  <a:lnTo>
                    <a:pt x="46" y="24"/>
                  </a:lnTo>
                  <a:lnTo>
                    <a:pt x="46" y="65"/>
                  </a:lnTo>
                  <a:lnTo>
                    <a:pt x="46" y="65"/>
                  </a:lnTo>
                  <a:lnTo>
                    <a:pt x="62" y="70"/>
                  </a:lnTo>
                  <a:lnTo>
                    <a:pt x="72" y="75"/>
                  </a:lnTo>
                  <a:lnTo>
                    <a:pt x="72" y="75"/>
                  </a:lnTo>
                  <a:lnTo>
                    <a:pt x="77" y="80"/>
                  </a:lnTo>
                  <a:lnTo>
                    <a:pt x="82" y="85"/>
                  </a:lnTo>
                  <a:lnTo>
                    <a:pt x="84" y="91"/>
                  </a:lnTo>
                  <a:lnTo>
                    <a:pt x="84" y="98"/>
                  </a:lnTo>
                  <a:lnTo>
                    <a:pt x="84" y="98"/>
                  </a:lnTo>
                  <a:lnTo>
                    <a:pt x="84" y="109"/>
                  </a:lnTo>
                  <a:lnTo>
                    <a:pt x="80" y="118"/>
                  </a:lnTo>
                  <a:lnTo>
                    <a:pt x="75" y="124"/>
                  </a:lnTo>
                  <a:lnTo>
                    <a:pt x="69" y="131"/>
                  </a:lnTo>
                  <a:lnTo>
                    <a:pt x="69" y="131"/>
                  </a:lnTo>
                  <a:lnTo>
                    <a:pt x="59" y="134"/>
                  </a:lnTo>
                  <a:lnTo>
                    <a:pt x="46" y="137"/>
                  </a:lnTo>
                  <a:lnTo>
                    <a:pt x="46" y="153"/>
                  </a:lnTo>
                  <a:lnTo>
                    <a:pt x="38" y="153"/>
                  </a:lnTo>
                  <a:lnTo>
                    <a:pt x="38" y="137"/>
                  </a:lnTo>
                  <a:lnTo>
                    <a:pt x="38" y="137"/>
                  </a:lnTo>
                  <a:lnTo>
                    <a:pt x="28" y="135"/>
                  </a:lnTo>
                  <a:lnTo>
                    <a:pt x="18" y="132"/>
                  </a:lnTo>
                  <a:lnTo>
                    <a:pt x="10" y="127"/>
                  </a:lnTo>
                  <a:lnTo>
                    <a:pt x="5" y="119"/>
                  </a:lnTo>
                  <a:lnTo>
                    <a:pt x="5" y="119"/>
                  </a:lnTo>
                  <a:lnTo>
                    <a:pt x="2" y="109"/>
                  </a:lnTo>
                  <a:lnTo>
                    <a:pt x="0" y="96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7" y="106"/>
                  </a:lnTo>
                  <a:lnTo>
                    <a:pt x="20" y="114"/>
                  </a:lnTo>
                  <a:lnTo>
                    <a:pt x="20" y="114"/>
                  </a:lnTo>
                  <a:lnTo>
                    <a:pt x="21" y="118"/>
                  </a:lnTo>
                  <a:lnTo>
                    <a:pt x="26" y="121"/>
                  </a:lnTo>
                  <a:lnTo>
                    <a:pt x="31" y="122"/>
                  </a:lnTo>
                  <a:lnTo>
                    <a:pt x="38" y="124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23" y="73"/>
                  </a:lnTo>
                  <a:lnTo>
                    <a:pt x="17" y="70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8" y="62"/>
                  </a:lnTo>
                  <a:lnTo>
                    <a:pt x="5" y="57"/>
                  </a:lnTo>
                  <a:lnTo>
                    <a:pt x="3" y="52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39"/>
                  </a:lnTo>
                  <a:lnTo>
                    <a:pt x="5" y="33"/>
                  </a:lnTo>
                  <a:lnTo>
                    <a:pt x="8" y="28"/>
                  </a:lnTo>
                  <a:lnTo>
                    <a:pt x="12" y="23"/>
                  </a:lnTo>
                  <a:lnTo>
                    <a:pt x="12" y="23"/>
                  </a:lnTo>
                  <a:close/>
                  <a:moveTo>
                    <a:pt x="23" y="57"/>
                  </a:moveTo>
                  <a:lnTo>
                    <a:pt x="23" y="57"/>
                  </a:lnTo>
                  <a:lnTo>
                    <a:pt x="30" y="60"/>
                  </a:lnTo>
                  <a:lnTo>
                    <a:pt x="38" y="64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30" y="26"/>
                  </a:lnTo>
                  <a:lnTo>
                    <a:pt x="25" y="28"/>
                  </a:lnTo>
                  <a:lnTo>
                    <a:pt x="23" y="31"/>
                  </a:lnTo>
                  <a:lnTo>
                    <a:pt x="23" y="31"/>
                  </a:lnTo>
                  <a:lnTo>
                    <a:pt x="20" y="37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52"/>
                  </a:lnTo>
                  <a:lnTo>
                    <a:pt x="23" y="57"/>
                  </a:lnTo>
                  <a:lnTo>
                    <a:pt x="23" y="57"/>
                  </a:lnTo>
                  <a:close/>
                  <a:moveTo>
                    <a:pt x="66" y="114"/>
                  </a:moveTo>
                  <a:lnTo>
                    <a:pt x="66" y="114"/>
                  </a:lnTo>
                  <a:lnTo>
                    <a:pt x="69" y="109"/>
                  </a:lnTo>
                  <a:lnTo>
                    <a:pt x="69" y="103"/>
                  </a:lnTo>
                  <a:lnTo>
                    <a:pt x="69" y="103"/>
                  </a:lnTo>
                  <a:lnTo>
                    <a:pt x="69" y="98"/>
                  </a:lnTo>
                  <a:lnTo>
                    <a:pt x="67" y="93"/>
                  </a:lnTo>
                  <a:lnTo>
                    <a:pt x="64" y="90"/>
                  </a:lnTo>
                  <a:lnTo>
                    <a:pt x="61" y="86"/>
                  </a:lnTo>
                  <a:lnTo>
                    <a:pt x="61" y="86"/>
                  </a:lnTo>
                  <a:lnTo>
                    <a:pt x="56" y="83"/>
                  </a:lnTo>
                  <a:lnTo>
                    <a:pt x="46" y="80"/>
                  </a:lnTo>
                  <a:lnTo>
                    <a:pt x="46" y="124"/>
                  </a:lnTo>
                  <a:lnTo>
                    <a:pt x="46" y="124"/>
                  </a:lnTo>
                  <a:lnTo>
                    <a:pt x="52" y="124"/>
                  </a:lnTo>
                  <a:lnTo>
                    <a:pt x="59" y="122"/>
                  </a:lnTo>
                  <a:lnTo>
                    <a:pt x="62" y="119"/>
                  </a:lnTo>
                  <a:lnTo>
                    <a:pt x="66" y="114"/>
                  </a:lnTo>
                  <a:lnTo>
                    <a:pt x="6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6" name="Freeform 326"/>
            <p:cNvSpPr/>
            <p:nvPr/>
          </p:nvSpPr>
          <p:spPr bwMode="auto">
            <a:xfrm>
              <a:off x="6678613" y="4643438"/>
              <a:ext cx="536575" cy="327025"/>
            </a:xfrm>
            <a:custGeom>
              <a:avLst/>
              <a:gdLst>
                <a:gd name="T0" fmla="*/ 466 w 677"/>
                <a:gd name="T1" fmla="*/ 410 h 410"/>
                <a:gd name="T2" fmla="*/ 72 w 677"/>
                <a:gd name="T3" fmla="*/ 410 h 410"/>
                <a:gd name="T4" fmla="*/ 0 w 677"/>
                <a:gd name="T5" fmla="*/ 85 h 410"/>
                <a:gd name="T6" fmla="*/ 443 w 677"/>
                <a:gd name="T7" fmla="*/ 85 h 410"/>
                <a:gd name="T8" fmla="*/ 430 w 677"/>
                <a:gd name="T9" fmla="*/ 131 h 410"/>
                <a:gd name="T10" fmla="*/ 58 w 677"/>
                <a:gd name="T11" fmla="*/ 131 h 410"/>
                <a:gd name="T12" fmla="*/ 110 w 677"/>
                <a:gd name="T13" fmla="*/ 363 h 410"/>
                <a:gd name="T14" fmla="*/ 429 w 677"/>
                <a:gd name="T15" fmla="*/ 363 h 410"/>
                <a:gd name="T16" fmla="*/ 509 w 677"/>
                <a:gd name="T17" fmla="*/ 0 h 410"/>
                <a:gd name="T18" fmla="*/ 677 w 677"/>
                <a:gd name="T19" fmla="*/ 0 h 410"/>
                <a:gd name="T20" fmla="*/ 677 w 677"/>
                <a:gd name="T21" fmla="*/ 47 h 410"/>
                <a:gd name="T22" fmla="*/ 546 w 677"/>
                <a:gd name="T23" fmla="*/ 47 h 410"/>
                <a:gd name="T24" fmla="*/ 466 w 677"/>
                <a:gd name="T25" fmla="*/ 41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7" h="410">
                  <a:moveTo>
                    <a:pt x="466" y="410"/>
                  </a:moveTo>
                  <a:lnTo>
                    <a:pt x="72" y="410"/>
                  </a:lnTo>
                  <a:lnTo>
                    <a:pt x="0" y="85"/>
                  </a:lnTo>
                  <a:lnTo>
                    <a:pt x="443" y="85"/>
                  </a:lnTo>
                  <a:lnTo>
                    <a:pt x="430" y="131"/>
                  </a:lnTo>
                  <a:lnTo>
                    <a:pt x="58" y="131"/>
                  </a:lnTo>
                  <a:lnTo>
                    <a:pt x="110" y="363"/>
                  </a:lnTo>
                  <a:lnTo>
                    <a:pt x="429" y="363"/>
                  </a:lnTo>
                  <a:lnTo>
                    <a:pt x="509" y="0"/>
                  </a:lnTo>
                  <a:lnTo>
                    <a:pt x="677" y="0"/>
                  </a:lnTo>
                  <a:lnTo>
                    <a:pt x="677" y="47"/>
                  </a:lnTo>
                  <a:lnTo>
                    <a:pt x="546" y="47"/>
                  </a:lnTo>
                  <a:lnTo>
                    <a:pt x="466" y="4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7" name="Freeform 327"/>
            <p:cNvSpPr/>
            <p:nvPr/>
          </p:nvSpPr>
          <p:spPr bwMode="auto">
            <a:xfrm>
              <a:off x="6770688" y="4984751"/>
              <a:ext cx="69850" cy="68263"/>
            </a:xfrm>
            <a:custGeom>
              <a:avLst/>
              <a:gdLst>
                <a:gd name="T0" fmla="*/ 87 w 87"/>
                <a:gd name="T1" fmla="*/ 44 h 87"/>
                <a:gd name="T2" fmla="*/ 87 w 87"/>
                <a:gd name="T3" fmla="*/ 44 h 87"/>
                <a:gd name="T4" fmla="*/ 85 w 87"/>
                <a:gd name="T5" fmla="*/ 52 h 87"/>
                <a:gd name="T6" fmla="*/ 84 w 87"/>
                <a:gd name="T7" fmla="*/ 60 h 87"/>
                <a:gd name="T8" fmla="*/ 79 w 87"/>
                <a:gd name="T9" fmla="*/ 67 h 87"/>
                <a:gd name="T10" fmla="*/ 74 w 87"/>
                <a:gd name="T11" fmla="*/ 74 h 87"/>
                <a:gd name="T12" fmla="*/ 67 w 87"/>
                <a:gd name="T13" fmla="*/ 80 h 87"/>
                <a:gd name="T14" fmla="*/ 61 w 87"/>
                <a:gd name="T15" fmla="*/ 83 h 87"/>
                <a:gd name="T16" fmla="*/ 53 w 87"/>
                <a:gd name="T17" fmla="*/ 87 h 87"/>
                <a:gd name="T18" fmla="*/ 43 w 87"/>
                <a:gd name="T19" fmla="*/ 87 h 87"/>
                <a:gd name="T20" fmla="*/ 43 w 87"/>
                <a:gd name="T21" fmla="*/ 87 h 87"/>
                <a:gd name="T22" fmla="*/ 35 w 87"/>
                <a:gd name="T23" fmla="*/ 87 h 87"/>
                <a:gd name="T24" fmla="*/ 27 w 87"/>
                <a:gd name="T25" fmla="*/ 83 h 87"/>
                <a:gd name="T26" fmla="*/ 20 w 87"/>
                <a:gd name="T27" fmla="*/ 80 h 87"/>
                <a:gd name="T28" fmla="*/ 14 w 87"/>
                <a:gd name="T29" fmla="*/ 74 h 87"/>
                <a:gd name="T30" fmla="*/ 7 w 87"/>
                <a:gd name="T31" fmla="*/ 67 h 87"/>
                <a:gd name="T32" fmla="*/ 4 w 87"/>
                <a:gd name="T33" fmla="*/ 60 h 87"/>
                <a:gd name="T34" fmla="*/ 0 w 87"/>
                <a:gd name="T35" fmla="*/ 52 h 87"/>
                <a:gd name="T36" fmla="*/ 0 w 87"/>
                <a:gd name="T37" fmla="*/ 44 h 87"/>
                <a:gd name="T38" fmla="*/ 0 w 87"/>
                <a:gd name="T39" fmla="*/ 44 h 87"/>
                <a:gd name="T40" fmla="*/ 0 w 87"/>
                <a:gd name="T41" fmla="*/ 34 h 87"/>
                <a:gd name="T42" fmla="*/ 4 w 87"/>
                <a:gd name="T43" fmla="*/ 26 h 87"/>
                <a:gd name="T44" fmla="*/ 7 w 87"/>
                <a:gd name="T45" fmla="*/ 20 h 87"/>
                <a:gd name="T46" fmla="*/ 14 w 87"/>
                <a:gd name="T47" fmla="*/ 13 h 87"/>
                <a:gd name="T48" fmla="*/ 20 w 87"/>
                <a:gd name="T49" fmla="*/ 8 h 87"/>
                <a:gd name="T50" fmla="*/ 27 w 87"/>
                <a:gd name="T51" fmla="*/ 3 h 87"/>
                <a:gd name="T52" fmla="*/ 35 w 87"/>
                <a:gd name="T53" fmla="*/ 2 h 87"/>
                <a:gd name="T54" fmla="*/ 43 w 87"/>
                <a:gd name="T55" fmla="*/ 0 h 87"/>
                <a:gd name="T56" fmla="*/ 43 w 87"/>
                <a:gd name="T57" fmla="*/ 0 h 87"/>
                <a:gd name="T58" fmla="*/ 53 w 87"/>
                <a:gd name="T59" fmla="*/ 2 h 87"/>
                <a:gd name="T60" fmla="*/ 61 w 87"/>
                <a:gd name="T61" fmla="*/ 3 h 87"/>
                <a:gd name="T62" fmla="*/ 67 w 87"/>
                <a:gd name="T63" fmla="*/ 8 h 87"/>
                <a:gd name="T64" fmla="*/ 74 w 87"/>
                <a:gd name="T65" fmla="*/ 13 h 87"/>
                <a:gd name="T66" fmla="*/ 79 w 87"/>
                <a:gd name="T67" fmla="*/ 20 h 87"/>
                <a:gd name="T68" fmla="*/ 84 w 87"/>
                <a:gd name="T69" fmla="*/ 26 h 87"/>
                <a:gd name="T70" fmla="*/ 85 w 87"/>
                <a:gd name="T71" fmla="*/ 34 h 87"/>
                <a:gd name="T72" fmla="*/ 87 w 87"/>
                <a:gd name="T73" fmla="*/ 44 h 87"/>
                <a:gd name="T74" fmla="*/ 87 w 87"/>
                <a:gd name="T75" fmla="*/ 4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7" h="87">
                  <a:moveTo>
                    <a:pt x="87" y="44"/>
                  </a:moveTo>
                  <a:lnTo>
                    <a:pt x="87" y="44"/>
                  </a:lnTo>
                  <a:lnTo>
                    <a:pt x="85" y="52"/>
                  </a:lnTo>
                  <a:lnTo>
                    <a:pt x="84" y="60"/>
                  </a:lnTo>
                  <a:lnTo>
                    <a:pt x="79" y="67"/>
                  </a:lnTo>
                  <a:lnTo>
                    <a:pt x="74" y="74"/>
                  </a:lnTo>
                  <a:lnTo>
                    <a:pt x="67" y="80"/>
                  </a:lnTo>
                  <a:lnTo>
                    <a:pt x="61" y="83"/>
                  </a:lnTo>
                  <a:lnTo>
                    <a:pt x="53" y="87"/>
                  </a:lnTo>
                  <a:lnTo>
                    <a:pt x="43" y="87"/>
                  </a:lnTo>
                  <a:lnTo>
                    <a:pt x="43" y="87"/>
                  </a:lnTo>
                  <a:lnTo>
                    <a:pt x="35" y="87"/>
                  </a:lnTo>
                  <a:lnTo>
                    <a:pt x="27" y="83"/>
                  </a:lnTo>
                  <a:lnTo>
                    <a:pt x="20" y="80"/>
                  </a:lnTo>
                  <a:lnTo>
                    <a:pt x="14" y="74"/>
                  </a:lnTo>
                  <a:lnTo>
                    <a:pt x="7" y="67"/>
                  </a:lnTo>
                  <a:lnTo>
                    <a:pt x="4" y="60"/>
                  </a:lnTo>
                  <a:lnTo>
                    <a:pt x="0" y="5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0" y="34"/>
                  </a:lnTo>
                  <a:lnTo>
                    <a:pt x="4" y="26"/>
                  </a:lnTo>
                  <a:lnTo>
                    <a:pt x="7" y="20"/>
                  </a:lnTo>
                  <a:lnTo>
                    <a:pt x="14" y="13"/>
                  </a:lnTo>
                  <a:lnTo>
                    <a:pt x="20" y="8"/>
                  </a:lnTo>
                  <a:lnTo>
                    <a:pt x="27" y="3"/>
                  </a:lnTo>
                  <a:lnTo>
                    <a:pt x="35" y="2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53" y="2"/>
                  </a:lnTo>
                  <a:lnTo>
                    <a:pt x="61" y="3"/>
                  </a:lnTo>
                  <a:lnTo>
                    <a:pt x="67" y="8"/>
                  </a:lnTo>
                  <a:lnTo>
                    <a:pt x="74" y="13"/>
                  </a:lnTo>
                  <a:lnTo>
                    <a:pt x="79" y="20"/>
                  </a:lnTo>
                  <a:lnTo>
                    <a:pt x="84" y="26"/>
                  </a:lnTo>
                  <a:lnTo>
                    <a:pt x="85" y="34"/>
                  </a:lnTo>
                  <a:lnTo>
                    <a:pt x="87" y="44"/>
                  </a:lnTo>
                  <a:lnTo>
                    <a:pt x="87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8" name="Freeform 328"/>
            <p:cNvSpPr/>
            <p:nvPr/>
          </p:nvSpPr>
          <p:spPr bwMode="auto">
            <a:xfrm>
              <a:off x="6951663" y="4984751"/>
              <a:ext cx="68263" cy="68263"/>
            </a:xfrm>
            <a:custGeom>
              <a:avLst/>
              <a:gdLst>
                <a:gd name="T0" fmla="*/ 86 w 86"/>
                <a:gd name="T1" fmla="*/ 44 h 87"/>
                <a:gd name="T2" fmla="*/ 86 w 86"/>
                <a:gd name="T3" fmla="*/ 44 h 87"/>
                <a:gd name="T4" fmla="*/ 85 w 86"/>
                <a:gd name="T5" fmla="*/ 52 h 87"/>
                <a:gd name="T6" fmla="*/ 83 w 86"/>
                <a:gd name="T7" fmla="*/ 60 h 87"/>
                <a:gd name="T8" fmla="*/ 78 w 86"/>
                <a:gd name="T9" fmla="*/ 67 h 87"/>
                <a:gd name="T10" fmla="*/ 73 w 86"/>
                <a:gd name="T11" fmla="*/ 74 h 87"/>
                <a:gd name="T12" fmla="*/ 67 w 86"/>
                <a:gd name="T13" fmla="*/ 80 h 87"/>
                <a:gd name="T14" fmla="*/ 60 w 86"/>
                <a:gd name="T15" fmla="*/ 83 h 87"/>
                <a:gd name="T16" fmla="*/ 52 w 86"/>
                <a:gd name="T17" fmla="*/ 87 h 87"/>
                <a:gd name="T18" fmla="*/ 42 w 86"/>
                <a:gd name="T19" fmla="*/ 87 h 87"/>
                <a:gd name="T20" fmla="*/ 42 w 86"/>
                <a:gd name="T21" fmla="*/ 87 h 87"/>
                <a:gd name="T22" fmla="*/ 34 w 86"/>
                <a:gd name="T23" fmla="*/ 87 h 87"/>
                <a:gd name="T24" fmla="*/ 26 w 86"/>
                <a:gd name="T25" fmla="*/ 83 h 87"/>
                <a:gd name="T26" fmla="*/ 19 w 86"/>
                <a:gd name="T27" fmla="*/ 80 h 87"/>
                <a:gd name="T28" fmla="*/ 13 w 86"/>
                <a:gd name="T29" fmla="*/ 74 h 87"/>
                <a:gd name="T30" fmla="*/ 6 w 86"/>
                <a:gd name="T31" fmla="*/ 67 h 87"/>
                <a:gd name="T32" fmla="*/ 3 w 86"/>
                <a:gd name="T33" fmla="*/ 60 h 87"/>
                <a:gd name="T34" fmla="*/ 0 w 86"/>
                <a:gd name="T35" fmla="*/ 52 h 87"/>
                <a:gd name="T36" fmla="*/ 0 w 86"/>
                <a:gd name="T37" fmla="*/ 44 h 87"/>
                <a:gd name="T38" fmla="*/ 0 w 86"/>
                <a:gd name="T39" fmla="*/ 44 h 87"/>
                <a:gd name="T40" fmla="*/ 0 w 86"/>
                <a:gd name="T41" fmla="*/ 34 h 87"/>
                <a:gd name="T42" fmla="*/ 3 w 86"/>
                <a:gd name="T43" fmla="*/ 26 h 87"/>
                <a:gd name="T44" fmla="*/ 6 w 86"/>
                <a:gd name="T45" fmla="*/ 20 h 87"/>
                <a:gd name="T46" fmla="*/ 13 w 86"/>
                <a:gd name="T47" fmla="*/ 13 h 87"/>
                <a:gd name="T48" fmla="*/ 19 w 86"/>
                <a:gd name="T49" fmla="*/ 8 h 87"/>
                <a:gd name="T50" fmla="*/ 26 w 86"/>
                <a:gd name="T51" fmla="*/ 3 h 87"/>
                <a:gd name="T52" fmla="*/ 34 w 86"/>
                <a:gd name="T53" fmla="*/ 2 h 87"/>
                <a:gd name="T54" fmla="*/ 42 w 86"/>
                <a:gd name="T55" fmla="*/ 0 h 87"/>
                <a:gd name="T56" fmla="*/ 42 w 86"/>
                <a:gd name="T57" fmla="*/ 0 h 87"/>
                <a:gd name="T58" fmla="*/ 52 w 86"/>
                <a:gd name="T59" fmla="*/ 2 h 87"/>
                <a:gd name="T60" fmla="*/ 60 w 86"/>
                <a:gd name="T61" fmla="*/ 3 h 87"/>
                <a:gd name="T62" fmla="*/ 67 w 86"/>
                <a:gd name="T63" fmla="*/ 8 h 87"/>
                <a:gd name="T64" fmla="*/ 73 w 86"/>
                <a:gd name="T65" fmla="*/ 13 h 87"/>
                <a:gd name="T66" fmla="*/ 78 w 86"/>
                <a:gd name="T67" fmla="*/ 20 h 87"/>
                <a:gd name="T68" fmla="*/ 83 w 86"/>
                <a:gd name="T69" fmla="*/ 26 h 87"/>
                <a:gd name="T70" fmla="*/ 85 w 86"/>
                <a:gd name="T71" fmla="*/ 34 h 87"/>
                <a:gd name="T72" fmla="*/ 86 w 86"/>
                <a:gd name="T73" fmla="*/ 44 h 87"/>
                <a:gd name="T74" fmla="*/ 86 w 86"/>
                <a:gd name="T75" fmla="*/ 4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" h="87">
                  <a:moveTo>
                    <a:pt x="86" y="44"/>
                  </a:moveTo>
                  <a:lnTo>
                    <a:pt x="86" y="44"/>
                  </a:lnTo>
                  <a:lnTo>
                    <a:pt x="85" y="52"/>
                  </a:lnTo>
                  <a:lnTo>
                    <a:pt x="83" y="60"/>
                  </a:lnTo>
                  <a:lnTo>
                    <a:pt x="78" y="67"/>
                  </a:lnTo>
                  <a:lnTo>
                    <a:pt x="73" y="74"/>
                  </a:lnTo>
                  <a:lnTo>
                    <a:pt x="67" y="80"/>
                  </a:lnTo>
                  <a:lnTo>
                    <a:pt x="60" y="83"/>
                  </a:lnTo>
                  <a:lnTo>
                    <a:pt x="52" y="87"/>
                  </a:lnTo>
                  <a:lnTo>
                    <a:pt x="42" y="87"/>
                  </a:lnTo>
                  <a:lnTo>
                    <a:pt x="42" y="87"/>
                  </a:lnTo>
                  <a:lnTo>
                    <a:pt x="34" y="87"/>
                  </a:lnTo>
                  <a:lnTo>
                    <a:pt x="26" y="83"/>
                  </a:lnTo>
                  <a:lnTo>
                    <a:pt x="19" y="80"/>
                  </a:lnTo>
                  <a:lnTo>
                    <a:pt x="13" y="74"/>
                  </a:lnTo>
                  <a:lnTo>
                    <a:pt x="6" y="67"/>
                  </a:lnTo>
                  <a:lnTo>
                    <a:pt x="3" y="60"/>
                  </a:lnTo>
                  <a:lnTo>
                    <a:pt x="0" y="5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0" y="34"/>
                  </a:lnTo>
                  <a:lnTo>
                    <a:pt x="3" y="26"/>
                  </a:lnTo>
                  <a:lnTo>
                    <a:pt x="6" y="20"/>
                  </a:lnTo>
                  <a:lnTo>
                    <a:pt x="13" y="13"/>
                  </a:lnTo>
                  <a:lnTo>
                    <a:pt x="19" y="8"/>
                  </a:lnTo>
                  <a:lnTo>
                    <a:pt x="26" y="3"/>
                  </a:lnTo>
                  <a:lnTo>
                    <a:pt x="34" y="2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52" y="2"/>
                  </a:lnTo>
                  <a:lnTo>
                    <a:pt x="60" y="3"/>
                  </a:lnTo>
                  <a:lnTo>
                    <a:pt x="67" y="8"/>
                  </a:lnTo>
                  <a:lnTo>
                    <a:pt x="73" y="13"/>
                  </a:lnTo>
                  <a:lnTo>
                    <a:pt x="78" y="20"/>
                  </a:lnTo>
                  <a:lnTo>
                    <a:pt x="83" y="26"/>
                  </a:lnTo>
                  <a:lnTo>
                    <a:pt x="85" y="34"/>
                  </a:lnTo>
                  <a:lnTo>
                    <a:pt x="86" y="44"/>
                  </a:lnTo>
                  <a:lnTo>
                    <a:pt x="86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8735465" y="4687785"/>
            <a:ext cx="499487" cy="445779"/>
            <a:chOff x="3817938" y="3571875"/>
            <a:chExt cx="295275" cy="263525"/>
          </a:xfrm>
          <a:solidFill>
            <a:schemeClr val="accent1"/>
          </a:solidFill>
        </p:grpSpPr>
        <p:sp>
          <p:nvSpPr>
            <p:cNvPr id="50" name="Freeform 123"/>
            <p:cNvSpPr/>
            <p:nvPr/>
          </p:nvSpPr>
          <p:spPr bwMode="auto">
            <a:xfrm>
              <a:off x="3833813" y="3660775"/>
              <a:ext cx="69850" cy="69850"/>
            </a:xfrm>
            <a:custGeom>
              <a:avLst/>
              <a:gdLst>
                <a:gd name="T0" fmla="*/ 22 w 44"/>
                <a:gd name="T1" fmla="*/ 44 h 44"/>
                <a:gd name="T2" fmla="*/ 22 w 44"/>
                <a:gd name="T3" fmla="*/ 44 h 44"/>
                <a:gd name="T4" fmla="*/ 30 w 44"/>
                <a:gd name="T5" fmla="*/ 42 h 44"/>
                <a:gd name="T6" fmla="*/ 38 w 44"/>
                <a:gd name="T7" fmla="*/ 38 h 44"/>
                <a:gd name="T8" fmla="*/ 42 w 44"/>
                <a:gd name="T9" fmla="*/ 30 h 44"/>
                <a:gd name="T10" fmla="*/ 44 w 44"/>
                <a:gd name="T11" fmla="*/ 22 h 44"/>
                <a:gd name="T12" fmla="*/ 44 w 44"/>
                <a:gd name="T13" fmla="*/ 22 h 44"/>
                <a:gd name="T14" fmla="*/ 42 w 44"/>
                <a:gd name="T15" fmla="*/ 12 h 44"/>
                <a:gd name="T16" fmla="*/ 38 w 44"/>
                <a:gd name="T17" fmla="*/ 6 h 44"/>
                <a:gd name="T18" fmla="*/ 30 w 44"/>
                <a:gd name="T19" fmla="*/ 2 h 44"/>
                <a:gd name="T20" fmla="*/ 22 w 44"/>
                <a:gd name="T21" fmla="*/ 0 h 44"/>
                <a:gd name="T22" fmla="*/ 22 w 44"/>
                <a:gd name="T23" fmla="*/ 0 h 44"/>
                <a:gd name="T24" fmla="*/ 14 w 44"/>
                <a:gd name="T25" fmla="*/ 2 h 44"/>
                <a:gd name="T26" fmla="*/ 6 w 44"/>
                <a:gd name="T27" fmla="*/ 6 h 44"/>
                <a:gd name="T28" fmla="*/ 2 w 44"/>
                <a:gd name="T29" fmla="*/ 12 h 44"/>
                <a:gd name="T30" fmla="*/ 0 w 44"/>
                <a:gd name="T31" fmla="*/ 22 h 44"/>
                <a:gd name="T32" fmla="*/ 0 w 44"/>
                <a:gd name="T33" fmla="*/ 22 h 44"/>
                <a:gd name="T34" fmla="*/ 2 w 44"/>
                <a:gd name="T35" fmla="*/ 30 h 44"/>
                <a:gd name="T36" fmla="*/ 6 w 44"/>
                <a:gd name="T37" fmla="*/ 38 h 44"/>
                <a:gd name="T38" fmla="*/ 14 w 44"/>
                <a:gd name="T39" fmla="*/ 42 h 44"/>
                <a:gd name="T40" fmla="*/ 22 w 44"/>
                <a:gd name="T41" fmla="*/ 44 h 44"/>
                <a:gd name="T42" fmla="*/ 22 w 44"/>
                <a:gd name="T43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44">
                  <a:moveTo>
                    <a:pt x="22" y="44"/>
                  </a:moveTo>
                  <a:lnTo>
                    <a:pt x="22" y="44"/>
                  </a:lnTo>
                  <a:lnTo>
                    <a:pt x="30" y="42"/>
                  </a:lnTo>
                  <a:lnTo>
                    <a:pt x="38" y="38"/>
                  </a:lnTo>
                  <a:lnTo>
                    <a:pt x="42" y="30"/>
                  </a:lnTo>
                  <a:lnTo>
                    <a:pt x="44" y="22"/>
                  </a:lnTo>
                  <a:lnTo>
                    <a:pt x="44" y="22"/>
                  </a:lnTo>
                  <a:lnTo>
                    <a:pt x="42" y="12"/>
                  </a:lnTo>
                  <a:lnTo>
                    <a:pt x="38" y="6"/>
                  </a:lnTo>
                  <a:lnTo>
                    <a:pt x="30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4" y="2"/>
                  </a:lnTo>
                  <a:lnTo>
                    <a:pt x="6" y="6"/>
                  </a:lnTo>
                  <a:lnTo>
                    <a:pt x="2" y="1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0"/>
                  </a:lnTo>
                  <a:lnTo>
                    <a:pt x="6" y="38"/>
                  </a:lnTo>
                  <a:lnTo>
                    <a:pt x="14" y="42"/>
                  </a:lnTo>
                  <a:lnTo>
                    <a:pt x="22" y="44"/>
                  </a:lnTo>
                  <a:lnTo>
                    <a:pt x="22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1" name="Freeform 124"/>
            <p:cNvSpPr/>
            <p:nvPr/>
          </p:nvSpPr>
          <p:spPr bwMode="auto">
            <a:xfrm>
              <a:off x="3817938" y="3740150"/>
              <a:ext cx="101600" cy="95250"/>
            </a:xfrm>
            <a:custGeom>
              <a:avLst/>
              <a:gdLst>
                <a:gd name="T0" fmla="*/ 32 w 64"/>
                <a:gd name="T1" fmla="*/ 0 h 60"/>
                <a:gd name="T2" fmla="*/ 32 w 64"/>
                <a:gd name="T3" fmla="*/ 0 h 60"/>
                <a:gd name="T4" fmla="*/ 26 w 64"/>
                <a:gd name="T5" fmla="*/ 2 h 60"/>
                <a:gd name="T6" fmla="*/ 20 w 64"/>
                <a:gd name="T7" fmla="*/ 4 h 60"/>
                <a:gd name="T8" fmla="*/ 10 w 64"/>
                <a:gd name="T9" fmla="*/ 10 h 60"/>
                <a:gd name="T10" fmla="*/ 2 w 64"/>
                <a:gd name="T11" fmla="*/ 20 h 60"/>
                <a:gd name="T12" fmla="*/ 0 w 64"/>
                <a:gd name="T13" fmla="*/ 26 h 60"/>
                <a:gd name="T14" fmla="*/ 0 w 64"/>
                <a:gd name="T15" fmla="*/ 32 h 60"/>
                <a:gd name="T16" fmla="*/ 0 w 64"/>
                <a:gd name="T17" fmla="*/ 60 h 60"/>
                <a:gd name="T18" fmla="*/ 64 w 64"/>
                <a:gd name="T19" fmla="*/ 60 h 60"/>
                <a:gd name="T20" fmla="*/ 64 w 64"/>
                <a:gd name="T21" fmla="*/ 32 h 60"/>
                <a:gd name="T22" fmla="*/ 64 w 64"/>
                <a:gd name="T23" fmla="*/ 32 h 60"/>
                <a:gd name="T24" fmla="*/ 64 w 64"/>
                <a:gd name="T25" fmla="*/ 26 h 60"/>
                <a:gd name="T26" fmla="*/ 62 w 64"/>
                <a:gd name="T27" fmla="*/ 20 h 60"/>
                <a:gd name="T28" fmla="*/ 54 w 64"/>
                <a:gd name="T29" fmla="*/ 10 h 60"/>
                <a:gd name="T30" fmla="*/ 44 w 64"/>
                <a:gd name="T31" fmla="*/ 4 h 60"/>
                <a:gd name="T32" fmla="*/ 38 w 64"/>
                <a:gd name="T33" fmla="*/ 2 h 60"/>
                <a:gd name="T34" fmla="*/ 32 w 64"/>
                <a:gd name="T35" fmla="*/ 0 h 60"/>
                <a:gd name="T36" fmla="*/ 32 w 64"/>
                <a:gd name="T37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4" h="60">
                  <a:moveTo>
                    <a:pt x="32" y="0"/>
                  </a:moveTo>
                  <a:lnTo>
                    <a:pt x="32" y="0"/>
                  </a:lnTo>
                  <a:lnTo>
                    <a:pt x="26" y="2"/>
                  </a:lnTo>
                  <a:lnTo>
                    <a:pt x="20" y="4"/>
                  </a:lnTo>
                  <a:lnTo>
                    <a:pt x="10" y="10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0" y="60"/>
                  </a:lnTo>
                  <a:lnTo>
                    <a:pt x="64" y="60"/>
                  </a:lnTo>
                  <a:lnTo>
                    <a:pt x="64" y="32"/>
                  </a:lnTo>
                  <a:lnTo>
                    <a:pt x="64" y="32"/>
                  </a:lnTo>
                  <a:lnTo>
                    <a:pt x="64" y="26"/>
                  </a:lnTo>
                  <a:lnTo>
                    <a:pt x="62" y="20"/>
                  </a:lnTo>
                  <a:lnTo>
                    <a:pt x="54" y="10"/>
                  </a:lnTo>
                  <a:lnTo>
                    <a:pt x="44" y="4"/>
                  </a:lnTo>
                  <a:lnTo>
                    <a:pt x="38" y="2"/>
                  </a:lnTo>
                  <a:lnTo>
                    <a:pt x="32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2" name="Freeform 125"/>
            <p:cNvSpPr/>
            <p:nvPr/>
          </p:nvSpPr>
          <p:spPr bwMode="auto">
            <a:xfrm>
              <a:off x="4027488" y="3660775"/>
              <a:ext cx="69850" cy="69850"/>
            </a:xfrm>
            <a:custGeom>
              <a:avLst/>
              <a:gdLst>
                <a:gd name="T0" fmla="*/ 22 w 44"/>
                <a:gd name="T1" fmla="*/ 44 h 44"/>
                <a:gd name="T2" fmla="*/ 22 w 44"/>
                <a:gd name="T3" fmla="*/ 44 h 44"/>
                <a:gd name="T4" fmla="*/ 32 w 44"/>
                <a:gd name="T5" fmla="*/ 42 h 44"/>
                <a:gd name="T6" fmla="*/ 38 w 44"/>
                <a:gd name="T7" fmla="*/ 38 h 44"/>
                <a:gd name="T8" fmla="*/ 42 w 44"/>
                <a:gd name="T9" fmla="*/ 30 h 44"/>
                <a:gd name="T10" fmla="*/ 44 w 44"/>
                <a:gd name="T11" fmla="*/ 22 h 44"/>
                <a:gd name="T12" fmla="*/ 44 w 44"/>
                <a:gd name="T13" fmla="*/ 22 h 44"/>
                <a:gd name="T14" fmla="*/ 42 w 44"/>
                <a:gd name="T15" fmla="*/ 12 h 44"/>
                <a:gd name="T16" fmla="*/ 38 w 44"/>
                <a:gd name="T17" fmla="*/ 6 h 44"/>
                <a:gd name="T18" fmla="*/ 32 w 44"/>
                <a:gd name="T19" fmla="*/ 2 h 44"/>
                <a:gd name="T20" fmla="*/ 22 w 44"/>
                <a:gd name="T21" fmla="*/ 0 h 44"/>
                <a:gd name="T22" fmla="*/ 22 w 44"/>
                <a:gd name="T23" fmla="*/ 0 h 44"/>
                <a:gd name="T24" fmla="*/ 14 w 44"/>
                <a:gd name="T25" fmla="*/ 2 h 44"/>
                <a:gd name="T26" fmla="*/ 6 w 44"/>
                <a:gd name="T27" fmla="*/ 6 h 44"/>
                <a:gd name="T28" fmla="*/ 2 w 44"/>
                <a:gd name="T29" fmla="*/ 12 h 44"/>
                <a:gd name="T30" fmla="*/ 0 w 44"/>
                <a:gd name="T31" fmla="*/ 22 h 44"/>
                <a:gd name="T32" fmla="*/ 0 w 44"/>
                <a:gd name="T33" fmla="*/ 22 h 44"/>
                <a:gd name="T34" fmla="*/ 2 w 44"/>
                <a:gd name="T35" fmla="*/ 30 h 44"/>
                <a:gd name="T36" fmla="*/ 6 w 44"/>
                <a:gd name="T37" fmla="*/ 38 h 44"/>
                <a:gd name="T38" fmla="*/ 14 w 44"/>
                <a:gd name="T39" fmla="*/ 42 h 44"/>
                <a:gd name="T40" fmla="*/ 22 w 44"/>
                <a:gd name="T41" fmla="*/ 44 h 44"/>
                <a:gd name="T42" fmla="*/ 22 w 44"/>
                <a:gd name="T43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44">
                  <a:moveTo>
                    <a:pt x="22" y="44"/>
                  </a:moveTo>
                  <a:lnTo>
                    <a:pt x="22" y="44"/>
                  </a:lnTo>
                  <a:lnTo>
                    <a:pt x="32" y="42"/>
                  </a:lnTo>
                  <a:lnTo>
                    <a:pt x="38" y="38"/>
                  </a:lnTo>
                  <a:lnTo>
                    <a:pt x="42" y="30"/>
                  </a:lnTo>
                  <a:lnTo>
                    <a:pt x="44" y="22"/>
                  </a:lnTo>
                  <a:lnTo>
                    <a:pt x="44" y="22"/>
                  </a:lnTo>
                  <a:lnTo>
                    <a:pt x="42" y="12"/>
                  </a:lnTo>
                  <a:lnTo>
                    <a:pt x="38" y="6"/>
                  </a:lnTo>
                  <a:lnTo>
                    <a:pt x="3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4" y="2"/>
                  </a:lnTo>
                  <a:lnTo>
                    <a:pt x="6" y="6"/>
                  </a:lnTo>
                  <a:lnTo>
                    <a:pt x="2" y="1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0"/>
                  </a:lnTo>
                  <a:lnTo>
                    <a:pt x="6" y="38"/>
                  </a:lnTo>
                  <a:lnTo>
                    <a:pt x="14" y="42"/>
                  </a:lnTo>
                  <a:lnTo>
                    <a:pt x="22" y="44"/>
                  </a:lnTo>
                  <a:lnTo>
                    <a:pt x="22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3" name="Freeform 126"/>
            <p:cNvSpPr/>
            <p:nvPr/>
          </p:nvSpPr>
          <p:spPr bwMode="auto">
            <a:xfrm>
              <a:off x="4011613" y="3740150"/>
              <a:ext cx="101600" cy="95250"/>
            </a:xfrm>
            <a:custGeom>
              <a:avLst/>
              <a:gdLst>
                <a:gd name="T0" fmla="*/ 32 w 64"/>
                <a:gd name="T1" fmla="*/ 0 h 60"/>
                <a:gd name="T2" fmla="*/ 32 w 64"/>
                <a:gd name="T3" fmla="*/ 0 h 60"/>
                <a:gd name="T4" fmla="*/ 26 w 64"/>
                <a:gd name="T5" fmla="*/ 2 h 60"/>
                <a:gd name="T6" fmla="*/ 20 w 64"/>
                <a:gd name="T7" fmla="*/ 4 h 60"/>
                <a:gd name="T8" fmla="*/ 10 w 64"/>
                <a:gd name="T9" fmla="*/ 10 h 60"/>
                <a:gd name="T10" fmla="*/ 4 w 64"/>
                <a:gd name="T11" fmla="*/ 20 h 60"/>
                <a:gd name="T12" fmla="*/ 2 w 64"/>
                <a:gd name="T13" fmla="*/ 26 h 60"/>
                <a:gd name="T14" fmla="*/ 0 w 64"/>
                <a:gd name="T15" fmla="*/ 32 h 60"/>
                <a:gd name="T16" fmla="*/ 0 w 64"/>
                <a:gd name="T17" fmla="*/ 60 h 60"/>
                <a:gd name="T18" fmla="*/ 64 w 64"/>
                <a:gd name="T19" fmla="*/ 60 h 60"/>
                <a:gd name="T20" fmla="*/ 64 w 64"/>
                <a:gd name="T21" fmla="*/ 32 h 60"/>
                <a:gd name="T22" fmla="*/ 64 w 64"/>
                <a:gd name="T23" fmla="*/ 32 h 60"/>
                <a:gd name="T24" fmla="*/ 64 w 64"/>
                <a:gd name="T25" fmla="*/ 26 h 60"/>
                <a:gd name="T26" fmla="*/ 62 w 64"/>
                <a:gd name="T27" fmla="*/ 20 h 60"/>
                <a:gd name="T28" fmla="*/ 54 w 64"/>
                <a:gd name="T29" fmla="*/ 10 h 60"/>
                <a:gd name="T30" fmla="*/ 44 w 64"/>
                <a:gd name="T31" fmla="*/ 4 h 60"/>
                <a:gd name="T32" fmla="*/ 38 w 64"/>
                <a:gd name="T33" fmla="*/ 2 h 60"/>
                <a:gd name="T34" fmla="*/ 32 w 64"/>
                <a:gd name="T35" fmla="*/ 0 h 60"/>
                <a:gd name="T36" fmla="*/ 32 w 64"/>
                <a:gd name="T37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4" h="60">
                  <a:moveTo>
                    <a:pt x="32" y="0"/>
                  </a:moveTo>
                  <a:lnTo>
                    <a:pt x="32" y="0"/>
                  </a:lnTo>
                  <a:lnTo>
                    <a:pt x="26" y="2"/>
                  </a:lnTo>
                  <a:lnTo>
                    <a:pt x="20" y="4"/>
                  </a:lnTo>
                  <a:lnTo>
                    <a:pt x="10" y="10"/>
                  </a:lnTo>
                  <a:lnTo>
                    <a:pt x="4" y="20"/>
                  </a:lnTo>
                  <a:lnTo>
                    <a:pt x="2" y="26"/>
                  </a:lnTo>
                  <a:lnTo>
                    <a:pt x="0" y="32"/>
                  </a:lnTo>
                  <a:lnTo>
                    <a:pt x="0" y="60"/>
                  </a:lnTo>
                  <a:lnTo>
                    <a:pt x="64" y="60"/>
                  </a:lnTo>
                  <a:lnTo>
                    <a:pt x="64" y="32"/>
                  </a:lnTo>
                  <a:lnTo>
                    <a:pt x="64" y="32"/>
                  </a:lnTo>
                  <a:lnTo>
                    <a:pt x="64" y="26"/>
                  </a:lnTo>
                  <a:lnTo>
                    <a:pt x="62" y="20"/>
                  </a:lnTo>
                  <a:lnTo>
                    <a:pt x="54" y="10"/>
                  </a:lnTo>
                  <a:lnTo>
                    <a:pt x="44" y="4"/>
                  </a:lnTo>
                  <a:lnTo>
                    <a:pt x="38" y="2"/>
                  </a:lnTo>
                  <a:lnTo>
                    <a:pt x="32" y="0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4" name="Freeform 127"/>
            <p:cNvSpPr/>
            <p:nvPr/>
          </p:nvSpPr>
          <p:spPr bwMode="auto">
            <a:xfrm>
              <a:off x="3929063" y="3571875"/>
              <a:ext cx="73025" cy="73025"/>
            </a:xfrm>
            <a:custGeom>
              <a:avLst/>
              <a:gdLst>
                <a:gd name="T0" fmla="*/ 24 w 46"/>
                <a:gd name="T1" fmla="*/ 46 h 46"/>
                <a:gd name="T2" fmla="*/ 24 w 46"/>
                <a:gd name="T3" fmla="*/ 46 h 46"/>
                <a:gd name="T4" fmla="*/ 32 w 46"/>
                <a:gd name="T5" fmla="*/ 44 h 46"/>
                <a:gd name="T6" fmla="*/ 38 w 46"/>
                <a:gd name="T7" fmla="*/ 38 h 46"/>
                <a:gd name="T8" fmla="*/ 44 w 46"/>
                <a:gd name="T9" fmla="*/ 32 h 46"/>
                <a:gd name="T10" fmla="*/ 46 w 46"/>
                <a:gd name="T11" fmla="*/ 22 h 46"/>
                <a:gd name="T12" fmla="*/ 46 w 46"/>
                <a:gd name="T13" fmla="*/ 22 h 46"/>
                <a:gd name="T14" fmla="*/ 44 w 46"/>
                <a:gd name="T15" fmla="*/ 14 h 46"/>
                <a:gd name="T16" fmla="*/ 38 w 46"/>
                <a:gd name="T17" fmla="*/ 8 h 46"/>
                <a:gd name="T18" fmla="*/ 32 w 46"/>
                <a:gd name="T19" fmla="*/ 2 h 46"/>
                <a:gd name="T20" fmla="*/ 24 w 46"/>
                <a:gd name="T21" fmla="*/ 0 h 46"/>
                <a:gd name="T22" fmla="*/ 24 w 46"/>
                <a:gd name="T23" fmla="*/ 0 h 46"/>
                <a:gd name="T24" fmla="*/ 14 w 46"/>
                <a:gd name="T25" fmla="*/ 2 h 46"/>
                <a:gd name="T26" fmla="*/ 8 w 46"/>
                <a:gd name="T27" fmla="*/ 8 h 46"/>
                <a:gd name="T28" fmla="*/ 2 w 46"/>
                <a:gd name="T29" fmla="*/ 14 h 46"/>
                <a:gd name="T30" fmla="*/ 0 w 46"/>
                <a:gd name="T31" fmla="*/ 22 h 46"/>
                <a:gd name="T32" fmla="*/ 0 w 46"/>
                <a:gd name="T33" fmla="*/ 22 h 46"/>
                <a:gd name="T34" fmla="*/ 2 w 46"/>
                <a:gd name="T35" fmla="*/ 32 h 46"/>
                <a:gd name="T36" fmla="*/ 8 w 46"/>
                <a:gd name="T37" fmla="*/ 38 h 46"/>
                <a:gd name="T38" fmla="*/ 14 w 46"/>
                <a:gd name="T39" fmla="*/ 44 h 46"/>
                <a:gd name="T40" fmla="*/ 24 w 46"/>
                <a:gd name="T41" fmla="*/ 46 h 46"/>
                <a:gd name="T42" fmla="*/ 24 w 46"/>
                <a:gd name="T43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6" h="46">
                  <a:moveTo>
                    <a:pt x="24" y="46"/>
                  </a:moveTo>
                  <a:lnTo>
                    <a:pt x="24" y="46"/>
                  </a:lnTo>
                  <a:lnTo>
                    <a:pt x="32" y="44"/>
                  </a:lnTo>
                  <a:lnTo>
                    <a:pt x="38" y="38"/>
                  </a:lnTo>
                  <a:lnTo>
                    <a:pt x="44" y="32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2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4" y="2"/>
                  </a:lnTo>
                  <a:lnTo>
                    <a:pt x="8" y="8"/>
                  </a:lnTo>
                  <a:lnTo>
                    <a:pt x="2" y="14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2"/>
                  </a:lnTo>
                  <a:lnTo>
                    <a:pt x="8" y="38"/>
                  </a:lnTo>
                  <a:lnTo>
                    <a:pt x="14" y="44"/>
                  </a:lnTo>
                  <a:lnTo>
                    <a:pt x="24" y="46"/>
                  </a:lnTo>
                  <a:lnTo>
                    <a:pt x="24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55" name="Freeform 128"/>
            <p:cNvSpPr/>
            <p:nvPr/>
          </p:nvSpPr>
          <p:spPr bwMode="auto">
            <a:xfrm>
              <a:off x="3916363" y="3654425"/>
              <a:ext cx="98425" cy="95250"/>
            </a:xfrm>
            <a:custGeom>
              <a:avLst/>
              <a:gdLst>
                <a:gd name="T0" fmla="*/ 62 w 62"/>
                <a:gd name="T1" fmla="*/ 32 h 60"/>
                <a:gd name="T2" fmla="*/ 62 w 62"/>
                <a:gd name="T3" fmla="*/ 32 h 60"/>
                <a:gd name="T4" fmla="*/ 62 w 62"/>
                <a:gd name="T5" fmla="*/ 26 h 60"/>
                <a:gd name="T6" fmla="*/ 60 w 62"/>
                <a:gd name="T7" fmla="*/ 20 h 60"/>
                <a:gd name="T8" fmla="*/ 54 w 62"/>
                <a:gd name="T9" fmla="*/ 10 h 60"/>
                <a:gd name="T10" fmla="*/ 44 w 62"/>
                <a:gd name="T11" fmla="*/ 2 h 60"/>
                <a:gd name="T12" fmla="*/ 38 w 62"/>
                <a:gd name="T13" fmla="*/ 0 h 60"/>
                <a:gd name="T14" fmla="*/ 32 w 62"/>
                <a:gd name="T15" fmla="*/ 0 h 60"/>
                <a:gd name="T16" fmla="*/ 32 w 62"/>
                <a:gd name="T17" fmla="*/ 0 h 60"/>
                <a:gd name="T18" fmla="*/ 24 w 62"/>
                <a:gd name="T19" fmla="*/ 0 h 60"/>
                <a:gd name="T20" fmla="*/ 18 w 62"/>
                <a:gd name="T21" fmla="*/ 2 h 60"/>
                <a:gd name="T22" fmla="*/ 8 w 62"/>
                <a:gd name="T23" fmla="*/ 10 h 60"/>
                <a:gd name="T24" fmla="*/ 2 w 62"/>
                <a:gd name="T25" fmla="*/ 20 h 60"/>
                <a:gd name="T26" fmla="*/ 0 w 62"/>
                <a:gd name="T27" fmla="*/ 26 h 60"/>
                <a:gd name="T28" fmla="*/ 0 w 62"/>
                <a:gd name="T29" fmla="*/ 32 h 60"/>
                <a:gd name="T30" fmla="*/ 0 w 62"/>
                <a:gd name="T31" fmla="*/ 60 h 60"/>
                <a:gd name="T32" fmla="*/ 62 w 62"/>
                <a:gd name="T33" fmla="*/ 60 h 60"/>
                <a:gd name="T34" fmla="*/ 62 w 62"/>
                <a:gd name="T35" fmla="*/ 3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2" h="60">
                  <a:moveTo>
                    <a:pt x="62" y="32"/>
                  </a:moveTo>
                  <a:lnTo>
                    <a:pt x="62" y="32"/>
                  </a:lnTo>
                  <a:lnTo>
                    <a:pt x="62" y="26"/>
                  </a:lnTo>
                  <a:lnTo>
                    <a:pt x="60" y="20"/>
                  </a:lnTo>
                  <a:lnTo>
                    <a:pt x="54" y="10"/>
                  </a:lnTo>
                  <a:lnTo>
                    <a:pt x="44" y="2"/>
                  </a:lnTo>
                  <a:lnTo>
                    <a:pt x="38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8" y="2"/>
                  </a:lnTo>
                  <a:lnTo>
                    <a:pt x="8" y="10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0" y="60"/>
                  </a:lnTo>
                  <a:lnTo>
                    <a:pt x="62" y="60"/>
                  </a:lnTo>
                  <a:lnTo>
                    <a:pt x="62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56" name="Rectangle 55"/>
          <p:cNvSpPr/>
          <p:nvPr/>
        </p:nvSpPr>
        <p:spPr>
          <a:xfrm>
            <a:off x="9551019" y="3481751"/>
            <a:ext cx="1955394" cy="83099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 consectetur adipiscing elit Nunc enim sem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551019" y="4555160"/>
            <a:ext cx="1955394" cy="83099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 consectetur adipiscing elit Nunc enim sem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Oval 63"/>
          <p:cNvSpPr/>
          <p:nvPr/>
        </p:nvSpPr>
        <p:spPr>
          <a:xfrm>
            <a:off x="8992697" y="4389953"/>
            <a:ext cx="2434378" cy="79685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10623592" y="6427003"/>
            <a:ext cx="429579" cy="14077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F62417-4A12-46BB-B530-A96D3E44AF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091907" y="3620919"/>
            <a:ext cx="2218136" cy="1439236"/>
            <a:chOff x="4597083" y="2495713"/>
            <a:chExt cx="1873677" cy="1215734"/>
          </a:xfrm>
        </p:grpSpPr>
        <p:grpSp>
          <p:nvGrpSpPr>
            <p:cNvPr id="6" name="Group 5"/>
            <p:cNvGrpSpPr/>
            <p:nvPr/>
          </p:nvGrpSpPr>
          <p:grpSpPr>
            <a:xfrm>
              <a:off x="4817735" y="2495713"/>
              <a:ext cx="1653025" cy="1215734"/>
              <a:chOff x="7580313" y="3121026"/>
              <a:chExt cx="846137" cy="622300"/>
            </a:xfrm>
          </p:grpSpPr>
          <p:sp>
            <p:nvSpPr>
              <p:cNvPr id="8" name="Freeform 408"/>
              <p:cNvSpPr/>
              <p:nvPr/>
            </p:nvSpPr>
            <p:spPr bwMode="auto">
              <a:xfrm>
                <a:off x="7580313" y="3152776"/>
                <a:ext cx="419100" cy="590550"/>
              </a:xfrm>
              <a:custGeom>
                <a:avLst/>
                <a:gdLst>
                  <a:gd name="T0" fmla="*/ 0 w 792"/>
                  <a:gd name="T1" fmla="*/ 805 h 1117"/>
                  <a:gd name="T2" fmla="*/ 792 w 792"/>
                  <a:gd name="T3" fmla="*/ 1117 h 1117"/>
                  <a:gd name="T4" fmla="*/ 789 w 792"/>
                  <a:gd name="T5" fmla="*/ 76 h 1117"/>
                  <a:gd name="T6" fmla="*/ 0 w 792"/>
                  <a:gd name="T7" fmla="*/ 0 h 1117"/>
                  <a:gd name="T8" fmla="*/ 0 w 792"/>
                  <a:gd name="T9" fmla="*/ 805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2" h="1117">
                    <a:moveTo>
                      <a:pt x="0" y="805"/>
                    </a:moveTo>
                    <a:lnTo>
                      <a:pt x="792" y="1117"/>
                    </a:lnTo>
                    <a:lnTo>
                      <a:pt x="789" y="76"/>
                    </a:lnTo>
                    <a:lnTo>
                      <a:pt x="0" y="0"/>
                    </a:lnTo>
                    <a:lnTo>
                      <a:pt x="0" y="805"/>
                    </a:lnTo>
                    <a:close/>
                  </a:path>
                </a:pathLst>
              </a:custGeom>
              <a:solidFill>
                <a:srgbClr val="BCB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9" name="Freeform 409"/>
              <p:cNvSpPr/>
              <p:nvPr/>
            </p:nvSpPr>
            <p:spPr bwMode="auto">
              <a:xfrm>
                <a:off x="7997825" y="3162301"/>
                <a:ext cx="298450" cy="581025"/>
              </a:xfrm>
              <a:custGeom>
                <a:avLst/>
                <a:gdLst>
                  <a:gd name="T0" fmla="*/ 565 w 565"/>
                  <a:gd name="T1" fmla="*/ 803 h 1098"/>
                  <a:gd name="T2" fmla="*/ 3 w 565"/>
                  <a:gd name="T3" fmla="*/ 1098 h 1098"/>
                  <a:gd name="T4" fmla="*/ 0 w 565"/>
                  <a:gd name="T5" fmla="*/ 57 h 1098"/>
                  <a:gd name="T6" fmla="*/ 565 w 565"/>
                  <a:gd name="T7" fmla="*/ 0 h 1098"/>
                  <a:gd name="T8" fmla="*/ 565 w 565"/>
                  <a:gd name="T9" fmla="*/ 803 h 10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5" h="1098">
                    <a:moveTo>
                      <a:pt x="565" y="803"/>
                    </a:moveTo>
                    <a:lnTo>
                      <a:pt x="3" y="1098"/>
                    </a:lnTo>
                    <a:lnTo>
                      <a:pt x="0" y="57"/>
                    </a:lnTo>
                    <a:lnTo>
                      <a:pt x="565" y="0"/>
                    </a:lnTo>
                    <a:lnTo>
                      <a:pt x="565" y="803"/>
                    </a:ln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0" name="Freeform 411"/>
              <p:cNvSpPr/>
              <p:nvPr/>
            </p:nvSpPr>
            <p:spPr bwMode="auto">
              <a:xfrm>
                <a:off x="7580313" y="3121026"/>
                <a:ext cx="304800" cy="60325"/>
              </a:xfrm>
              <a:custGeom>
                <a:avLst/>
                <a:gdLst>
                  <a:gd name="T0" fmla="*/ 576 w 577"/>
                  <a:gd name="T1" fmla="*/ 0 h 114"/>
                  <a:gd name="T2" fmla="*/ 0 w 577"/>
                  <a:gd name="T3" fmla="*/ 59 h 114"/>
                  <a:gd name="T4" fmla="*/ 577 w 577"/>
                  <a:gd name="T5" fmla="*/ 114 h 114"/>
                  <a:gd name="T6" fmla="*/ 576 w 577"/>
                  <a:gd name="T7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7" h="114">
                    <a:moveTo>
                      <a:pt x="576" y="0"/>
                    </a:moveTo>
                    <a:lnTo>
                      <a:pt x="0" y="59"/>
                    </a:lnTo>
                    <a:lnTo>
                      <a:pt x="577" y="114"/>
                    </a:lnTo>
                    <a:lnTo>
                      <a:pt x="576" y="0"/>
                    </a:lnTo>
                    <a:close/>
                  </a:path>
                </a:pathLst>
              </a:custGeom>
              <a:solidFill>
                <a:srgbClr val="BCB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1" name="Freeform 412"/>
              <p:cNvSpPr/>
              <p:nvPr/>
            </p:nvSpPr>
            <p:spPr bwMode="auto">
              <a:xfrm>
                <a:off x="7885113" y="3121026"/>
                <a:ext cx="411163" cy="71438"/>
              </a:xfrm>
              <a:custGeom>
                <a:avLst/>
                <a:gdLst>
                  <a:gd name="T0" fmla="*/ 0 w 778"/>
                  <a:gd name="T1" fmla="*/ 0 h 135"/>
                  <a:gd name="T2" fmla="*/ 1 w 778"/>
                  <a:gd name="T3" fmla="*/ 114 h 135"/>
                  <a:gd name="T4" fmla="*/ 213 w 778"/>
                  <a:gd name="T5" fmla="*/ 135 h 135"/>
                  <a:gd name="T6" fmla="*/ 778 w 778"/>
                  <a:gd name="T7" fmla="*/ 78 h 135"/>
                  <a:gd name="T8" fmla="*/ 0 w 778"/>
                  <a:gd name="T9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8" h="135">
                    <a:moveTo>
                      <a:pt x="0" y="0"/>
                    </a:moveTo>
                    <a:lnTo>
                      <a:pt x="1" y="114"/>
                    </a:lnTo>
                    <a:lnTo>
                      <a:pt x="213" y="135"/>
                    </a:lnTo>
                    <a:lnTo>
                      <a:pt x="778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7A9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2" name="Freeform 413"/>
              <p:cNvSpPr/>
              <p:nvPr/>
            </p:nvSpPr>
            <p:spPr bwMode="auto">
              <a:xfrm>
                <a:off x="7997825" y="3162301"/>
                <a:ext cx="428625" cy="269875"/>
              </a:xfrm>
              <a:custGeom>
                <a:avLst/>
                <a:gdLst>
                  <a:gd name="T0" fmla="*/ 810 w 810"/>
                  <a:gd name="T1" fmla="*/ 331 h 510"/>
                  <a:gd name="T2" fmla="*/ 238 w 810"/>
                  <a:gd name="T3" fmla="*/ 510 h 510"/>
                  <a:gd name="T4" fmla="*/ 0 w 810"/>
                  <a:gd name="T5" fmla="*/ 57 h 510"/>
                  <a:gd name="T6" fmla="*/ 565 w 810"/>
                  <a:gd name="T7" fmla="*/ 0 h 510"/>
                  <a:gd name="T8" fmla="*/ 810 w 810"/>
                  <a:gd name="T9" fmla="*/ 331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0" h="510">
                    <a:moveTo>
                      <a:pt x="810" y="331"/>
                    </a:moveTo>
                    <a:lnTo>
                      <a:pt x="238" y="510"/>
                    </a:lnTo>
                    <a:lnTo>
                      <a:pt x="0" y="57"/>
                    </a:lnTo>
                    <a:lnTo>
                      <a:pt x="565" y="0"/>
                    </a:lnTo>
                    <a:lnTo>
                      <a:pt x="810" y="331"/>
                    </a:lnTo>
                    <a:close/>
                  </a:path>
                </a:pathLst>
              </a:custGeom>
              <a:solidFill>
                <a:srgbClr val="D1D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7" name="Freeform 410"/>
            <p:cNvSpPr/>
            <p:nvPr/>
          </p:nvSpPr>
          <p:spPr bwMode="auto">
            <a:xfrm>
              <a:off x="4597083" y="2552565"/>
              <a:ext cx="1091942" cy="496044"/>
            </a:xfrm>
            <a:custGeom>
              <a:avLst/>
              <a:gdLst>
                <a:gd name="T0" fmla="*/ 0 w 1017"/>
                <a:gd name="T1" fmla="*/ 275 h 463"/>
                <a:gd name="T2" fmla="*/ 789 w 1017"/>
                <a:gd name="T3" fmla="*/ 463 h 463"/>
                <a:gd name="T4" fmla="*/ 1017 w 1017"/>
                <a:gd name="T5" fmla="*/ 76 h 463"/>
                <a:gd name="T6" fmla="*/ 228 w 1017"/>
                <a:gd name="T7" fmla="*/ 0 h 463"/>
                <a:gd name="T8" fmla="*/ 0 w 1017"/>
                <a:gd name="T9" fmla="*/ 275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7" h="463">
                  <a:moveTo>
                    <a:pt x="0" y="275"/>
                  </a:moveTo>
                  <a:lnTo>
                    <a:pt x="789" y="463"/>
                  </a:lnTo>
                  <a:lnTo>
                    <a:pt x="1017" y="76"/>
                  </a:lnTo>
                  <a:lnTo>
                    <a:pt x="228" y="0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383841" y="1208420"/>
            <a:ext cx="2262255" cy="2522247"/>
            <a:chOff x="4096445" y="804305"/>
            <a:chExt cx="2181231" cy="2431912"/>
          </a:xfrm>
        </p:grpSpPr>
        <p:grpSp>
          <p:nvGrpSpPr>
            <p:cNvPr id="15" name="Group 14"/>
            <p:cNvGrpSpPr/>
            <p:nvPr/>
          </p:nvGrpSpPr>
          <p:grpSpPr>
            <a:xfrm>
              <a:off x="4169651" y="981455"/>
              <a:ext cx="1667092" cy="1845090"/>
              <a:chOff x="5114723" y="474441"/>
              <a:chExt cx="1885602" cy="2086930"/>
            </a:xfrm>
            <a:solidFill>
              <a:schemeClr val="accent1"/>
            </a:solidFill>
          </p:grpSpPr>
          <p:sp>
            <p:nvSpPr>
              <p:cNvPr id="59" name="Freeform 11"/>
              <p:cNvSpPr>
                <a:spLocks noEditPoints="1"/>
              </p:cNvSpPr>
              <p:nvPr/>
            </p:nvSpPr>
            <p:spPr bwMode="auto">
              <a:xfrm rot="19386584" flipH="1">
                <a:off x="5519459" y="1327075"/>
                <a:ext cx="899140" cy="881835"/>
              </a:xfrm>
              <a:custGeom>
                <a:avLst/>
                <a:gdLst>
                  <a:gd name="T0" fmla="*/ 514 w 1247"/>
                  <a:gd name="T1" fmla="*/ 427 h 1223"/>
                  <a:gd name="T2" fmla="*/ 419 w 1247"/>
                  <a:gd name="T3" fmla="*/ 537 h 1223"/>
                  <a:gd name="T4" fmla="*/ 419 w 1247"/>
                  <a:gd name="T5" fmla="*/ 686 h 1223"/>
                  <a:gd name="T6" fmla="*/ 514 w 1247"/>
                  <a:gd name="T7" fmla="*/ 796 h 1223"/>
                  <a:gd name="T8" fmla="*/ 663 w 1247"/>
                  <a:gd name="T9" fmla="*/ 822 h 1223"/>
                  <a:gd name="T10" fmla="*/ 790 w 1247"/>
                  <a:gd name="T11" fmla="*/ 749 h 1223"/>
                  <a:gd name="T12" fmla="*/ 841 w 1247"/>
                  <a:gd name="T13" fmla="*/ 611 h 1223"/>
                  <a:gd name="T14" fmla="*/ 790 w 1247"/>
                  <a:gd name="T15" fmla="*/ 474 h 1223"/>
                  <a:gd name="T16" fmla="*/ 663 w 1247"/>
                  <a:gd name="T17" fmla="*/ 401 h 1223"/>
                  <a:gd name="T18" fmla="*/ 691 w 1247"/>
                  <a:gd name="T19" fmla="*/ 0 h 1223"/>
                  <a:gd name="T20" fmla="*/ 709 w 1247"/>
                  <a:gd name="T21" fmla="*/ 12 h 1223"/>
                  <a:gd name="T22" fmla="*/ 739 w 1247"/>
                  <a:gd name="T23" fmla="*/ 71 h 1223"/>
                  <a:gd name="T24" fmla="*/ 832 w 1247"/>
                  <a:gd name="T25" fmla="*/ 187 h 1223"/>
                  <a:gd name="T26" fmla="*/ 942 w 1247"/>
                  <a:gd name="T27" fmla="*/ 140 h 1223"/>
                  <a:gd name="T28" fmla="*/ 986 w 1247"/>
                  <a:gd name="T29" fmla="*/ 124 h 1223"/>
                  <a:gd name="T30" fmla="*/ 1006 w 1247"/>
                  <a:gd name="T31" fmla="*/ 123 h 1223"/>
                  <a:gd name="T32" fmla="*/ 1115 w 1247"/>
                  <a:gd name="T33" fmla="*/ 229 h 1223"/>
                  <a:gd name="T34" fmla="*/ 1115 w 1247"/>
                  <a:gd name="T35" fmla="*/ 258 h 1223"/>
                  <a:gd name="T36" fmla="*/ 1085 w 1247"/>
                  <a:gd name="T37" fmla="*/ 337 h 1223"/>
                  <a:gd name="T38" fmla="*/ 1116 w 1247"/>
                  <a:gd name="T39" fmla="*/ 470 h 1223"/>
                  <a:gd name="T40" fmla="*/ 1213 w 1247"/>
                  <a:gd name="T41" fmla="*/ 509 h 1223"/>
                  <a:gd name="T42" fmla="*/ 1244 w 1247"/>
                  <a:gd name="T43" fmla="*/ 530 h 1223"/>
                  <a:gd name="T44" fmla="*/ 1247 w 1247"/>
                  <a:gd name="T45" fmla="*/ 673 h 1223"/>
                  <a:gd name="T46" fmla="*/ 1240 w 1247"/>
                  <a:gd name="T47" fmla="*/ 691 h 1223"/>
                  <a:gd name="T48" fmla="*/ 1197 w 1247"/>
                  <a:gd name="T49" fmla="*/ 716 h 1223"/>
                  <a:gd name="T50" fmla="*/ 1077 w 1247"/>
                  <a:gd name="T51" fmla="*/ 766 h 1223"/>
                  <a:gd name="T52" fmla="*/ 1099 w 1247"/>
                  <a:gd name="T53" fmla="*/ 910 h 1223"/>
                  <a:gd name="T54" fmla="*/ 1121 w 1247"/>
                  <a:gd name="T55" fmla="*/ 971 h 1223"/>
                  <a:gd name="T56" fmla="*/ 1116 w 1247"/>
                  <a:gd name="T57" fmla="*/ 992 h 1223"/>
                  <a:gd name="T58" fmla="*/ 989 w 1247"/>
                  <a:gd name="T59" fmla="*/ 1093 h 1223"/>
                  <a:gd name="T60" fmla="*/ 878 w 1247"/>
                  <a:gd name="T61" fmla="*/ 1053 h 1223"/>
                  <a:gd name="T62" fmla="*/ 755 w 1247"/>
                  <a:gd name="T63" fmla="*/ 1126 h 1223"/>
                  <a:gd name="T64" fmla="*/ 721 w 1247"/>
                  <a:gd name="T65" fmla="*/ 1202 h 1223"/>
                  <a:gd name="T66" fmla="*/ 701 w 1247"/>
                  <a:gd name="T67" fmla="*/ 1221 h 1223"/>
                  <a:gd name="T68" fmla="*/ 556 w 1247"/>
                  <a:gd name="T69" fmla="*/ 1223 h 1223"/>
                  <a:gd name="T70" fmla="*/ 538 w 1247"/>
                  <a:gd name="T71" fmla="*/ 1211 h 1223"/>
                  <a:gd name="T72" fmla="*/ 508 w 1247"/>
                  <a:gd name="T73" fmla="*/ 1152 h 1223"/>
                  <a:gd name="T74" fmla="*/ 415 w 1247"/>
                  <a:gd name="T75" fmla="*/ 1036 h 1223"/>
                  <a:gd name="T76" fmla="*/ 305 w 1247"/>
                  <a:gd name="T77" fmla="*/ 1083 h 1223"/>
                  <a:gd name="T78" fmla="*/ 261 w 1247"/>
                  <a:gd name="T79" fmla="*/ 1098 h 1223"/>
                  <a:gd name="T80" fmla="*/ 241 w 1247"/>
                  <a:gd name="T81" fmla="*/ 1100 h 1223"/>
                  <a:gd name="T82" fmla="*/ 132 w 1247"/>
                  <a:gd name="T83" fmla="*/ 994 h 1223"/>
                  <a:gd name="T84" fmla="*/ 132 w 1247"/>
                  <a:gd name="T85" fmla="*/ 965 h 1223"/>
                  <a:gd name="T86" fmla="*/ 162 w 1247"/>
                  <a:gd name="T87" fmla="*/ 886 h 1223"/>
                  <a:gd name="T88" fmla="*/ 132 w 1247"/>
                  <a:gd name="T89" fmla="*/ 753 h 1223"/>
                  <a:gd name="T90" fmla="*/ 34 w 1247"/>
                  <a:gd name="T91" fmla="*/ 714 h 1223"/>
                  <a:gd name="T92" fmla="*/ 3 w 1247"/>
                  <a:gd name="T93" fmla="*/ 693 h 1223"/>
                  <a:gd name="T94" fmla="*/ 0 w 1247"/>
                  <a:gd name="T95" fmla="*/ 550 h 1223"/>
                  <a:gd name="T96" fmla="*/ 7 w 1247"/>
                  <a:gd name="T97" fmla="*/ 532 h 1223"/>
                  <a:gd name="T98" fmla="*/ 51 w 1247"/>
                  <a:gd name="T99" fmla="*/ 507 h 1223"/>
                  <a:gd name="T100" fmla="*/ 170 w 1247"/>
                  <a:gd name="T101" fmla="*/ 457 h 1223"/>
                  <a:gd name="T102" fmla="*/ 148 w 1247"/>
                  <a:gd name="T103" fmla="*/ 313 h 1223"/>
                  <a:gd name="T104" fmla="*/ 127 w 1247"/>
                  <a:gd name="T105" fmla="*/ 251 h 1223"/>
                  <a:gd name="T106" fmla="*/ 132 w 1247"/>
                  <a:gd name="T107" fmla="*/ 229 h 1223"/>
                  <a:gd name="T108" fmla="*/ 258 w 1247"/>
                  <a:gd name="T109" fmla="*/ 130 h 1223"/>
                  <a:gd name="T110" fmla="*/ 369 w 1247"/>
                  <a:gd name="T111" fmla="*/ 170 h 1223"/>
                  <a:gd name="T112" fmla="*/ 492 w 1247"/>
                  <a:gd name="T113" fmla="*/ 97 h 1223"/>
                  <a:gd name="T114" fmla="*/ 526 w 1247"/>
                  <a:gd name="T115" fmla="*/ 21 h 1223"/>
                  <a:gd name="T116" fmla="*/ 546 w 1247"/>
                  <a:gd name="T117" fmla="*/ 1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47" h="1223">
                    <a:moveTo>
                      <a:pt x="624" y="398"/>
                    </a:moveTo>
                    <a:lnTo>
                      <a:pt x="585" y="401"/>
                    </a:lnTo>
                    <a:lnTo>
                      <a:pt x="548" y="411"/>
                    </a:lnTo>
                    <a:lnTo>
                      <a:pt x="514" y="427"/>
                    </a:lnTo>
                    <a:lnTo>
                      <a:pt x="483" y="448"/>
                    </a:lnTo>
                    <a:lnTo>
                      <a:pt x="457" y="474"/>
                    </a:lnTo>
                    <a:lnTo>
                      <a:pt x="436" y="504"/>
                    </a:lnTo>
                    <a:lnTo>
                      <a:pt x="419" y="537"/>
                    </a:lnTo>
                    <a:lnTo>
                      <a:pt x="410" y="573"/>
                    </a:lnTo>
                    <a:lnTo>
                      <a:pt x="406" y="611"/>
                    </a:lnTo>
                    <a:lnTo>
                      <a:pt x="410" y="649"/>
                    </a:lnTo>
                    <a:lnTo>
                      <a:pt x="419" y="686"/>
                    </a:lnTo>
                    <a:lnTo>
                      <a:pt x="436" y="719"/>
                    </a:lnTo>
                    <a:lnTo>
                      <a:pt x="457" y="749"/>
                    </a:lnTo>
                    <a:lnTo>
                      <a:pt x="483" y="775"/>
                    </a:lnTo>
                    <a:lnTo>
                      <a:pt x="514" y="796"/>
                    </a:lnTo>
                    <a:lnTo>
                      <a:pt x="548" y="812"/>
                    </a:lnTo>
                    <a:lnTo>
                      <a:pt x="585" y="822"/>
                    </a:lnTo>
                    <a:lnTo>
                      <a:pt x="624" y="825"/>
                    </a:lnTo>
                    <a:lnTo>
                      <a:pt x="663" y="822"/>
                    </a:lnTo>
                    <a:lnTo>
                      <a:pt x="700" y="812"/>
                    </a:lnTo>
                    <a:lnTo>
                      <a:pt x="734" y="796"/>
                    </a:lnTo>
                    <a:lnTo>
                      <a:pt x="764" y="775"/>
                    </a:lnTo>
                    <a:lnTo>
                      <a:pt x="790" y="749"/>
                    </a:lnTo>
                    <a:lnTo>
                      <a:pt x="811" y="719"/>
                    </a:lnTo>
                    <a:lnTo>
                      <a:pt x="828" y="686"/>
                    </a:lnTo>
                    <a:lnTo>
                      <a:pt x="837" y="649"/>
                    </a:lnTo>
                    <a:lnTo>
                      <a:pt x="841" y="611"/>
                    </a:lnTo>
                    <a:lnTo>
                      <a:pt x="837" y="573"/>
                    </a:lnTo>
                    <a:lnTo>
                      <a:pt x="828" y="537"/>
                    </a:lnTo>
                    <a:lnTo>
                      <a:pt x="811" y="504"/>
                    </a:lnTo>
                    <a:lnTo>
                      <a:pt x="790" y="474"/>
                    </a:lnTo>
                    <a:lnTo>
                      <a:pt x="764" y="448"/>
                    </a:lnTo>
                    <a:lnTo>
                      <a:pt x="734" y="427"/>
                    </a:lnTo>
                    <a:lnTo>
                      <a:pt x="700" y="411"/>
                    </a:lnTo>
                    <a:lnTo>
                      <a:pt x="663" y="401"/>
                    </a:lnTo>
                    <a:lnTo>
                      <a:pt x="624" y="398"/>
                    </a:lnTo>
                    <a:close/>
                    <a:moveTo>
                      <a:pt x="555" y="0"/>
                    </a:moveTo>
                    <a:lnTo>
                      <a:pt x="687" y="0"/>
                    </a:lnTo>
                    <a:lnTo>
                      <a:pt x="691" y="0"/>
                    </a:lnTo>
                    <a:lnTo>
                      <a:pt x="696" y="1"/>
                    </a:lnTo>
                    <a:lnTo>
                      <a:pt x="700" y="3"/>
                    </a:lnTo>
                    <a:lnTo>
                      <a:pt x="704" y="7"/>
                    </a:lnTo>
                    <a:lnTo>
                      <a:pt x="709" y="12"/>
                    </a:lnTo>
                    <a:lnTo>
                      <a:pt x="716" y="21"/>
                    </a:lnTo>
                    <a:lnTo>
                      <a:pt x="722" y="33"/>
                    </a:lnTo>
                    <a:lnTo>
                      <a:pt x="730" y="50"/>
                    </a:lnTo>
                    <a:lnTo>
                      <a:pt x="739" y="71"/>
                    </a:lnTo>
                    <a:lnTo>
                      <a:pt x="751" y="97"/>
                    </a:lnTo>
                    <a:lnTo>
                      <a:pt x="764" y="128"/>
                    </a:lnTo>
                    <a:lnTo>
                      <a:pt x="780" y="166"/>
                    </a:lnTo>
                    <a:lnTo>
                      <a:pt x="832" y="187"/>
                    </a:lnTo>
                    <a:lnTo>
                      <a:pt x="867" y="172"/>
                    </a:lnTo>
                    <a:lnTo>
                      <a:pt x="897" y="158"/>
                    </a:lnTo>
                    <a:lnTo>
                      <a:pt x="922" y="148"/>
                    </a:lnTo>
                    <a:lnTo>
                      <a:pt x="942" y="140"/>
                    </a:lnTo>
                    <a:lnTo>
                      <a:pt x="958" y="134"/>
                    </a:lnTo>
                    <a:lnTo>
                      <a:pt x="971" y="130"/>
                    </a:lnTo>
                    <a:lnTo>
                      <a:pt x="980" y="127"/>
                    </a:lnTo>
                    <a:lnTo>
                      <a:pt x="986" y="124"/>
                    </a:lnTo>
                    <a:lnTo>
                      <a:pt x="990" y="124"/>
                    </a:lnTo>
                    <a:lnTo>
                      <a:pt x="994" y="123"/>
                    </a:lnTo>
                    <a:lnTo>
                      <a:pt x="996" y="123"/>
                    </a:lnTo>
                    <a:lnTo>
                      <a:pt x="1006" y="123"/>
                    </a:lnTo>
                    <a:lnTo>
                      <a:pt x="1015" y="131"/>
                    </a:lnTo>
                    <a:lnTo>
                      <a:pt x="1108" y="223"/>
                    </a:lnTo>
                    <a:lnTo>
                      <a:pt x="1112" y="225"/>
                    </a:lnTo>
                    <a:lnTo>
                      <a:pt x="1115" y="229"/>
                    </a:lnTo>
                    <a:lnTo>
                      <a:pt x="1116" y="234"/>
                    </a:lnTo>
                    <a:lnTo>
                      <a:pt x="1117" y="240"/>
                    </a:lnTo>
                    <a:lnTo>
                      <a:pt x="1116" y="248"/>
                    </a:lnTo>
                    <a:lnTo>
                      <a:pt x="1115" y="258"/>
                    </a:lnTo>
                    <a:lnTo>
                      <a:pt x="1111" y="271"/>
                    </a:lnTo>
                    <a:lnTo>
                      <a:pt x="1104" y="288"/>
                    </a:lnTo>
                    <a:lnTo>
                      <a:pt x="1096" y="310"/>
                    </a:lnTo>
                    <a:lnTo>
                      <a:pt x="1085" y="337"/>
                    </a:lnTo>
                    <a:lnTo>
                      <a:pt x="1071" y="368"/>
                    </a:lnTo>
                    <a:lnTo>
                      <a:pt x="1054" y="406"/>
                    </a:lnTo>
                    <a:lnTo>
                      <a:pt x="1077" y="456"/>
                    </a:lnTo>
                    <a:lnTo>
                      <a:pt x="1116" y="470"/>
                    </a:lnTo>
                    <a:lnTo>
                      <a:pt x="1149" y="483"/>
                    </a:lnTo>
                    <a:lnTo>
                      <a:pt x="1175" y="492"/>
                    </a:lnTo>
                    <a:lnTo>
                      <a:pt x="1196" y="501"/>
                    </a:lnTo>
                    <a:lnTo>
                      <a:pt x="1213" y="509"/>
                    </a:lnTo>
                    <a:lnTo>
                      <a:pt x="1226" y="516"/>
                    </a:lnTo>
                    <a:lnTo>
                      <a:pt x="1235" y="521"/>
                    </a:lnTo>
                    <a:lnTo>
                      <a:pt x="1240" y="526"/>
                    </a:lnTo>
                    <a:lnTo>
                      <a:pt x="1244" y="530"/>
                    </a:lnTo>
                    <a:lnTo>
                      <a:pt x="1247" y="536"/>
                    </a:lnTo>
                    <a:lnTo>
                      <a:pt x="1247" y="539"/>
                    </a:lnTo>
                    <a:lnTo>
                      <a:pt x="1247" y="545"/>
                    </a:lnTo>
                    <a:lnTo>
                      <a:pt x="1247" y="673"/>
                    </a:lnTo>
                    <a:lnTo>
                      <a:pt x="1247" y="678"/>
                    </a:lnTo>
                    <a:lnTo>
                      <a:pt x="1247" y="682"/>
                    </a:lnTo>
                    <a:lnTo>
                      <a:pt x="1244" y="686"/>
                    </a:lnTo>
                    <a:lnTo>
                      <a:pt x="1240" y="691"/>
                    </a:lnTo>
                    <a:lnTo>
                      <a:pt x="1235" y="697"/>
                    </a:lnTo>
                    <a:lnTo>
                      <a:pt x="1226" y="702"/>
                    </a:lnTo>
                    <a:lnTo>
                      <a:pt x="1213" y="708"/>
                    </a:lnTo>
                    <a:lnTo>
                      <a:pt x="1197" y="716"/>
                    </a:lnTo>
                    <a:lnTo>
                      <a:pt x="1175" y="725"/>
                    </a:lnTo>
                    <a:lnTo>
                      <a:pt x="1149" y="737"/>
                    </a:lnTo>
                    <a:lnTo>
                      <a:pt x="1116" y="750"/>
                    </a:lnTo>
                    <a:lnTo>
                      <a:pt x="1077" y="766"/>
                    </a:lnTo>
                    <a:lnTo>
                      <a:pt x="1056" y="816"/>
                    </a:lnTo>
                    <a:lnTo>
                      <a:pt x="1073" y="852"/>
                    </a:lnTo>
                    <a:lnTo>
                      <a:pt x="1087" y="884"/>
                    </a:lnTo>
                    <a:lnTo>
                      <a:pt x="1099" y="910"/>
                    </a:lnTo>
                    <a:lnTo>
                      <a:pt x="1108" y="931"/>
                    </a:lnTo>
                    <a:lnTo>
                      <a:pt x="1115" y="948"/>
                    </a:lnTo>
                    <a:lnTo>
                      <a:pt x="1119" y="961"/>
                    </a:lnTo>
                    <a:lnTo>
                      <a:pt x="1121" y="971"/>
                    </a:lnTo>
                    <a:lnTo>
                      <a:pt x="1121" y="979"/>
                    </a:lnTo>
                    <a:lnTo>
                      <a:pt x="1121" y="985"/>
                    </a:lnTo>
                    <a:lnTo>
                      <a:pt x="1119" y="988"/>
                    </a:lnTo>
                    <a:lnTo>
                      <a:pt x="1116" y="992"/>
                    </a:lnTo>
                    <a:lnTo>
                      <a:pt x="1113" y="996"/>
                    </a:lnTo>
                    <a:lnTo>
                      <a:pt x="1013" y="1094"/>
                    </a:lnTo>
                    <a:lnTo>
                      <a:pt x="1000" y="1096"/>
                    </a:lnTo>
                    <a:lnTo>
                      <a:pt x="989" y="1093"/>
                    </a:lnTo>
                    <a:lnTo>
                      <a:pt x="971" y="1088"/>
                    </a:lnTo>
                    <a:lnTo>
                      <a:pt x="947" y="1080"/>
                    </a:lnTo>
                    <a:lnTo>
                      <a:pt x="916" y="1068"/>
                    </a:lnTo>
                    <a:lnTo>
                      <a:pt x="878" y="1053"/>
                    </a:lnTo>
                    <a:lnTo>
                      <a:pt x="833" y="1034"/>
                    </a:lnTo>
                    <a:lnTo>
                      <a:pt x="781" y="1055"/>
                    </a:lnTo>
                    <a:lnTo>
                      <a:pt x="767" y="1094"/>
                    </a:lnTo>
                    <a:lnTo>
                      <a:pt x="755" y="1126"/>
                    </a:lnTo>
                    <a:lnTo>
                      <a:pt x="744" y="1152"/>
                    </a:lnTo>
                    <a:lnTo>
                      <a:pt x="735" y="1173"/>
                    </a:lnTo>
                    <a:lnTo>
                      <a:pt x="727" y="1190"/>
                    </a:lnTo>
                    <a:lnTo>
                      <a:pt x="721" y="1202"/>
                    </a:lnTo>
                    <a:lnTo>
                      <a:pt x="716" y="1211"/>
                    </a:lnTo>
                    <a:lnTo>
                      <a:pt x="710" y="1216"/>
                    </a:lnTo>
                    <a:lnTo>
                      <a:pt x="705" y="1220"/>
                    </a:lnTo>
                    <a:lnTo>
                      <a:pt x="701" y="1221"/>
                    </a:lnTo>
                    <a:lnTo>
                      <a:pt x="696" y="1223"/>
                    </a:lnTo>
                    <a:lnTo>
                      <a:pt x="692" y="1223"/>
                    </a:lnTo>
                    <a:lnTo>
                      <a:pt x="561" y="1223"/>
                    </a:lnTo>
                    <a:lnTo>
                      <a:pt x="556" y="1223"/>
                    </a:lnTo>
                    <a:lnTo>
                      <a:pt x="552" y="1221"/>
                    </a:lnTo>
                    <a:lnTo>
                      <a:pt x="547" y="1220"/>
                    </a:lnTo>
                    <a:lnTo>
                      <a:pt x="543" y="1216"/>
                    </a:lnTo>
                    <a:lnTo>
                      <a:pt x="538" y="1211"/>
                    </a:lnTo>
                    <a:lnTo>
                      <a:pt x="531" y="1202"/>
                    </a:lnTo>
                    <a:lnTo>
                      <a:pt x="525" y="1190"/>
                    </a:lnTo>
                    <a:lnTo>
                      <a:pt x="517" y="1173"/>
                    </a:lnTo>
                    <a:lnTo>
                      <a:pt x="508" y="1152"/>
                    </a:lnTo>
                    <a:lnTo>
                      <a:pt x="496" y="1126"/>
                    </a:lnTo>
                    <a:lnTo>
                      <a:pt x="483" y="1094"/>
                    </a:lnTo>
                    <a:lnTo>
                      <a:pt x="467" y="1057"/>
                    </a:lnTo>
                    <a:lnTo>
                      <a:pt x="415" y="1036"/>
                    </a:lnTo>
                    <a:lnTo>
                      <a:pt x="380" y="1051"/>
                    </a:lnTo>
                    <a:lnTo>
                      <a:pt x="349" y="1064"/>
                    </a:lnTo>
                    <a:lnTo>
                      <a:pt x="325" y="1075"/>
                    </a:lnTo>
                    <a:lnTo>
                      <a:pt x="305" y="1083"/>
                    </a:lnTo>
                    <a:lnTo>
                      <a:pt x="289" y="1089"/>
                    </a:lnTo>
                    <a:lnTo>
                      <a:pt x="276" y="1093"/>
                    </a:lnTo>
                    <a:lnTo>
                      <a:pt x="267" y="1096"/>
                    </a:lnTo>
                    <a:lnTo>
                      <a:pt x="261" y="1098"/>
                    </a:lnTo>
                    <a:lnTo>
                      <a:pt x="257" y="1098"/>
                    </a:lnTo>
                    <a:lnTo>
                      <a:pt x="253" y="1100"/>
                    </a:lnTo>
                    <a:lnTo>
                      <a:pt x="251" y="1100"/>
                    </a:lnTo>
                    <a:lnTo>
                      <a:pt x="241" y="1100"/>
                    </a:lnTo>
                    <a:lnTo>
                      <a:pt x="232" y="1092"/>
                    </a:lnTo>
                    <a:lnTo>
                      <a:pt x="139" y="1000"/>
                    </a:lnTo>
                    <a:lnTo>
                      <a:pt x="135" y="996"/>
                    </a:lnTo>
                    <a:lnTo>
                      <a:pt x="132" y="994"/>
                    </a:lnTo>
                    <a:lnTo>
                      <a:pt x="131" y="988"/>
                    </a:lnTo>
                    <a:lnTo>
                      <a:pt x="130" y="983"/>
                    </a:lnTo>
                    <a:lnTo>
                      <a:pt x="131" y="975"/>
                    </a:lnTo>
                    <a:lnTo>
                      <a:pt x="132" y="965"/>
                    </a:lnTo>
                    <a:lnTo>
                      <a:pt x="136" y="952"/>
                    </a:lnTo>
                    <a:lnTo>
                      <a:pt x="143" y="935"/>
                    </a:lnTo>
                    <a:lnTo>
                      <a:pt x="151" y="913"/>
                    </a:lnTo>
                    <a:lnTo>
                      <a:pt x="162" y="886"/>
                    </a:lnTo>
                    <a:lnTo>
                      <a:pt x="176" y="855"/>
                    </a:lnTo>
                    <a:lnTo>
                      <a:pt x="193" y="817"/>
                    </a:lnTo>
                    <a:lnTo>
                      <a:pt x="172" y="767"/>
                    </a:lnTo>
                    <a:lnTo>
                      <a:pt x="132" y="753"/>
                    </a:lnTo>
                    <a:lnTo>
                      <a:pt x="100" y="741"/>
                    </a:lnTo>
                    <a:lnTo>
                      <a:pt x="72" y="731"/>
                    </a:lnTo>
                    <a:lnTo>
                      <a:pt x="51" y="721"/>
                    </a:lnTo>
                    <a:lnTo>
                      <a:pt x="34" y="714"/>
                    </a:lnTo>
                    <a:lnTo>
                      <a:pt x="21" y="707"/>
                    </a:lnTo>
                    <a:lnTo>
                      <a:pt x="13" y="702"/>
                    </a:lnTo>
                    <a:lnTo>
                      <a:pt x="7" y="697"/>
                    </a:lnTo>
                    <a:lnTo>
                      <a:pt x="3" y="693"/>
                    </a:lnTo>
                    <a:lnTo>
                      <a:pt x="2" y="687"/>
                    </a:lnTo>
                    <a:lnTo>
                      <a:pt x="0" y="683"/>
                    </a:lnTo>
                    <a:lnTo>
                      <a:pt x="0" y="678"/>
                    </a:lnTo>
                    <a:lnTo>
                      <a:pt x="0" y="550"/>
                    </a:lnTo>
                    <a:lnTo>
                      <a:pt x="0" y="545"/>
                    </a:lnTo>
                    <a:lnTo>
                      <a:pt x="2" y="541"/>
                    </a:lnTo>
                    <a:lnTo>
                      <a:pt x="3" y="536"/>
                    </a:lnTo>
                    <a:lnTo>
                      <a:pt x="7" y="532"/>
                    </a:lnTo>
                    <a:lnTo>
                      <a:pt x="13" y="526"/>
                    </a:lnTo>
                    <a:lnTo>
                      <a:pt x="21" y="521"/>
                    </a:lnTo>
                    <a:lnTo>
                      <a:pt x="34" y="515"/>
                    </a:lnTo>
                    <a:lnTo>
                      <a:pt x="51" y="507"/>
                    </a:lnTo>
                    <a:lnTo>
                      <a:pt x="72" y="496"/>
                    </a:lnTo>
                    <a:lnTo>
                      <a:pt x="98" y="486"/>
                    </a:lnTo>
                    <a:lnTo>
                      <a:pt x="131" y="473"/>
                    </a:lnTo>
                    <a:lnTo>
                      <a:pt x="170" y="457"/>
                    </a:lnTo>
                    <a:lnTo>
                      <a:pt x="191" y="407"/>
                    </a:lnTo>
                    <a:lnTo>
                      <a:pt x="174" y="371"/>
                    </a:lnTo>
                    <a:lnTo>
                      <a:pt x="160" y="339"/>
                    </a:lnTo>
                    <a:lnTo>
                      <a:pt x="148" y="313"/>
                    </a:lnTo>
                    <a:lnTo>
                      <a:pt x="139" y="292"/>
                    </a:lnTo>
                    <a:lnTo>
                      <a:pt x="134" y="275"/>
                    </a:lnTo>
                    <a:lnTo>
                      <a:pt x="128" y="262"/>
                    </a:lnTo>
                    <a:lnTo>
                      <a:pt x="127" y="251"/>
                    </a:lnTo>
                    <a:lnTo>
                      <a:pt x="126" y="244"/>
                    </a:lnTo>
                    <a:lnTo>
                      <a:pt x="127" y="237"/>
                    </a:lnTo>
                    <a:lnTo>
                      <a:pt x="128" y="233"/>
                    </a:lnTo>
                    <a:lnTo>
                      <a:pt x="132" y="229"/>
                    </a:lnTo>
                    <a:lnTo>
                      <a:pt x="135" y="227"/>
                    </a:lnTo>
                    <a:lnTo>
                      <a:pt x="236" y="128"/>
                    </a:lnTo>
                    <a:lnTo>
                      <a:pt x="247" y="127"/>
                    </a:lnTo>
                    <a:lnTo>
                      <a:pt x="258" y="130"/>
                    </a:lnTo>
                    <a:lnTo>
                      <a:pt x="276" y="135"/>
                    </a:lnTo>
                    <a:lnTo>
                      <a:pt x="301" y="143"/>
                    </a:lnTo>
                    <a:lnTo>
                      <a:pt x="332" y="155"/>
                    </a:lnTo>
                    <a:lnTo>
                      <a:pt x="369" y="170"/>
                    </a:lnTo>
                    <a:lnTo>
                      <a:pt x="414" y="189"/>
                    </a:lnTo>
                    <a:lnTo>
                      <a:pt x="466" y="168"/>
                    </a:lnTo>
                    <a:lnTo>
                      <a:pt x="480" y="128"/>
                    </a:lnTo>
                    <a:lnTo>
                      <a:pt x="492" y="97"/>
                    </a:lnTo>
                    <a:lnTo>
                      <a:pt x="504" y="71"/>
                    </a:lnTo>
                    <a:lnTo>
                      <a:pt x="512" y="50"/>
                    </a:lnTo>
                    <a:lnTo>
                      <a:pt x="519" y="33"/>
                    </a:lnTo>
                    <a:lnTo>
                      <a:pt x="526" y="21"/>
                    </a:lnTo>
                    <a:lnTo>
                      <a:pt x="533" y="12"/>
                    </a:lnTo>
                    <a:lnTo>
                      <a:pt x="538" y="7"/>
                    </a:lnTo>
                    <a:lnTo>
                      <a:pt x="542" y="3"/>
                    </a:lnTo>
                    <a:lnTo>
                      <a:pt x="546" y="1"/>
                    </a:lnTo>
                    <a:lnTo>
                      <a:pt x="551" y="0"/>
                    </a:lnTo>
                    <a:lnTo>
                      <a:pt x="55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60" name="Freeform 12"/>
              <p:cNvSpPr>
                <a:spLocks noEditPoints="1"/>
              </p:cNvSpPr>
              <p:nvPr/>
            </p:nvSpPr>
            <p:spPr bwMode="auto">
              <a:xfrm rot="19386584" flipH="1">
                <a:off x="5114723" y="474441"/>
                <a:ext cx="898419" cy="881835"/>
              </a:xfrm>
              <a:custGeom>
                <a:avLst/>
                <a:gdLst>
                  <a:gd name="T0" fmla="*/ 513 w 1246"/>
                  <a:gd name="T1" fmla="*/ 427 h 1223"/>
                  <a:gd name="T2" fmla="*/ 418 w 1246"/>
                  <a:gd name="T3" fmla="*/ 537 h 1223"/>
                  <a:gd name="T4" fmla="*/ 418 w 1246"/>
                  <a:gd name="T5" fmla="*/ 686 h 1223"/>
                  <a:gd name="T6" fmla="*/ 513 w 1246"/>
                  <a:gd name="T7" fmla="*/ 796 h 1223"/>
                  <a:gd name="T8" fmla="*/ 662 w 1246"/>
                  <a:gd name="T9" fmla="*/ 821 h 1223"/>
                  <a:gd name="T10" fmla="*/ 790 w 1246"/>
                  <a:gd name="T11" fmla="*/ 749 h 1223"/>
                  <a:gd name="T12" fmla="*/ 841 w 1246"/>
                  <a:gd name="T13" fmla="*/ 612 h 1223"/>
                  <a:gd name="T14" fmla="*/ 790 w 1246"/>
                  <a:gd name="T15" fmla="*/ 473 h 1223"/>
                  <a:gd name="T16" fmla="*/ 662 w 1246"/>
                  <a:gd name="T17" fmla="*/ 401 h 1223"/>
                  <a:gd name="T18" fmla="*/ 691 w 1246"/>
                  <a:gd name="T19" fmla="*/ 0 h 1223"/>
                  <a:gd name="T20" fmla="*/ 709 w 1246"/>
                  <a:gd name="T21" fmla="*/ 12 h 1223"/>
                  <a:gd name="T22" fmla="*/ 739 w 1246"/>
                  <a:gd name="T23" fmla="*/ 70 h 1223"/>
                  <a:gd name="T24" fmla="*/ 831 w 1246"/>
                  <a:gd name="T25" fmla="*/ 187 h 1223"/>
                  <a:gd name="T26" fmla="*/ 942 w 1246"/>
                  <a:gd name="T27" fmla="*/ 140 h 1223"/>
                  <a:gd name="T28" fmla="*/ 986 w 1246"/>
                  <a:gd name="T29" fmla="*/ 125 h 1223"/>
                  <a:gd name="T30" fmla="*/ 1006 w 1246"/>
                  <a:gd name="T31" fmla="*/ 123 h 1223"/>
                  <a:gd name="T32" fmla="*/ 1114 w 1246"/>
                  <a:gd name="T33" fmla="*/ 229 h 1223"/>
                  <a:gd name="T34" fmla="*/ 1113 w 1246"/>
                  <a:gd name="T35" fmla="*/ 257 h 1223"/>
                  <a:gd name="T36" fmla="*/ 1084 w 1246"/>
                  <a:gd name="T37" fmla="*/ 335 h 1223"/>
                  <a:gd name="T38" fmla="*/ 1114 w 1246"/>
                  <a:gd name="T39" fmla="*/ 470 h 1223"/>
                  <a:gd name="T40" fmla="*/ 1212 w 1246"/>
                  <a:gd name="T41" fmla="*/ 509 h 1223"/>
                  <a:gd name="T42" fmla="*/ 1244 w 1246"/>
                  <a:gd name="T43" fmla="*/ 530 h 1223"/>
                  <a:gd name="T44" fmla="*/ 1246 w 1246"/>
                  <a:gd name="T45" fmla="*/ 673 h 1223"/>
                  <a:gd name="T46" fmla="*/ 1240 w 1246"/>
                  <a:gd name="T47" fmla="*/ 690 h 1223"/>
                  <a:gd name="T48" fmla="*/ 1195 w 1246"/>
                  <a:gd name="T49" fmla="*/ 716 h 1223"/>
                  <a:gd name="T50" fmla="*/ 1076 w 1246"/>
                  <a:gd name="T51" fmla="*/ 765 h 1223"/>
                  <a:gd name="T52" fmla="*/ 1099 w 1246"/>
                  <a:gd name="T53" fmla="*/ 910 h 1223"/>
                  <a:gd name="T54" fmla="*/ 1120 w 1246"/>
                  <a:gd name="T55" fmla="*/ 972 h 1223"/>
                  <a:gd name="T56" fmla="*/ 1116 w 1246"/>
                  <a:gd name="T57" fmla="*/ 992 h 1223"/>
                  <a:gd name="T58" fmla="*/ 987 w 1246"/>
                  <a:gd name="T59" fmla="*/ 1093 h 1223"/>
                  <a:gd name="T60" fmla="*/ 878 w 1246"/>
                  <a:gd name="T61" fmla="*/ 1053 h 1223"/>
                  <a:gd name="T62" fmla="*/ 753 w 1246"/>
                  <a:gd name="T63" fmla="*/ 1126 h 1223"/>
                  <a:gd name="T64" fmla="*/ 721 w 1246"/>
                  <a:gd name="T65" fmla="*/ 1202 h 1223"/>
                  <a:gd name="T66" fmla="*/ 700 w 1246"/>
                  <a:gd name="T67" fmla="*/ 1222 h 1223"/>
                  <a:gd name="T68" fmla="*/ 556 w 1246"/>
                  <a:gd name="T69" fmla="*/ 1223 h 1223"/>
                  <a:gd name="T70" fmla="*/ 536 w 1246"/>
                  <a:gd name="T71" fmla="*/ 1210 h 1223"/>
                  <a:gd name="T72" fmla="*/ 506 w 1246"/>
                  <a:gd name="T73" fmla="*/ 1152 h 1223"/>
                  <a:gd name="T74" fmla="*/ 415 w 1246"/>
                  <a:gd name="T75" fmla="*/ 1034 h 1223"/>
                  <a:gd name="T76" fmla="*/ 305 w 1246"/>
                  <a:gd name="T77" fmla="*/ 1083 h 1223"/>
                  <a:gd name="T78" fmla="*/ 260 w 1246"/>
                  <a:gd name="T79" fmla="*/ 1097 h 1223"/>
                  <a:gd name="T80" fmla="*/ 239 w 1246"/>
                  <a:gd name="T81" fmla="*/ 1099 h 1223"/>
                  <a:gd name="T82" fmla="*/ 132 w 1246"/>
                  <a:gd name="T83" fmla="*/ 992 h 1223"/>
                  <a:gd name="T84" fmla="*/ 132 w 1246"/>
                  <a:gd name="T85" fmla="*/ 965 h 1223"/>
                  <a:gd name="T86" fmla="*/ 161 w 1246"/>
                  <a:gd name="T87" fmla="*/ 886 h 1223"/>
                  <a:gd name="T88" fmla="*/ 131 w 1246"/>
                  <a:gd name="T89" fmla="*/ 753 h 1223"/>
                  <a:gd name="T90" fmla="*/ 34 w 1246"/>
                  <a:gd name="T91" fmla="*/ 714 h 1223"/>
                  <a:gd name="T92" fmla="*/ 3 w 1246"/>
                  <a:gd name="T93" fmla="*/ 691 h 1223"/>
                  <a:gd name="T94" fmla="*/ 0 w 1246"/>
                  <a:gd name="T95" fmla="*/ 550 h 1223"/>
                  <a:gd name="T96" fmla="*/ 6 w 1246"/>
                  <a:gd name="T97" fmla="*/ 532 h 1223"/>
                  <a:gd name="T98" fmla="*/ 50 w 1246"/>
                  <a:gd name="T99" fmla="*/ 505 h 1223"/>
                  <a:gd name="T100" fmla="*/ 170 w 1246"/>
                  <a:gd name="T101" fmla="*/ 457 h 1223"/>
                  <a:gd name="T102" fmla="*/ 148 w 1246"/>
                  <a:gd name="T103" fmla="*/ 312 h 1223"/>
                  <a:gd name="T104" fmla="*/ 126 w 1246"/>
                  <a:gd name="T105" fmla="*/ 250 h 1223"/>
                  <a:gd name="T106" fmla="*/ 131 w 1246"/>
                  <a:gd name="T107" fmla="*/ 229 h 1223"/>
                  <a:gd name="T108" fmla="*/ 258 w 1246"/>
                  <a:gd name="T109" fmla="*/ 128 h 1223"/>
                  <a:gd name="T110" fmla="*/ 369 w 1246"/>
                  <a:gd name="T111" fmla="*/ 169 h 1223"/>
                  <a:gd name="T112" fmla="*/ 492 w 1246"/>
                  <a:gd name="T113" fmla="*/ 97 h 1223"/>
                  <a:gd name="T114" fmla="*/ 526 w 1246"/>
                  <a:gd name="T115" fmla="*/ 21 h 1223"/>
                  <a:gd name="T116" fmla="*/ 545 w 1246"/>
                  <a:gd name="T117" fmla="*/ 0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46" h="1223">
                    <a:moveTo>
                      <a:pt x="623" y="397"/>
                    </a:moveTo>
                    <a:lnTo>
                      <a:pt x="583" y="401"/>
                    </a:lnTo>
                    <a:lnTo>
                      <a:pt x="547" y="411"/>
                    </a:lnTo>
                    <a:lnTo>
                      <a:pt x="513" y="427"/>
                    </a:lnTo>
                    <a:lnTo>
                      <a:pt x="483" y="448"/>
                    </a:lnTo>
                    <a:lnTo>
                      <a:pt x="456" y="473"/>
                    </a:lnTo>
                    <a:lnTo>
                      <a:pt x="434" y="503"/>
                    </a:lnTo>
                    <a:lnTo>
                      <a:pt x="418" y="537"/>
                    </a:lnTo>
                    <a:lnTo>
                      <a:pt x="408" y="572"/>
                    </a:lnTo>
                    <a:lnTo>
                      <a:pt x="405" y="612"/>
                    </a:lnTo>
                    <a:lnTo>
                      <a:pt x="408" y="649"/>
                    </a:lnTo>
                    <a:lnTo>
                      <a:pt x="418" y="686"/>
                    </a:lnTo>
                    <a:lnTo>
                      <a:pt x="434" y="719"/>
                    </a:lnTo>
                    <a:lnTo>
                      <a:pt x="456" y="749"/>
                    </a:lnTo>
                    <a:lnTo>
                      <a:pt x="483" y="775"/>
                    </a:lnTo>
                    <a:lnTo>
                      <a:pt x="513" y="796"/>
                    </a:lnTo>
                    <a:lnTo>
                      <a:pt x="547" y="812"/>
                    </a:lnTo>
                    <a:lnTo>
                      <a:pt x="583" y="821"/>
                    </a:lnTo>
                    <a:lnTo>
                      <a:pt x="623" y="825"/>
                    </a:lnTo>
                    <a:lnTo>
                      <a:pt x="662" y="821"/>
                    </a:lnTo>
                    <a:lnTo>
                      <a:pt x="698" y="812"/>
                    </a:lnTo>
                    <a:lnTo>
                      <a:pt x="732" y="796"/>
                    </a:lnTo>
                    <a:lnTo>
                      <a:pt x="762" y="775"/>
                    </a:lnTo>
                    <a:lnTo>
                      <a:pt x="790" y="749"/>
                    </a:lnTo>
                    <a:lnTo>
                      <a:pt x="811" y="719"/>
                    </a:lnTo>
                    <a:lnTo>
                      <a:pt x="827" y="686"/>
                    </a:lnTo>
                    <a:lnTo>
                      <a:pt x="837" y="649"/>
                    </a:lnTo>
                    <a:lnTo>
                      <a:pt x="841" y="612"/>
                    </a:lnTo>
                    <a:lnTo>
                      <a:pt x="837" y="572"/>
                    </a:lnTo>
                    <a:lnTo>
                      <a:pt x="827" y="537"/>
                    </a:lnTo>
                    <a:lnTo>
                      <a:pt x="811" y="503"/>
                    </a:lnTo>
                    <a:lnTo>
                      <a:pt x="790" y="473"/>
                    </a:lnTo>
                    <a:lnTo>
                      <a:pt x="762" y="448"/>
                    </a:lnTo>
                    <a:lnTo>
                      <a:pt x="732" y="427"/>
                    </a:lnTo>
                    <a:lnTo>
                      <a:pt x="698" y="411"/>
                    </a:lnTo>
                    <a:lnTo>
                      <a:pt x="662" y="401"/>
                    </a:lnTo>
                    <a:lnTo>
                      <a:pt x="623" y="397"/>
                    </a:lnTo>
                    <a:close/>
                    <a:moveTo>
                      <a:pt x="555" y="0"/>
                    </a:moveTo>
                    <a:lnTo>
                      <a:pt x="685" y="0"/>
                    </a:lnTo>
                    <a:lnTo>
                      <a:pt x="691" y="0"/>
                    </a:lnTo>
                    <a:lnTo>
                      <a:pt x="694" y="0"/>
                    </a:lnTo>
                    <a:lnTo>
                      <a:pt x="698" y="3"/>
                    </a:lnTo>
                    <a:lnTo>
                      <a:pt x="704" y="5"/>
                    </a:lnTo>
                    <a:lnTo>
                      <a:pt x="709" y="12"/>
                    </a:lnTo>
                    <a:lnTo>
                      <a:pt x="714" y="21"/>
                    </a:lnTo>
                    <a:lnTo>
                      <a:pt x="722" y="33"/>
                    </a:lnTo>
                    <a:lnTo>
                      <a:pt x="730" y="49"/>
                    </a:lnTo>
                    <a:lnTo>
                      <a:pt x="739" y="70"/>
                    </a:lnTo>
                    <a:lnTo>
                      <a:pt x="751" y="96"/>
                    </a:lnTo>
                    <a:lnTo>
                      <a:pt x="764" y="128"/>
                    </a:lnTo>
                    <a:lnTo>
                      <a:pt x="779" y="166"/>
                    </a:lnTo>
                    <a:lnTo>
                      <a:pt x="831" y="187"/>
                    </a:lnTo>
                    <a:lnTo>
                      <a:pt x="867" y="172"/>
                    </a:lnTo>
                    <a:lnTo>
                      <a:pt x="896" y="159"/>
                    </a:lnTo>
                    <a:lnTo>
                      <a:pt x="921" y="148"/>
                    </a:lnTo>
                    <a:lnTo>
                      <a:pt x="942" y="140"/>
                    </a:lnTo>
                    <a:lnTo>
                      <a:pt x="957" y="134"/>
                    </a:lnTo>
                    <a:lnTo>
                      <a:pt x="969" y="130"/>
                    </a:lnTo>
                    <a:lnTo>
                      <a:pt x="978" y="126"/>
                    </a:lnTo>
                    <a:lnTo>
                      <a:pt x="986" y="125"/>
                    </a:lnTo>
                    <a:lnTo>
                      <a:pt x="990" y="123"/>
                    </a:lnTo>
                    <a:lnTo>
                      <a:pt x="993" y="123"/>
                    </a:lnTo>
                    <a:lnTo>
                      <a:pt x="995" y="123"/>
                    </a:lnTo>
                    <a:lnTo>
                      <a:pt x="1006" y="123"/>
                    </a:lnTo>
                    <a:lnTo>
                      <a:pt x="1015" y="131"/>
                    </a:lnTo>
                    <a:lnTo>
                      <a:pt x="1108" y="221"/>
                    </a:lnTo>
                    <a:lnTo>
                      <a:pt x="1112" y="225"/>
                    </a:lnTo>
                    <a:lnTo>
                      <a:pt x="1114" y="229"/>
                    </a:lnTo>
                    <a:lnTo>
                      <a:pt x="1116" y="233"/>
                    </a:lnTo>
                    <a:lnTo>
                      <a:pt x="1117" y="240"/>
                    </a:lnTo>
                    <a:lnTo>
                      <a:pt x="1116" y="248"/>
                    </a:lnTo>
                    <a:lnTo>
                      <a:pt x="1113" y="257"/>
                    </a:lnTo>
                    <a:lnTo>
                      <a:pt x="1109" y="271"/>
                    </a:lnTo>
                    <a:lnTo>
                      <a:pt x="1104" y="288"/>
                    </a:lnTo>
                    <a:lnTo>
                      <a:pt x="1095" y="309"/>
                    </a:lnTo>
                    <a:lnTo>
                      <a:pt x="1084" y="335"/>
                    </a:lnTo>
                    <a:lnTo>
                      <a:pt x="1071" y="368"/>
                    </a:lnTo>
                    <a:lnTo>
                      <a:pt x="1054" y="406"/>
                    </a:lnTo>
                    <a:lnTo>
                      <a:pt x="1075" y="456"/>
                    </a:lnTo>
                    <a:lnTo>
                      <a:pt x="1114" y="470"/>
                    </a:lnTo>
                    <a:lnTo>
                      <a:pt x="1147" y="482"/>
                    </a:lnTo>
                    <a:lnTo>
                      <a:pt x="1174" y="492"/>
                    </a:lnTo>
                    <a:lnTo>
                      <a:pt x="1195" y="502"/>
                    </a:lnTo>
                    <a:lnTo>
                      <a:pt x="1212" y="509"/>
                    </a:lnTo>
                    <a:lnTo>
                      <a:pt x="1224" y="516"/>
                    </a:lnTo>
                    <a:lnTo>
                      <a:pt x="1233" y="521"/>
                    </a:lnTo>
                    <a:lnTo>
                      <a:pt x="1240" y="526"/>
                    </a:lnTo>
                    <a:lnTo>
                      <a:pt x="1244" y="530"/>
                    </a:lnTo>
                    <a:lnTo>
                      <a:pt x="1245" y="534"/>
                    </a:lnTo>
                    <a:lnTo>
                      <a:pt x="1246" y="540"/>
                    </a:lnTo>
                    <a:lnTo>
                      <a:pt x="1246" y="545"/>
                    </a:lnTo>
                    <a:lnTo>
                      <a:pt x="1246" y="673"/>
                    </a:lnTo>
                    <a:lnTo>
                      <a:pt x="1246" y="677"/>
                    </a:lnTo>
                    <a:lnTo>
                      <a:pt x="1245" y="682"/>
                    </a:lnTo>
                    <a:lnTo>
                      <a:pt x="1244" y="686"/>
                    </a:lnTo>
                    <a:lnTo>
                      <a:pt x="1240" y="690"/>
                    </a:lnTo>
                    <a:lnTo>
                      <a:pt x="1233" y="695"/>
                    </a:lnTo>
                    <a:lnTo>
                      <a:pt x="1226" y="702"/>
                    </a:lnTo>
                    <a:lnTo>
                      <a:pt x="1212" y="708"/>
                    </a:lnTo>
                    <a:lnTo>
                      <a:pt x="1195" y="716"/>
                    </a:lnTo>
                    <a:lnTo>
                      <a:pt x="1174" y="725"/>
                    </a:lnTo>
                    <a:lnTo>
                      <a:pt x="1147" y="737"/>
                    </a:lnTo>
                    <a:lnTo>
                      <a:pt x="1116" y="750"/>
                    </a:lnTo>
                    <a:lnTo>
                      <a:pt x="1076" y="765"/>
                    </a:lnTo>
                    <a:lnTo>
                      <a:pt x="1055" y="816"/>
                    </a:lnTo>
                    <a:lnTo>
                      <a:pt x="1072" y="852"/>
                    </a:lnTo>
                    <a:lnTo>
                      <a:pt x="1087" y="884"/>
                    </a:lnTo>
                    <a:lnTo>
                      <a:pt x="1099" y="910"/>
                    </a:lnTo>
                    <a:lnTo>
                      <a:pt x="1106" y="931"/>
                    </a:lnTo>
                    <a:lnTo>
                      <a:pt x="1113" y="948"/>
                    </a:lnTo>
                    <a:lnTo>
                      <a:pt x="1117" y="961"/>
                    </a:lnTo>
                    <a:lnTo>
                      <a:pt x="1120" y="972"/>
                    </a:lnTo>
                    <a:lnTo>
                      <a:pt x="1121" y="978"/>
                    </a:lnTo>
                    <a:lnTo>
                      <a:pt x="1120" y="985"/>
                    </a:lnTo>
                    <a:lnTo>
                      <a:pt x="1118" y="989"/>
                    </a:lnTo>
                    <a:lnTo>
                      <a:pt x="1116" y="992"/>
                    </a:lnTo>
                    <a:lnTo>
                      <a:pt x="1112" y="996"/>
                    </a:lnTo>
                    <a:lnTo>
                      <a:pt x="1011" y="1095"/>
                    </a:lnTo>
                    <a:lnTo>
                      <a:pt x="999" y="1095"/>
                    </a:lnTo>
                    <a:lnTo>
                      <a:pt x="987" y="1093"/>
                    </a:lnTo>
                    <a:lnTo>
                      <a:pt x="970" y="1088"/>
                    </a:lnTo>
                    <a:lnTo>
                      <a:pt x="946" y="1080"/>
                    </a:lnTo>
                    <a:lnTo>
                      <a:pt x="914" y="1068"/>
                    </a:lnTo>
                    <a:lnTo>
                      <a:pt x="878" y="1053"/>
                    </a:lnTo>
                    <a:lnTo>
                      <a:pt x="833" y="1034"/>
                    </a:lnTo>
                    <a:lnTo>
                      <a:pt x="781" y="1055"/>
                    </a:lnTo>
                    <a:lnTo>
                      <a:pt x="766" y="1093"/>
                    </a:lnTo>
                    <a:lnTo>
                      <a:pt x="753" y="1126"/>
                    </a:lnTo>
                    <a:lnTo>
                      <a:pt x="743" y="1152"/>
                    </a:lnTo>
                    <a:lnTo>
                      <a:pt x="734" y="1173"/>
                    </a:lnTo>
                    <a:lnTo>
                      <a:pt x="726" y="1189"/>
                    </a:lnTo>
                    <a:lnTo>
                      <a:pt x="721" y="1202"/>
                    </a:lnTo>
                    <a:lnTo>
                      <a:pt x="714" y="1210"/>
                    </a:lnTo>
                    <a:lnTo>
                      <a:pt x="709" y="1216"/>
                    </a:lnTo>
                    <a:lnTo>
                      <a:pt x="705" y="1220"/>
                    </a:lnTo>
                    <a:lnTo>
                      <a:pt x="700" y="1222"/>
                    </a:lnTo>
                    <a:lnTo>
                      <a:pt x="696" y="1223"/>
                    </a:lnTo>
                    <a:lnTo>
                      <a:pt x="691" y="1223"/>
                    </a:lnTo>
                    <a:lnTo>
                      <a:pt x="560" y="1223"/>
                    </a:lnTo>
                    <a:lnTo>
                      <a:pt x="556" y="1223"/>
                    </a:lnTo>
                    <a:lnTo>
                      <a:pt x="551" y="1222"/>
                    </a:lnTo>
                    <a:lnTo>
                      <a:pt x="547" y="1220"/>
                    </a:lnTo>
                    <a:lnTo>
                      <a:pt x="541" y="1216"/>
                    </a:lnTo>
                    <a:lnTo>
                      <a:pt x="536" y="1210"/>
                    </a:lnTo>
                    <a:lnTo>
                      <a:pt x="531" y="1202"/>
                    </a:lnTo>
                    <a:lnTo>
                      <a:pt x="524" y="1189"/>
                    </a:lnTo>
                    <a:lnTo>
                      <a:pt x="517" y="1173"/>
                    </a:lnTo>
                    <a:lnTo>
                      <a:pt x="506" y="1152"/>
                    </a:lnTo>
                    <a:lnTo>
                      <a:pt x="496" y="1126"/>
                    </a:lnTo>
                    <a:lnTo>
                      <a:pt x="481" y="1095"/>
                    </a:lnTo>
                    <a:lnTo>
                      <a:pt x="466" y="1055"/>
                    </a:lnTo>
                    <a:lnTo>
                      <a:pt x="415" y="1034"/>
                    </a:lnTo>
                    <a:lnTo>
                      <a:pt x="379" y="1050"/>
                    </a:lnTo>
                    <a:lnTo>
                      <a:pt x="349" y="1063"/>
                    </a:lnTo>
                    <a:lnTo>
                      <a:pt x="324" y="1075"/>
                    </a:lnTo>
                    <a:lnTo>
                      <a:pt x="305" y="1083"/>
                    </a:lnTo>
                    <a:lnTo>
                      <a:pt x="288" y="1088"/>
                    </a:lnTo>
                    <a:lnTo>
                      <a:pt x="276" y="1093"/>
                    </a:lnTo>
                    <a:lnTo>
                      <a:pt x="267" y="1096"/>
                    </a:lnTo>
                    <a:lnTo>
                      <a:pt x="260" y="1097"/>
                    </a:lnTo>
                    <a:lnTo>
                      <a:pt x="255" y="1099"/>
                    </a:lnTo>
                    <a:lnTo>
                      <a:pt x="252" y="1099"/>
                    </a:lnTo>
                    <a:lnTo>
                      <a:pt x="251" y="1099"/>
                    </a:lnTo>
                    <a:lnTo>
                      <a:pt x="239" y="1099"/>
                    </a:lnTo>
                    <a:lnTo>
                      <a:pt x="230" y="1091"/>
                    </a:lnTo>
                    <a:lnTo>
                      <a:pt x="137" y="1000"/>
                    </a:lnTo>
                    <a:lnTo>
                      <a:pt x="135" y="996"/>
                    </a:lnTo>
                    <a:lnTo>
                      <a:pt x="132" y="992"/>
                    </a:lnTo>
                    <a:lnTo>
                      <a:pt x="129" y="989"/>
                    </a:lnTo>
                    <a:lnTo>
                      <a:pt x="129" y="983"/>
                    </a:lnTo>
                    <a:lnTo>
                      <a:pt x="129" y="975"/>
                    </a:lnTo>
                    <a:lnTo>
                      <a:pt x="132" y="965"/>
                    </a:lnTo>
                    <a:lnTo>
                      <a:pt x="136" y="952"/>
                    </a:lnTo>
                    <a:lnTo>
                      <a:pt x="143" y="934"/>
                    </a:lnTo>
                    <a:lnTo>
                      <a:pt x="150" y="913"/>
                    </a:lnTo>
                    <a:lnTo>
                      <a:pt x="161" y="886"/>
                    </a:lnTo>
                    <a:lnTo>
                      <a:pt x="175" y="855"/>
                    </a:lnTo>
                    <a:lnTo>
                      <a:pt x="191" y="817"/>
                    </a:lnTo>
                    <a:lnTo>
                      <a:pt x="170" y="766"/>
                    </a:lnTo>
                    <a:lnTo>
                      <a:pt x="131" y="753"/>
                    </a:lnTo>
                    <a:lnTo>
                      <a:pt x="98" y="740"/>
                    </a:lnTo>
                    <a:lnTo>
                      <a:pt x="72" y="729"/>
                    </a:lnTo>
                    <a:lnTo>
                      <a:pt x="50" y="721"/>
                    </a:lnTo>
                    <a:lnTo>
                      <a:pt x="34" y="714"/>
                    </a:lnTo>
                    <a:lnTo>
                      <a:pt x="21" y="707"/>
                    </a:lnTo>
                    <a:lnTo>
                      <a:pt x="12" y="702"/>
                    </a:lnTo>
                    <a:lnTo>
                      <a:pt x="6" y="697"/>
                    </a:lnTo>
                    <a:lnTo>
                      <a:pt x="3" y="691"/>
                    </a:lnTo>
                    <a:lnTo>
                      <a:pt x="0" y="687"/>
                    </a:lnTo>
                    <a:lnTo>
                      <a:pt x="0" y="682"/>
                    </a:lnTo>
                    <a:lnTo>
                      <a:pt x="0" y="678"/>
                    </a:lnTo>
                    <a:lnTo>
                      <a:pt x="0" y="550"/>
                    </a:lnTo>
                    <a:lnTo>
                      <a:pt x="0" y="545"/>
                    </a:lnTo>
                    <a:lnTo>
                      <a:pt x="0" y="541"/>
                    </a:lnTo>
                    <a:lnTo>
                      <a:pt x="3" y="536"/>
                    </a:lnTo>
                    <a:lnTo>
                      <a:pt x="6" y="532"/>
                    </a:lnTo>
                    <a:lnTo>
                      <a:pt x="12" y="526"/>
                    </a:lnTo>
                    <a:lnTo>
                      <a:pt x="21" y="520"/>
                    </a:lnTo>
                    <a:lnTo>
                      <a:pt x="34" y="513"/>
                    </a:lnTo>
                    <a:lnTo>
                      <a:pt x="50" y="505"/>
                    </a:lnTo>
                    <a:lnTo>
                      <a:pt x="72" y="496"/>
                    </a:lnTo>
                    <a:lnTo>
                      <a:pt x="98" y="486"/>
                    </a:lnTo>
                    <a:lnTo>
                      <a:pt x="131" y="473"/>
                    </a:lnTo>
                    <a:lnTo>
                      <a:pt x="170" y="457"/>
                    </a:lnTo>
                    <a:lnTo>
                      <a:pt x="191" y="407"/>
                    </a:lnTo>
                    <a:lnTo>
                      <a:pt x="174" y="369"/>
                    </a:lnTo>
                    <a:lnTo>
                      <a:pt x="160" y="338"/>
                    </a:lnTo>
                    <a:lnTo>
                      <a:pt x="148" y="312"/>
                    </a:lnTo>
                    <a:lnTo>
                      <a:pt x="139" y="291"/>
                    </a:lnTo>
                    <a:lnTo>
                      <a:pt x="132" y="274"/>
                    </a:lnTo>
                    <a:lnTo>
                      <a:pt x="128" y="261"/>
                    </a:lnTo>
                    <a:lnTo>
                      <a:pt x="126" y="250"/>
                    </a:lnTo>
                    <a:lnTo>
                      <a:pt x="126" y="244"/>
                    </a:lnTo>
                    <a:lnTo>
                      <a:pt x="126" y="237"/>
                    </a:lnTo>
                    <a:lnTo>
                      <a:pt x="128" y="233"/>
                    </a:lnTo>
                    <a:lnTo>
                      <a:pt x="131" y="229"/>
                    </a:lnTo>
                    <a:lnTo>
                      <a:pt x="135" y="225"/>
                    </a:lnTo>
                    <a:lnTo>
                      <a:pt x="234" y="127"/>
                    </a:lnTo>
                    <a:lnTo>
                      <a:pt x="247" y="127"/>
                    </a:lnTo>
                    <a:lnTo>
                      <a:pt x="258" y="128"/>
                    </a:lnTo>
                    <a:lnTo>
                      <a:pt x="276" y="134"/>
                    </a:lnTo>
                    <a:lnTo>
                      <a:pt x="299" y="143"/>
                    </a:lnTo>
                    <a:lnTo>
                      <a:pt x="331" y="155"/>
                    </a:lnTo>
                    <a:lnTo>
                      <a:pt x="369" y="169"/>
                    </a:lnTo>
                    <a:lnTo>
                      <a:pt x="413" y="189"/>
                    </a:lnTo>
                    <a:lnTo>
                      <a:pt x="466" y="166"/>
                    </a:lnTo>
                    <a:lnTo>
                      <a:pt x="480" y="128"/>
                    </a:lnTo>
                    <a:lnTo>
                      <a:pt x="492" y="97"/>
                    </a:lnTo>
                    <a:lnTo>
                      <a:pt x="502" y="71"/>
                    </a:lnTo>
                    <a:lnTo>
                      <a:pt x="511" y="50"/>
                    </a:lnTo>
                    <a:lnTo>
                      <a:pt x="519" y="33"/>
                    </a:lnTo>
                    <a:lnTo>
                      <a:pt x="526" y="21"/>
                    </a:lnTo>
                    <a:lnTo>
                      <a:pt x="531" y="12"/>
                    </a:lnTo>
                    <a:lnTo>
                      <a:pt x="536" y="5"/>
                    </a:lnTo>
                    <a:lnTo>
                      <a:pt x="541" y="3"/>
                    </a:lnTo>
                    <a:lnTo>
                      <a:pt x="545" y="0"/>
                    </a:lnTo>
                    <a:lnTo>
                      <a:pt x="549" y="0"/>
                    </a:lnTo>
                    <a:lnTo>
                      <a:pt x="55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61" name="Freeform 13"/>
              <p:cNvSpPr>
                <a:spLocks noEditPoints="1"/>
              </p:cNvSpPr>
              <p:nvPr/>
            </p:nvSpPr>
            <p:spPr bwMode="auto">
              <a:xfrm rot="19386584" flipH="1">
                <a:off x="6072667" y="621568"/>
                <a:ext cx="820546" cy="804684"/>
              </a:xfrm>
              <a:custGeom>
                <a:avLst/>
                <a:gdLst>
                  <a:gd name="T0" fmla="*/ 458 w 1138"/>
                  <a:gd name="T1" fmla="*/ 396 h 1116"/>
                  <a:gd name="T2" fmla="*/ 374 w 1138"/>
                  <a:gd name="T3" fmla="*/ 520 h 1116"/>
                  <a:gd name="T4" fmla="*/ 404 w 1138"/>
                  <a:gd name="T5" fmla="*/ 667 h 1116"/>
                  <a:gd name="T6" fmla="*/ 528 w 1138"/>
                  <a:gd name="T7" fmla="*/ 750 h 1116"/>
                  <a:gd name="T8" fmla="*/ 680 w 1138"/>
                  <a:gd name="T9" fmla="*/ 720 h 1116"/>
                  <a:gd name="T10" fmla="*/ 764 w 1138"/>
                  <a:gd name="T11" fmla="*/ 598 h 1116"/>
                  <a:gd name="T12" fmla="*/ 734 w 1138"/>
                  <a:gd name="T13" fmla="*/ 449 h 1116"/>
                  <a:gd name="T14" fmla="*/ 609 w 1138"/>
                  <a:gd name="T15" fmla="*/ 368 h 1116"/>
                  <a:gd name="T16" fmla="*/ 630 w 1138"/>
                  <a:gd name="T17" fmla="*/ 1 h 1116"/>
                  <a:gd name="T18" fmla="*/ 650 w 1138"/>
                  <a:gd name="T19" fmla="*/ 14 h 1116"/>
                  <a:gd name="T20" fmla="*/ 683 w 1138"/>
                  <a:gd name="T21" fmla="*/ 84 h 1116"/>
                  <a:gd name="T22" fmla="*/ 794 w 1138"/>
                  <a:gd name="T23" fmla="*/ 156 h 1116"/>
                  <a:gd name="T24" fmla="*/ 880 w 1138"/>
                  <a:gd name="T25" fmla="*/ 120 h 1116"/>
                  <a:gd name="T26" fmla="*/ 906 w 1138"/>
                  <a:gd name="T27" fmla="*/ 114 h 1116"/>
                  <a:gd name="T28" fmla="*/ 1012 w 1138"/>
                  <a:gd name="T29" fmla="*/ 203 h 1116"/>
                  <a:gd name="T30" fmla="*/ 1019 w 1138"/>
                  <a:gd name="T31" fmla="*/ 218 h 1116"/>
                  <a:gd name="T32" fmla="*/ 1007 w 1138"/>
                  <a:gd name="T33" fmla="*/ 263 h 1116"/>
                  <a:gd name="T34" fmla="*/ 963 w 1138"/>
                  <a:gd name="T35" fmla="*/ 370 h 1116"/>
                  <a:gd name="T36" fmla="*/ 1078 w 1138"/>
                  <a:gd name="T37" fmla="*/ 453 h 1116"/>
                  <a:gd name="T38" fmla="*/ 1130 w 1138"/>
                  <a:gd name="T39" fmla="*/ 479 h 1116"/>
                  <a:gd name="T40" fmla="*/ 1138 w 1138"/>
                  <a:gd name="T41" fmla="*/ 497 h 1116"/>
                  <a:gd name="T42" fmla="*/ 1135 w 1138"/>
                  <a:gd name="T43" fmla="*/ 628 h 1116"/>
                  <a:gd name="T44" fmla="*/ 1097 w 1138"/>
                  <a:gd name="T45" fmla="*/ 652 h 1116"/>
                  <a:gd name="T46" fmla="*/ 982 w 1138"/>
                  <a:gd name="T47" fmla="*/ 699 h 1116"/>
                  <a:gd name="T48" fmla="*/ 1003 w 1138"/>
                  <a:gd name="T49" fmla="*/ 831 h 1116"/>
                  <a:gd name="T50" fmla="*/ 1023 w 1138"/>
                  <a:gd name="T51" fmla="*/ 887 h 1116"/>
                  <a:gd name="T52" fmla="*/ 1019 w 1138"/>
                  <a:gd name="T53" fmla="*/ 907 h 1116"/>
                  <a:gd name="T54" fmla="*/ 902 w 1138"/>
                  <a:gd name="T55" fmla="*/ 999 h 1116"/>
                  <a:gd name="T56" fmla="*/ 800 w 1138"/>
                  <a:gd name="T57" fmla="*/ 962 h 1116"/>
                  <a:gd name="T58" fmla="*/ 687 w 1138"/>
                  <a:gd name="T59" fmla="*/ 1033 h 1116"/>
                  <a:gd name="T60" fmla="*/ 655 w 1138"/>
                  <a:gd name="T61" fmla="*/ 1102 h 1116"/>
                  <a:gd name="T62" fmla="*/ 636 w 1138"/>
                  <a:gd name="T63" fmla="*/ 1116 h 1116"/>
                  <a:gd name="T64" fmla="*/ 502 w 1138"/>
                  <a:gd name="T65" fmla="*/ 1115 h 1116"/>
                  <a:gd name="T66" fmla="*/ 481 w 1138"/>
                  <a:gd name="T67" fmla="*/ 1092 h 1116"/>
                  <a:gd name="T68" fmla="*/ 441 w 1138"/>
                  <a:gd name="T69" fmla="*/ 1003 h 1116"/>
                  <a:gd name="T70" fmla="*/ 314 w 1138"/>
                  <a:gd name="T71" fmla="*/ 974 h 1116"/>
                  <a:gd name="T72" fmla="*/ 247 w 1138"/>
                  <a:gd name="T73" fmla="*/ 1000 h 1116"/>
                  <a:gd name="T74" fmla="*/ 229 w 1138"/>
                  <a:gd name="T75" fmla="*/ 1004 h 1116"/>
                  <a:gd name="T76" fmla="*/ 123 w 1138"/>
                  <a:gd name="T77" fmla="*/ 911 h 1116"/>
                  <a:gd name="T78" fmla="*/ 119 w 1138"/>
                  <a:gd name="T79" fmla="*/ 891 h 1116"/>
                  <a:gd name="T80" fmla="*/ 137 w 1138"/>
                  <a:gd name="T81" fmla="*/ 834 h 1116"/>
                  <a:gd name="T82" fmla="*/ 156 w 1138"/>
                  <a:gd name="T83" fmla="*/ 700 h 1116"/>
                  <a:gd name="T84" fmla="*/ 40 w 1138"/>
                  <a:gd name="T85" fmla="*/ 656 h 1116"/>
                  <a:gd name="T86" fmla="*/ 3 w 1138"/>
                  <a:gd name="T87" fmla="*/ 633 h 1116"/>
                  <a:gd name="T88" fmla="*/ 0 w 1138"/>
                  <a:gd name="T89" fmla="*/ 502 h 1116"/>
                  <a:gd name="T90" fmla="*/ 8 w 1138"/>
                  <a:gd name="T91" fmla="*/ 484 h 1116"/>
                  <a:gd name="T92" fmla="*/ 60 w 1138"/>
                  <a:gd name="T93" fmla="*/ 457 h 1116"/>
                  <a:gd name="T94" fmla="*/ 174 w 1138"/>
                  <a:gd name="T95" fmla="*/ 372 h 1116"/>
                  <a:gd name="T96" fmla="*/ 127 w 1138"/>
                  <a:gd name="T97" fmla="*/ 267 h 1116"/>
                  <a:gd name="T98" fmla="*/ 115 w 1138"/>
                  <a:gd name="T99" fmla="*/ 222 h 1116"/>
                  <a:gd name="T100" fmla="*/ 123 w 1138"/>
                  <a:gd name="T101" fmla="*/ 207 h 1116"/>
                  <a:gd name="T102" fmla="*/ 251 w 1138"/>
                  <a:gd name="T103" fmla="*/ 123 h 1116"/>
                  <a:gd name="T104" fmla="*/ 378 w 1138"/>
                  <a:gd name="T105" fmla="*/ 173 h 1116"/>
                  <a:gd name="T106" fmla="*/ 462 w 1138"/>
                  <a:gd name="T107" fmla="*/ 59 h 1116"/>
                  <a:gd name="T108" fmla="*/ 488 w 1138"/>
                  <a:gd name="T109" fmla="*/ 8 h 1116"/>
                  <a:gd name="T110" fmla="*/ 506 w 1138"/>
                  <a:gd name="T111" fmla="*/ 0 h 1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138" h="1116">
                    <a:moveTo>
                      <a:pt x="569" y="364"/>
                    </a:moveTo>
                    <a:lnTo>
                      <a:pt x="528" y="368"/>
                    </a:lnTo>
                    <a:lnTo>
                      <a:pt x="492" y="378"/>
                    </a:lnTo>
                    <a:lnTo>
                      <a:pt x="458" y="396"/>
                    </a:lnTo>
                    <a:lnTo>
                      <a:pt x="428" y="420"/>
                    </a:lnTo>
                    <a:lnTo>
                      <a:pt x="404" y="449"/>
                    </a:lnTo>
                    <a:lnTo>
                      <a:pt x="386" y="483"/>
                    </a:lnTo>
                    <a:lnTo>
                      <a:pt x="374" y="520"/>
                    </a:lnTo>
                    <a:lnTo>
                      <a:pt x="370" y="559"/>
                    </a:lnTo>
                    <a:lnTo>
                      <a:pt x="374" y="598"/>
                    </a:lnTo>
                    <a:lnTo>
                      <a:pt x="386" y="635"/>
                    </a:lnTo>
                    <a:lnTo>
                      <a:pt x="404" y="667"/>
                    </a:lnTo>
                    <a:lnTo>
                      <a:pt x="428" y="696"/>
                    </a:lnTo>
                    <a:lnTo>
                      <a:pt x="458" y="720"/>
                    </a:lnTo>
                    <a:lnTo>
                      <a:pt x="492" y="738"/>
                    </a:lnTo>
                    <a:lnTo>
                      <a:pt x="528" y="750"/>
                    </a:lnTo>
                    <a:lnTo>
                      <a:pt x="569" y="754"/>
                    </a:lnTo>
                    <a:lnTo>
                      <a:pt x="609" y="750"/>
                    </a:lnTo>
                    <a:lnTo>
                      <a:pt x="646" y="738"/>
                    </a:lnTo>
                    <a:lnTo>
                      <a:pt x="680" y="720"/>
                    </a:lnTo>
                    <a:lnTo>
                      <a:pt x="709" y="696"/>
                    </a:lnTo>
                    <a:lnTo>
                      <a:pt x="734" y="667"/>
                    </a:lnTo>
                    <a:lnTo>
                      <a:pt x="752" y="635"/>
                    </a:lnTo>
                    <a:lnTo>
                      <a:pt x="764" y="598"/>
                    </a:lnTo>
                    <a:lnTo>
                      <a:pt x="768" y="559"/>
                    </a:lnTo>
                    <a:lnTo>
                      <a:pt x="764" y="520"/>
                    </a:lnTo>
                    <a:lnTo>
                      <a:pt x="752" y="483"/>
                    </a:lnTo>
                    <a:lnTo>
                      <a:pt x="734" y="449"/>
                    </a:lnTo>
                    <a:lnTo>
                      <a:pt x="709" y="420"/>
                    </a:lnTo>
                    <a:lnTo>
                      <a:pt x="680" y="396"/>
                    </a:lnTo>
                    <a:lnTo>
                      <a:pt x="646" y="378"/>
                    </a:lnTo>
                    <a:lnTo>
                      <a:pt x="609" y="368"/>
                    </a:lnTo>
                    <a:lnTo>
                      <a:pt x="569" y="364"/>
                    </a:lnTo>
                    <a:close/>
                    <a:moveTo>
                      <a:pt x="506" y="0"/>
                    </a:moveTo>
                    <a:lnTo>
                      <a:pt x="626" y="0"/>
                    </a:lnTo>
                    <a:lnTo>
                      <a:pt x="630" y="1"/>
                    </a:lnTo>
                    <a:lnTo>
                      <a:pt x="636" y="1"/>
                    </a:lnTo>
                    <a:lnTo>
                      <a:pt x="640" y="4"/>
                    </a:lnTo>
                    <a:lnTo>
                      <a:pt x="645" y="8"/>
                    </a:lnTo>
                    <a:lnTo>
                      <a:pt x="650" y="14"/>
                    </a:lnTo>
                    <a:lnTo>
                      <a:pt x="655" y="25"/>
                    </a:lnTo>
                    <a:lnTo>
                      <a:pt x="663" y="39"/>
                    </a:lnTo>
                    <a:lnTo>
                      <a:pt x="672" y="59"/>
                    </a:lnTo>
                    <a:lnTo>
                      <a:pt x="683" y="84"/>
                    </a:lnTo>
                    <a:lnTo>
                      <a:pt x="696" y="115"/>
                    </a:lnTo>
                    <a:lnTo>
                      <a:pt x="711" y="153"/>
                    </a:lnTo>
                    <a:lnTo>
                      <a:pt x="759" y="171"/>
                    </a:lnTo>
                    <a:lnTo>
                      <a:pt x="794" y="156"/>
                    </a:lnTo>
                    <a:lnTo>
                      <a:pt x="824" y="142"/>
                    </a:lnTo>
                    <a:lnTo>
                      <a:pt x="847" y="133"/>
                    </a:lnTo>
                    <a:lnTo>
                      <a:pt x="866" y="125"/>
                    </a:lnTo>
                    <a:lnTo>
                      <a:pt x="880" y="120"/>
                    </a:lnTo>
                    <a:lnTo>
                      <a:pt x="891" y="116"/>
                    </a:lnTo>
                    <a:lnTo>
                      <a:pt x="898" y="115"/>
                    </a:lnTo>
                    <a:lnTo>
                      <a:pt x="904" y="114"/>
                    </a:lnTo>
                    <a:lnTo>
                      <a:pt x="906" y="114"/>
                    </a:lnTo>
                    <a:lnTo>
                      <a:pt x="909" y="114"/>
                    </a:lnTo>
                    <a:lnTo>
                      <a:pt x="918" y="114"/>
                    </a:lnTo>
                    <a:lnTo>
                      <a:pt x="927" y="120"/>
                    </a:lnTo>
                    <a:lnTo>
                      <a:pt x="1012" y="203"/>
                    </a:lnTo>
                    <a:lnTo>
                      <a:pt x="1015" y="207"/>
                    </a:lnTo>
                    <a:lnTo>
                      <a:pt x="1018" y="209"/>
                    </a:lnTo>
                    <a:lnTo>
                      <a:pt x="1019" y="213"/>
                    </a:lnTo>
                    <a:lnTo>
                      <a:pt x="1019" y="218"/>
                    </a:lnTo>
                    <a:lnTo>
                      <a:pt x="1019" y="226"/>
                    </a:lnTo>
                    <a:lnTo>
                      <a:pt x="1016" y="235"/>
                    </a:lnTo>
                    <a:lnTo>
                      <a:pt x="1014" y="247"/>
                    </a:lnTo>
                    <a:lnTo>
                      <a:pt x="1007" y="263"/>
                    </a:lnTo>
                    <a:lnTo>
                      <a:pt x="1001" y="283"/>
                    </a:lnTo>
                    <a:lnTo>
                      <a:pt x="990" y="307"/>
                    </a:lnTo>
                    <a:lnTo>
                      <a:pt x="978" y="336"/>
                    </a:lnTo>
                    <a:lnTo>
                      <a:pt x="963" y="370"/>
                    </a:lnTo>
                    <a:lnTo>
                      <a:pt x="982" y="417"/>
                    </a:lnTo>
                    <a:lnTo>
                      <a:pt x="1020" y="430"/>
                    </a:lnTo>
                    <a:lnTo>
                      <a:pt x="1053" y="442"/>
                    </a:lnTo>
                    <a:lnTo>
                      <a:pt x="1078" y="453"/>
                    </a:lnTo>
                    <a:lnTo>
                      <a:pt x="1097" y="461"/>
                    </a:lnTo>
                    <a:lnTo>
                      <a:pt x="1113" y="468"/>
                    </a:lnTo>
                    <a:lnTo>
                      <a:pt x="1123" y="474"/>
                    </a:lnTo>
                    <a:lnTo>
                      <a:pt x="1130" y="479"/>
                    </a:lnTo>
                    <a:lnTo>
                      <a:pt x="1135" y="484"/>
                    </a:lnTo>
                    <a:lnTo>
                      <a:pt x="1137" y="488"/>
                    </a:lnTo>
                    <a:lnTo>
                      <a:pt x="1138" y="492"/>
                    </a:lnTo>
                    <a:lnTo>
                      <a:pt x="1138" y="497"/>
                    </a:lnTo>
                    <a:lnTo>
                      <a:pt x="1138" y="615"/>
                    </a:lnTo>
                    <a:lnTo>
                      <a:pt x="1138" y="619"/>
                    </a:lnTo>
                    <a:lnTo>
                      <a:pt x="1137" y="624"/>
                    </a:lnTo>
                    <a:lnTo>
                      <a:pt x="1135" y="628"/>
                    </a:lnTo>
                    <a:lnTo>
                      <a:pt x="1130" y="632"/>
                    </a:lnTo>
                    <a:lnTo>
                      <a:pt x="1123" y="639"/>
                    </a:lnTo>
                    <a:lnTo>
                      <a:pt x="1113" y="644"/>
                    </a:lnTo>
                    <a:lnTo>
                      <a:pt x="1097" y="652"/>
                    </a:lnTo>
                    <a:lnTo>
                      <a:pt x="1078" y="661"/>
                    </a:lnTo>
                    <a:lnTo>
                      <a:pt x="1053" y="671"/>
                    </a:lnTo>
                    <a:lnTo>
                      <a:pt x="1021" y="684"/>
                    </a:lnTo>
                    <a:lnTo>
                      <a:pt x="982" y="699"/>
                    </a:lnTo>
                    <a:lnTo>
                      <a:pt x="964" y="745"/>
                    </a:lnTo>
                    <a:lnTo>
                      <a:pt x="980" y="779"/>
                    </a:lnTo>
                    <a:lnTo>
                      <a:pt x="993" y="808"/>
                    </a:lnTo>
                    <a:lnTo>
                      <a:pt x="1003" y="831"/>
                    </a:lnTo>
                    <a:lnTo>
                      <a:pt x="1011" y="851"/>
                    </a:lnTo>
                    <a:lnTo>
                      <a:pt x="1016" y="865"/>
                    </a:lnTo>
                    <a:lnTo>
                      <a:pt x="1020" y="878"/>
                    </a:lnTo>
                    <a:lnTo>
                      <a:pt x="1023" y="887"/>
                    </a:lnTo>
                    <a:lnTo>
                      <a:pt x="1023" y="894"/>
                    </a:lnTo>
                    <a:lnTo>
                      <a:pt x="1023" y="899"/>
                    </a:lnTo>
                    <a:lnTo>
                      <a:pt x="1021" y="903"/>
                    </a:lnTo>
                    <a:lnTo>
                      <a:pt x="1019" y="907"/>
                    </a:lnTo>
                    <a:lnTo>
                      <a:pt x="1015" y="910"/>
                    </a:lnTo>
                    <a:lnTo>
                      <a:pt x="923" y="1000"/>
                    </a:lnTo>
                    <a:lnTo>
                      <a:pt x="912" y="1000"/>
                    </a:lnTo>
                    <a:lnTo>
                      <a:pt x="902" y="999"/>
                    </a:lnTo>
                    <a:lnTo>
                      <a:pt x="885" y="995"/>
                    </a:lnTo>
                    <a:lnTo>
                      <a:pt x="863" y="987"/>
                    </a:lnTo>
                    <a:lnTo>
                      <a:pt x="836" y="975"/>
                    </a:lnTo>
                    <a:lnTo>
                      <a:pt x="800" y="962"/>
                    </a:lnTo>
                    <a:lnTo>
                      <a:pt x="760" y="945"/>
                    </a:lnTo>
                    <a:lnTo>
                      <a:pt x="713" y="965"/>
                    </a:lnTo>
                    <a:lnTo>
                      <a:pt x="698" y="1003"/>
                    </a:lnTo>
                    <a:lnTo>
                      <a:pt x="687" y="1033"/>
                    </a:lnTo>
                    <a:lnTo>
                      <a:pt x="676" y="1058"/>
                    </a:lnTo>
                    <a:lnTo>
                      <a:pt x="668" y="1077"/>
                    </a:lnTo>
                    <a:lnTo>
                      <a:pt x="660" y="1092"/>
                    </a:lnTo>
                    <a:lnTo>
                      <a:pt x="655" y="1102"/>
                    </a:lnTo>
                    <a:lnTo>
                      <a:pt x="650" y="1109"/>
                    </a:lnTo>
                    <a:lnTo>
                      <a:pt x="645" y="1114"/>
                    </a:lnTo>
                    <a:lnTo>
                      <a:pt x="641" y="1115"/>
                    </a:lnTo>
                    <a:lnTo>
                      <a:pt x="636" y="1116"/>
                    </a:lnTo>
                    <a:lnTo>
                      <a:pt x="632" y="1116"/>
                    </a:lnTo>
                    <a:lnTo>
                      <a:pt x="511" y="1116"/>
                    </a:lnTo>
                    <a:lnTo>
                      <a:pt x="507" y="1116"/>
                    </a:lnTo>
                    <a:lnTo>
                      <a:pt x="502" y="1115"/>
                    </a:lnTo>
                    <a:lnTo>
                      <a:pt x="498" y="1114"/>
                    </a:lnTo>
                    <a:lnTo>
                      <a:pt x="493" y="1109"/>
                    </a:lnTo>
                    <a:lnTo>
                      <a:pt x="488" y="1102"/>
                    </a:lnTo>
                    <a:lnTo>
                      <a:pt x="481" y="1092"/>
                    </a:lnTo>
                    <a:lnTo>
                      <a:pt x="475" y="1077"/>
                    </a:lnTo>
                    <a:lnTo>
                      <a:pt x="466" y="1058"/>
                    </a:lnTo>
                    <a:lnTo>
                      <a:pt x="454" y="1033"/>
                    </a:lnTo>
                    <a:lnTo>
                      <a:pt x="441" y="1003"/>
                    </a:lnTo>
                    <a:lnTo>
                      <a:pt x="426" y="965"/>
                    </a:lnTo>
                    <a:lnTo>
                      <a:pt x="378" y="945"/>
                    </a:lnTo>
                    <a:lnTo>
                      <a:pt x="343" y="961"/>
                    </a:lnTo>
                    <a:lnTo>
                      <a:pt x="314" y="974"/>
                    </a:lnTo>
                    <a:lnTo>
                      <a:pt x="290" y="984"/>
                    </a:lnTo>
                    <a:lnTo>
                      <a:pt x="272" y="991"/>
                    </a:lnTo>
                    <a:lnTo>
                      <a:pt x="258" y="996"/>
                    </a:lnTo>
                    <a:lnTo>
                      <a:pt x="247" y="1000"/>
                    </a:lnTo>
                    <a:lnTo>
                      <a:pt x="239" y="1003"/>
                    </a:lnTo>
                    <a:lnTo>
                      <a:pt x="234" y="1004"/>
                    </a:lnTo>
                    <a:lnTo>
                      <a:pt x="231" y="1004"/>
                    </a:lnTo>
                    <a:lnTo>
                      <a:pt x="229" y="1004"/>
                    </a:lnTo>
                    <a:lnTo>
                      <a:pt x="220" y="1004"/>
                    </a:lnTo>
                    <a:lnTo>
                      <a:pt x="211" y="996"/>
                    </a:lnTo>
                    <a:lnTo>
                      <a:pt x="125" y="914"/>
                    </a:lnTo>
                    <a:lnTo>
                      <a:pt x="123" y="911"/>
                    </a:lnTo>
                    <a:lnTo>
                      <a:pt x="120" y="907"/>
                    </a:lnTo>
                    <a:lnTo>
                      <a:pt x="119" y="903"/>
                    </a:lnTo>
                    <a:lnTo>
                      <a:pt x="118" y="898"/>
                    </a:lnTo>
                    <a:lnTo>
                      <a:pt x="119" y="891"/>
                    </a:lnTo>
                    <a:lnTo>
                      <a:pt x="120" y="881"/>
                    </a:lnTo>
                    <a:lnTo>
                      <a:pt x="124" y="869"/>
                    </a:lnTo>
                    <a:lnTo>
                      <a:pt x="129" y="853"/>
                    </a:lnTo>
                    <a:lnTo>
                      <a:pt x="137" y="834"/>
                    </a:lnTo>
                    <a:lnTo>
                      <a:pt x="148" y="810"/>
                    </a:lnTo>
                    <a:lnTo>
                      <a:pt x="160" y="781"/>
                    </a:lnTo>
                    <a:lnTo>
                      <a:pt x="175" y="746"/>
                    </a:lnTo>
                    <a:lnTo>
                      <a:pt x="156" y="700"/>
                    </a:lnTo>
                    <a:lnTo>
                      <a:pt x="116" y="686"/>
                    </a:lnTo>
                    <a:lnTo>
                      <a:pt x="85" y="674"/>
                    </a:lnTo>
                    <a:lnTo>
                      <a:pt x="60" y="665"/>
                    </a:lnTo>
                    <a:lnTo>
                      <a:pt x="40" y="656"/>
                    </a:lnTo>
                    <a:lnTo>
                      <a:pt x="25" y="649"/>
                    </a:lnTo>
                    <a:lnTo>
                      <a:pt x="14" y="643"/>
                    </a:lnTo>
                    <a:lnTo>
                      <a:pt x="8" y="637"/>
                    </a:lnTo>
                    <a:lnTo>
                      <a:pt x="3" y="633"/>
                    </a:lnTo>
                    <a:lnTo>
                      <a:pt x="1" y="628"/>
                    </a:lnTo>
                    <a:lnTo>
                      <a:pt x="0" y="624"/>
                    </a:lnTo>
                    <a:lnTo>
                      <a:pt x="0" y="619"/>
                    </a:lnTo>
                    <a:lnTo>
                      <a:pt x="0" y="502"/>
                    </a:lnTo>
                    <a:lnTo>
                      <a:pt x="0" y="497"/>
                    </a:lnTo>
                    <a:lnTo>
                      <a:pt x="1" y="493"/>
                    </a:lnTo>
                    <a:lnTo>
                      <a:pt x="3" y="488"/>
                    </a:lnTo>
                    <a:lnTo>
                      <a:pt x="8" y="484"/>
                    </a:lnTo>
                    <a:lnTo>
                      <a:pt x="14" y="479"/>
                    </a:lnTo>
                    <a:lnTo>
                      <a:pt x="25" y="472"/>
                    </a:lnTo>
                    <a:lnTo>
                      <a:pt x="40" y="465"/>
                    </a:lnTo>
                    <a:lnTo>
                      <a:pt x="60" y="457"/>
                    </a:lnTo>
                    <a:lnTo>
                      <a:pt x="85" y="446"/>
                    </a:lnTo>
                    <a:lnTo>
                      <a:pt x="116" y="433"/>
                    </a:lnTo>
                    <a:lnTo>
                      <a:pt x="156" y="417"/>
                    </a:lnTo>
                    <a:lnTo>
                      <a:pt x="174" y="372"/>
                    </a:lnTo>
                    <a:lnTo>
                      <a:pt x="158" y="338"/>
                    </a:lnTo>
                    <a:lnTo>
                      <a:pt x="145" y="309"/>
                    </a:lnTo>
                    <a:lnTo>
                      <a:pt x="135" y="285"/>
                    </a:lnTo>
                    <a:lnTo>
                      <a:pt x="127" y="267"/>
                    </a:lnTo>
                    <a:lnTo>
                      <a:pt x="122" y="251"/>
                    </a:lnTo>
                    <a:lnTo>
                      <a:pt x="118" y="239"/>
                    </a:lnTo>
                    <a:lnTo>
                      <a:pt x="115" y="229"/>
                    </a:lnTo>
                    <a:lnTo>
                      <a:pt x="115" y="222"/>
                    </a:lnTo>
                    <a:lnTo>
                      <a:pt x="115" y="217"/>
                    </a:lnTo>
                    <a:lnTo>
                      <a:pt x="118" y="213"/>
                    </a:lnTo>
                    <a:lnTo>
                      <a:pt x="120" y="209"/>
                    </a:lnTo>
                    <a:lnTo>
                      <a:pt x="123" y="207"/>
                    </a:lnTo>
                    <a:lnTo>
                      <a:pt x="214" y="118"/>
                    </a:lnTo>
                    <a:lnTo>
                      <a:pt x="225" y="116"/>
                    </a:lnTo>
                    <a:lnTo>
                      <a:pt x="235" y="119"/>
                    </a:lnTo>
                    <a:lnTo>
                      <a:pt x="251" y="123"/>
                    </a:lnTo>
                    <a:lnTo>
                      <a:pt x="273" y="131"/>
                    </a:lnTo>
                    <a:lnTo>
                      <a:pt x="302" y="141"/>
                    </a:lnTo>
                    <a:lnTo>
                      <a:pt x="337" y="156"/>
                    </a:lnTo>
                    <a:lnTo>
                      <a:pt x="378" y="173"/>
                    </a:lnTo>
                    <a:lnTo>
                      <a:pt x="425" y="153"/>
                    </a:lnTo>
                    <a:lnTo>
                      <a:pt x="439" y="115"/>
                    </a:lnTo>
                    <a:lnTo>
                      <a:pt x="451" y="84"/>
                    </a:lnTo>
                    <a:lnTo>
                      <a:pt x="462" y="59"/>
                    </a:lnTo>
                    <a:lnTo>
                      <a:pt x="469" y="39"/>
                    </a:lnTo>
                    <a:lnTo>
                      <a:pt x="477" y="25"/>
                    </a:lnTo>
                    <a:lnTo>
                      <a:pt x="483" y="14"/>
                    </a:lnTo>
                    <a:lnTo>
                      <a:pt x="488" y="8"/>
                    </a:lnTo>
                    <a:lnTo>
                      <a:pt x="493" y="4"/>
                    </a:lnTo>
                    <a:lnTo>
                      <a:pt x="497" y="1"/>
                    </a:lnTo>
                    <a:lnTo>
                      <a:pt x="502" y="1"/>
                    </a:lnTo>
                    <a:lnTo>
                      <a:pt x="50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62" name="Freeform 14"/>
              <p:cNvSpPr>
                <a:spLocks noEditPoints="1"/>
              </p:cNvSpPr>
              <p:nvPr/>
            </p:nvSpPr>
            <p:spPr bwMode="auto">
              <a:xfrm rot="19386584" flipH="1">
                <a:off x="6486222" y="1485717"/>
                <a:ext cx="514103" cy="504009"/>
              </a:xfrm>
              <a:custGeom>
                <a:avLst/>
                <a:gdLst>
                  <a:gd name="T0" fmla="*/ 302 w 713"/>
                  <a:gd name="T1" fmla="*/ 240 h 699"/>
                  <a:gd name="T2" fmla="*/ 244 w 713"/>
                  <a:gd name="T3" fmla="*/ 296 h 699"/>
                  <a:gd name="T4" fmla="*/ 235 w 713"/>
                  <a:gd name="T5" fmla="*/ 377 h 699"/>
                  <a:gd name="T6" fmla="*/ 278 w 713"/>
                  <a:gd name="T7" fmla="*/ 445 h 699"/>
                  <a:gd name="T8" fmla="*/ 357 w 713"/>
                  <a:gd name="T9" fmla="*/ 472 h 699"/>
                  <a:gd name="T10" fmla="*/ 434 w 713"/>
                  <a:gd name="T11" fmla="*/ 445 h 699"/>
                  <a:gd name="T12" fmla="*/ 477 w 713"/>
                  <a:gd name="T13" fmla="*/ 377 h 699"/>
                  <a:gd name="T14" fmla="*/ 468 w 713"/>
                  <a:gd name="T15" fmla="*/ 296 h 699"/>
                  <a:gd name="T16" fmla="*/ 412 w 713"/>
                  <a:gd name="T17" fmla="*/ 240 h 699"/>
                  <a:gd name="T18" fmla="*/ 318 w 713"/>
                  <a:gd name="T19" fmla="*/ 0 h 699"/>
                  <a:gd name="T20" fmla="*/ 399 w 713"/>
                  <a:gd name="T21" fmla="*/ 2 h 699"/>
                  <a:gd name="T22" fmla="*/ 412 w 713"/>
                  <a:gd name="T23" fmla="*/ 16 h 699"/>
                  <a:gd name="T24" fmla="*/ 434 w 713"/>
                  <a:gd name="T25" fmla="*/ 67 h 699"/>
                  <a:gd name="T26" fmla="*/ 502 w 713"/>
                  <a:gd name="T27" fmla="*/ 96 h 699"/>
                  <a:gd name="T28" fmla="*/ 552 w 713"/>
                  <a:gd name="T29" fmla="*/ 75 h 699"/>
                  <a:gd name="T30" fmla="*/ 568 w 713"/>
                  <a:gd name="T31" fmla="*/ 71 h 699"/>
                  <a:gd name="T32" fmla="*/ 581 w 713"/>
                  <a:gd name="T33" fmla="*/ 75 h 699"/>
                  <a:gd name="T34" fmla="*/ 638 w 713"/>
                  <a:gd name="T35" fmla="*/ 132 h 699"/>
                  <a:gd name="T36" fmla="*/ 636 w 713"/>
                  <a:gd name="T37" fmla="*/ 152 h 699"/>
                  <a:gd name="T38" fmla="*/ 616 w 713"/>
                  <a:gd name="T39" fmla="*/ 204 h 699"/>
                  <a:gd name="T40" fmla="*/ 645 w 713"/>
                  <a:gd name="T41" fmla="*/ 271 h 699"/>
                  <a:gd name="T42" fmla="*/ 696 w 713"/>
                  <a:gd name="T43" fmla="*/ 292 h 699"/>
                  <a:gd name="T44" fmla="*/ 711 w 713"/>
                  <a:gd name="T45" fmla="*/ 304 h 699"/>
                  <a:gd name="T46" fmla="*/ 713 w 713"/>
                  <a:gd name="T47" fmla="*/ 385 h 699"/>
                  <a:gd name="T48" fmla="*/ 709 w 713"/>
                  <a:gd name="T49" fmla="*/ 396 h 699"/>
                  <a:gd name="T50" fmla="*/ 684 w 713"/>
                  <a:gd name="T51" fmla="*/ 410 h 699"/>
                  <a:gd name="T52" fmla="*/ 616 w 713"/>
                  <a:gd name="T53" fmla="*/ 437 h 699"/>
                  <a:gd name="T54" fmla="*/ 626 w 713"/>
                  <a:gd name="T55" fmla="*/ 516 h 699"/>
                  <a:gd name="T56" fmla="*/ 641 w 713"/>
                  <a:gd name="T57" fmla="*/ 554 h 699"/>
                  <a:gd name="T58" fmla="*/ 638 w 713"/>
                  <a:gd name="T59" fmla="*/ 567 h 699"/>
                  <a:gd name="T60" fmla="*/ 571 w 713"/>
                  <a:gd name="T61" fmla="*/ 626 h 699"/>
                  <a:gd name="T62" fmla="*/ 531 w 713"/>
                  <a:gd name="T63" fmla="*/ 614 h 699"/>
                  <a:gd name="T64" fmla="*/ 447 w 713"/>
                  <a:gd name="T65" fmla="*/ 604 h 699"/>
                  <a:gd name="T66" fmla="*/ 420 w 713"/>
                  <a:gd name="T67" fmla="*/ 671 h 699"/>
                  <a:gd name="T68" fmla="*/ 407 w 713"/>
                  <a:gd name="T69" fmla="*/ 695 h 699"/>
                  <a:gd name="T70" fmla="*/ 396 w 713"/>
                  <a:gd name="T71" fmla="*/ 699 h 699"/>
                  <a:gd name="T72" fmla="*/ 314 w 713"/>
                  <a:gd name="T73" fmla="*/ 698 h 699"/>
                  <a:gd name="T74" fmla="*/ 302 w 713"/>
                  <a:gd name="T75" fmla="*/ 682 h 699"/>
                  <a:gd name="T76" fmla="*/ 278 w 713"/>
                  <a:gd name="T77" fmla="*/ 633 h 699"/>
                  <a:gd name="T78" fmla="*/ 210 w 713"/>
                  <a:gd name="T79" fmla="*/ 604 h 699"/>
                  <a:gd name="T80" fmla="*/ 162 w 713"/>
                  <a:gd name="T81" fmla="*/ 625 h 699"/>
                  <a:gd name="T82" fmla="*/ 145 w 713"/>
                  <a:gd name="T83" fmla="*/ 629 h 699"/>
                  <a:gd name="T84" fmla="*/ 132 w 713"/>
                  <a:gd name="T85" fmla="*/ 625 h 699"/>
                  <a:gd name="T86" fmla="*/ 74 w 713"/>
                  <a:gd name="T87" fmla="*/ 567 h 699"/>
                  <a:gd name="T88" fmla="*/ 77 w 713"/>
                  <a:gd name="T89" fmla="*/ 547 h 699"/>
                  <a:gd name="T90" fmla="*/ 98 w 713"/>
                  <a:gd name="T91" fmla="*/ 495 h 699"/>
                  <a:gd name="T92" fmla="*/ 69 w 713"/>
                  <a:gd name="T93" fmla="*/ 428 h 699"/>
                  <a:gd name="T94" fmla="*/ 17 w 713"/>
                  <a:gd name="T95" fmla="*/ 407 h 699"/>
                  <a:gd name="T96" fmla="*/ 1 w 713"/>
                  <a:gd name="T97" fmla="*/ 396 h 699"/>
                  <a:gd name="T98" fmla="*/ 0 w 713"/>
                  <a:gd name="T99" fmla="*/ 314 h 699"/>
                  <a:gd name="T100" fmla="*/ 4 w 713"/>
                  <a:gd name="T101" fmla="*/ 304 h 699"/>
                  <a:gd name="T102" fmla="*/ 29 w 713"/>
                  <a:gd name="T103" fmla="*/ 290 h 699"/>
                  <a:gd name="T104" fmla="*/ 98 w 713"/>
                  <a:gd name="T105" fmla="*/ 262 h 699"/>
                  <a:gd name="T106" fmla="*/ 86 w 713"/>
                  <a:gd name="T107" fmla="*/ 184 h 699"/>
                  <a:gd name="T108" fmla="*/ 73 w 713"/>
                  <a:gd name="T109" fmla="*/ 146 h 699"/>
                  <a:gd name="T110" fmla="*/ 74 w 713"/>
                  <a:gd name="T111" fmla="*/ 132 h 699"/>
                  <a:gd name="T112" fmla="*/ 141 w 713"/>
                  <a:gd name="T113" fmla="*/ 74 h 699"/>
                  <a:gd name="T114" fmla="*/ 182 w 713"/>
                  <a:gd name="T115" fmla="*/ 85 h 699"/>
                  <a:gd name="T116" fmla="*/ 267 w 713"/>
                  <a:gd name="T117" fmla="*/ 96 h 699"/>
                  <a:gd name="T118" fmla="*/ 293 w 713"/>
                  <a:gd name="T119" fmla="*/ 29 h 699"/>
                  <a:gd name="T120" fmla="*/ 307 w 713"/>
                  <a:gd name="T121" fmla="*/ 4 h 699"/>
                  <a:gd name="T122" fmla="*/ 318 w 713"/>
                  <a:gd name="T123" fmla="*/ 0 h 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" h="699">
                    <a:moveTo>
                      <a:pt x="357" y="228"/>
                    </a:moveTo>
                    <a:lnTo>
                      <a:pt x="328" y="231"/>
                    </a:lnTo>
                    <a:lnTo>
                      <a:pt x="302" y="240"/>
                    </a:lnTo>
                    <a:lnTo>
                      <a:pt x="278" y="254"/>
                    </a:lnTo>
                    <a:lnTo>
                      <a:pt x="259" y="274"/>
                    </a:lnTo>
                    <a:lnTo>
                      <a:pt x="244" y="296"/>
                    </a:lnTo>
                    <a:lnTo>
                      <a:pt x="235" y="322"/>
                    </a:lnTo>
                    <a:lnTo>
                      <a:pt x="231" y="350"/>
                    </a:lnTo>
                    <a:lnTo>
                      <a:pt x="235" y="377"/>
                    </a:lnTo>
                    <a:lnTo>
                      <a:pt x="244" y="403"/>
                    </a:lnTo>
                    <a:lnTo>
                      <a:pt x="259" y="426"/>
                    </a:lnTo>
                    <a:lnTo>
                      <a:pt x="278" y="445"/>
                    </a:lnTo>
                    <a:lnTo>
                      <a:pt x="302" y="460"/>
                    </a:lnTo>
                    <a:lnTo>
                      <a:pt x="328" y="469"/>
                    </a:lnTo>
                    <a:lnTo>
                      <a:pt x="357" y="472"/>
                    </a:lnTo>
                    <a:lnTo>
                      <a:pt x="386" y="469"/>
                    </a:lnTo>
                    <a:lnTo>
                      <a:pt x="412" y="460"/>
                    </a:lnTo>
                    <a:lnTo>
                      <a:pt x="434" y="445"/>
                    </a:lnTo>
                    <a:lnTo>
                      <a:pt x="454" y="426"/>
                    </a:lnTo>
                    <a:lnTo>
                      <a:pt x="468" y="403"/>
                    </a:lnTo>
                    <a:lnTo>
                      <a:pt x="477" y="377"/>
                    </a:lnTo>
                    <a:lnTo>
                      <a:pt x="481" y="350"/>
                    </a:lnTo>
                    <a:lnTo>
                      <a:pt x="477" y="322"/>
                    </a:lnTo>
                    <a:lnTo>
                      <a:pt x="468" y="296"/>
                    </a:lnTo>
                    <a:lnTo>
                      <a:pt x="454" y="274"/>
                    </a:lnTo>
                    <a:lnTo>
                      <a:pt x="434" y="254"/>
                    </a:lnTo>
                    <a:lnTo>
                      <a:pt x="412" y="240"/>
                    </a:lnTo>
                    <a:lnTo>
                      <a:pt x="386" y="231"/>
                    </a:lnTo>
                    <a:lnTo>
                      <a:pt x="357" y="228"/>
                    </a:lnTo>
                    <a:close/>
                    <a:moveTo>
                      <a:pt x="318" y="0"/>
                    </a:moveTo>
                    <a:lnTo>
                      <a:pt x="392" y="0"/>
                    </a:lnTo>
                    <a:lnTo>
                      <a:pt x="396" y="0"/>
                    </a:lnTo>
                    <a:lnTo>
                      <a:pt x="399" y="2"/>
                    </a:lnTo>
                    <a:lnTo>
                      <a:pt x="403" y="4"/>
                    </a:lnTo>
                    <a:lnTo>
                      <a:pt x="407" y="8"/>
                    </a:lnTo>
                    <a:lnTo>
                      <a:pt x="412" y="16"/>
                    </a:lnTo>
                    <a:lnTo>
                      <a:pt x="417" y="29"/>
                    </a:lnTo>
                    <a:lnTo>
                      <a:pt x="425" y="45"/>
                    </a:lnTo>
                    <a:lnTo>
                      <a:pt x="434" y="67"/>
                    </a:lnTo>
                    <a:lnTo>
                      <a:pt x="446" y="96"/>
                    </a:lnTo>
                    <a:lnTo>
                      <a:pt x="476" y="108"/>
                    </a:lnTo>
                    <a:lnTo>
                      <a:pt x="502" y="96"/>
                    </a:lnTo>
                    <a:lnTo>
                      <a:pt x="524" y="87"/>
                    </a:lnTo>
                    <a:lnTo>
                      <a:pt x="540" y="80"/>
                    </a:lnTo>
                    <a:lnTo>
                      <a:pt x="552" y="75"/>
                    </a:lnTo>
                    <a:lnTo>
                      <a:pt x="560" y="72"/>
                    </a:lnTo>
                    <a:lnTo>
                      <a:pt x="565" y="71"/>
                    </a:lnTo>
                    <a:lnTo>
                      <a:pt x="568" y="71"/>
                    </a:lnTo>
                    <a:lnTo>
                      <a:pt x="569" y="71"/>
                    </a:lnTo>
                    <a:lnTo>
                      <a:pt x="575" y="71"/>
                    </a:lnTo>
                    <a:lnTo>
                      <a:pt x="581" y="75"/>
                    </a:lnTo>
                    <a:lnTo>
                      <a:pt x="634" y="127"/>
                    </a:lnTo>
                    <a:lnTo>
                      <a:pt x="637" y="130"/>
                    </a:lnTo>
                    <a:lnTo>
                      <a:pt x="638" y="132"/>
                    </a:lnTo>
                    <a:lnTo>
                      <a:pt x="638" y="138"/>
                    </a:lnTo>
                    <a:lnTo>
                      <a:pt x="638" y="143"/>
                    </a:lnTo>
                    <a:lnTo>
                      <a:pt x="636" y="152"/>
                    </a:lnTo>
                    <a:lnTo>
                      <a:pt x="632" y="165"/>
                    </a:lnTo>
                    <a:lnTo>
                      <a:pt x="625" y="182"/>
                    </a:lnTo>
                    <a:lnTo>
                      <a:pt x="616" y="204"/>
                    </a:lnTo>
                    <a:lnTo>
                      <a:pt x="603" y="232"/>
                    </a:lnTo>
                    <a:lnTo>
                      <a:pt x="616" y="261"/>
                    </a:lnTo>
                    <a:lnTo>
                      <a:pt x="645" y="271"/>
                    </a:lnTo>
                    <a:lnTo>
                      <a:pt x="667" y="280"/>
                    </a:lnTo>
                    <a:lnTo>
                      <a:pt x="684" y="287"/>
                    </a:lnTo>
                    <a:lnTo>
                      <a:pt x="696" y="292"/>
                    </a:lnTo>
                    <a:lnTo>
                      <a:pt x="705" y="297"/>
                    </a:lnTo>
                    <a:lnTo>
                      <a:pt x="709" y="301"/>
                    </a:lnTo>
                    <a:lnTo>
                      <a:pt x="711" y="304"/>
                    </a:lnTo>
                    <a:lnTo>
                      <a:pt x="713" y="308"/>
                    </a:lnTo>
                    <a:lnTo>
                      <a:pt x="713" y="312"/>
                    </a:lnTo>
                    <a:lnTo>
                      <a:pt x="713" y="385"/>
                    </a:lnTo>
                    <a:lnTo>
                      <a:pt x="713" y="389"/>
                    </a:lnTo>
                    <a:lnTo>
                      <a:pt x="711" y="392"/>
                    </a:lnTo>
                    <a:lnTo>
                      <a:pt x="709" y="396"/>
                    </a:lnTo>
                    <a:lnTo>
                      <a:pt x="705" y="400"/>
                    </a:lnTo>
                    <a:lnTo>
                      <a:pt x="696" y="403"/>
                    </a:lnTo>
                    <a:lnTo>
                      <a:pt x="684" y="410"/>
                    </a:lnTo>
                    <a:lnTo>
                      <a:pt x="667" y="417"/>
                    </a:lnTo>
                    <a:lnTo>
                      <a:pt x="645" y="427"/>
                    </a:lnTo>
                    <a:lnTo>
                      <a:pt x="616" y="437"/>
                    </a:lnTo>
                    <a:lnTo>
                      <a:pt x="604" y="466"/>
                    </a:lnTo>
                    <a:lnTo>
                      <a:pt x="616" y="494"/>
                    </a:lnTo>
                    <a:lnTo>
                      <a:pt x="626" y="516"/>
                    </a:lnTo>
                    <a:lnTo>
                      <a:pt x="633" y="533"/>
                    </a:lnTo>
                    <a:lnTo>
                      <a:pt x="638" y="545"/>
                    </a:lnTo>
                    <a:lnTo>
                      <a:pt x="641" y="554"/>
                    </a:lnTo>
                    <a:lnTo>
                      <a:pt x="641" y="559"/>
                    </a:lnTo>
                    <a:lnTo>
                      <a:pt x="641" y="564"/>
                    </a:lnTo>
                    <a:lnTo>
                      <a:pt x="638" y="567"/>
                    </a:lnTo>
                    <a:lnTo>
                      <a:pt x="637" y="570"/>
                    </a:lnTo>
                    <a:lnTo>
                      <a:pt x="579" y="626"/>
                    </a:lnTo>
                    <a:lnTo>
                      <a:pt x="571" y="626"/>
                    </a:lnTo>
                    <a:lnTo>
                      <a:pt x="564" y="625"/>
                    </a:lnTo>
                    <a:lnTo>
                      <a:pt x="551" y="621"/>
                    </a:lnTo>
                    <a:lnTo>
                      <a:pt x="531" y="614"/>
                    </a:lnTo>
                    <a:lnTo>
                      <a:pt x="506" y="604"/>
                    </a:lnTo>
                    <a:lnTo>
                      <a:pt x="476" y="592"/>
                    </a:lnTo>
                    <a:lnTo>
                      <a:pt x="447" y="604"/>
                    </a:lnTo>
                    <a:lnTo>
                      <a:pt x="435" y="633"/>
                    </a:lnTo>
                    <a:lnTo>
                      <a:pt x="428" y="655"/>
                    </a:lnTo>
                    <a:lnTo>
                      <a:pt x="420" y="671"/>
                    </a:lnTo>
                    <a:lnTo>
                      <a:pt x="415" y="682"/>
                    </a:lnTo>
                    <a:lnTo>
                      <a:pt x="411" y="691"/>
                    </a:lnTo>
                    <a:lnTo>
                      <a:pt x="407" y="695"/>
                    </a:lnTo>
                    <a:lnTo>
                      <a:pt x="403" y="698"/>
                    </a:lnTo>
                    <a:lnTo>
                      <a:pt x="399" y="699"/>
                    </a:lnTo>
                    <a:lnTo>
                      <a:pt x="396" y="699"/>
                    </a:lnTo>
                    <a:lnTo>
                      <a:pt x="320" y="699"/>
                    </a:lnTo>
                    <a:lnTo>
                      <a:pt x="318" y="699"/>
                    </a:lnTo>
                    <a:lnTo>
                      <a:pt x="314" y="698"/>
                    </a:lnTo>
                    <a:lnTo>
                      <a:pt x="310" y="695"/>
                    </a:lnTo>
                    <a:lnTo>
                      <a:pt x="306" y="691"/>
                    </a:lnTo>
                    <a:lnTo>
                      <a:pt x="302" y="682"/>
                    </a:lnTo>
                    <a:lnTo>
                      <a:pt x="295" y="671"/>
                    </a:lnTo>
                    <a:lnTo>
                      <a:pt x="288" y="655"/>
                    </a:lnTo>
                    <a:lnTo>
                      <a:pt x="278" y="633"/>
                    </a:lnTo>
                    <a:lnTo>
                      <a:pt x="267" y="604"/>
                    </a:lnTo>
                    <a:lnTo>
                      <a:pt x="238" y="592"/>
                    </a:lnTo>
                    <a:lnTo>
                      <a:pt x="210" y="604"/>
                    </a:lnTo>
                    <a:lnTo>
                      <a:pt x="190" y="613"/>
                    </a:lnTo>
                    <a:lnTo>
                      <a:pt x="173" y="619"/>
                    </a:lnTo>
                    <a:lnTo>
                      <a:pt x="162" y="625"/>
                    </a:lnTo>
                    <a:lnTo>
                      <a:pt x="153" y="627"/>
                    </a:lnTo>
                    <a:lnTo>
                      <a:pt x="149" y="629"/>
                    </a:lnTo>
                    <a:lnTo>
                      <a:pt x="145" y="629"/>
                    </a:lnTo>
                    <a:lnTo>
                      <a:pt x="144" y="629"/>
                    </a:lnTo>
                    <a:lnTo>
                      <a:pt x="137" y="629"/>
                    </a:lnTo>
                    <a:lnTo>
                      <a:pt x="132" y="625"/>
                    </a:lnTo>
                    <a:lnTo>
                      <a:pt x="80" y="572"/>
                    </a:lnTo>
                    <a:lnTo>
                      <a:pt x="77" y="570"/>
                    </a:lnTo>
                    <a:lnTo>
                      <a:pt x="74" y="567"/>
                    </a:lnTo>
                    <a:lnTo>
                      <a:pt x="74" y="562"/>
                    </a:lnTo>
                    <a:lnTo>
                      <a:pt x="74" y="557"/>
                    </a:lnTo>
                    <a:lnTo>
                      <a:pt x="77" y="547"/>
                    </a:lnTo>
                    <a:lnTo>
                      <a:pt x="82" y="534"/>
                    </a:lnTo>
                    <a:lnTo>
                      <a:pt x="89" y="517"/>
                    </a:lnTo>
                    <a:lnTo>
                      <a:pt x="98" y="495"/>
                    </a:lnTo>
                    <a:lnTo>
                      <a:pt x="110" y="468"/>
                    </a:lnTo>
                    <a:lnTo>
                      <a:pt x="98" y="439"/>
                    </a:lnTo>
                    <a:lnTo>
                      <a:pt x="69" y="428"/>
                    </a:lnTo>
                    <a:lnTo>
                      <a:pt x="46" y="419"/>
                    </a:lnTo>
                    <a:lnTo>
                      <a:pt x="29" y="413"/>
                    </a:lnTo>
                    <a:lnTo>
                      <a:pt x="17" y="407"/>
                    </a:lnTo>
                    <a:lnTo>
                      <a:pt x="9" y="402"/>
                    </a:lnTo>
                    <a:lnTo>
                      <a:pt x="4" y="398"/>
                    </a:lnTo>
                    <a:lnTo>
                      <a:pt x="1" y="396"/>
                    </a:lnTo>
                    <a:lnTo>
                      <a:pt x="0" y="392"/>
                    </a:lnTo>
                    <a:lnTo>
                      <a:pt x="0" y="388"/>
                    </a:lnTo>
                    <a:lnTo>
                      <a:pt x="0" y="314"/>
                    </a:lnTo>
                    <a:lnTo>
                      <a:pt x="0" y="311"/>
                    </a:lnTo>
                    <a:lnTo>
                      <a:pt x="1" y="308"/>
                    </a:lnTo>
                    <a:lnTo>
                      <a:pt x="4" y="304"/>
                    </a:lnTo>
                    <a:lnTo>
                      <a:pt x="9" y="300"/>
                    </a:lnTo>
                    <a:lnTo>
                      <a:pt x="17" y="295"/>
                    </a:lnTo>
                    <a:lnTo>
                      <a:pt x="29" y="290"/>
                    </a:lnTo>
                    <a:lnTo>
                      <a:pt x="46" y="282"/>
                    </a:lnTo>
                    <a:lnTo>
                      <a:pt x="69" y="273"/>
                    </a:lnTo>
                    <a:lnTo>
                      <a:pt x="98" y="262"/>
                    </a:lnTo>
                    <a:lnTo>
                      <a:pt x="110" y="233"/>
                    </a:lnTo>
                    <a:lnTo>
                      <a:pt x="97" y="206"/>
                    </a:lnTo>
                    <a:lnTo>
                      <a:pt x="86" y="184"/>
                    </a:lnTo>
                    <a:lnTo>
                      <a:pt x="80" y="167"/>
                    </a:lnTo>
                    <a:lnTo>
                      <a:pt x="76" y="155"/>
                    </a:lnTo>
                    <a:lnTo>
                      <a:pt x="73" y="146"/>
                    </a:lnTo>
                    <a:lnTo>
                      <a:pt x="72" y="139"/>
                    </a:lnTo>
                    <a:lnTo>
                      <a:pt x="73" y="135"/>
                    </a:lnTo>
                    <a:lnTo>
                      <a:pt x="74" y="132"/>
                    </a:lnTo>
                    <a:lnTo>
                      <a:pt x="77" y="130"/>
                    </a:lnTo>
                    <a:lnTo>
                      <a:pt x="135" y="74"/>
                    </a:lnTo>
                    <a:lnTo>
                      <a:pt x="141" y="74"/>
                    </a:lnTo>
                    <a:lnTo>
                      <a:pt x="149" y="75"/>
                    </a:lnTo>
                    <a:lnTo>
                      <a:pt x="163" y="79"/>
                    </a:lnTo>
                    <a:lnTo>
                      <a:pt x="182" y="85"/>
                    </a:lnTo>
                    <a:lnTo>
                      <a:pt x="207" y="96"/>
                    </a:lnTo>
                    <a:lnTo>
                      <a:pt x="237" y="108"/>
                    </a:lnTo>
                    <a:lnTo>
                      <a:pt x="267" y="96"/>
                    </a:lnTo>
                    <a:lnTo>
                      <a:pt x="277" y="67"/>
                    </a:lnTo>
                    <a:lnTo>
                      <a:pt x="286" y="45"/>
                    </a:lnTo>
                    <a:lnTo>
                      <a:pt x="293" y="29"/>
                    </a:lnTo>
                    <a:lnTo>
                      <a:pt x="298" y="16"/>
                    </a:lnTo>
                    <a:lnTo>
                      <a:pt x="303" y="8"/>
                    </a:lnTo>
                    <a:lnTo>
                      <a:pt x="307" y="4"/>
                    </a:lnTo>
                    <a:lnTo>
                      <a:pt x="311" y="2"/>
                    </a:lnTo>
                    <a:lnTo>
                      <a:pt x="314" y="0"/>
                    </a:lnTo>
                    <a:lnTo>
                      <a:pt x="31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63" name="Freeform 17"/>
              <p:cNvSpPr>
                <a:spLocks noEditPoints="1"/>
              </p:cNvSpPr>
              <p:nvPr/>
            </p:nvSpPr>
            <p:spPr bwMode="auto">
              <a:xfrm rot="19386584" flipH="1">
                <a:off x="6256333" y="2018426"/>
                <a:ext cx="552318" cy="542945"/>
              </a:xfrm>
              <a:custGeom>
                <a:avLst/>
                <a:gdLst>
                  <a:gd name="T0" fmla="*/ 299 w 766"/>
                  <a:gd name="T1" fmla="*/ 274 h 753"/>
                  <a:gd name="T2" fmla="*/ 250 w 766"/>
                  <a:gd name="T3" fmla="*/ 376 h 753"/>
                  <a:gd name="T4" fmla="*/ 299 w 766"/>
                  <a:gd name="T5" fmla="*/ 479 h 753"/>
                  <a:gd name="T6" fmla="*/ 415 w 766"/>
                  <a:gd name="T7" fmla="*/ 504 h 753"/>
                  <a:gd name="T8" fmla="*/ 504 w 766"/>
                  <a:gd name="T9" fmla="*/ 435 h 753"/>
                  <a:gd name="T10" fmla="*/ 504 w 766"/>
                  <a:gd name="T11" fmla="*/ 318 h 753"/>
                  <a:gd name="T12" fmla="*/ 415 w 766"/>
                  <a:gd name="T13" fmla="*/ 249 h 753"/>
                  <a:gd name="T14" fmla="*/ 426 w 766"/>
                  <a:gd name="T15" fmla="*/ 0 h 753"/>
                  <a:gd name="T16" fmla="*/ 442 w 766"/>
                  <a:gd name="T17" fmla="*/ 18 h 753"/>
                  <a:gd name="T18" fmla="*/ 480 w 766"/>
                  <a:gd name="T19" fmla="*/ 103 h 753"/>
                  <a:gd name="T20" fmla="*/ 575 w 766"/>
                  <a:gd name="T21" fmla="*/ 88 h 753"/>
                  <a:gd name="T22" fmla="*/ 608 w 766"/>
                  <a:gd name="T23" fmla="*/ 77 h 753"/>
                  <a:gd name="T24" fmla="*/ 625 w 766"/>
                  <a:gd name="T25" fmla="*/ 81 h 753"/>
                  <a:gd name="T26" fmla="*/ 687 w 766"/>
                  <a:gd name="T27" fmla="*/ 147 h 753"/>
                  <a:gd name="T28" fmla="*/ 677 w 766"/>
                  <a:gd name="T29" fmla="*/ 182 h 753"/>
                  <a:gd name="T30" fmla="*/ 662 w 766"/>
                  <a:gd name="T31" fmla="*/ 281 h 753"/>
                  <a:gd name="T32" fmla="*/ 749 w 766"/>
                  <a:gd name="T33" fmla="*/ 315 h 753"/>
                  <a:gd name="T34" fmla="*/ 766 w 766"/>
                  <a:gd name="T35" fmla="*/ 331 h 753"/>
                  <a:gd name="T36" fmla="*/ 766 w 766"/>
                  <a:gd name="T37" fmla="*/ 422 h 753"/>
                  <a:gd name="T38" fmla="*/ 736 w 766"/>
                  <a:gd name="T39" fmla="*/ 441 h 753"/>
                  <a:gd name="T40" fmla="*/ 649 w 766"/>
                  <a:gd name="T41" fmla="*/ 503 h 753"/>
                  <a:gd name="T42" fmla="*/ 684 w 766"/>
                  <a:gd name="T43" fmla="*/ 581 h 753"/>
                  <a:gd name="T44" fmla="*/ 689 w 766"/>
                  <a:gd name="T45" fmla="*/ 607 h 753"/>
                  <a:gd name="T46" fmla="*/ 615 w 766"/>
                  <a:gd name="T47" fmla="*/ 674 h 753"/>
                  <a:gd name="T48" fmla="*/ 545 w 766"/>
                  <a:gd name="T49" fmla="*/ 651 h 753"/>
                  <a:gd name="T50" fmla="*/ 459 w 766"/>
                  <a:gd name="T51" fmla="*/ 704 h 753"/>
                  <a:gd name="T52" fmla="*/ 437 w 766"/>
                  <a:gd name="T53" fmla="*/ 749 h 753"/>
                  <a:gd name="T54" fmla="*/ 345 w 766"/>
                  <a:gd name="T55" fmla="*/ 753 h 753"/>
                  <a:gd name="T56" fmla="*/ 330 w 766"/>
                  <a:gd name="T57" fmla="*/ 744 h 753"/>
                  <a:gd name="T58" fmla="*/ 299 w 766"/>
                  <a:gd name="T59" fmla="*/ 681 h 753"/>
                  <a:gd name="T60" fmla="*/ 208 w 766"/>
                  <a:gd name="T61" fmla="*/ 658 h 753"/>
                  <a:gd name="T62" fmla="*/ 162 w 766"/>
                  <a:gd name="T63" fmla="*/ 675 h 753"/>
                  <a:gd name="T64" fmla="*/ 148 w 766"/>
                  <a:gd name="T65" fmla="*/ 677 h 753"/>
                  <a:gd name="T66" fmla="*/ 81 w 766"/>
                  <a:gd name="T67" fmla="*/ 610 h 753"/>
                  <a:gd name="T68" fmla="*/ 85 w 766"/>
                  <a:gd name="T69" fmla="*/ 584 h 753"/>
                  <a:gd name="T70" fmla="*/ 118 w 766"/>
                  <a:gd name="T71" fmla="*/ 503 h 753"/>
                  <a:gd name="T72" fmla="*/ 31 w 766"/>
                  <a:gd name="T73" fmla="*/ 444 h 753"/>
                  <a:gd name="T74" fmla="*/ 1 w 766"/>
                  <a:gd name="T75" fmla="*/ 425 h 753"/>
                  <a:gd name="T76" fmla="*/ 0 w 766"/>
                  <a:gd name="T77" fmla="*/ 335 h 753"/>
                  <a:gd name="T78" fmla="*/ 18 w 766"/>
                  <a:gd name="T79" fmla="*/ 318 h 753"/>
                  <a:gd name="T80" fmla="*/ 105 w 766"/>
                  <a:gd name="T81" fmla="*/ 281 h 753"/>
                  <a:gd name="T82" fmla="*/ 88 w 766"/>
                  <a:gd name="T83" fmla="*/ 185 h 753"/>
                  <a:gd name="T84" fmla="*/ 77 w 766"/>
                  <a:gd name="T85" fmla="*/ 148 h 753"/>
                  <a:gd name="T86" fmla="*/ 144 w 766"/>
                  <a:gd name="T87" fmla="*/ 79 h 753"/>
                  <a:gd name="T88" fmla="*/ 196 w 766"/>
                  <a:gd name="T89" fmla="*/ 92 h 753"/>
                  <a:gd name="T90" fmla="*/ 298 w 766"/>
                  <a:gd name="T91" fmla="*/ 72 h 753"/>
                  <a:gd name="T92" fmla="*/ 326 w 766"/>
                  <a:gd name="T93" fmla="*/ 9 h 753"/>
                  <a:gd name="T94" fmla="*/ 341 w 766"/>
                  <a:gd name="T95" fmla="*/ 0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66" h="753">
                    <a:moveTo>
                      <a:pt x="383" y="245"/>
                    </a:moveTo>
                    <a:lnTo>
                      <a:pt x="353" y="249"/>
                    </a:lnTo>
                    <a:lnTo>
                      <a:pt x="324" y="258"/>
                    </a:lnTo>
                    <a:lnTo>
                      <a:pt x="299" y="274"/>
                    </a:lnTo>
                    <a:lnTo>
                      <a:pt x="279" y="295"/>
                    </a:lnTo>
                    <a:lnTo>
                      <a:pt x="263" y="318"/>
                    </a:lnTo>
                    <a:lnTo>
                      <a:pt x="252" y="346"/>
                    </a:lnTo>
                    <a:lnTo>
                      <a:pt x="250" y="376"/>
                    </a:lnTo>
                    <a:lnTo>
                      <a:pt x="252" y="407"/>
                    </a:lnTo>
                    <a:lnTo>
                      <a:pt x="263" y="435"/>
                    </a:lnTo>
                    <a:lnTo>
                      <a:pt x="279" y="458"/>
                    </a:lnTo>
                    <a:lnTo>
                      <a:pt x="299" y="479"/>
                    </a:lnTo>
                    <a:lnTo>
                      <a:pt x="324" y="495"/>
                    </a:lnTo>
                    <a:lnTo>
                      <a:pt x="353" y="504"/>
                    </a:lnTo>
                    <a:lnTo>
                      <a:pt x="383" y="508"/>
                    </a:lnTo>
                    <a:lnTo>
                      <a:pt x="415" y="504"/>
                    </a:lnTo>
                    <a:lnTo>
                      <a:pt x="442" y="495"/>
                    </a:lnTo>
                    <a:lnTo>
                      <a:pt x="467" y="479"/>
                    </a:lnTo>
                    <a:lnTo>
                      <a:pt x="488" y="458"/>
                    </a:lnTo>
                    <a:lnTo>
                      <a:pt x="504" y="435"/>
                    </a:lnTo>
                    <a:lnTo>
                      <a:pt x="514" y="407"/>
                    </a:lnTo>
                    <a:lnTo>
                      <a:pt x="518" y="376"/>
                    </a:lnTo>
                    <a:lnTo>
                      <a:pt x="514" y="346"/>
                    </a:lnTo>
                    <a:lnTo>
                      <a:pt x="504" y="318"/>
                    </a:lnTo>
                    <a:lnTo>
                      <a:pt x="488" y="295"/>
                    </a:lnTo>
                    <a:lnTo>
                      <a:pt x="467" y="274"/>
                    </a:lnTo>
                    <a:lnTo>
                      <a:pt x="442" y="258"/>
                    </a:lnTo>
                    <a:lnTo>
                      <a:pt x="415" y="249"/>
                    </a:lnTo>
                    <a:lnTo>
                      <a:pt x="383" y="245"/>
                    </a:lnTo>
                    <a:close/>
                    <a:moveTo>
                      <a:pt x="341" y="0"/>
                    </a:moveTo>
                    <a:lnTo>
                      <a:pt x="422" y="0"/>
                    </a:lnTo>
                    <a:lnTo>
                      <a:pt x="426" y="0"/>
                    </a:lnTo>
                    <a:lnTo>
                      <a:pt x="429" y="1"/>
                    </a:lnTo>
                    <a:lnTo>
                      <a:pt x="433" y="4"/>
                    </a:lnTo>
                    <a:lnTo>
                      <a:pt x="438" y="9"/>
                    </a:lnTo>
                    <a:lnTo>
                      <a:pt x="442" y="18"/>
                    </a:lnTo>
                    <a:lnTo>
                      <a:pt x="449" y="30"/>
                    </a:lnTo>
                    <a:lnTo>
                      <a:pt x="458" y="48"/>
                    </a:lnTo>
                    <a:lnTo>
                      <a:pt x="467" y="72"/>
                    </a:lnTo>
                    <a:lnTo>
                      <a:pt x="480" y="103"/>
                    </a:lnTo>
                    <a:lnTo>
                      <a:pt x="511" y="115"/>
                    </a:lnTo>
                    <a:lnTo>
                      <a:pt x="538" y="103"/>
                    </a:lnTo>
                    <a:lnTo>
                      <a:pt x="558" y="94"/>
                    </a:lnTo>
                    <a:lnTo>
                      <a:pt x="575" y="88"/>
                    </a:lnTo>
                    <a:lnTo>
                      <a:pt x="589" y="82"/>
                    </a:lnTo>
                    <a:lnTo>
                      <a:pt x="598" y="80"/>
                    </a:lnTo>
                    <a:lnTo>
                      <a:pt x="604" y="77"/>
                    </a:lnTo>
                    <a:lnTo>
                      <a:pt x="608" y="77"/>
                    </a:lnTo>
                    <a:lnTo>
                      <a:pt x="611" y="76"/>
                    </a:lnTo>
                    <a:lnTo>
                      <a:pt x="612" y="76"/>
                    </a:lnTo>
                    <a:lnTo>
                      <a:pt x="619" y="76"/>
                    </a:lnTo>
                    <a:lnTo>
                      <a:pt x="625" y="81"/>
                    </a:lnTo>
                    <a:lnTo>
                      <a:pt x="681" y="137"/>
                    </a:lnTo>
                    <a:lnTo>
                      <a:pt x="684" y="140"/>
                    </a:lnTo>
                    <a:lnTo>
                      <a:pt x="687" y="143"/>
                    </a:lnTo>
                    <a:lnTo>
                      <a:pt x="687" y="147"/>
                    </a:lnTo>
                    <a:lnTo>
                      <a:pt x="687" y="152"/>
                    </a:lnTo>
                    <a:lnTo>
                      <a:pt x="685" y="158"/>
                    </a:lnTo>
                    <a:lnTo>
                      <a:pt x="683" y="169"/>
                    </a:lnTo>
                    <a:lnTo>
                      <a:pt x="677" y="182"/>
                    </a:lnTo>
                    <a:lnTo>
                      <a:pt x="671" y="200"/>
                    </a:lnTo>
                    <a:lnTo>
                      <a:pt x="660" y="223"/>
                    </a:lnTo>
                    <a:lnTo>
                      <a:pt x="649" y="250"/>
                    </a:lnTo>
                    <a:lnTo>
                      <a:pt x="662" y="281"/>
                    </a:lnTo>
                    <a:lnTo>
                      <a:pt x="693" y="292"/>
                    </a:lnTo>
                    <a:lnTo>
                      <a:pt x="718" y="301"/>
                    </a:lnTo>
                    <a:lnTo>
                      <a:pt x="736" y="309"/>
                    </a:lnTo>
                    <a:lnTo>
                      <a:pt x="749" y="315"/>
                    </a:lnTo>
                    <a:lnTo>
                      <a:pt x="757" y="319"/>
                    </a:lnTo>
                    <a:lnTo>
                      <a:pt x="764" y="323"/>
                    </a:lnTo>
                    <a:lnTo>
                      <a:pt x="766" y="327"/>
                    </a:lnTo>
                    <a:lnTo>
                      <a:pt x="766" y="331"/>
                    </a:lnTo>
                    <a:lnTo>
                      <a:pt x="766" y="335"/>
                    </a:lnTo>
                    <a:lnTo>
                      <a:pt x="766" y="414"/>
                    </a:lnTo>
                    <a:lnTo>
                      <a:pt x="766" y="418"/>
                    </a:lnTo>
                    <a:lnTo>
                      <a:pt x="766" y="422"/>
                    </a:lnTo>
                    <a:lnTo>
                      <a:pt x="764" y="425"/>
                    </a:lnTo>
                    <a:lnTo>
                      <a:pt x="757" y="429"/>
                    </a:lnTo>
                    <a:lnTo>
                      <a:pt x="749" y="435"/>
                    </a:lnTo>
                    <a:lnTo>
                      <a:pt x="736" y="441"/>
                    </a:lnTo>
                    <a:lnTo>
                      <a:pt x="718" y="449"/>
                    </a:lnTo>
                    <a:lnTo>
                      <a:pt x="693" y="459"/>
                    </a:lnTo>
                    <a:lnTo>
                      <a:pt x="662" y="471"/>
                    </a:lnTo>
                    <a:lnTo>
                      <a:pt x="649" y="503"/>
                    </a:lnTo>
                    <a:lnTo>
                      <a:pt x="662" y="529"/>
                    </a:lnTo>
                    <a:lnTo>
                      <a:pt x="672" y="551"/>
                    </a:lnTo>
                    <a:lnTo>
                      <a:pt x="679" y="568"/>
                    </a:lnTo>
                    <a:lnTo>
                      <a:pt x="684" y="581"/>
                    </a:lnTo>
                    <a:lnTo>
                      <a:pt x="688" y="592"/>
                    </a:lnTo>
                    <a:lnTo>
                      <a:pt x="689" y="598"/>
                    </a:lnTo>
                    <a:lnTo>
                      <a:pt x="689" y="603"/>
                    </a:lnTo>
                    <a:lnTo>
                      <a:pt x="689" y="607"/>
                    </a:lnTo>
                    <a:lnTo>
                      <a:pt x="687" y="610"/>
                    </a:lnTo>
                    <a:lnTo>
                      <a:pt x="684" y="613"/>
                    </a:lnTo>
                    <a:lnTo>
                      <a:pt x="623" y="674"/>
                    </a:lnTo>
                    <a:lnTo>
                      <a:pt x="615" y="674"/>
                    </a:lnTo>
                    <a:lnTo>
                      <a:pt x="607" y="673"/>
                    </a:lnTo>
                    <a:lnTo>
                      <a:pt x="591" y="668"/>
                    </a:lnTo>
                    <a:lnTo>
                      <a:pt x="572" y="661"/>
                    </a:lnTo>
                    <a:lnTo>
                      <a:pt x="545" y="651"/>
                    </a:lnTo>
                    <a:lnTo>
                      <a:pt x="513" y="636"/>
                    </a:lnTo>
                    <a:lnTo>
                      <a:pt x="480" y="649"/>
                    </a:lnTo>
                    <a:lnTo>
                      <a:pt x="469" y="681"/>
                    </a:lnTo>
                    <a:lnTo>
                      <a:pt x="459" y="704"/>
                    </a:lnTo>
                    <a:lnTo>
                      <a:pt x="452" y="723"/>
                    </a:lnTo>
                    <a:lnTo>
                      <a:pt x="446" y="734"/>
                    </a:lnTo>
                    <a:lnTo>
                      <a:pt x="441" y="744"/>
                    </a:lnTo>
                    <a:lnTo>
                      <a:pt x="437" y="749"/>
                    </a:lnTo>
                    <a:lnTo>
                      <a:pt x="433" y="751"/>
                    </a:lnTo>
                    <a:lnTo>
                      <a:pt x="429" y="753"/>
                    </a:lnTo>
                    <a:lnTo>
                      <a:pt x="425" y="753"/>
                    </a:lnTo>
                    <a:lnTo>
                      <a:pt x="345" y="753"/>
                    </a:lnTo>
                    <a:lnTo>
                      <a:pt x="341" y="753"/>
                    </a:lnTo>
                    <a:lnTo>
                      <a:pt x="337" y="751"/>
                    </a:lnTo>
                    <a:lnTo>
                      <a:pt x="333" y="749"/>
                    </a:lnTo>
                    <a:lnTo>
                      <a:pt x="330" y="744"/>
                    </a:lnTo>
                    <a:lnTo>
                      <a:pt x="324" y="734"/>
                    </a:lnTo>
                    <a:lnTo>
                      <a:pt x="318" y="723"/>
                    </a:lnTo>
                    <a:lnTo>
                      <a:pt x="310" y="704"/>
                    </a:lnTo>
                    <a:lnTo>
                      <a:pt x="299" y="681"/>
                    </a:lnTo>
                    <a:lnTo>
                      <a:pt x="288" y="651"/>
                    </a:lnTo>
                    <a:lnTo>
                      <a:pt x="255" y="638"/>
                    </a:lnTo>
                    <a:lnTo>
                      <a:pt x="229" y="649"/>
                    </a:lnTo>
                    <a:lnTo>
                      <a:pt x="208" y="658"/>
                    </a:lnTo>
                    <a:lnTo>
                      <a:pt x="191" y="665"/>
                    </a:lnTo>
                    <a:lnTo>
                      <a:pt x="179" y="670"/>
                    </a:lnTo>
                    <a:lnTo>
                      <a:pt x="169" y="673"/>
                    </a:lnTo>
                    <a:lnTo>
                      <a:pt x="162" y="675"/>
                    </a:lnTo>
                    <a:lnTo>
                      <a:pt x="158" y="677"/>
                    </a:lnTo>
                    <a:lnTo>
                      <a:pt x="156" y="677"/>
                    </a:lnTo>
                    <a:lnTo>
                      <a:pt x="154" y="677"/>
                    </a:lnTo>
                    <a:lnTo>
                      <a:pt x="148" y="677"/>
                    </a:lnTo>
                    <a:lnTo>
                      <a:pt x="143" y="672"/>
                    </a:lnTo>
                    <a:lnTo>
                      <a:pt x="85" y="615"/>
                    </a:lnTo>
                    <a:lnTo>
                      <a:pt x="82" y="613"/>
                    </a:lnTo>
                    <a:lnTo>
                      <a:pt x="81" y="610"/>
                    </a:lnTo>
                    <a:lnTo>
                      <a:pt x="80" y="606"/>
                    </a:lnTo>
                    <a:lnTo>
                      <a:pt x="80" y="601"/>
                    </a:lnTo>
                    <a:lnTo>
                      <a:pt x="81" y="594"/>
                    </a:lnTo>
                    <a:lnTo>
                      <a:pt x="85" y="584"/>
                    </a:lnTo>
                    <a:lnTo>
                      <a:pt x="89" y="571"/>
                    </a:lnTo>
                    <a:lnTo>
                      <a:pt x="97" y="552"/>
                    </a:lnTo>
                    <a:lnTo>
                      <a:pt x="106" y="530"/>
                    </a:lnTo>
                    <a:lnTo>
                      <a:pt x="118" y="503"/>
                    </a:lnTo>
                    <a:lnTo>
                      <a:pt x="105" y="473"/>
                    </a:lnTo>
                    <a:lnTo>
                      <a:pt x="73" y="461"/>
                    </a:lnTo>
                    <a:lnTo>
                      <a:pt x="50" y="452"/>
                    </a:lnTo>
                    <a:lnTo>
                      <a:pt x="31" y="444"/>
                    </a:lnTo>
                    <a:lnTo>
                      <a:pt x="18" y="439"/>
                    </a:lnTo>
                    <a:lnTo>
                      <a:pt x="9" y="433"/>
                    </a:lnTo>
                    <a:lnTo>
                      <a:pt x="4" y="429"/>
                    </a:lnTo>
                    <a:lnTo>
                      <a:pt x="1" y="425"/>
                    </a:lnTo>
                    <a:lnTo>
                      <a:pt x="0" y="422"/>
                    </a:lnTo>
                    <a:lnTo>
                      <a:pt x="0" y="418"/>
                    </a:lnTo>
                    <a:lnTo>
                      <a:pt x="0" y="339"/>
                    </a:lnTo>
                    <a:lnTo>
                      <a:pt x="0" y="335"/>
                    </a:lnTo>
                    <a:lnTo>
                      <a:pt x="1" y="331"/>
                    </a:lnTo>
                    <a:lnTo>
                      <a:pt x="4" y="327"/>
                    </a:lnTo>
                    <a:lnTo>
                      <a:pt x="9" y="323"/>
                    </a:lnTo>
                    <a:lnTo>
                      <a:pt x="18" y="318"/>
                    </a:lnTo>
                    <a:lnTo>
                      <a:pt x="31" y="312"/>
                    </a:lnTo>
                    <a:lnTo>
                      <a:pt x="50" y="304"/>
                    </a:lnTo>
                    <a:lnTo>
                      <a:pt x="73" y="293"/>
                    </a:lnTo>
                    <a:lnTo>
                      <a:pt x="105" y="281"/>
                    </a:lnTo>
                    <a:lnTo>
                      <a:pt x="118" y="251"/>
                    </a:lnTo>
                    <a:lnTo>
                      <a:pt x="105" y="224"/>
                    </a:lnTo>
                    <a:lnTo>
                      <a:pt x="95" y="202"/>
                    </a:lnTo>
                    <a:lnTo>
                      <a:pt x="88" y="185"/>
                    </a:lnTo>
                    <a:lnTo>
                      <a:pt x="82" y="171"/>
                    </a:lnTo>
                    <a:lnTo>
                      <a:pt x="80" y="161"/>
                    </a:lnTo>
                    <a:lnTo>
                      <a:pt x="77" y="153"/>
                    </a:lnTo>
                    <a:lnTo>
                      <a:pt x="77" y="148"/>
                    </a:lnTo>
                    <a:lnTo>
                      <a:pt x="78" y="144"/>
                    </a:lnTo>
                    <a:lnTo>
                      <a:pt x="81" y="141"/>
                    </a:lnTo>
                    <a:lnTo>
                      <a:pt x="82" y="139"/>
                    </a:lnTo>
                    <a:lnTo>
                      <a:pt x="144" y="79"/>
                    </a:lnTo>
                    <a:lnTo>
                      <a:pt x="152" y="79"/>
                    </a:lnTo>
                    <a:lnTo>
                      <a:pt x="161" y="80"/>
                    </a:lnTo>
                    <a:lnTo>
                      <a:pt x="175" y="85"/>
                    </a:lnTo>
                    <a:lnTo>
                      <a:pt x="196" y="92"/>
                    </a:lnTo>
                    <a:lnTo>
                      <a:pt x="222" y="102"/>
                    </a:lnTo>
                    <a:lnTo>
                      <a:pt x="255" y="117"/>
                    </a:lnTo>
                    <a:lnTo>
                      <a:pt x="286" y="103"/>
                    </a:lnTo>
                    <a:lnTo>
                      <a:pt x="298" y="72"/>
                    </a:lnTo>
                    <a:lnTo>
                      <a:pt x="307" y="48"/>
                    </a:lnTo>
                    <a:lnTo>
                      <a:pt x="315" y="30"/>
                    </a:lnTo>
                    <a:lnTo>
                      <a:pt x="322" y="18"/>
                    </a:lnTo>
                    <a:lnTo>
                      <a:pt x="326" y="9"/>
                    </a:lnTo>
                    <a:lnTo>
                      <a:pt x="331" y="4"/>
                    </a:lnTo>
                    <a:lnTo>
                      <a:pt x="333" y="1"/>
                    </a:lnTo>
                    <a:lnTo>
                      <a:pt x="337" y="0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096445" y="804305"/>
              <a:ext cx="2181231" cy="2431912"/>
              <a:chOff x="5031922" y="274071"/>
              <a:chExt cx="2467130" cy="2750669"/>
            </a:xfrm>
            <a:solidFill>
              <a:schemeClr val="tx1"/>
            </a:solidFill>
          </p:grpSpPr>
          <p:sp>
            <p:nvSpPr>
              <p:cNvPr id="17" name="Freeform 6"/>
              <p:cNvSpPr>
                <a:spLocks noEditPoints="1"/>
              </p:cNvSpPr>
              <p:nvPr/>
            </p:nvSpPr>
            <p:spPr bwMode="auto">
              <a:xfrm rot="19386584" flipH="1">
                <a:off x="5321068" y="1773158"/>
                <a:ext cx="218476" cy="214150"/>
              </a:xfrm>
              <a:custGeom>
                <a:avLst/>
                <a:gdLst>
                  <a:gd name="T0" fmla="*/ 120 w 303"/>
                  <a:gd name="T1" fmla="*/ 106 h 297"/>
                  <a:gd name="T2" fmla="*/ 99 w 303"/>
                  <a:gd name="T3" fmla="*/ 148 h 297"/>
                  <a:gd name="T4" fmla="*/ 120 w 303"/>
                  <a:gd name="T5" fmla="*/ 190 h 297"/>
                  <a:gd name="T6" fmla="*/ 169 w 303"/>
                  <a:gd name="T7" fmla="*/ 198 h 297"/>
                  <a:gd name="T8" fmla="*/ 203 w 303"/>
                  <a:gd name="T9" fmla="*/ 165 h 297"/>
                  <a:gd name="T10" fmla="*/ 195 w 303"/>
                  <a:gd name="T11" fmla="*/ 118 h 297"/>
                  <a:gd name="T12" fmla="*/ 152 w 303"/>
                  <a:gd name="T13" fmla="*/ 97 h 297"/>
                  <a:gd name="T14" fmla="*/ 169 w 303"/>
                  <a:gd name="T15" fmla="*/ 0 h 297"/>
                  <a:gd name="T16" fmla="*/ 178 w 303"/>
                  <a:gd name="T17" fmla="*/ 12 h 297"/>
                  <a:gd name="T18" fmla="*/ 203 w 303"/>
                  <a:gd name="T19" fmla="*/ 46 h 297"/>
                  <a:gd name="T20" fmla="*/ 235 w 303"/>
                  <a:gd name="T21" fmla="*/ 31 h 297"/>
                  <a:gd name="T22" fmla="*/ 242 w 303"/>
                  <a:gd name="T23" fmla="*/ 30 h 297"/>
                  <a:gd name="T24" fmla="*/ 269 w 303"/>
                  <a:gd name="T25" fmla="*/ 54 h 297"/>
                  <a:gd name="T26" fmla="*/ 271 w 303"/>
                  <a:gd name="T27" fmla="*/ 63 h 297"/>
                  <a:gd name="T28" fmla="*/ 256 w 303"/>
                  <a:gd name="T29" fmla="*/ 98 h 297"/>
                  <a:gd name="T30" fmla="*/ 292 w 303"/>
                  <a:gd name="T31" fmla="*/ 122 h 297"/>
                  <a:gd name="T32" fmla="*/ 303 w 303"/>
                  <a:gd name="T33" fmla="*/ 129 h 297"/>
                  <a:gd name="T34" fmla="*/ 303 w 303"/>
                  <a:gd name="T35" fmla="*/ 166 h 297"/>
                  <a:gd name="T36" fmla="*/ 292 w 303"/>
                  <a:gd name="T37" fmla="*/ 174 h 297"/>
                  <a:gd name="T38" fmla="*/ 258 w 303"/>
                  <a:gd name="T39" fmla="*/ 198 h 297"/>
                  <a:gd name="T40" fmla="*/ 272 w 303"/>
                  <a:gd name="T41" fmla="*/ 233 h 297"/>
                  <a:gd name="T42" fmla="*/ 271 w 303"/>
                  <a:gd name="T43" fmla="*/ 242 h 297"/>
                  <a:gd name="T44" fmla="*/ 237 w 303"/>
                  <a:gd name="T45" fmla="*/ 264 h 297"/>
                  <a:gd name="T46" fmla="*/ 190 w 303"/>
                  <a:gd name="T47" fmla="*/ 256 h 297"/>
                  <a:gd name="T48" fmla="*/ 175 w 303"/>
                  <a:gd name="T49" fmla="*/ 292 h 297"/>
                  <a:gd name="T50" fmla="*/ 169 w 303"/>
                  <a:gd name="T51" fmla="*/ 297 h 297"/>
                  <a:gd name="T52" fmla="*/ 132 w 303"/>
                  <a:gd name="T53" fmla="*/ 296 h 297"/>
                  <a:gd name="T54" fmla="*/ 120 w 303"/>
                  <a:gd name="T55" fmla="*/ 273 h 297"/>
                  <a:gd name="T56" fmla="*/ 86 w 303"/>
                  <a:gd name="T57" fmla="*/ 258 h 297"/>
                  <a:gd name="T58" fmla="*/ 64 w 303"/>
                  <a:gd name="T59" fmla="*/ 267 h 297"/>
                  <a:gd name="T60" fmla="*/ 59 w 303"/>
                  <a:gd name="T61" fmla="*/ 267 h 297"/>
                  <a:gd name="T62" fmla="*/ 33 w 303"/>
                  <a:gd name="T63" fmla="*/ 241 h 297"/>
                  <a:gd name="T64" fmla="*/ 35 w 303"/>
                  <a:gd name="T65" fmla="*/ 226 h 297"/>
                  <a:gd name="T66" fmla="*/ 42 w 303"/>
                  <a:gd name="T67" fmla="*/ 186 h 297"/>
                  <a:gd name="T68" fmla="*/ 5 w 303"/>
                  <a:gd name="T69" fmla="*/ 171 h 297"/>
                  <a:gd name="T70" fmla="*/ 0 w 303"/>
                  <a:gd name="T71" fmla="*/ 165 h 297"/>
                  <a:gd name="T72" fmla="*/ 1 w 303"/>
                  <a:gd name="T73" fmla="*/ 129 h 297"/>
                  <a:gd name="T74" fmla="*/ 24 w 303"/>
                  <a:gd name="T75" fmla="*/ 118 h 297"/>
                  <a:gd name="T76" fmla="*/ 39 w 303"/>
                  <a:gd name="T77" fmla="*/ 82 h 297"/>
                  <a:gd name="T78" fmla="*/ 30 w 303"/>
                  <a:gd name="T79" fmla="*/ 59 h 297"/>
                  <a:gd name="T80" fmla="*/ 58 w 303"/>
                  <a:gd name="T81" fmla="*/ 30 h 297"/>
                  <a:gd name="T82" fmla="*/ 81 w 303"/>
                  <a:gd name="T83" fmla="*/ 37 h 297"/>
                  <a:gd name="T84" fmla="*/ 120 w 303"/>
                  <a:gd name="T85" fmla="*/ 23 h 297"/>
                  <a:gd name="T86" fmla="*/ 131 w 303"/>
                  <a:gd name="T87" fmla="*/ 1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03" h="297">
                    <a:moveTo>
                      <a:pt x="152" y="97"/>
                    </a:moveTo>
                    <a:lnTo>
                      <a:pt x="135" y="99"/>
                    </a:lnTo>
                    <a:lnTo>
                      <a:pt x="120" y="106"/>
                    </a:lnTo>
                    <a:lnTo>
                      <a:pt x="109" y="118"/>
                    </a:lnTo>
                    <a:lnTo>
                      <a:pt x="102" y="132"/>
                    </a:lnTo>
                    <a:lnTo>
                      <a:pt x="99" y="148"/>
                    </a:lnTo>
                    <a:lnTo>
                      <a:pt x="102" y="165"/>
                    </a:lnTo>
                    <a:lnTo>
                      <a:pt x="109" y="179"/>
                    </a:lnTo>
                    <a:lnTo>
                      <a:pt x="120" y="190"/>
                    </a:lnTo>
                    <a:lnTo>
                      <a:pt x="135" y="198"/>
                    </a:lnTo>
                    <a:lnTo>
                      <a:pt x="152" y="200"/>
                    </a:lnTo>
                    <a:lnTo>
                      <a:pt x="169" y="198"/>
                    </a:lnTo>
                    <a:lnTo>
                      <a:pt x="183" y="190"/>
                    </a:lnTo>
                    <a:lnTo>
                      <a:pt x="195" y="179"/>
                    </a:lnTo>
                    <a:lnTo>
                      <a:pt x="203" y="165"/>
                    </a:lnTo>
                    <a:lnTo>
                      <a:pt x="205" y="148"/>
                    </a:lnTo>
                    <a:lnTo>
                      <a:pt x="203" y="132"/>
                    </a:lnTo>
                    <a:lnTo>
                      <a:pt x="195" y="118"/>
                    </a:lnTo>
                    <a:lnTo>
                      <a:pt x="183" y="106"/>
                    </a:lnTo>
                    <a:lnTo>
                      <a:pt x="169" y="99"/>
                    </a:lnTo>
                    <a:lnTo>
                      <a:pt x="152" y="97"/>
                    </a:lnTo>
                    <a:close/>
                    <a:moveTo>
                      <a:pt x="135" y="0"/>
                    </a:moveTo>
                    <a:lnTo>
                      <a:pt x="167" y="0"/>
                    </a:lnTo>
                    <a:lnTo>
                      <a:pt x="169" y="0"/>
                    </a:lnTo>
                    <a:lnTo>
                      <a:pt x="171" y="1"/>
                    </a:lnTo>
                    <a:lnTo>
                      <a:pt x="174" y="5"/>
                    </a:lnTo>
                    <a:lnTo>
                      <a:pt x="178" y="12"/>
                    </a:lnTo>
                    <a:lnTo>
                      <a:pt x="183" y="23"/>
                    </a:lnTo>
                    <a:lnTo>
                      <a:pt x="190" y="40"/>
                    </a:lnTo>
                    <a:lnTo>
                      <a:pt x="203" y="46"/>
                    </a:lnTo>
                    <a:lnTo>
                      <a:pt x="217" y="39"/>
                    </a:lnTo>
                    <a:lnTo>
                      <a:pt x="228" y="34"/>
                    </a:lnTo>
                    <a:lnTo>
                      <a:pt x="235" y="31"/>
                    </a:lnTo>
                    <a:lnTo>
                      <a:pt x="239" y="30"/>
                    </a:lnTo>
                    <a:lnTo>
                      <a:pt x="242" y="30"/>
                    </a:lnTo>
                    <a:lnTo>
                      <a:pt x="242" y="30"/>
                    </a:lnTo>
                    <a:lnTo>
                      <a:pt x="245" y="30"/>
                    </a:lnTo>
                    <a:lnTo>
                      <a:pt x="247" y="31"/>
                    </a:lnTo>
                    <a:lnTo>
                      <a:pt x="269" y="54"/>
                    </a:lnTo>
                    <a:lnTo>
                      <a:pt x="271" y="55"/>
                    </a:lnTo>
                    <a:lnTo>
                      <a:pt x="272" y="57"/>
                    </a:lnTo>
                    <a:lnTo>
                      <a:pt x="271" y="63"/>
                    </a:lnTo>
                    <a:lnTo>
                      <a:pt x="269" y="69"/>
                    </a:lnTo>
                    <a:lnTo>
                      <a:pt x="264" y="81"/>
                    </a:lnTo>
                    <a:lnTo>
                      <a:pt x="256" y="98"/>
                    </a:lnTo>
                    <a:lnTo>
                      <a:pt x="262" y="110"/>
                    </a:lnTo>
                    <a:lnTo>
                      <a:pt x="280" y="116"/>
                    </a:lnTo>
                    <a:lnTo>
                      <a:pt x="292" y="122"/>
                    </a:lnTo>
                    <a:lnTo>
                      <a:pt x="298" y="126"/>
                    </a:lnTo>
                    <a:lnTo>
                      <a:pt x="302" y="128"/>
                    </a:lnTo>
                    <a:lnTo>
                      <a:pt x="303" y="129"/>
                    </a:lnTo>
                    <a:lnTo>
                      <a:pt x="303" y="132"/>
                    </a:lnTo>
                    <a:lnTo>
                      <a:pt x="303" y="163"/>
                    </a:lnTo>
                    <a:lnTo>
                      <a:pt x="303" y="166"/>
                    </a:lnTo>
                    <a:lnTo>
                      <a:pt x="302" y="167"/>
                    </a:lnTo>
                    <a:lnTo>
                      <a:pt x="298" y="170"/>
                    </a:lnTo>
                    <a:lnTo>
                      <a:pt x="292" y="174"/>
                    </a:lnTo>
                    <a:lnTo>
                      <a:pt x="280" y="179"/>
                    </a:lnTo>
                    <a:lnTo>
                      <a:pt x="262" y="186"/>
                    </a:lnTo>
                    <a:lnTo>
                      <a:pt x="258" y="198"/>
                    </a:lnTo>
                    <a:lnTo>
                      <a:pt x="264" y="215"/>
                    </a:lnTo>
                    <a:lnTo>
                      <a:pt x="269" y="226"/>
                    </a:lnTo>
                    <a:lnTo>
                      <a:pt x="272" y="233"/>
                    </a:lnTo>
                    <a:lnTo>
                      <a:pt x="273" y="238"/>
                    </a:lnTo>
                    <a:lnTo>
                      <a:pt x="272" y="241"/>
                    </a:lnTo>
                    <a:lnTo>
                      <a:pt x="271" y="242"/>
                    </a:lnTo>
                    <a:lnTo>
                      <a:pt x="246" y="266"/>
                    </a:lnTo>
                    <a:lnTo>
                      <a:pt x="243" y="266"/>
                    </a:lnTo>
                    <a:lnTo>
                      <a:pt x="237" y="264"/>
                    </a:lnTo>
                    <a:lnTo>
                      <a:pt x="222" y="259"/>
                    </a:lnTo>
                    <a:lnTo>
                      <a:pt x="203" y="251"/>
                    </a:lnTo>
                    <a:lnTo>
                      <a:pt x="190" y="256"/>
                    </a:lnTo>
                    <a:lnTo>
                      <a:pt x="183" y="273"/>
                    </a:lnTo>
                    <a:lnTo>
                      <a:pt x="179" y="285"/>
                    </a:lnTo>
                    <a:lnTo>
                      <a:pt x="175" y="292"/>
                    </a:lnTo>
                    <a:lnTo>
                      <a:pt x="173" y="296"/>
                    </a:lnTo>
                    <a:lnTo>
                      <a:pt x="171" y="297"/>
                    </a:lnTo>
                    <a:lnTo>
                      <a:pt x="169" y="297"/>
                    </a:lnTo>
                    <a:lnTo>
                      <a:pt x="136" y="297"/>
                    </a:lnTo>
                    <a:lnTo>
                      <a:pt x="135" y="297"/>
                    </a:lnTo>
                    <a:lnTo>
                      <a:pt x="132" y="296"/>
                    </a:lnTo>
                    <a:lnTo>
                      <a:pt x="129" y="292"/>
                    </a:lnTo>
                    <a:lnTo>
                      <a:pt x="126" y="285"/>
                    </a:lnTo>
                    <a:lnTo>
                      <a:pt x="120" y="273"/>
                    </a:lnTo>
                    <a:lnTo>
                      <a:pt x="114" y="256"/>
                    </a:lnTo>
                    <a:lnTo>
                      <a:pt x="101" y="251"/>
                    </a:lnTo>
                    <a:lnTo>
                      <a:pt x="86" y="258"/>
                    </a:lnTo>
                    <a:lnTo>
                      <a:pt x="76" y="263"/>
                    </a:lnTo>
                    <a:lnTo>
                      <a:pt x="69" y="266"/>
                    </a:lnTo>
                    <a:lnTo>
                      <a:pt x="64" y="267"/>
                    </a:lnTo>
                    <a:lnTo>
                      <a:pt x="63" y="267"/>
                    </a:lnTo>
                    <a:lnTo>
                      <a:pt x="61" y="267"/>
                    </a:lnTo>
                    <a:lnTo>
                      <a:pt x="59" y="267"/>
                    </a:lnTo>
                    <a:lnTo>
                      <a:pt x="56" y="266"/>
                    </a:lnTo>
                    <a:lnTo>
                      <a:pt x="34" y="243"/>
                    </a:lnTo>
                    <a:lnTo>
                      <a:pt x="33" y="241"/>
                    </a:lnTo>
                    <a:lnTo>
                      <a:pt x="31" y="238"/>
                    </a:lnTo>
                    <a:lnTo>
                      <a:pt x="33" y="234"/>
                    </a:lnTo>
                    <a:lnTo>
                      <a:pt x="35" y="226"/>
                    </a:lnTo>
                    <a:lnTo>
                      <a:pt x="39" y="216"/>
                    </a:lnTo>
                    <a:lnTo>
                      <a:pt x="47" y="199"/>
                    </a:lnTo>
                    <a:lnTo>
                      <a:pt x="42" y="186"/>
                    </a:lnTo>
                    <a:lnTo>
                      <a:pt x="24" y="179"/>
                    </a:lnTo>
                    <a:lnTo>
                      <a:pt x="12" y="175"/>
                    </a:lnTo>
                    <a:lnTo>
                      <a:pt x="5" y="171"/>
                    </a:lnTo>
                    <a:lnTo>
                      <a:pt x="1" y="169"/>
                    </a:lnTo>
                    <a:lnTo>
                      <a:pt x="0" y="167"/>
                    </a:lnTo>
                    <a:lnTo>
                      <a:pt x="0" y="165"/>
                    </a:lnTo>
                    <a:lnTo>
                      <a:pt x="0" y="133"/>
                    </a:lnTo>
                    <a:lnTo>
                      <a:pt x="0" y="131"/>
                    </a:lnTo>
                    <a:lnTo>
                      <a:pt x="1" y="129"/>
                    </a:lnTo>
                    <a:lnTo>
                      <a:pt x="5" y="127"/>
                    </a:lnTo>
                    <a:lnTo>
                      <a:pt x="12" y="123"/>
                    </a:lnTo>
                    <a:lnTo>
                      <a:pt x="24" y="118"/>
                    </a:lnTo>
                    <a:lnTo>
                      <a:pt x="42" y="111"/>
                    </a:lnTo>
                    <a:lnTo>
                      <a:pt x="47" y="98"/>
                    </a:lnTo>
                    <a:lnTo>
                      <a:pt x="39" y="82"/>
                    </a:lnTo>
                    <a:lnTo>
                      <a:pt x="34" y="71"/>
                    </a:lnTo>
                    <a:lnTo>
                      <a:pt x="31" y="63"/>
                    </a:lnTo>
                    <a:lnTo>
                      <a:pt x="30" y="59"/>
                    </a:lnTo>
                    <a:lnTo>
                      <a:pt x="31" y="56"/>
                    </a:lnTo>
                    <a:lnTo>
                      <a:pt x="33" y="55"/>
                    </a:lnTo>
                    <a:lnTo>
                      <a:pt x="58" y="30"/>
                    </a:lnTo>
                    <a:lnTo>
                      <a:pt x="60" y="30"/>
                    </a:lnTo>
                    <a:lnTo>
                      <a:pt x="67" y="33"/>
                    </a:lnTo>
                    <a:lnTo>
                      <a:pt x="81" y="37"/>
                    </a:lnTo>
                    <a:lnTo>
                      <a:pt x="101" y="46"/>
                    </a:lnTo>
                    <a:lnTo>
                      <a:pt x="114" y="40"/>
                    </a:lnTo>
                    <a:lnTo>
                      <a:pt x="120" y="23"/>
                    </a:lnTo>
                    <a:lnTo>
                      <a:pt x="124" y="12"/>
                    </a:lnTo>
                    <a:lnTo>
                      <a:pt x="128" y="5"/>
                    </a:lnTo>
                    <a:lnTo>
                      <a:pt x="131" y="1"/>
                    </a:lnTo>
                    <a:lnTo>
                      <a:pt x="133" y="0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8" name="Freeform 7"/>
              <p:cNvSpPr>
                <a:spLocks noEditPoints="1"/>
              </p:cNvSpPr>
              <p:nvPr/>
            </p:nvSpPr>
            <p:spPr bwMode="auto">
              <a:xfrm rot="19386584" flipH="1">
                <a:off x="5049145" y="1386297"/>
                <a:ext cx="77152" cy="74988"/>
              </a:xfrm>
              <a:custGeom>
                <a:avLst/>
                <a:gdLst>
                  <a:gd name="T0" fmla="*/ 43 w 107"/>
                  <a:gd name="T1" fmla="*/ 36 h 104"/>
                  <a:gd name="T2" fmla="*/ 35 w 107"/>
                  <a:gd name="T3" fmla="*/ 52 h 104"/>
                  <a:gd name="T4" fmla="*/ 43 w 107"/>
                  <a:gd name="T5" fmla="*/ 66 h 104"/>
                  <a:gd name="T6" fmla="*/ 60 w 107"/>
                  <a:gd name="T7" fmla="*/ 69 h 104"/>
                  <a:gd name="T8" fmla="*/ 72 w 107"/>
                  <a:gd name="T9" fmla="*/ 57 h 104"/>
                  <a:gd name="T10" fmla="*/ 69 w 107"/>
                  <a:gd name="T11" fmla="*/ 42 h 104"/>
                  <a:gd name="T12" fmla="*/ 54 w 107"/>
                  <a:gd name="T13" fmla="*/ 34 h 104"/>
                  <a:gd name="T14" fmla="*/ 60 w 107"/>
                  <a:gd name="T15" fmla="*/ 0 h 104"/>
                  <a:gd name="T16" fmla="*/ 63 w 107"/>
                  <a:gd name="T17" fmla="*/ 2 h 104"/>
                  <a:gd name="T18" fmla="*/ 67 w 107"/>
                  <a:gd name="T19" fmla="*/ 14 h 104"/>
                  <a:gd name="T20" fmla="*/ 80 w 107"/>
                  <a:gd name="T21" fmla="*/ 12 h 104"/>
                  <a:gd name="T22" fmla="*/ 85 w 107"/>
                  <a:gd name="T23" fmla="*/ 10 h 104"/>
                  <a:gd name="T24" fmla="*/ 86 w 107"/>
                  <a:gd name="T25" fmla="*/ 10 h 104"/>
                  <a:gd name="T26" fmla="*/ 96 w 107"/>
                  <a:gd name="T27" fmla="*/ 19 h 104"/>
                  <a:gd name="T28" fmla="*/ 96 w 107"/>
                  <a:gd name="T29" fmla="*/ 22 h 104"/>
                  <a:gd name="T30" fmla="*/ 92 w 107"/>
                  <a:gd name="T31" fmla="*/ 34 h 104"/>
                  <a:gd name="T32" fmla="*/ 102 w 107"/>
                  <a:gd name="T33" fmla="*/ 42 h 104"/>
                  <a:gd name="T34" fmla="*/ 107 w 107"/>
                  <a:gd name="T35" fmla="*/ 44 h 104"/>
                  <a:gd name="T36" fmla="*/ 107 w 107"/>
                  <a:gd name="T37" fmla="*/ 57 h 104"/>
                  <a:gd name="T38" fmla="*/ 106 w 107"/>
                  <a:gd name="T39" fmla="*/ 59 h 104"/>
                  <a:gd name="T40" fmla="*/ 98 w 107"/>
                  <a:gd name="T41" fmla="*/ 63 h 104"/>
                  <a:gd name="T42" fmla="*/ 93 w 107"/>
                  <a:gd name="T43" fmla="*/ 74 h 104"/>
                  <a:gd name="T44" fmla="*/ 97 w 107"/>
                  <a:gd name="T45" fmla="*/ 82 h 104"/>
                  <a:gd name="T46" fmla="*/ 96 w 107"/>
                  <a:gd name="T47" fmla="*/ 85 h 104"/>
                  <a:gd name="T48" fmla="*/ 85 w 107"/>
                  <a:gd name="T49" fmla="*/ 94 h 104"/>
                  <a:gd name="T50" fmla="*/ 72 w 107"/>
                  <a:gd name="T51" fmla="*/ 89 h 104"/>
                  <a:gd name="T52" fmla="*/ 64 w 107"/>
                  <a:gd name="T53" fmla="*/ 99 h 104"/>
                  <a:gd name="T54" fmla="*/ 62 w 107"/>
                  <a:gd name="T55" fmla="*/ 104 h 104"/>
                  <a:gd name="T56" fmla="*/ 48 w 107"/>
                  <a:gd name="T57" fmla="*/ 104 h 104"/>
                  <a:gd name="T58" fmla="*/ 46 w 107"/>
                  <a:gd name="T59" fmla="*/ 103 h 104"/>
                  <a:gd name="T60" fmla="*/ 42 w 107"/>
                  <a:gd name="T61" fmla="*/ 95 h 104"/>
                  <a:gd name="T62" fmla="*/ 31 w 107"/>
                  <a:gd name="T63" fmla="*/ 90 h 104"/>
                  <a:gd name="T64" fmla="*/ 24 w 107"/>
                  <a:gd name="T65" fmla="*/ 94 h 104"/>
                  <a:gd name="T66" fmla="*/ 22 w 107"/>
                  <a:gd name="T67" fmla="*/ 94 h 104"/>
                  <a:gd name="T68" fmla="*/ 12 w 107"/>
                  <a:gd name="T69" fmla="*/ 85 h 104"/>
                  <a:gd name="T70" fmla="*/ 12 w 107"/>
                  <a:gd name="T71" fmla="*/ 84 h 104"/>
                  <a:gd name="T72" fmla="*/ 14 w 107"/>
                  <a:gd name="T73" fmla="*/ 74 h 104"/>
                  <a:gd name="T74" fmla="*/ 9 w 107"/>
                  <a:gd name="T75" fmla="*/ 64 h 104"/>
                  <a:gd name="T76" fmla="*/ 1 w 107"/>
                  <a:gd name="T77" fmla="*/ 60 h 104"/>
                  <a:gd name="T78" fmla="*/ 0 w 107"/>
                  <a:gd name="T79" fmla="*/ 57 h 104"/>
                  <a:gd name="T80" fmla="*/ 0 w 107"/>
                  <a:gd name="T81" fmla="*/ 46 h 104"/>
                  <a:gd name="T82" fmla="*/ 5 w 107"/>
                  <a:gd name="T83" fmla="*/ 43 h 104"/>
                  <a:gd name="T84" fmla="*/ 17 w 107"/>
                  <a:gd name="T85" fmla="*/ 34 h 104"/>
                  <a:gd name="T86" fmla="*/ 12 w 107"/>
                  <a:gd name="T87" fmla="*/ 23 h 104"/>
                  <a:gd name="T88" fmla="*/ 11 w 107"/>
                  <a:gd name="T89" fmla="*/ 19 h 104"/>
                  <a:gd name="T90" fmla="*/ 21 w 107"/>
                  <a:gd name="T91" fmla="*/ 10 h 104"/>
                  <a:gd name="T92" fmla="*/ 30 w 107"/>
                  <a:gd name="T93" fmla="*/ 13 h 104"/>
                  <a:gd name="T94" fmla="*/ 42 w 107"/>
                  <a:gd name="T95" fmla="*/ 9 h 104"/>
                  <a:gd name="T96" fmla="*/ 46 w 107"/>
                  <a:gd name="T97" fmla="*/ 0 h 104"/>
                  <a:gd name="T98" fmla="*/ 48 w 107"/>
                  <a:gd name="T99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4">
                    <a:moveTo>
                      <a:pt x="54" y="34"/>
                    </a:moveTo>
                    <a:lnTo>
                      <a:pt x="48" y="34"/>
                    </a:lnTo>
                    <a:lnTo>
                      <a:pt x="43" y="36"/>
                    </a:lnTo>
                    <a:lnTo>
                      <a:pt x="38" y="42"/>
                    </a:lnTo>
                    <a:lnTo>
                      <a:pt x="35" y="46"/>
                    </a:lnTo>
                    <a:lnTo>
                      <a:pt x="35" y="52"/>
                    </a:lnTo>
                    <a:lnTo>
                      <a:pt x="35" y="57"/>
                    </a:lnTo>
                    <a:lnTo>
                      <a:pt x="38" y="63"/>
                    </a:lnTo>
                    <a:lnTo>
                      <a:pt x="43" y="66"/>
                    </a:lnTo>
                    <a:lnTo>
                      <a:pt x="48" y="69"/>
                    </a:lnTo>
                    <a:lnTo>
                      <a:pt x="54" y="70"/>
                    </a:lnTo>
                    <a:lnTo>
                      <a:pt x="60" y="69"/>
                    </a:lnTo>
                    <a:lnTo>
                      <a:pt x="66" y="66"/>
                    </a:lnTo>
                    <a:lnTo>
                      <a:pt x="69" y="63"/>
                    </a:lnTo>
                    <a:lnTo>
                      <a:pt x="72" y="57"/>
                    </a:lnTo>
                    <a:lnTo>
                      <a:pt x="72" y="52"/>
                    </a:lnTo>
                    <a:lnTo>
                      <a:pt x="72" y="46"/>
                    </a:lnTo>
                    <a:lnTo>
                      <a:pt x="69" y="42"/>
                    </a:lnTo>
                    <a:lnTo>
                      <a:pt x="66" y="36"/>
                    </a:lnTo>
                    <a:lnTo>
                      <a:pt x="60" y="34"/>
                    </a:lnTo>
                    <a:lnTo>
                      <a:pt x="54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2"/>
                    </a:lnTo>
                    <a:lnTo>
                      <a:pt x="63" y="5"/>
                    </a:lnTo>
                    <a:lnTo>
                      <a:pt x="66" y="8"/>
                    </a:lnTo>
                    <a:lnTo>
                      <a:pt x="67" y="14"/>
                    </a:lnTo>
                    <a:lnTo>
                      <a:pt x="72" y="15"/>
                    </a:lnTo>
                    <a:lnTo>
                      <a:pt x="76" y="13"/>
                    </a:lnTo>
                    <a:lnTo>
                      <a:pt x="80" y="12"/>
                    </a:lnTo>
                    <a:lnTo>
                      <a:pt x="83" y="10"/>
                    </a:lnTo>
                    <a:lnTo>
                      <a:pt x="84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8" y="10"/>
                    </a:lnTo>
                    <a:lnTo>
                      <a:pt x="96" y="18"/>
                    </a:lnTo>
                    <a:lnTo>
                      <a:pt x="96" y="19"/>
                    </a:lnTo>
                    <a:lnTo>
                      <a:pt x="97" y="19"/>
                    </a:lnTo>
                    <a:lnTo>
                      <a:pt x="97" y="21"/>
                    </a:lnTo>
                    <a:lnTo>
                      <a:pt x="96" y="22"/>
                    </a:lnTo>
                    <a:lnTo>
                      <a:pt x="94" y="25"/>
                    </a:lnTo>
                    <a:lnTo>
                      <a:pt x="93" y="29"/>
                    </a:lnTo>
                    <a:lnTo>
                      <a:pt x="92" y="34"/>
                    </a:lnTo>
                    <a:lnTo>
                      <a:pt x="93" y="39"/>
                    </a:lnTo>
                    <a:lnTo>
                      <a:pt x="98" y="40"/>
                    </a:lnTo>
                    <a:lnTo>
                      <a:pt x="102" y="42"/>
                    </a:lnTo>
                    <a:lnTo>
                      <a:pt x="105" y="43"/>
                    </a:lnTo>
                    <a:lnTo>
                      <a:pt x="106" y="44"/>
                    </a:lnTo>
                    <a:lnTo>
                      <a:pt x="107" y="44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57"/>
                    </a:lnTo>
                    <a:lnTo>
                      <a:pt x="107" y="57"/>
                    </a:lnTo>
                    <a:lnTo>
                      <a:pt x="107" y="59"/>
                    </a:lnTo>
                    <a:lnTo>
                      <a:pt x="106" y="59"/>
                    </a:lnTo>
                    <a:lnTo>
                      <a:pt x="105" y="60"/>
                    </a:lnTo>
                    <a:lnTo>
                      <a:pt x="102" y="61"/>
                    </a:lnTo>
                    <a:lnTo>
                      <a:pt x="98" y="63"/>
                    </a:lnTo>
                    <a:lnTo>
                      <a:pt x="93" y="65"/>
                    </a:lnTo>
                    <a:lnTo>
                      <a:pt x="92" y="69"/>
                    </a:lnTo>
                    <a:lnTo>
                      <a:pt x="93" y="74"/>
                    </a:lnTo>
                    <a:lnTo>
                      <a:pt x="96" y="78"/>
                    </a:lnTo>
                    <a:lnTo>
                      <a:pt x="96" y="81"/>
                    </a:lnTo>
                    <a:lnTo>
                      <a:pt x="97" y="82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6" y="85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7" y="90"/>
                    </a:lnTo>
                    <a:lnTo>
                      <a:pt x="72" y="89"/>
                    </a:lnTo>
                    <a:lnTo>
                      <a:pt x="67" y="90"/>
                    </a:lnTo>
                    <a:lnTo>
                      <a:pt x="66" y="95"/>
                    </a:lnTo>
                    <a:lnTo>
                      <a:pt x="64" y="99"/>
                    </a:lnTo>
                    <a:lnTo>
                      <a:pt x="63" y="102"/>
                    </a:lnTo>
                    <a:lnTo>
                      <a:pt x="62" y="103"/>
                    </a:lnTo>
                    <a:lnTo>
                      <a:pt x="62" y="104"/>
                    </a:lnTo>
                    <a:lnTo>
                      <a:pt x="60" y="104"/>
                    </a:lnTo>
                    <a:lnTo>
                      <a:pt x="60" y="104"/>
                    </a:lnTo>
                    <a:lnTo>
                      <a:pt x="48" y="104"/>
                    </a:lnTo>
                    <a:lnTo>
                      <a:pt x="47" y="104"/>
                    </a:lnTo>
                    <a:lnTo>
                      <a:pt x="47" y="104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5" y="99"/>
                    </a:lnTo>
                    <a:lnTo>
                      <a:pt x="42" y="95"/>
                    </a:lnTo>
                    <a:lnTo>
                      <a:pt x="41" y="90"/>
                    </a:lnTo>
                    <a:lnTo>
                      <a:pt x="35" y="89"/>
                    </a:lnTo>
                    <a:lnTo>
                      <a:pt x="31" y="90"/>
                    </a:lnTo>
                    <a:lnTo>
                      <a:pt x="28" y="91"/>
                    </a:lnTo>
                    <a:lnTo>
                      <a:pt x="25" y="93"/>
                    </a:lnTo>
                    <a:lnTo>
                      <a:pt x="24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2" y="84"/>
                    </a:lnTo>
                    <a:lnTo>
                      <a:pt x="12" y="81"/>
                    </a:lnTo>
                    <a:lnTo>
                      <a:pt x="13" y="78"/>
                    </a:lnTo>
                    <a:lnTo>
                      <a:pt x="14" y="74"/>
                    </a:lnTo>
                    <a:lnTo>
                      <a:pt x="17" y="69"/>
                    </a:lnTo>
                    <a:lnTo>
                      <a:pt x="14" y="65"/>
                    </a:lnTo>
                    <a:lnTo>
                      <a:pt x="9" y="64"/>
                    </a:lnTo>
                    <a:lnTo>
                      <a:pt x="5" y="61"/>
                    </a:lnTo>
                    <a:lnTo>
                      <a:pt x="3" y="61"/>
                    </a:lnTo>
                    <a:lnTo>
                      <a:pt x="1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1" y="44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0"/>
                    </a:lnTo>
                    <a:lnTo>
                      <a:pt x="14" y="39"/>
                    </a:lnTo>
                    <a:lnTo>
                      <a:pt x="17" y="34"/>
                    </a:lnTo>
                    <a:lnTo>
                      <a:pt x="14" y="29"/>
                    </a:lnTo>
                    <a:lnTo>
                      <a:pt x="12" y="26"/>
                    </a:lnTo>
                    <a:lnTo>
                      <a:pt x="12" y="23"/>
                    </a:lnTo>
                    <a:lnTo>
                      <a:pt x="11" y="21"/>
                    </a:lnTo>
                    <a:lnTo>
                      <a:pt x="11" y="19"/>
                    </a:lnTo>
                    <a:lnTo>
                      <a:pt x="11" y="19"/>
                    </a:lnTo>
                    <a:lnTo>
                      <a:pt x="12" y="18"/>
                    </a:lnTo>
                    <a:lnTo>
                      <a:pt x="20" y="10"/>
                    </a:lnTo>
                    <a:lnTo>
                      <a:pt x="21" y="10"/>
                    </a:lnTo>
                    <a:lnTo>
                      <a:pt x="24" y="10"/>
                    </a:lnTo>
                    <a:lnTo>
                      <a:pt x="26" y="12"/>
                    </a:lnTo>
                    <a:lnTo>
                      <a:pt x="30" y="13"/>
                    </a:lnTo>
                    <a:lnTo>
                      <a:pt x="35" y="15"/>
                    </a:lnTo>
                    <a:lnTo>
                      <a:pt x="41" y="14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5" y="2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19" name="Freeform 8"/>
              <p:cNvSpPr>
                <a:spLocks noEditPoints="1"/>
              </p:cNvSpPr>
              <p:nvPr/>
            </p:nvSpPr>
            <p:spPr bwMode="auto">
              <a:xfrm rot="19386584" flipH="1">
                <a:off x="5217285" y="1771995"/>
                <a:ext cx="77873" cy="75710"/>
              </a:xfrm>
              <a:custGeom>
                <a:avLst/>
                <a:gdLst>
                  <a:gd name="T0" fmla="*/ 43 w 108"/>
                  <a:gd name="T1" fmla="*/ 38 h 105"/>
                  <a:gd name="T2" fmla="*/ 35 w 108"/>
                  <a:gd name="T3" fmla="*/ 52 h 105"/>
                  <a:gd name="T4" fmla="*/ 43 w 108"/>
                  <a:gd name="T5" fmla="*/ 67 h 105"/>
                  <a:gd name="T6" fmla="*/ 60 w 108"/>
                  <a:gd name="T7" fmla="*/ 69 h 105"/>
                  <a:gd name="T8" fmla="*/ 71 w 108"/>
                  <a:gd name="T9" fmla="*/ 57 h 105"/>
                  <a:gd name="T10" fmla="*/ 69 w 108"/>
                  <a:gd name="T11" fmla="*/ 42 h 105"/>
                  <a:gd name="T12" fmla="*/ 54 w 108"/>
                  <a:gd name="T13" fmla="*/ 34 h 105"/>
                  <a:gd name="T14" fmla="*/ 60 w 108"/>
                  <a:gd name="T15" fmla="*/ 0 h 105"/>
                  <a:gd name="T16" fmla="*/ 62 w 108"/>
                  <a:gd name="T17" fmla="*/ 2 h 105"/>
                  <a:gd name="T18" fmla="*/ 68 w 108"/>
                  <a:gd name="T19" fmla="*/ 14 h 105"/>
                  <a:gd name="T20" fmla="*/ 79 w 108"/>
                  <a:gd name="T21" fmla="*/ 12 h 105"/>
                  <a:gd name="T22" fmla="*/ 85 w 108"/>
                  <a:gd name="T23" fmla="*/ 10 h 105"/>
                  <a:gd name="T24" fmla="*/ 87 w 108"/>
                  <a:gd name="T25" fmla="*/ 10 h 105"/>
                  <a:gd name="T26" fmla="*/ 96 w 108"/>
                  <a:gd name="T27" fmla="*/ 20 h 105"/>
                  <a:gd name="T28" fmla="*/ 96 w 108"/>
                  <a:gd name="T29" fmla="*/ 22 h 105"/>
                  <a:gd name="T30" fmla="*/ 91 w 108"/>
                  <a:gd name="T31" fmla="*/ 34 h 105"/>
                  <a:gd name="T32" fmla="*/ 103 w 108"/>
                  <a:gd name="T33" fmla="*/ 42 h 105"/>
                  <a:gd name="T34" fmla="*/ 107 w 108"/>
                  <a:gd name="T35" fmla="*/ 46 h 105"/>
                  <a:gd name="T36" fmla="*/ 108 w 108"/>
                  <a:gd name="T37" fmla="*/ 57 h 105"/>
                  <a:gd name="T38" fmla="*/ 107 w 108"/>
                  <a:gd name="T39" fmla="*/ 60 h 105"/>
                  <a:gd name="T40" fmla="*/ 99 w 108"/>
                  <a:gd name="T41" fmla="*/ 64 h 105"/>
                  <a:gd name="T42" fmla="*/ 94 w 108"/>
                  <a:gd name="T43" fmla="*/ 74 h 105"/>
                  <a:gd name="T44" fmla="*/ 96 w 108"/>
                  <a:gd name="T45" fmla="*/ 84 h 105"/>
                  <a:gd name="T46" fmla="*/ 96 w 108"/>
                  <a:gd name="T47" fmla="*/ 85 h 105"/>
                  <a:gd name="T48" fmla="*/ 85 w 108"/>
                  <a:gd name="T49" fmla="*/ 94 h 105"/>
                  <a:gd name="T50" fmla="*/ 71 w 108"/>
                  <a:gd name="T51" fmla="*/ 89 h 105"/>
                  <a:gd name="T52" fmla="*/ 64 w 108"/>
                  <a:gd name="T53" fmla="*/ 99 h 105"/>
                  <a:gd name="T54" fmla="*/ 61 w 108"/>
                  <a:gd name="T55" fmla="*/ 105 h 105"/>
                  <a:gd name="T56" fmla="*/ 48 w 108"/>
                  <a:gd name="T57" fmla="*/ 105 h 105"/>
                  <a:gd name="T58" fmla="*/ 47 w 108"/>
                  <a:gd name="T59" fmla="*/ 103 h 105"/>
                  <a:gd name="T60" fmla="*/ 43 w 108"/>
                  <a:gd name="T61" fmla="*/ 95 h 105"/>
                  <a:gd name="T62" fmla="*/ 31 w 108"/>
                  <a:gd name="T63" fmla="*/ 92 h 105"/>
                  <a:gd name="T64" fmla="*/ 23 w 108"/>
                  <a:gd name="T65" fmla="*/ 94 h 105"/>
                  <a:gd name="T66" fmla="*/ 22 w 108"/>
                  <a:gd name="T67" fmla="*/ 94 h 105"/>
                  <a:gd name="T68" fmla="*/ 13 w 108"/>
                  <a:gd name="T69" fmla="*/ 86 h 105"/>
                  <a:gd name="T70" fmla="*/ 11 w 108"/>
                  <a:gd name="T71" fmla="*/ 84 h 105"/>
                  <a:gd name="T72" fmla="*/ 14 w 108"/>
                  <a:gd name="T73" fmla="*/ 76 h 105"/>
                  <a:gd name="T74" fmla="*/ 9 w 108"/>
                  <a:gd name="T75" fmla="*/ 64 h 105"/>
                  <a:gd name="T76" fmla="*/ 1 w 108"/>
                  <a:gd name="T77" fmla="*/ 60 h 105"/>
                  <a:gd name="T78" fmla="*/ 0 w 108"/>
                  <a:gd name="T79" fmla="*/ 57 h 105"/>
                  <a:gd name="T80" fmla="*/ 1 w 108"/>
                  <a:gd name="T81" fmla="*/ 46 h 105"/>
                  <a:gd name="T82" fmla="*/ 5 w 108"/>
                  <a:gd name="T83" fmla="*/ 43 h 105"/>
                  <a:gd name="T84" fmla="*/ 17 w 108"/>
                  <a:gd name="T85" fmla="*/ 35 h 105"/>
                  <a:gd name="T86" fmla="*/ 11 w 108"/>
                  <a:gd name="T87" fmla="*/ 23 h 105"/>
                  <a:gd name="T88" fmla="*/ 11 w 108"/>
                  <a:gd name="T89" fmla="*/ 20 h 105"/>
                  <a:gd name="T90" fmla="*/ 22 w 108"/>
                  <a:gd name="T91" fmla="*/ 10 h 105"/>
                  <a:gd name="T92" fmla="*/ 30 w 108"/>
                  <a:gd name="T93" fmla="*/ 13 h 105"/>
                  <a:gd name="T94" fmla="*/ 43 w 108"/>
                  <a:gd name="T95" fmla="*/ 9 h 105"/>
                  <a:gd name="T96" fmla="*/ 45 w 108"/>
                  <a:gd name="T97" fmla="*/ 1 h 105"/>
                  <a:gd name="T98" fmla="*/ 48 w 108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5">
                    <a:moveTo>
                      <a:pt x="54" y="34"/>
                    </a:moveTo>
                    <a:lnTo>
                      <a:pt x="48" y="35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6" y="47"/>
                    </a:lnTo>
                    <a:lnTo>
                      <a:pt x="35" y="52"/>
                    </a:lnTo>
                    <a:lnTo>
                      <a:pt x="36" y="57"/>
                    </a:lnTo>
                    <a:lnTo>
                      <a:pt x="39" y="63"/>
                    </a:lnTo>
                    <a:lnTo>
                      <a:pt x="43" y="67"/>
                    </a:lnTo>
                    <a:lnTo>
                      <a:pt x="48" y="69"/>
                    </a:lnTo>
                    <a:lnTo>
                      <a:pt x="54" y="71"/>
                    </a:lnTo>
                    <a:lnTo>
                      <a:pt x="60" y="69"/>
                    </a:lnTo>
                    <a:lnTo>
                      <a:pt x="65" y="67"/>
                    </a:lnTo>
                    <a:lnTo>
                      <a:pt x="69" y="63"/>
                    </a:lnTo>
                    <a:lnTo>
                      <a:pt x="71" y="57"/>
                    </a:lnTo>
                    <a:lnTo>
                      <a:pt x="73" y="52"/>
                    </a:lnTo>
                    <a:lnTo>
                      <a:pt x="71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5"/>
                    </a:lnTo>
                    <a:lnTo>
                      <a:pt x="54" y="34"/>
                    </a:lnTo>
                    <a:close/>
                    <a:moveTo>
                      <a:pt x="48" y="0"/>
                    </a:moveTo>
                    <a:lnTo>
                      <a:pt x="60" y="0"/>
                    </a:lnTo>
                    <a:lnTo>
                      <a:pt x="60" y="0"/>
                    </a:lnTo>
                    <a:lnTo>
                      <a:pt x="61" y="0"/>
                    </a:lnTo>
                    <a:lnTo>
                      <a:pt x="61" y="1"/>
                    </a:lnTo>
                    <a:lnTo>
                      <a:pt x="62" y="2"/>
                    </a:lnTo>
                    <a:lnTo>
                      <a:pt x="64" y="5"/>
                    </a:lnTo>
                    <a:lnTo>
                      <a:pt x="65" y="9"/>
                    </a:lnTo>
                    <a:lnTo>
                      <a:pt x="68" y="14"/>
                    </a:lnTo>
                    <a:lnTo>
                      <a:pt x="71" y="16"/>
                    </a:lnTo>
                    <a:lnTo>
                      <a:pt x="77" y="14"/>
                    </a:lnTo>
                    <a:lnTo>
                      <a:pt x="79" y="12"/>
                    </a:lnTo>
                    <a:lnTo>
                      <a:pt x="82" y="12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7" y="10"/>
                    </a:lnTo>
                    <a:lnTo>
                      <a:pt x="87" y="10"/>
                    </a:lnTo>
                    <a:lnTo>
                      <a:pt x="96" y="18"/>
                    </a:lnTo>
                    <a:lnTo>
                      <a:pt x="96" y="20"/>
                    </a:lnTo>
                    <a:lnTo>
                      <a:pt x="96" y="20"/>
                    </a:lnTo>
                    <a:lnTo>
                      <a:pt x="96" y="21"/>
                    </a:lnTo>
                    <a:lnTo>
                      <a:pt x="96" y="22"/>
                    </a:lnTo>
                    <a:lnTo>
                      <a:pt x="95" y="25"/>
                    </a:lnTo>
                    <a:lnTo>
                      <a:pt x="94" y="29"/>
                    </a:lnTo>
                    <a:lnTo>
                      <a:pt x="91" y="34"/>
                    </a:lnTo>
                    <a:lnTo>
                      <a:pt x="92" y="39"/>
                    </a:lnTo>
                    <a:lnTo>
                      <a:pt x="99" y="40"/>
                    </a:lnTo>
                    <a:lnTo>
                      <a:pt x="103" y="42"/>
                    </a:lnTo>
                    <a:lnTo>
                      <a:pt x="105" y="43"/>
                    </a:lnTo>
                    <a:lnTo>
                      <a:pt x="107" y="44"/>
                    </a:lnTo>
                    <a:lnTo>
                      <a:pt x="107" y="46"/>
                    </a:lnTo>
                    <a:lnTo>
                      <a:pt x="108" y="46"/>
                    </a:lnTo>
                    <a:lnTo>
                      <a:pt x="108" y="47"/>
                    </a:lnTo>
                    <a:lnTo>
                      <a:pt x="108" y="57"/>
                    </a:lnTo>
                    <a:lnTo>
                      <a:pt x="108" y="59"/>
                    </a:lnTo>
                    <a:lnTo>
                      <a:pt x="107" y="59"/>
                    </a:lnTo>
                    <a:lnTo>
                      <a:pt x="107" y="60"/>
                    </a:lnTo>
                    <a:lnTo>
                      <a:pt x="105" y="60"/>
                    </a:lnTo>
                    <a:lnTo>
                      <a:pt x="103" y="61"/>
                    </a:lnTo>
                    <a:lnTo>
                      <a:pt x="99" y="64"/>
                    </a:lnTo>
                    <a:lnTo>
                      <a:pt x="92" y="65"/>
                    </a:lnTo>
                    <a:lnTo>
                      <a:pt x="91" y="69"/>
                    </a:lnTo>
                    <a:lnTo>
                      <a:pt x="94" y="74"/>
                    </a:lnTo>
                    <a:lnTo>
                      <a:pt x="95" y="78"/>
                    </a:lnTo>
                    <a:lnTo>
                      <a:pt x="96" y="81"/>
                    </a:lnTo>
                    <a:lnTo>
                      <a:pt x="96" y="84"/>
                    </a:lnTo>
                    <a:lnTo>
                      <a:pt x="96" y="84"/>
                    </a:lnTo>
                    <a:lnTo>
                      <a:pt x="96" y="85"/>
                    </a:lnTo>
                    <a:lnTo>
                      <a:pt x="96" y="85"/>
                    </a:lnTo>
                    <a:lnTo>
                      <a:pt x="87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2" y="93"/>
                    </a:lnTo>
                    <a:lnTo>
                      <a:pt x="78" y="92"/>
                    </a:lnTo>
                    <a:lnTo>
                      <a:pt x="71" y="89"/>
                    </a:lnTo>
                    <a:lnTo>
                      <a:pt x="68" y="90"/>
                    </a:lnTo>
                    <a:lnTo>
                      <a:pt x="65" y="95"/>
                    </a:lnTo>
                    <a:lnTo>
                      <a:pt x="64" y="99"/>
                    </a:lnTo>
                    <a:lnTo>
                      <a:pt x="62" y="102"/>
                    </a:lnTo>
                    <a:lnTo>
                      <a:pt x="62" y="103"/>
                    </a:lnTo>
                    <a:lnTo>
                      <a:pt x="61" y="105"/>
                    </a:lnTo>
                    <a:lnTo>
                      <a:pt x="61" y="105"/>
                    </a:lnTo>
                    <a:lnTo>
                      <a:pt x="60" y="105"/>
                    </a:lnTo>
                    <a:lnTo>
                      <a:pt x="48" y="105"/>
                    </a:lnTo>
                    <a:lnTo>
                      <a:pt x="48" y="105"/>
                    </a:lnTo>
                    <a:lnTo>
                      <a:pt x="47" y="105"/>
                    </a:lnTo>
                    <a:lnTo>
                      <a:pt x="47" y="103"/>
                    </a:lnTo>
                    <a:lnTo>
                      <a:pt x="45" y="102"/>
                    </a:lnTo>
                    <a:lnTo>
                      <a:pt x="44" y="99"/>
                    </a:lnTo>
                    <a:lnTo>
                      <a:pt x="43" y="95"/>
                    </a:lnTo>
                    <a:lnTo>
                      <a:pt x="40" y="90"/>
                    </a:lnTo>
                    <a:lnTo>
                      <a:pt x="36" y="89"/>
                    </a:lnTo>
                    <a:lnTo>
                      <a:pt x="31" y="92"/>
                    </a:lnTo>
                    <a:lnTo>
                      <a:pt x="28" y="93"/>
                    </a:lnTo>
                    <a:lnTo>
                      <a:pt x="26" y="93"/>
                    </a:lnTo>
                    <a:lnTo>
                      <a:pt x="23" y="94"/>
                    </a:lnTo>
                    <a:lnTo>
                      <a:pt x="23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0" y="94"/>
                    </a:lnTo>
                    <a:lnTo>
                      <a:pt x="20" y="94"/>
                    </a:lnTo>
                    <a:lnTo>
                      <a:pt x="13" y="86"/>
                    </a:lnTo>
                    <a:lnTo>
                      <a:pt x="11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1" y="82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5" y="65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2" y="61"/>
                    </a:lnTo>
                    <a:lnTo>
                      <a:pt x="1" y="60"/>
                    </a:lnTo>
                    <a:lnTo>
                      <a:pt x="1" y="59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1" y="46"/>
                    </a:lnTo>
                    <a:lnTo>
                      <a:pt x="1" y="44"/>
                    </a:lnTo>
                    <a:lnTo>
                      <a:pt x="2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5" y="39"/>
                    </a:lnTo>
                    <a:lnTo>
                      <a:pt x="17" y="35"/>
                    </a:lnTo>
                    <a:lnTo>
                      <a:pt x="14" y="30"/>
                    </a:lnTo>
                    <a:lnTo>
                      <a:pt x="13" y="26"/>
                    </a:lnTo>
                    <a:lnTo>
                      <a:pt x="11" y="23"/>
                    </a:lnTo>
                    <a:lnTo>
                      <a:pt x="11" y="21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20" y="10"/>
                    </a:lnTo>
                    <a:lnTo>
                      <a:pt x="22" y="10"/>
                    </a:lnTo>
                    <a:lnTo>
                      <a:pt x="23" y="10"/>
                    </a:lnTo>
                    <a:lnTo>
                      <a:pt x="26" y="12"/>
                    </a:lnTo>
                    <a:lnTo>
                      <a:pt x="30" y="13"/>
                    </a:lnTo>
                    <a:lnTo>
                      <a:pt x="36" y="16"/>
                    </a:lnTo>
                    <a:lnTo>
                      <a:pt x="40" y="14"/>
                    </a:lnTo>
                    <a:lnTo>
                      <a:pt x="43" y="9"/>
                    </a:lnTo>
                    <a:lnTo>
                      <a:pt x="44" y="5"/>
                    </a:lnTo>
                    <a:lnTo>
                      <a:pt x="45" y="2"/>
                    </a:lnTo>
                    <a:lnTo>
                      <a:pt x="45" y="1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0" name="Freeform 9"/>
              <p:cNvSpPr>
                <a:spLocks noEditPoints="1"/>
              </p:cNvSpPr>
              <p:nvPr/>
            </p:nvSpPr>
            <p:spPr bwMode="auto">
              <a:xfrm rot="19386584" flipH="1">
                <a:off x="5481915" y="1994486"/>
                <a:ext cx="77873" cy="76431"/>
              </a:xfrm>
              <a:custGeom>
                <a:avLst/>
                <a:gdLst>
                  <a:gd name="T0" fmla="*/ 43 w 108"/>
                  <a:gd name="T1" fmla="*/ 38 h 106"/>
                  <a:gd name="T2" fmla="*/ 36 w 108"/>
                  <a:gd name="T3" fmla="*/ 54 h 106"/>
                  <a:gd name="T4" fmla="*/ 43 w 108"/>
                  <a:gd name="T5" fmla="*/ 68 h 106"/>
                  <a:gd name="T6" fmla="*/ 60 w 108"/>
                  <a:gd name="T7" fmla="*/ 71 h 106"/>
                  <a:gd name="T8" fmla="*/ 72 w 108"/>
                  <a:gd name="T9" fmla="*/ 59 h 106"/>
                  <a:gd name="T10" fmla="*/ 70 w 108"/>
                  <a:gd name="T11" fmla="*/ 42 h 106"/>
                  <a:gd name="T12" fmla="*/ 54 w 108"/>
                  <a:gd name="T13" fmla="*/ 36 h 106"/>
                  <a:gd name="T14" fmla="*/ 60 w 108"/>
                  <a:gd name="T15" fmla="*/ 2 h 106"/>
                  <a:gd name="T16" fmla="*/ 63 w 108"/>
                  <a:gd name="T17" fmla="*/ 4 h 106"/>
                  <a:gd name="T18" fmla="*/ 68 w 108"/>
                  <a:gd name="T19" fmla="*/ 15 h 106"/>
                  <a:gd name="T20" fmla="*/ 80 w 108"/>
                  <a:gd name="T21" fmla="*/ 13 h 106"/>
                  <a:gd name="T22" fmla="*/ 85 w 108"/>
                  <a:gd name="T23" fmla="*/ 12 h 106"/>
                  <a:gd name="T24" fmla="*/ 88 w 108"/>
                  <a:gd name="T25" fmla="*/ 12 h 106"/>
                  <a:gd name="T26" fmla="*/ 97 w 108"/>
                  <a:gd name="T27" fmla="*/ 21 h 106"/>
                  <a:gd name="T28" fmla="*/ 96 w 108"/>
                  <a:gd name="T29" fmla="*/ 24 h 106"/>
                  <a:gd name="T30" fmla="*/ 92 w 108"/>
                  <a:gd name="T31" fmla="*/ 36 h 106"/>
                  <a:gd name="T32" fmla="*/ 102 w 108"/>
                  <a:gd name="T33" fmla="*/ 43 h 106"/>
                  <a:gd name="T34" fmla="*/ 108 w 108"/>
                  <a:gd name="T35" fmla="*/ 46 h 106"/>
                  <a:gd name="T36" fmla="*/ 108 w 108"/>
                  <a:gd name="T37" fmla="*/ 59 h 106"/>
                  <a:gd name="T38" fmla="*/ 108 w 108"/>
                  <a:gd name="T39" fmla="*/ 60 h 106"/>
                  <a:gd name="T40" fmla="*/ 98 w 108"/>
                  <a:gd name="T41" fmla="*/ 64 h 106"/>
                  <a:gd name="T42" fmla="*/ 94 w 108"/>
                  <a:gd name="T43" fmla="*/ 76 h 106"/>
                  <a:gd name="T44" fmla="*/ 97 w 108"/>
                  <a:gd name="T45" fmla="*/ 84 h 106"/>
                  <a:gd name="T46" fmla="*/ 97 w 108"/>
                  <a:gd name="T47" fmla="*/ 87 h 106"/>
                  <a:gd name="T48" fmla="*/ 85 w 108"/>
                  <a:gd name="T49" fmla="*/ 94 h 106"/>
                  <a:gd name="T50" fmla="*/ 72 w 108"/>
                  <a:gd name="T51" fmla="*/ 91 h 106"/>
                  <a:gd name="T52" fmla="*/ 64 w 108"/>
                  <a:gd name="T53" fmla="*/ 101 h 106"/>
                  <a:gd name="T54" fmla="*/ 62 w 108"/>
                  <a:gd name="T55" fmla="*/ 106 h 106"/>
                  <a:gd name="T56" fmla="*/ 49 w 108"/>
                  <a:gd name="T57" fmla="*/ 106 h 106"/>
                  <a:gd name="T58" fmla="*/ 47 w 108"/>
                  <a:gd name="T59" fmla="*/ 105 h 106"/>
                  <a:gd name="T60" fmla="*/ 43 w 108"/>
                  <a:gd name="T61" fmla="*/ 97 h 106"/>
                  <a:gd name="T62" fmla="*/ 32 w 108"/>
                  <a:gd name="T63" fmla="*/ 92 h 106"/>
                  <a:gd name="T64" fmla="*/ 24 w 108"/>
                  <a:gd name="T65" fmla="*/ 96 h 106"/>
                  <a:gd name="T66" fmla="*/ 22 w 108"/>
                  <a:gd name="T67" fmla="*/ 96 h 106"/>
                  <a:gd name="T68" fmla="*/ 12 w 108"/>
                  <a:gd name="T69" fmla="*/ 87 h 106"/>
                  <a:gd name="T70" fmla="*/ 12 w 108"/>
                  <a:gd name="T71" fmla="*/ 85 h 106"/>
                  <a:gd name="T72" fmla="*/ 15 w 108"/>
                  <a:gd name="T73" fmla="*/ 76 h 106"/>
                  <a:gd name="T74" fmla="*/ 9 w 108"/>
                  <a:gd name="T75" fmla="*/ 66 h 106"/>
                  <a:gd name="T76" fmla="*/ 2 w 108"/>
                  <a:gd name="T77" fmla="*/ 62 h 106"/>
                  <a:gd name="T78" fmla="*/ 0 w 108"/>
                  <a:gd name="T79" fmla="*/ 59 h 106"/>
                  <a:gd name="T80" fmla="*/ 0 w 108"/>
                  <a:gd name="T81" fmla="*/ 47 h 106"/>
                  <a:gd name="T82" fmla="*/ 5 w 108"/>
                  <a:gd name="T83" fmla="*/ 45 h 106"/>
                  <a:gd name="T84" fmla="*/ 17 w 108"/>
                  <a:gd name="T85" fmla="*/ 36 h 106"/>
                  <a:gd name="T86" fmla="*/ 12 w 108"/>
                  <a:gd name="T87" fmla="*/ 24 h 106"/>
                  <a:gd name="T88" fmla="*/ 12 w 108"/>
                  <a:gd name="T89" fmla="*/ 21 h 106"/>
                  <a:gd name="T90" fmla="*/ 21 w 108"/>
                  <a:gd name="T91" fmla="*/ 12 h 106"/>
                  <a:gd name="T92" fmla="*/ 30 w 108"/>
                  <a:gd name="T93" fmla="*/ 15 h 106"/>
                  <a:gd name="T94" fmla="*/ 42 w 108"/>
                  <a:gd name="T95" fmla="*/ 9 h 106"/>
                  <a:gd name="T96" fmla="*/ 46 w 108"/>
                  <a:gd name="T97" fmla="*/ 2 h 106"/>
                  <a:gd name="T98" fmla="*/ 49 w 108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6">
                    <a:moveTo>
                      <a:pt x="54" y="36"/>
                    </a:moveTo>
                    <a:lnTo>
                      <a:pt x="49" y="36"/>
                    </a:lnTo>
                    <a:lnTo>
                      <a:pt x="43" y="38"/>
                    </a:lnTo>
                    <a:lnTo>
                      <a:pt x="40" y="42"/>
                    </a:lnTo>
                    <a:lnTo>
                      <a:pt x="37" y="47"/>
                    </a:lnTo>
                    <a:lnTo>
                      <a:pt x="36" y="54"/>
                    </a:lnTo>
                    <a:lnTo>
                      <a:pt x="37" y="59"/>
                    </a:lnTo>
                    <a:lnTo>
                      <a:pt x="40" y="64"/>
                    </a:lnTo>
                    <a:lnTo>
                      <a:pt x="43" y="68"/>
                    </a:lnTo>
                    <a:lnTo>
                      <a:pt x="49" y="71"/>
                    </a:lnTo>
                    <a:lnTo>
                      <a:pt x="54" y="72"/>
                    </a:lnTo>
                    <a:lnTo>
                      <a:pt x="60" y="71"/>
                    </a:lnTo>
                    <a:lnTo>
                      <a:pt x="66" y="68"/>
                    </a:lnTo>
                    <a:lnTo>
                      <a:pt x="70" y="64"/>
                    </a:lnTo>
                    <a:lnTo>
                      <a:pt x="72" y="59"/>
                    </a:lnTo>
                    <a:lnTo>
                      <a:pt x="74" y="54"/>
                    </a:lnTo>
                    <a:lnTo>
                      <a:pt x="72" y="47"/>
                    </a:lnTo>
                    <a:lnTo>
                      <a:pt x="70" y="42"/>
                    </a:lnTo>
                    <a:lnTo>
                      <a:pt x="66" y="38"/>
                    </a:lnTo>
                    <a:lnTo>
                      <a:pt x="60" y="36"/>
                    </a:lnTo>
                    <a:lnTo>
                      <a:pt x="54" y="36"/>
                    </a:lnTo>
                    <a:close/>
                    <a:moveTo>
                      <a:pt x="49" y="0"/>
                    </a:moveTo>
                    <a:lnTo>
                      <a:pt x="59" y="0"/>
                    </a:lnTo>
                    <a:lnTo>
                      <a:pt x="60" y="2"/>
                    </a:lnTo>
                    <a:lnTo>
                      <a:pt x="60" y="2"/>
                    </a:lnTo>
                    <a:lnTo>
                      <a:pt x="62" y="2"/>
                    </a:lnTo>
                    <a:lnTo>
                      <a:pt x="63" y="4"/>
                    </a:lnTo>
                    <a:lnTo>
                      <a:pt x="64" y="5"/>
                    </a:lnTo>
                    <a:lnTo>
                      <a:pt x="66" y="9"/>
                    </a:lnTo>
                    <a:lnTo>
                      <a:pt x="68" y="15"/>
                    </a:lnTo>
                    <a:lnTo>
                      <a:pt x="72" y="17"/>
                    </a:lnTo>
                    <a:lnTo>
                      <a:pt x="77" y="15"/>
                    </a:lnTo>
                    <a:lnTo>
                      <a:pt x="80" y="13"/>
                    </a:lnTo>
                    <a:lnTo>
                      <a:pt x="83" y="12"/>
                    </a:lnTo>
                    <a:lnTo>
                      <a:pt x="84" y="12"/>
                    </a:lnTo>
                    <a:lnTo>
                      <a:pt x="85" y="12"/>
                    </a:lnTo>
                    <a:lnTo>
                      <a:pt x="87" y="12"/>
                    </a:lnTo>
                    <a:lnTo>
                      <a:pt x="87" y="12"/>
                    </a:lnTo>
                    <a:lnTo>
                      <a:pt x="88" y="12"/>
                    </a:lnTo>
                    <a:lnTo>
                      <a:pt x="88" y="12"/>
                    </a:lnTo>
                    <a:lnTo>
                      <a:pt x="96" y="20"/>
                    </a:lnTo>
                    <a:lnTo>
                      <a:pt x="97" y="21"/>
                    </a:lnTo>
                    <a:lnTo>
                      <a:pt x="97" y="21"/>
                    </a:lnTo>
                    <a:lnTo>
                      <a:pt x="97" y="22"/>
                    </a:lnTo>
                    <a:lnTo>
                      <a:pt x="96" y="24"/>
                    </a:lnTo>
                    <a:lnTo>
                      <a:pt x="96" y="26"/>
                    </a:lnTo>
                    <a:lnTo>
                      <a:pt x="93" y="30"/>
                    </a:lnTo>
                    <a:lnTo>
                      <a:pt x="92" y="36"/>
                    </a:lnTo>
                    <a:lnTo>
                      <a:pt x="93" y="41"/>
                    </a:lnTo>
                    <a:lnTo>
                      <a:pt x="98" y="42"/>
                    </a:lnTo>
                    <a:lnTo>
                      <a:pt x="102" y="43"/>
                    </a:lnTo>
                    <a:lnTo>
                      <a:pt x="105" y="45"/>
                    </a:lnTo>
                    <a:lnTo>
                      <a:pt x="108" y="46"/>
                    </a:lnTo>
                    <a:lnTo>
                      <a:pt x="108" y="46"/>
                    </a:lnTo>
                    <a:lnTo>
                      <a:pt x="108" y="47"/>
                    </a:lnTo>
                    <a:lnTo>
                      <a:pt x="108" y="47"/>
                    </a:lnTo>
                    <a:lnTo>
                      <a:pt x="108" y="59"/>
                    </a:lnTo>
                    <a:lnTo>
                      <a:pt x="108" y="59"/>
                    </a:lnTo>
                    <a:lnTo>
                      <a:pt x="108" y="60"/>
                    </a:lnTo>
                    <a:lnTo>
                      <a:pt x="108" y="60"/>
                    </a:lnTo>
                    <a:lnTo>
                      <a:pt x="105" y="62"/>
                    </a:lnTo>
                    <a:lnTo>
                      <a:pt x="102" y="63"/>
                    </a:lnTo>
                    <a:lnTo>
                      <a:pt x="98" y="64"/>
                    </a:lnTo>
                    <a:lnTo>
                      <a:pt x="93" y="67"/>
                    </a:lnTo>
                    <a:lnTo>
                      <a:pt x="92" y="71"/>
                    </a:lnTo>
                    <a:lnTo>
                      <a:pt x="94" y="76"/>
                    </a:lnTo>
                    <a:lnTo>
                      <a:pt x="96" y="80"/>
                    </a:lnTo>
                    <a:lnTo>
                      <a:pt x="97" y="83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7"/>
                    </a:lnTo>
                    <a:lnTo>
                      <a:pt x="97" y="87"/>
                    </a:lnTo>
                    <a:lnTo>
                      <a:pt x="88" y="96"/>
                    </a:lnTo>
                    <a:lnTo>
                      <a:pt x="87" y="96"/>
                    </a:lnTo>
                    <a:lnTo>
                      <a:pt x="85" y="94"/>
                    </a:lnTo>
                    <a:lnTo>
                      <a:pt x="83" y="94"/>
                    </a:lnTo>
                    <a:lnTo>
                      <a:pt x="77" y="92"/>
                    </a:lnTo>
                    <a:lnTo>
                      <a:pt x="72" y="91"/>
                    </a:lnTo>
                    <a:lnTo>
                      <a:pt x="68" y="92"/>
                    </a:lnTo>
                    <a:lnTo>
                      <a:pt x="66" y="97"/>
                    </a:lnTo>
                    <a:lnTo>
                      <a:pt x="64" y="101"/>
                    </a:lnTo>
                    <a:lnTo>
                      <a:pt x="63" y="104"/>
                    </a:lnTo>
                    <a:lnTo>
                      <a:pt x="62" y="105"/>
                    </a:lnTo>
                    <a:lnTo>
                      <a:pt x="62" y="106"/>
                    </a:lnTo>
                    <a:lnTo>
                      <a:pt x="60" y="106"/>
                    </a:lnTo>
                    <a:lnTo>
                      <a:pt x="60" y="106"/>
                    </a:lnTo>
                    <a:lnTo>
                      <a:pt x="49" y="106"/>
                    </a:lnTo>
                    <a:lnTo>
                      <a:pt x="49" y="106"/>
                    </a:lnTo>
                    <a:lnTo>
                      <a:pt x="47" y="106"/>
                    </a:lnTo>
                    <a:lnTo>
                      <a:pt x="47" y="105"/>
                    </a:lnTo>
                    <a:lnTo>
                      <a:pt x="46" y="104"/>
                    </a:lnTo>
                    <a:lnTo>
                      <a:pt x="45" y="101"/>
                    </a:lnTo>
                    <a:lnTo>
                      <a:pt x="43" y="97"/>
                    </a:lnTo>
                    <a:lnTo>
                      <a:pt x="41" y="92"/>
                    </a:lnTo>
                    <a:lnTo>
                      <a:pt x="37" y="91"/>
                    </a:lnTo>
                    <a:lnTo>
                      <a:pt x="32" y="92"/>
                    </a:lnTo>
                    <a:lnTo>
                      <a:pt x="28" y="93"/>
                    </a:lnTo>
                    <a:lnTo>
                      <a:pt x="25" y="94"/>
                    </a:lnTo>
                    <a:lnTo>
                      <a:pt x="24" y="96"/>
                    </a:lnTo>
                    <a:lnTo>
                      <a:pt x="22" y="96"/>
                    </a:lnTo>
                    <a:lnTo>
                      <a:pt x="22" y="96"/>
                    </a:lnTo>
                    <a:lnTo>
                      <a:pt x="22" y="96"/>
                    </a:lnTo>
                    <a:lnTo>
                      <a:pt x="21" y="96"/>
                    </a:lnTo>
                    <a:lnTo>
                      <a:pt x="20" y="94"/>
                    </a:lnTo>
                    <a:lnTo>
                      <a:pt x="12" y="87"/>
                    </a:lnTo>
                    <a:lnTo>
                      <a:pt x="12" y="87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2" y="83"/>
                    </a:lnTo>
                    <a:lnTo>
                      <a:pt x="13" y="80"/>
                    </a:lnTo>
                    <a:lnTo>
                      <a:pt x="15" y="76"/>
                    </a:lnTo>
                    <a:lnTo>
                      <a:pt x="17" y="71"/>
                    </a:lnTo>
                    <a:lnTo>
                      <a:pt x="15" y="67"/>
                    </a:lnTo>
                    <a:lnTo>
                      <a:pt x="9" y="66"/>
                    </a:lnTo>
                    <a:lnTo>
                      <a:pt x="5" y="63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4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2" y="46"/>
                    </a:lnTo>
                    <a:lnTo>
                      <a:pt x="3" y="45"/>
                    </a:lnTo>
                    <a:lnTo>
                      <a:pt x="5" y="45"/>
                    </a:lnTo>
                    <a:lnTo>
                      <a:pt x="9" y="42"/>
                    </a:lnTo>
                    <a:lnTo>
                      <a:pt x="15" y="41"/>
                    </a:lnTo>
                    <a:lnTo>
                      <a:pt x="17" y="36"/>
                    </a:lnTo>
                    <a:lnTo>
                      <a:pt x="15" y="30"/>
                    </a:lnTo>
                    <a:lnTo>
                      <a:pt x="13" y="26"/>
                    </a:lnTo>
                    <a:lnTo>
                      <a:pt x="12" y="24"/>
                    </a:lnTo>
                    <a:lnTo>
                      <a:pt x="11" y="22"/>
                    </a:lnTo>
                    <a:lnTo>
                      <a:pt x="11" y="21"/>
                    </a:lnTo>
                    <a:lnTo>
                      <a:pt x="12" y="21"/>
                    </a:lnTo>
                    <a:lnTo>
                      <a:pt x="12" y="20"/>
                    </a:lnTo>
                    <a:lnTo>
                      <a:pt x="21" y="12"/>
                    </a:lnTo>
                    <a:lnTo>
                      <a:pt x="21" y="12"/>
                    </a:lnTo>
                    <a:lnTo>
                      <a:pt x="24" y="12"/>
                    </a:lnTo>
                    <a:lnTo>
                      <a:pt x="26" y="13"/>
                    </a:lnTo>
                    <a:lnTo>
                      <a:pt x="30" y="15"/>
                    </a:lnTo>
                    <a:lnTo>
                      <a:pt x="36" y="17"/>
                    </a:lnTo>
                    <a:lnTo>
                      <a:pt x="41" y="16"/>
                    </a:lnTo>
                    <a:lnTo>
                      <a:pt x="42" y="9"/>
                    </a:lnTo>
                    <a:lnTo>
                      <a:pt x="45" y="7"/>
                    </a:lnTo>
                    <a:lnTo>
                      <a:pt x="45" y="4"/>
                    </a:lnTo>
                    <a:lnTo>
                      <a:pt x="46" y="2"/>
                    </a:lnTo>
                    <a:lnTo>
                      <a:pt x="47" y="2"/>
                    </a:lnTo>
                    <a:lnTo>
                      <a:pt x="47" y="2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1" name="Freeform 10"/>
              <p:cNvSpPr>
                <a:spLocks noEditPoints="1"/>
              </p:cNvSpPr>
              <p:nvPr/>
            </p:nvSpPr>
            <p:spPr bwMode="auto">
              <a:xfrm rot="19386584" flipH="1">
                <a:off x="5697545" y="2104008"/>
                <a:ext cx="77873" cy="76431"/>
              </a:xfrm>
              <a:custGeom>
                <a:avLst/>
                <a:gdLst>
                  <a:gd name="T0" fmla="*/ 44 w 108"/>
                  <a:gd name="T1" fmla="*/ 38 h 106"/>
                  <a:gd name="T2" fmla="*/ 36 w 108"/>
                  <a:gd name="T3" fmla="*/ 53 h 106"/>
                  <a:gd name="T4" fmla="*/ 44 w 108"/>
                  <a:gd name="T5" fmla="*/ 68 h 106"/>
                  <a:gd name="T6" fmla="*/ 61 w 108"/>
                  <a:gd name="T7" fmla="*/ 70 h 106"/>
                  <a:gd name="T8" fmla="*/ 72 w 108"/>
                  <a:gd name="T9" fmla="*/ 59 h 106"/>
                  <a:gd name="T10" fmla="*/ 70 w 108"/>
                  <a:gd name="T11" fmla="*/ 42 h 106"/>
                  <a:gd name="T12" fmla="*/ 54 w 108"/>
                  <a:gd name="T13" fmla="*/ 34 h 106"/>
                  <a:gd name="T14" fmla="*/ 61 w 108"/>
                  <a:gd name="T15" fmla="*/ 0 h 106"/>
                  <a:gd name="T16" fmla="*/ 62 w 108"/>
                  <a:gd name="T17" fmla="*/ 3 h 106"/>
                  <a:gd name="T18" fmla="*/ 67 w 108"/>
                  <a:gd name="T19" fmla="*/ 15 h 106"/>
                  <a:gd name="T20" fmla="*/ 80 w 108"/>
                  <a:gd name="T21" fmla="*/ 13 h 106"/>
                  <a:gd name="T22" fmla="*/ 85 w 108"/>
                  <a:gd name="T23" fmla="*/ 11 h 106"/>
                  <a:gd name="T24" fmla="*/ 87 w 108"/>
                  <a:gd name="T25" fmla="*/ 11 h 106"/>
                  <a:gd name="T26" fmla="*/ 96 w 108"/>
                  <a:gd name="T27" fmla="*/ 20 h 106"/>
                  <a:gd name="T28" fmla="*/ 96 w 108"/>
                  <a:gd name="T29" fmla="*/ 24 h 106"/>
                  <a:gd name="T30" fmla="*/ 91 w 108"/>
                  <a:gd name="T31" fmla="*/ 36 h 106"/>
                  <a:gd name="T32" fmla="*/ 102 w 108"/>
                  <a:gd name="T33" fmla="*/ 44 h 106"/>
                  <a:gd name="T34" fmla="*/ 108 w 108"/>
                  <a:gd name="T35" fmla="*/ 46 h 106"/>
                  <a:gd name="T36" fmla="*/ 108 w 108"/>
                  <a:gd name="T37" fmla="*/ 58 h 106"/>
                  <a:gd name="T38" fmla="*/ 106 w 108"/>
                  <a:gd name="T39" fmla="*/ 61 h 106"/>
                  <a:gd name="T40" fmla="*/ 99 w 108"/>
                  <a:gd name="T41" fmla="*/ 64 h 106"/>
                  <a:gd name="T42" fmla="*/ 93 w 108"/>
                  <a:gd name="T43" fmla="*/ 76 h 106"/>
                  <a:gd name="T44" fmla="*/ 97 w 108"/>
                  <a:gd name="T45" fmla="*/ 84 h 106"/>
                  <a:gd name="T46" fmla="*/ 96 w 108"/>
                  <a:gd name="T47" fmla="*/ 87 h 106"/>
                  <a:gd name="T48" fmla="*/ 85 w 108"/>
                  <a:gd name="T49" fmla="*/ 95 h 106"/>
                  <a:gd name="T50" fmla="*/ 72 w 108"/>
                  <a:gd name="T51" fmla="*/ 89 h 106"/>
                  <a:gd name="T52" fmla="*/ 65 w 108"/>
                  <a:gd name="T53" fmla="*/ 101 h 106"/>
                  <a:gd name="T54" fmla="*/ 62 w 108"/>
                  <a:gd name="T55" fmla="*/ 105 h 106"/>
                  <a:gd name="T56" fmla="*/ 49 w 108"/>
                  <a:gd name="T57" fmla="*/ 106 h 106"/>
                  <a:gd name="T58" fmla="*/ 46 w 108"/>
                  <a:gd name="T59" fmla="*/ 105 h 106"/>
                  <a:gd name="T60" fmla="*/ 42 w 108"/>
                  <a:gd name="T61" fmla="*/ 97 h 106"/>
                  <a:gd name="T62" fmla="*/ 32 w 108"/>
                  <a:gd name="T63" fmla="*/ 92 h 106"/>
                  <a:gd name="T64" fmla="*/ 24 w 108"/>
                  <a:gd name="T65" fmla="*/ 95 h 106"/>
                  <a:gd name="T66" fmla="*/ 21 w 108"/>
                  <a:gd name="T67" fmla="*/ 96 h 106"/>
                  <a:gd name="T68" fmla="*/ 12 w 108"/>
                  <a:gd name="T69" fmla="*/ 87 h 106"/>
                  <a:gd name="T70" fmla="*/ 12 w 108"/>
                  <a:gd name="T71" fmla="*/ 84 h 106"/>
                  <a:gd name="T72" fmla="*/ 15 w 108"/>
                  <a:gd name="T73" fmla="*/ 76 h 106"/>
                  <a:gd name="T74" fmla="*/ 10 w 108"/>
                  <a:gd name="T75" fmla="*/ 64 h 106"/>
                  <a:gd name="T76" fmla="*/ 2 w 108"/>
                  <a:gd name="T77" fmla="*/ 61 h 106"/>
                  <a:gd name="T78" fmla="*/ 0 w 108"/>
                  <a:gd name="T79" fmla="*/ 59 h 106"/>
                  <a:gd name="T80" fmla="*/ 0 w 108"/>
                  <a:gd name="T81" fmla="*/ 46 h 106"/>
                  <a:gd name="T82" fmla="*/ 6 w 108"/>
                  <a:gd name="T83" fmla="*/ 44 h 106"/>
                  <a:gd name="T84" fmla="*/ 17 w 108"/>
                  <a:gd name="T85" fmla="*/ 36 h 106"/>
                  <a:gd name="T86" fmla="*/ 12 w 108"/>
                  <a:gd name="T87" fmla="*/ 24 h 106"/>
                  <a:gd name="T88" fmla="*/ 11 w 108"/>
                  <a:gd name="T89" fmla="*/ 20 h 106"/>
                  <a:gd name="T90" fmla="*/ 21 w 108"/>
                  <a:gd name="T91" fmla="*/ 12 h 106"/>
                  <a:gd name="T92" fmla="*/ 31 w 108"/>
                  <a:gd name="T93" fmla="*/ 15 h 106"/>
                  <a:gd name="T94" fmla="*/ 42 w 108"/>
                  <a:gd name="T95" fmla="*/ 9 h 106"/>
                  <a:gd name="T96" fmla="*/ 46 w 108"/>
                  <a:gd name="T97" fmla="*/ 2 h 106"/>
                  <a:gd name="T98" fmla="*/ 49 w 108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6">
                    <a:moveTo>
                      <a:pt x="54" y="34"/>
                    </a:moveTo>
                    <a:lnTo>
                      <a:pt x="49" y="36"/>
                    </a:lnTo>
                    <a:lnTo>
                      <a:pt x="44" y="38"/>
                    </a:lnTo>
                    <a:lnTo>
                      <a:pt x="38" y="42"/>
                    </a:lnTo>
                    <a:lnTo>
                      <a:pt x="36" y="47"/>
                    </a:lnTo>
                    <a:lnTo>
                      <a:pt x="36" y="53"/>
                    </a:lnTo>
                    <a:lnTo>
                      <a:pt x="36" y="59"/>
                    </a:lnTo>
                    <a:lnTo>
                      <a:pt x="38" y="64"/>
                    </a:lnTo>
                    <a:lnTo>
                      <a:pt x="44" y="68"/>
                    </a:lnTo>
                    <a:lnTo>
                      <a:pt x="49" y="70"/>
                    </a:lnTo>
                    <a:lnTo>
                      <a:pt x="54" y="72"/>
                    </a:lnTo>
                    <a:lnTo>
                      <a:pt x="61" y="70"/>
                    </a:lnTo>
                    <a:lnTo>
                      <a:pt x="66" y="68"/>
                    </a:lnTo>
                    <a:lnTo>
                      <a:pt x="70" y="64"/>
                    </a:lnTo>
                    <a:lnTo>
                      <a:pt x="72" y="59"/>
                    </a:lnTo>
                    <a:lnTo>
                      <a:pt x="72" y="53"/>
                    </a:lnTo>
                    <a:lnTo>
                      <a:pt x="72" y="47"/>
                    </a:lnTo>
                    <a:lnTo>
                      <a:pt x="70" y="42"/>
                    </a:lnTo>
                    <a:lnTo>
                      <a:pt x="66" y="38"/>
                    </a:lnTo>
                    <a:lnTo>
                      <a:pt x="61" y="36"/>
                    </a:lnTo>
                    <a:lnTo>
                      <a:pt x="54" y="34"/>
                    </a:lnTo>
                    <a:close/>
                    <a:moveTo>
                      <a:pt x="49" y="0"/>
                    </a:moveTo>
                    <a:lnTo>
                      <a:pt x="59" y="0"/>
                    </a:lnTo>
                    <a:lnTo>
                      <a:pt x="61" y="0"/>
                    </a:lnTo>
                    <a:lnTo>
                      <a:pt x="61" y="0"/>
                    </a:lnTo>
                    <a:lnTo>
                      <a:pt x="62" y="2"/>
                    </a:lnTo>
                    <a:lnTo>
                      <a:pt x="62" y="3"/>
                    </a:lnTo>
                    <a:lnTo>
                      <a:pt x="63" y="6"/>
                    </a:lnTo>
                    <a:lnTo>
                      <a:pt x="66" y="9"/>
                    </a:lnTo>
                    <a:lnTo>
                      <a:pt x="67" y="15"/>
                    </a:lnTo>
                    <a:lnTo>
                      <a:pt x="72" y="17"/>
                    </a:lnTo>
                    <a:lnTo>
                      <a:pt x="76" y="15"/>
                    </a:lnTo>
                    <a:lnTo>
                      <a:pt x="80" y="13"/>
                    </a:lnTo>
                    <a:lnTo>
                      <a:pt x="83" y="12"/>
                    </a:lnTo>
                    <a:lnTo>
                      <a:pt x="84" y="12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7" y="11"/>
                    </a:lnTo>
                    <a:lnTo>
                      <a:pt x="87" y="11"/>
                    </a:lnTo>
                    <a:lnTo>
                      <a:pt x="88" y="12"/>
                    </a:lnTo>
                    <a:lnTo>
                      <a:pt x="96" y="20"/>
                    </a:lnTo>
                    <a:lnTo>
                      <a:pt x="96" y="20"/>
                    </a:lnTo>
                    <a:lnTo>
                      <a:pt x="97" y="21"/>
                    </a:lnTo>
                    <a:lnTo>
                      <a:pt x="97" y="23"/>
                    </a:lnTo>
                    <a:lnTo>
                      <a:pt x="96" y="24"/>
                    </a:lnTo>
                    <a:lnTo>
                      <a:pt x="95" y="26"/>
                    </a:lnTo>
                    <a:lnTo>
                      <a:pt x="93" y="30"/>
                    </a:lnTo>
                    <a:lnTo>
                      <a:pt x="91" y="36"/>
                    </a:lnTo>
                    <a:lnTo>
                      <a:pt x="93" y="40"/>
                    </a:lnTo>
                    <a:lnTo>
                      <a:pt x="99" y="42"/>
                    </a:lnTo>
                    <a:lnTo>
                      <a:pt x="102" y="44"/>
                    </a:lnTo>
                    <a:lnTo>
                      <a:pt x="105" y="45"/>
                    </a:lnTo>
                    <a:lnTo>
                      <a:pt x="106" y="45"/>
                    </a:lnTo>
                    <a:lnTo>
                      <a:pt x="108" y="46"/>
                    </a:lnTo>
                    <a:lnTo>
                      <a:pt x="108" y="46"/>
                    </a:lnTo>
                    <a:lnTo>
                      <a:pt x="108" y="47"/>
                    </a:lnTo>
                    <a:lnTo>
                      <a:pt x="108" y="58"/>
                    </a:lnTo>
                    <a:lnTo>
                      <a:pt x="108" y="59"/>
                    </a:lnTo>
                    <a:lnTo>
                      <a:pt x="108" y="61"/>
                    </a:lnTo>
                    <a:lnTo>
                      <a:pt x="106" y="61"/>
                    </a:lnTo>
                    <a:lnTo>
                      <a:pt x="105" y="62"/>
                    </a:lnTo>
                    <a:lnTo>
                      <a:pt x="102" y="63"/>
                    </a:lnTo>
                    <a:lnTo>
                      <a:pt x="99" y="64"/>
                    </a:lnTo>
                    <a:lnTo>
                      <a:pt x="93" y="67"/>
                    </a:lnTo>
                    <a:lnTo>
                      <a:pt x="92" y="70"/>
                    </a:lnTo>
                    <a:lnTo>
                      <a:pt x="93" y="76"/>
                    </a:lnTo>
                    <a:lnTo>
                      <a:pt x="96" y="80"/>
                    </a:lnTo>
                    <a:lnTo>
                      <a:pt x="96" y="83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6" y="87"/>
                    </a:lnTo>
                    <a:lnTo>
                      <a:pt x="88" y="95"/>
                    </a:lnTo>
                    <a:lnTo>
                      <a:pt x="87" y="95"/>
                    </a:lnTo>
                    <a:lnTo>
                      <a:pt x="85" y="95"/>
                    </a:lnTo>
                    <a:lnTo>
                      <a:pt x="82" y="93"/>
                    </a:lnTo>
                    <a:lnTo>
                      <a:pt x="78" y="92"/>
                    </a:lnTo>
                    <a:lnTo>
                      <a:pt x="72" y="89"/>
                    </a:lnTo>
                    <a:lnTo>
                      <a:pt x="67" y="92"/>
                    </a:lnTo>
                    <a:lnTo>
                      <a:pt x="66" y="97"/>
                    </a:lnTo>
                    <a:lnTo>
                      <a:pt x="65" y="101"/>
                    </a:lnTo>
                    <a:lnTo>
                      <a:pt x="63" y="104"/>
                    </a:lnTo>
                    <a:lnTo>
                      <a:pt x="62" y="105"/>
                    </a:lnTo>
                    <a:lnTo>
                      <a:pt x="62" y="105"/>
                    </a:lnTo>
                    <a:lnTo>
                      <a:pt x="61" y="106"/>
                    </a:lnTo>
                    <a:lnTo>
                      <a:pt x="61" y="106"/>
                    </a:lnTo>
                    <a:lnTo>
                      <a:pt x="49" y="106"/>
                    </a:lnTo>
                    <a:lnTo>
                      <a:pt x="48" y="106"/>
                    </a:lnTo>
                    <a:lnTo>
                      <a:pt x="48" y="105"/>
                    </a:lnTo>
                    <a:lnTo>
                      <a:pt x="46" y="105"/>
                    </a:lnTo>
                    <a:lnTo>
                      <a:pt x="46" y="104"/>
                    </a:lnTo>
                    <a:lnTo>
                      <a:pt x="45" y="101"/>
                    </a:lnTo>
                    <a:lnTo>
                      <a:pt x="42" y="97"/>
                    </a:lnTo>
                    <a:lnTo>
                      <a:pt x="41" y="92"/>
                    </a:lnTo>
                    <a:lnTo>
                      <a:pt x="36" y="89"/>
                    </a:lnTo>
                    <a:lnTo>
                      <a:pt x="32" y="92"/>
                    </a:lnTo>
                    <a:lnTo>
                      <a:pt x="28" y="93"/>
                    </a:lnTo>
                    <a:lnTo>
                      <a:pt x="25" y="95"/>
                    </a:lnTo>
                    <a:lnTo>
                      <a:pt x="24" y="95"/>
                    </a:lnTo>
                    <a:lnTo>
                      <a:pt x="23" y="95"/>
                    </a:lnTo>
                    <a:lnTo>
                      <a:pt x="23" y="96"/>
                    </a:lnTo>
                    <a:lnTo>
                      <a:pt x="21" y="96"/>
                    </a:lnTo>
                    <a:lnTo>
                      <a:pt x="21" y="96"/>
                    </a:lnTo>
                    <a:lnTo>
                      <a:pt x="20" y="95"/>
                    </a:lnTo>
                    <a:lnTo>
                      <a:pt x="12" y="87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2" y="84"/>
                    </a:lnTo>
                    <a:lnTo>
                      <a:pt x="12" y="83"/>
                    </a:lnTo>
                    <a:lnTo>
                      <a:pt x="14" y="80"/>
                    </a:lnTo>
                    <a:lnTo>
                      <a:pt x="15" y="76"/>
                    </a:lnTo>
                    <a:lnTo>
                      <a:pt x="17" y="70"/>
                    </a:lnTo>
                    <a:lnTo>
                      <a:pt x="15" y="67"/>
                    </a:lnTo>
                    <a:lnTo>
                      <a:pt x="10" y="64"/>
                    </a:lnTo>
                    <a:lnTo>
                      <a:pt x="6" y="63"/>
                    </a:lnTo>
                    <a:lnTo>
                      <a:pt x="3" y="62"/>
                    </a:lnTo>
                    <a:lnTo>
                      <a:pt x="2" y="61"/>
                    </a:lnTo>
                    <a:lnTo>
                      <a:pt x="0" y="61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2" y="46"/>
                    </a:lnTo>
                    <a:lnTo>
                      <a:pt x="3" y="45"/>
                    </a:lnTo>
                    <a:lnTo>
                      <a:pt x="6" y="44"/>
                    </a:lnTo>
                    <a:lnTo>
                      <a:pt x="10" y="42"/>
                    </a:lnTo>
                    <a:lnTo>
                      <a:pt x="15" y="40"/>
                    </a:lnTo>
                    <a:lnTo>
                      <a:pt x="17" y="36"/>
                    </a:lnTo>
                    <a:lnTo>
                      <a:pt x="15" y="30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1" y="23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12" y="20"/>
                    </a:lnTo>
                    <a:lnTo>
                      <a:pt x="20" y="12"/>
                    </a:lnTo>
                    <a:lnTo>
                      <a:pt x="21" y="12"/>
                    </a:lnTo>
                    <a:lnTo>
                      <a:pt x="23" y="12"/>
                    </a:lnTo>
                    <a:lnTo>
                      <a:pt x="27" y="13"/>
                    </a:lnTo>
                    <a:lnTo>
                      <a:pt x="31" y="15"/>
                    </a:lnTo>
                    <a:lnTo>
                      <a:pt x="36" y="17"/>
                    </a:lnTo>
                    <a:lnTo>
                      <a:pt x="41" y="15"/>
                    </a:lnTo>
                    <a:lnTo>
                      <a:pt x="42" y="9"/>
                    </a:lnTo>
                    <a:lnTo>
                      <a:pt x="44" y="6"/>
                    </a:lnTo>
                    <a:lnTo>
                      <a:pt x="45" y="3"/>
                    </a:lnTo>
                    <a:lnTo>
                      <a:pt x="46" y="2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2" name="Freeform 15"/>
              <p:cNvSpPr>
                <a:spLocks noEditPoints="1"/>
              </p:cNvSpPr>
              <p:nvPr/>
            </p:nvSpPr>
            <p:spPr bwMode="auto">
              <a:xfrm rot="19386584" flipH="1">
                <a:off x="5102253" y="1334159"/>
                <a:ext cx="411715" cy="403784"/>
              </a:xfrm>
              <a:custGeom>
                <a:avLst/>
                <a:gdLst>
                  <a:gd name="T0" fmla="*/ 235 w 571"/>
                  <a:gd name="T1" fmla="*/ 195 h 560"/>
                  <a:gd name="T2" fmla="*/ 188 w 571"/>
                  <a:gd name="T3" fmla="*/ 254 h 560"/>
                  <a:gd name="T4" fmla="*/ 199 w 571"/>
                  <a:gd name="T5" fmla="*/ 329 h 560"/>
                  <a:gd name="T6" fmla="*/ 259 w 571"/>
                  <a:gd name="T7" fmla="*/ 374 h 560"/>
                  <a:gd name="T8" fmla="*/ 336 w 571"/>
                  <a:gd name="T9" fmla="*/ 364 h 560"/>
                  <a:gd name="T10" fmla="*/ 382 w 571"/>
                  <a:gd name="T11" fmla="*/ 306 h 560"/>
                  <a:gd name="T12" fmla="*/ 371 w 571"/>
                  <a:gd name="T13" fmla="*/ 230 h 560"/>
                  <a:gd name="T14" fmla="*/ 311 w 571"/>
                  <a:gd name="T15" fmla="*/ 185 h 560"/>
                  <a:gd name="T16" fmla="*/ 314 w 571"/>
                  <a:gd name="T17" fmla="*/ 0 h 560"/>
                  <a:gd name="T18" fmla="*/ 323 w 571"/>
                  <a:gd name="T19" fmla="*/ 4 h 560"/>
                  <a:gd name="T20" fmla="*/ 339 w 571"/>
                  <a:gd name="T21" fmla="*/ 31 h 560"/>
                  <a:gd name="T22" fmla="*/ 380 w 571"/>
                  <a:gd name="T23" fmla="*/ 85 h 560"/>
                  <a:gd name="T24" fmla="*/ 431 w 571"/>
                  <a:gd name="T25" fmla="*/ 62 h 560"/>
                  <a:gd name="T26" fmla="*/ 452 w 571"/>
                  <a:gd name="T27" fmla="*/ 56 h 560"/>
                  <a:gd name="T28" fmla="*/ 460 w 571"/>
                  <a:gd name="T29" fmla="*/ 56 h 560"/>
                  <a:gd name="T30" fmla="*/ 510 w 571"/>
                  <a:gd name="T31" fmla="*/ 103 h 560"/>
                  <a:gd name="T32" fmla="*/ 510 w 571"/>
                  <a:gd name="T33" fmla="*/ 117 h 560"/>
                  <a:gd name="T34" fmla="*/ 494 w 571"/>
                  <a:gd name="T35" fmla="*/ 161 h 560"/>
                  <a:gd name="T36" fmla="*/ 518 w 571"/>
                  <a:gd name="T37" fmla="*/ 218 h 560"/>
                  <a:gd name="T38" fmla="*/ 561 w 571"/>
                  <a:gd name="T39" fmla="*/ 235 h 560"/>
                  <a:gd name="T40" fmla="*/ 570 w 571"/>
                  <a:gd name="T41" fmla="*/ 246 h 560"/>
                  <a:gd name="T42" fmla="*/ 570 w 571"/>
                  <a:gd name="T43" fmla="*/ 311 h 560"/>
                  <a:gd name="T44" fmla="*/ 561 w 571"/>
                  <a:gd name="T45" fmla="*/ 320 h 560"/>
                  <a:gd name="T46" fmla="*/ 519 w 571"/>
                  <a:gd name="T47" fmla="*/ 340 h 560"/>
                  <a:gd name="T48" fmla="*/ 494 w 571"/>
                  <a:gd name="T49" fmla="*/ 398 h 560"/>
                  <a:gd name="T50" fmla="*/ 511 w 571"/>
                  <a:gd name="T51" fmla="*/ 439 h 560"/>
                  <a:gd name="T52" fmla="*/ 511 w 571"/>
                  <a:gd name="T53" fmla="*/ 454 h 560"/>
                  <a:gd name="T54" fmla="*/ 458 w 571"/>
                  <a:gd name="T55" fmla="*/ 501 h 560"/>
                  <a:gd name="T56" fmla="*/ 425 w 571"/>
                  <a:gd name="T57" fmla="*/ 492 h 560"/>
                  <a:gd name="T58" fmla="*/ 357 w 571"/>
                  <a:gd name="T59" fmla="*/ 483 h 560"/>
                  <a:gd name="T60" fmla="*/ 335 w 571"/>
                  <a:gd name="T61" fmla="*/ 542 h 560"/>
                  <a:gd name="T62" fmla="*/ 323 w 571"/>
                  <a:gd name="T63" fmla="*/ 559 h 560"/>
                  <a:gd name="T64" fmla="*/ 256 w 571"/>
                  <a:gd name="T65" fmla="*/ 560 h 560"/>
                  <a:gd name="T66" fmla="*/ 247 w 571"/>
                  <a:gd name="T67" fmla="*/ 556 h 560"/>
                  <a:gd name="T68" fmla="*/ 231 w 571"/>
                  <a:gd name="T69" fmla="*/ 527 h 560"/>
                  <a:gd name="T70" fmla="*/ 190 w 571"/>
                  <a:gd name="T71" fmla="*/ 473 h 560"/>
                  <a:gd name="T72" fmla="*/ 139 w 571"/>
                  <a:gd name="T73" fmla="*/ 496 h 560"/>
                  <a:gd name="T74" fmla="*/ 118 w 571"/>
                  <a:gd name="T75" fmla="*/ 502 h 560"/>
                  <a:gd name="T76" fmla="*/ 110 w 571"/>
                  <a:gd name="T77" fmla="*/ 504 h 560"/>
                  <a:gd name="T78" fmla="*/ 60 w 571"/>
                  <a:gd name="T79" fmla="*/ 455 h 560"/>
                  <a:gd name="T80" fmla="*/ 60 w 571"/>
                  <a:gd name="T81" fmla="*/ 442 h 560"/>
                  <a:gd name="T82" fmla="*/ 76 w 571"/>
                  <a:gd name="T83" fmla="*/ 399 h 560"/>
                  <a:gd name="T84" fmla="*/ 52 w 571"/>
                  <a:gd name="T85" fmla="*/ 341 h 560"/>
                  <a:gd name="T86" fmla="*/ 9 w 571"/>
                  <a:gd name="T87" fmla="*/ 323 h 560"/>
                  <a:gd name="T88" fmla="*/ 0 w 571"/>
                  <a:gd name="T89" fmla="*/ 314 h 560"/>
                  <a:gd name="T90" fmla="*/ 0 w 571"/>
                  <a:gd name="T91" fmla="*/ 248 h 560"/>
                  <a:gd name="T92" fmla="*/ 9 w 571"/>
                  <a:gd name="T93" fmla="*/ 238 h 560"/>
                  <a:gd name="T94" fmla="*/ 52 w 571"/>
                  <a:gd name="T95" fmla="*/ 220 h 560"/>
                  <a:gd name="T96" fmla="*/ 76 w 571"/>
                  <a:gd name="T97" fmla="*/ 161 h 560"/>
                  <a:gd name="T98" fmla="*/ 59 w 571"/>
                  <a:gd name="T99" fmla="*/ 119 h 560"/>
                  <a:gd name="T100" fmla="*/ 59 w 571"/>
                  <a:gd name="T101" fmla="*/ 106 h 560"/>
                  <a:gd name="T102" fmla="*/ 112 w 571"/>
                  <a:gd name="T103" fmla="*/ 57 h 560"/>
                  <a:gd name="T104" fmla="*/ 145 w 571"/>
                  <a:gd name="T105" fmla="*/ 68 h 560"/>
                  <a:gd name="T106" fmla="*/ 213 w 571"/>
                  <a:gd name="T107" fmla="*/ 76 h 560"/>
                  <a:gd name="T108" fmla="*/ 235 w 571"/>
                  <a:gd name="T109" fmla="*/ 18 h 560"/>
                  <a:gd name="T110" fmla="*/ 247 w 571"/>
                  <a:gd name="T111" fmla="*/ 1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71" h="560">
                    <a:moveTo>
                      <a:pt x="285" y="182"/>
                    </a:moveTo>
                    <a:lnTo>
                      <a:pt x="259" y="185"/>
                    </a:lnTo>
                    <a:lnTo>
                      <a:pt x="235" y="195"/>
                    </a:lnTo>
                    <a:lnTo>
                      <a:pt x="214" y="210"/>
                    </a:lnTo>
                    <a:lnTo>
                      <a:pt x="199" y="230"/>
                    </a:lnTo>
                    <a:lnTo>
                      <a:pt x="188" y="254"/>
                    </a:lnTo>
                    <a:lnTo>
                      <a:pt x="186" y="280"/>
                    </a:lnTo>
                    <a:lnTo>
                      <a:pt x="188" y="306"/>
                    </a:lnTo>
                    <a:lnTo>
                      <a:pt x="199" y="329"/>
                    </a:lnTo>
                    <a:lnTo>
                      <a:pt x="214" y="349"/>
                    </a:lnTo>
                    <a:lnTo>
                      <a:pt x="235" y="364"/>
                    </a:lnTo>
                    <a:lnTo>
                      <a:pt x="259" y="374"/>
                    </a:lnTo>
                    <a:lnTo>
                      <a:pt x="285" y="378"/>
                    </a:lnTo>
                    <a:lnTo>
                      <a:pt x="311" y="374"/>
                    </a:lnTo>
                    <a:lnTo>
                      <a:pt x="336" y="364"/>
                    </a:lnTo>
                    <a:lnTo>
                      <a:pt x="356" y="349"/>
                    </a:lnTo>
                    <a:lnTo>
                      <a:pt x="371" y="329"/>
                    </a:lnTo>
                    <a:lnTo>
                      <a:pt x="382" y="306"/>
                    </a:lnTo>
                    <a:lnTo>
                      <a:pt x="384" y="280"/>
                    </a:lnTo>
                    <a:lnTo>
                      <a:pt x="382" y="254"/>
                    </a:lnTo>
                    <a:lnTo>
                      <a:pt x="371" y="230"/>
                    </a:lnTo>
                    <a:lnTo>
                      <a:pt x="356" y="210"/>
                    </a:lnTo>
                    <a:lnTo>
                      <a:pt x="336" y="195"/>
                    </a:lnTo>
                    <a:lnTo>
                      <a:pt x="311" y="185"/>
                    </a:lnTo>
                    <a:lnTo>
                      <a:pt x="285" y="182"/>
                    </a:lnTo>
                    <a:close/>
                    <a:moveTo>
                      <a:pt x="254" y="0"/>
                    </a:moveTo>
                    <a:lnTo>
                      <a:pt x="314" y="0"/>
                    </a:lnTo>
                    <a:lnTo>
                      <a:pt x="316" y="0"/>
                    </a:lnTo>
                    <a:lnTo>
                      <a:pt x="320" y="1"/>
                    </a:lnTo>
                    <a:lnTo>
                      <a:pt x="323" y="4"/>
                    </a:lnTo>
                    <a:lnTo>
                      <a:pt x="327" y="9"/>
                    </a:lnTo>
                    <a:lnTo>
                      <a:pt x="332" y="18"/>
                    </a:lnTo>
                    <a:lnTo>
                      <a:pt x="339" y="31"/>
                    </a:lnTo>
                    <a:lnTo>
                      <a:pt x="346" y="51"/>
                    </a:lnTo>
                    <a:lnTo>
                      <a:pt x="357" y="76"/>
                    </a:lnTo>
                    <a:lnTo>
                      <a:pt x="380" y="85"/>
                    </a:lnTo>
                    <a:lnTo>
                      <a:pt x="403" y="76"/>
                    </a:lnTo>
                    <a:lnTo>
                      <a:pt x="420" y="68"/>
                    </a:lnTo>
                    <a:lnTo>
                      <a:pt x="431" y="62"/>
                    </a:lnTo>
                    <a:lnTo>
                      <a:pt x="442" y="60"/>
                    </a:lnTo>
                    <a:lnTo>
                      <a:pt x="447" y="57"/>
                    </a:lnTo>
                    <a:lnTo>
                      <a:pt x="452" y="56"/>
                    </a:lnTo>
                    <a:lnTo>
                      <a:pt x="454" y="56"/>
                    </a:lnTo>
                    <a:lnTo>
                      <a:pt x="455" y="56"/>
                    </a:lnTo>
                    <a:lnTo>
                      <a:pt x="460" y="56"/>
                    </a:lnTo>
                    <a:lnTo>
                      <a:pt x="464" y="60"/>
                    </a:lnTo>
                    <a:lnTo>
                      <a:pt x="507" y="100"/>
                    </a:lnTo>
                    <a:lnTo>
                      <a:pt x="510" y="103"/>
                    </a:lnTo>
                    <a:lnTo>
                      <a:pt x="511" y="107"/>
                    </a:lnTo>
                    <a:lnTo>
                      <a:pt x="511" y="111"/>
                    </a:lnTo>
                    <a:lnTo>
                      <a:pt x="510" y="117"/>
                    </a:lnTo>
                    <a:lnTo>
                      <a:pt x="507" y="127"/>
                    </a:lnTo>
                    <a:lnTo>
                      <a:pt x="502" y="141"/>
                    </a:lnTo>
                    <a:lnTo>
                      <a:pt x="494" y="161"/>
                    </a:lnTo>
                    <a:lnTo>
                      <a:pt x="483" y="185"/>
                    </a:lnTo>
                    <a:lnTo>
                      <a:pt x="493" y="208"/>
                    </a:lnTo>
                    <a:lnTo>
                      <a:pt x="518" y="218"/>
                    </a:lnTo>
                    <a:lnTo>
                      <a:pt x="537" y="225"/>
                    </a:lnTo>
                    <a:lnTo>
                      <a:pt x="552" y="231"/>
                    </a:lnTo>
                    <a:lnTo>
                      <a:pt x="561" y="235"/>
                    </a:lnTo>
                    <a:lnTo>
                      <a:pt x="566" y="239"/>
                    </a:lnTo>
                    <a:lnTo>
                      <a:pt x="570" y="243"/>
                    </a:lnTo>
                    <a:lnTo>
                      <a:pt x="570" y="246"/>
                    </a:lnTo>
                    <a:lnTo>
                      <a:pt x="571" y="248"/>
                    </a:lnTo>
                    <a:lnTo>
                      <a:pt x="571" y="307"/>
                    </a:lnTo>
                    <a:lnTo>
                      <a:pt x="570" y="311"/>
                    </a:lnTo>
                    <a:lnTo>
                      <a:pt x="570" y="314"/>
                    </a:lnTo>
                    <a:lnTo>
                      <a:pt x="566" y="318"/>
                    </a:lnTo>
                    <a:lnTo>
                      <a:pt x="561" y="320"/>
                    </a:lnTo>
                    <a:lnTo>
                      <a:pt x="552" y="326"/>
                    </a:lnTo>
                    <a:lnTo>
                      <a:pt x="537" y="332"/>
                    </a:lnTo>
                    <a:lnTo>
                      <a:pt x="519" y="340"/>
                    </a:lnTo>
                    <a:lnTo>
                      <a:pt x="493" y="350"/>
                    </a:lnTo>
                    <a:lnTo>
                      <a:pt x="483" y="373"/>
                    </a:lnTo>
                    <a:lnTo>
                      <a:pt x="494" y="398"/>
                    </a:lnTo>
                    <a:lnTo>
                      <a:pt x="503" y="416"/>
                    </a:lnTo>
                    <a:lnTo>
                      <a:pt x="509" y="430"/>
                    </a:lnTo>
                    <a:lnTo>
                      <a:pt x="511" y="439"/>
                    </a:lnTo>
                    <a:lnTo>
                      <a:pt x="513" y="446"/>
                    </a:lnTo>
                    <a:lnTo>
                      <a:pt x="513" y="451"/>
                    </a:lnTo>
                    <a:lnTo>
                      <a:pt x="511" y="454"/>
                    </a:lnTo>
                    <a:lnTo>
                      <a:pt x="509" y="456"/>
                    </a:lnTo>
                    <a:lnTo>
                      <a:pt x="463" y="501"/>
                    </a:lnTo>
                    <a:lnTo>
                      <a:pt x="458" y="501"/>
                    </a:lnTo>
                    <a:lnTo>
                      <a:pt x="451" y="500"/>
                    </a:lnTo>
                    <a:lnTo>
                      <a:pt x="441" y="497"/>
                    </a:lnTo>
                    <a:lnTo>
                      <a:pt x="425" y="492"/>
                    </a:lnTo>
                    <a:lnTo>
                      <a:pt x="405" y="484"/>
                    </a:lnTo>
                    <a:lnTo>
                      <a:pt x="382" y="473"/>
                    </a:lnTo>
                    <a:lnTo>
                      <a:pt x="357" y="483"/>
                    </a:lnTo>
                    <a:lnTo>
                      <a:pt x="348" y="509"/>
                    </a:lnTo>
                    <a:lnTo>
                      <a:pt x="340" y="527"/>
                    </a:lnTo>
                    <a:lnTo>
                      <a:pt x="335" y="542"/>
                    </a:lnTo>
                    <a:lnTo>
                      <a:pt x="329" y="551"/>
                    </a:lnTo>
                    <a:lnTo>
                      <a:pt x="326" y="556"/>
                    </a:lnTo>
                    <a:lnTo>
                      <a:pt x="323" y="559"/>
                    </a:lnTo>
                    <a:lnTo>
                      <a:pt x="319" y="560"/>
                    </a:lnTo>
                    <a:lnTo>
                      <a:pt x="316" y="560"/>
                    </a:lnTo>
                    <a:lnTo>
                      <a:pt x="256" y="560"/>
                    </a:lnTo>
                    <a:lnTo>
                      <a:pt x="254" y="560"/>
                    </a:lnTo>
                    <a:lnTo>
                      <a:pt x="250" y="559"/>
                    </a:lnTo>
                    <a:lnTo>
                      <a:pt x="247" y="556"/>
                    </a:lnTo>
                    <a:lnTo>
                      <a:pt x="243" y="551"/>
                    </a:lnTo>
                    <a:lnTo>
                      <a:pt x="238" y="542"/>
                    </a:lnTo>
                    <a:lnTo>
                      <a:pt x="231" y="527"/>
                    </a:lnTo>
                    <a:lnTo>
                      <a:pt x="224" y="509"/>
                    </a:lnTo>
                    <a:lnTo>
                      <a:pt x="213" y="484"/>
                    </a:lnTo>
                    <a:lnTo>
                      <a:pt x="190" y="473"/>
                    </a:lnTo>
                    <a:lnTo>
                      <a:pt x="167" y="484"/>
                    </a:lnTo>
                    <a:lnTo>
                      <a:pt x="150" y="490"/>
                    </a:lnTo>
                    <a:lnTo>
                      <a:pt x="139" y="496"/>
                    </a:lnTo>
                    <a:lnTo>
                      <a:pt x="128" y="500"/>
                    </a:lnTo>
                    <a:lnTo>
                      <a:pt x="123" y="501"/>
                    </a:lnTo>
                    <a:lnTo>
                      <a:pt x="118" y="502"/>
                    </a:lnTo>
                    <a:lnTo>
                      <a:pt x="116" y="504"/>
                    </a:lnTo>
                    <a:lnTo>
                      <a:pt x="115" y="504"/>
                    </a:lnTo>
                    <a:lnTo>
                      <a:pt x="110" y="504"/>
                    </a:lnTo>
                    <a:lnTo>
                      <a:pt x="106" y="500"/>
                    </a:lnTo>
                    <a:lnTo>
                      <a:pt x="63" y="458"/>
                    </a:lnTo>
                    <a:lnTo>
                      <a:pt x="60" y="455"/>
                    </a:lnTo>
                    <a:lnTo>
                      <a:pt x="59" y="453"/>
                    </a:lnTo>
                    <a:lnTo>
                      <a:pt x="59" y="449"/>
                    </a:lnTo>
                    <a:lnTo>
                      <a:pt x="60" y="442"/>
                    </a:lnTo>
                    <a:lnTo>
                      <a:pt x="63" y="432"/>
                    </a:lnTo>
                    <a:lnTo>
                      <a:pt x="68" y="417"/>
                    </a:lnTo>
                    <a:lnTo>
                      <a:pt x="76" y="399"/>
                    </a:lnTo>
                    <a:lnTo>
                      <a:pt x="88" y="374"/>
                    </a:lnTo>
                    <a:lnTo>
                      <a:pt x="77" y="350"/>
                    </a:lnTo>
                    <a:lnTo>
                      <a:pt x="52" y="341"/>
                    </a:lnTo>
                    <a:lnTo>
                      <a:pt x="33" y="333"/>
                    </a:lnTo>
                    <a:lnTo>
                      <a:pt x="18" y="328"/>
                    </a:lnTo>
                    <a:lnTo>
                      <a:pt x="9" y="323"/>
                    </a:lnTo>
                    <a:lnTo>
                      <a:pt x="4" y="319"/>
                    </a:lnTo>
                    <a:lnTo>
                      <a:pt x="1" y="316"/>
                    </a:lnTo>
                    <a:lnTo>
                      <a:pt x="0" y="314"/>
                    </a:lnTo>
                    <a:lnTo>
                      <a:pt x="0" y="310"/>
                    </a:lnTo>
                    <a:lnTo>
                      <a:pt x="0" y="251"/>
                    </a:lnTo>
                    <a:lnTo>
                      <a:pt x="0" y="248"/>
                    </a:lnTo>
                    <a:lnTo>
                      <a:pt x="1" y="244"/>
                    </a:lnTo>
                    <a:lnTo>
                      <a:pt x="4" y="242"/>
                    </a:lnTo>
                    <a:lnTo>
                      <a:pt x="9" y="238"/>
                    </a:lnTo>
                    <a:lnTo>
                      <a:pt x="18" y="233"/>
                    </a:lnTo>
                    <a:lnTo>
                      <a:pt x="33" y="227"/>
                    </a:lnTo>
                    <a:lnTo>
                      <a:pt x="52" y="220"/>
                    </a:lnTo>
                    <a:lnTo>
                      <a:pt x="77" y="209"/>
                    </a:lnTo>
                    <a:lnTo>
                      <a:pt x="88" y="185"/>
                    </a:lnTo>
                    <a:lnTo>
                      <a:pt x="76" y="161"/>
                    </a:lnTo>
                    <a:lnTo>
                      <a:pt x="67" y="142"/>
                    </a:lnTo>
                    <a:lnTo>
                      <a:pt x="61" y="129"/>
                    </a:lnTo>
                    <a:lnTo>
                      <a:pt x="59" y="119"/>
                    </a:lnTo>
                    <a:lnTo>
                      <a:pt x="57" y="112"/>
                    </a:lnTo>
                    <a:lnTo>
                      <a:pt x="57" y="108"/>
                    </a:lnTo>
                    <a:lnTo>
                      <a:pt x="59" y="106"/>
                    </a:lnTo>
                    <a:lnTo>
                      <a:pt x="61" y="103"/>
                    </a:lnTo>
                    <a:lnTo>
                      <a:pt x="107" y="58"/>
                    </a:lnTo>
                    <a:lnTo>
                      <a:pt x="112" y="57"/>
                    </a:lnTo>
                    <a:lnTo>
                      <a:pt x="119" y="58"/>
                    </a:lnTo>
                    <a:lnTo>
                      <a:pt x="129" y="62"/>
                    </a:lnTo>
                    <a:lnTo>
                      <a:pt x="145" y="68"/>
                    </a:lnTo>
                    <a:lnTo>
                      <a:pt x="165" y="76"/>
                    </a:lnTo>
                    <a:lnTo>
                      <a:pt x="190" y="86"/>
                    </a:lnTo>
                    <a:lnTo>
                      <a:pt x="213" y="76"/>
                    </a:lnTo>
                    <a:lnTo>
                      <a:pt x="222" y="51"/>
                    </a:lnTo>
                    <a:lnTo>
                      <a:pt x="230" y="31"/>
                    </a:lnTo>
                    <a:lnTo>
                      <a:pt x="235" y="18"/>
                    </a:lnTo>
                    <a:lnTo>
                      <a:pt x="241" y="9"/>
                    </a:lnTo>
                    <a:lnTo>
                      <a:pt x="244" y="4"/>
                    </a:lnTo>
                    <a:lnTo>
                      <a:pt x="247" y="1"/>
                    </a:lnTo>
                    <a:lnTo>
                      <a:pt x="251" y="0"/>
                    </a:lnTo>
                    <a:lnTo>
                      <a:pt x="25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3" name="Freeform 16"/>
              <p:cNvSpPr>
                <a:spLocks noEditPoints="1"/>
              </p:cNvSpPr>
              <p:nvPr/>
            </p:nvSpPr>
            <p:spPr bwMode="auto">
              <a:xfrm rot="19386584" flipH="1">
                <a:off x="5913419" y="309632"/>
                <a:ext cx="397295" cy="388642"/>
              </a:xfrm>
              <a:custGeom>
                <a:avLst/>
                <a:gdLst>
                  <a:gd name="T0" fmla="*/ 226 w 551"/>
                  <a:gd name="T1" fmla="*/ 187 h 539"/>
                  <a:gd name="T2" fmla="*/ 183 w 551"/>
                  <a:gd name="T3" fmla="*/ 245 h 539"/>
                  <a:gd name="T4" fmla="*/ 192 w 551"/>
                  <a:gd name="T5" fmla="*/ 317 h 539"/>
                  <a:gd name="T6" fmla="*/ 250 w 551"/>
                  <a:gd name="T7" fmla="*/ 360 h 539"/>
                  <a:gd name="T8" fmla="*/ 323 w 551"/>
                  <a:gd name="T9" fmla="*/ 351 h 539"/>
                  <a:gd name="T10" fmla="*/ 368 w 551"/>
                  <a:gd name="T11" fmla="*/ 294 h 539"/>
                  <a:gd name="T12" fmla="*/ 358 w 551"/>
                  <a:gd name="T13" fmla="*/ 221 h 539"/>
                  <a:gd name="T14" fmla="*/ 301 w 551"/>
                  <a:gd name="T15" fmla="*/ 178 h 539"/>
                  <a:gd name="T16" fmla="*/ 302 w 551"/>
                  <a:gd name="T17" fmla="*/ 0 h 539"/>
                  <a:gd name="T18" fmla="*/ 311 w 551"/>
                  <a:gd name="T19" fmla="*/ 4 h 539"/>
                  <a:gd name="T20" fmla="*/ 327 w 551"/>
                  <a:gd name="T21" fmla="*/ 30 h 539"/>
                  <a:gd name="T22" fmla="*/ 368 w 551"/>
                  <a:gd name="T23" fmla="*/ 82 h 539"/>
                  <a:gd name="T24" fmla="*/ 421 w 551"/>
                  <a:gd name="T25" fmla="*/ 59 h 539"/>
                  <a:gd name="T26" fmla="*/ 438 w 551"/>
                  <a:gd name="T27" fmla="*/ 54 h 539"/>
                  <a:gd name="T28" fmla="*/ 449 w 551"/>
                  <a:gd name="T29" fmla="*/ 57 h 539"/>
                  <a:gd name="T30" fmla="*/ 492 w 551"/>
                  <a:gd name="T31" fmla="*/ 102 h 539"/>
                  <a:gd name="T32" fmla="*/ 489 w 551"/>
                  <a:gd name="T33" fmla="*/ 123 h 539"/>
                  <a:gd name="T34" fmla="*/ 466 w 551"/>
                  <a:gd name="T35" fmla="*/ 178 h 539"/>
                  <a:gd name="T36" fmla="*/ 518 w 551"/>
                  <a:gd name="T37" fmla="*/ 217 h 539"/>
                  <a:gd name="T38" fmla="*/ 545 w 551"/>
                  <a:gd name="T39" fmla="*/ 230 h 539"/>
                  <a:gd name="T40" fmla="*/ 551 w 551"/>
                  <a:gd name="T41" fmla="*/ 239 h 539"/>
                  <a:gd name="T42" fmla="*/ 549 w 551"/>
                  <a:gd name="T43" fmla="*/ 302 h 539"/>
                  <a:gd name="T44" fmla="*/ 531 w 551"/>
                  <a:gd name="T45" fmla="*/ 314 h 539"/>
                  <a:gd name="T46" fmla="*/ 475 w 551"/>
                  <a:gd name="T47" fmla="*/ 338 h 539"/>
                  <a:gd name="T48" fmla="*/ 485 w 551"/>
                  <a:gd name="T49" fmla="*/ 400 h 539"/>
                  <a:gd name="T50" fmla="*/ 494 w 551"/>
                  <a:gd name="T51" fmla="*/ 429 h 539"/>
                  <a:gd name="T52" fmla="*/ 490 w 551"/>
                  <a:gd name="T53" fmla="*/ 438 h 539"/>
                  <a:gd name="T54" fmla="*/ 433 w 551"/>
                  <a:gd name="T55" fmla="*/ 480 h 539"/>
                  <a:gd name="T56" fmla="*/ 368 w 551"/>
                  <a:gd name="T57" fmla="*/ 455 h 539"/>
                  <a:gd name="T58" fmla="*/ 328 w 551"/>
                  <a:gd name="T59" fmla="*/ 508 h 539"/>
                  <a:gd name="T60" fmla="*/ 314 w 551"/>
                  <a:gd name="T61" fmla="*/ 535 h 539"/>
                  <a:gd name="T62" fmla="*/ 305 w 551"/>
                  <a:gd name="T63" fmla="*/ 539 h 539"/>
                  <a:gd name="T64" fmla="*/ 242 w 551"/>
                  <a:gd name="T65" fmla="*/ 538 h 539"/>
                  <a:gd name="T66" fmla="*/ 230 w 551"/>
                  <a:gd name="T67" fmla="*/ 521 h 539"/>
                  <a:gd name="T68" fmla="*/ 207 w 551"/>
                  <a:gd name="T69" fmla="*/ 466 h 539"/>
                  <a:gd name="T70" fmla="*/ 143 w 551"/>
                  <a:gd name="T71" fmla="*/ 474 h 539"/>
                  <a:gd name="T72" fmla="*/ 115 w 551"/>
                  <a:gd name="T73" fmla="*/ 484 h 539"/>
                  <a:gd name="T74" fmla="*/ 106 w 551"/>
                  <a:gd name="T75" fmla="*/ 484 h 539"/>
                  <a:gd name="T76" fmla="*/ 59 w 551"/>
                  <a:gd name="T77" fmla="*/ 438 h 539"/>
                  <a:gd name="T78" fmla="*/ 59 w 551"/>
                  <a:gd name="T79" fmla="*/ 425 h 539"/>
                  <a:gd name="T80" fmla="*/ 75 w 551"/>
                  <a:gd name="T81" fmla="*/ 383 h 539"/>
                  <a:gd name="T82" fmla="*/ 51 w 551"/>
                  <a:gd name="T83" fmla="*/ 328 h 539"/>
                  <a:gd name="T84" fmla="*/ 9 w 551"/>
                  <a:gd name="T85" fmla="*/ 311 h 539"/>
                  <a:gd name="T86" fmla="*/ 0 w 551"/>
                  <a:gd name="T87" fmla="*/ 302 h 539"/>
                  <a:gd name="T88" fmla="*/ 0 w 551"/>
                  <a:gd name="T89" fmla="*/ 239 h 539"/>
                  <a:gd name="T90" fmla="*/ 9 w 551"/>
                  <a:gd name="T91" fmla="*/ 229 h 539"/>
                  <a:gd name="T92" fmla="*/ 51 w 551"/>
                  <a:gd name="T93" fmla="*/ 211 h 539"/>
                  <a:gd name="T94" fmla="*/ 73 w 551"/>
                  <a:gd name="T95" fmla="*/ 156 h 539"/>
                  <a:gd name="T96" fmla="*/ 58 w 551"/>
                  <a:gd name="T97" fmla="*/ 115 h 539"/>
                  <a:gd name="T98" fmla="*/ 58 w 551"/>
                  <a:gd name="T99" fmla="*/ 102 h 539"/>
                  <a:gd name="T100" fmla="*/ 110 w 551"/>
                  <a:gd name="T101" fmla="*/ 56 h 539"/>
                  <a:gd name="T102" fmla="*/ 154 w 551"/>
                  <a:gd name="T103" fmla="*/ 71 h 539"/>
                  <a:gd name="T104" fmla="*/ 214 w 551"/>
                  <a:gd name="T105" fmla="*/ 48 h 539"/>
                  <a:gd name="T106" fmla="*/ 233 w 551"/>
                  <a:gd name="T107" fmla="*/ 9 h 539"/>
                  <a:gd name="T108" fmla="*/ 242 w 551"/>
                  <a:gd name="T109" fmla="*/ 0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551" h="539">
                    <a:moveTo>
                      <a:pt x="275" y="175"/>
                    </a:moveTo>
                    <a:lnTo>
                      <a:pt x="250" y="178"/>
                    </a:lnTo>
                    <a:lnTo>
                      <a:pt x="226" y="187"/>
                    </a:lnTo>
                    <a:lnTo>
                      <a:pt x="207" y="203"/>
                    </a:lnTo>
                    <a:lnTo>
                      <a:pt x="192" y="221"/>
                    </a:lnTo>
                    <a:lnTo>
                      <a:pt x="183" y="245"/>
                    </a:lnTo>
                    <a:lnTo>
                      <a:pt x="179" y="270"/>
                    </a:lnTo>
                    <a:lnTo>
                      <a:pt x="183" y="294"/>
                    </a:lnTo>
                    <a:lnTo>
                      <a:pt x="192" y="317"/>
                    </a:lnTo>
                    <a:lnTo>
                      <a:pt x="207" y="336"/>
                    </a:lnTo>
                    <a:lnTo>
                      <a:pt x="226" y="351"/>
                    </a:lnTo>
                    <a:lnTo>
                      <a:pt x="250" y="360"/>
                    </a:lnTo>
                    <a:lnTo>
                      <a:pt x="275" y="364"/>
                    </a:lnTo>
                    <a:lnTo>
                      <a:pt x="301" y="360"/>
                    </a:lnTo>
                    <a:lnTo>
                      <a:pt x="323" y="351"/>
                    </a:lnTo>
                    <a:lnTo>
                      <a:pt x="343" y="336"/>
                    </a:lnTo>
                    <a:lnTo>
                      <a:pt x="358" y="317"/>
                    </a:lnTo>
                    <a:lnTo>
                      <a:pt x="368" y="294"/>
                    </a:lnTo>
                    <a:lnTo>
                      <a:pt x="371" y="270"/>
                    </a:lnTo>
                    <a:lnTo>
                      <a:pt x="368" y="245"/>
                    </a:lnTo>
                    <a:lnTo>
                      <a:pt x="358" y="221"/>
                    </a:lnTo>
                    <a:lnTo>
                      <a:pt x="343" y="203"/>
                    </a:lnTo>
                    <a:lnTo>
                      <a:pt x="323" y="187"/>
                    </a:lnTo>
                    <a:lnTo>
                      <a:pt x="301" y="178"/>
                    </a:lnTo>
                    <a:lnTo>
                      <a:pt x="275" y="175"/>
                    </a:lnTo>
                    <a:close/>
                    <a:moveTo>
                      <a:pt x="245" y="0"/>
                    </a:moveTo>
                    <a:lnTo>
                      <a:pt x="302" y="0"/>
                    </a:lnTo>
                    <a:lnTo>
                      <a:pt x="306" y="0"/>
                    </a:lnTo>
                    <a:lnTo>
                      <a:pt x="309" y="1"/>
                    </a:lnTo>
                    <a:lnTo>
                      <a:pt x="311" y="4"/>
                    </a:lnTo>
                    <a:lnTo>
                      <a:pt x="315" y="9"/>
                    </a:lnTo>
                    <a:lnTo>
                      <a:pt x="320" y="17"/>
                    </a:lnTo>
                    <a:lnTo>
                      <a:pt x="327" y="30"/>
                    </a:lnTo>
                    <a:lnTo>
                      <a:pt x="334" y="48"/>
                    </a:lnTo>
                    <a:lnTo>
                      <a:pt x="344" y="73"/>
                    </a:lnTo>
                    <a:lnTo>
                      <a:pt x="368" y="82"/>
                    </a:lnTo>
                    <a:lnTo>
                      <a:pt x="391" y="72"/>
                    </a:lnTo>
                    <a:lnTo>
                      <a:pt x="408" y="64"/>
                    </a:lnTo>
                    <a:lnTo>
                      <a:pt x="421" y="59"/>
                    </a:lnTo>
                    <a:lnTo>
                      <a:pt x="429" y="56"/>
                    </a:lnTo>
                    <a:lnTo>
                      <a:pt x="434" y="55"/>
                    </a:lnTo>
                    <a:lnTo>
                      <a:pt x="438" y="54"/>
                    </a:lnTo>
                    <a:lnTo>
                      <a:pt x="439" y="54"/>
                    </a:lnTo>
                    <a:lnTo>
                      <a:pt x="443" y="54"/>
                    </a:lnTo>
                    <a:lnTo>
                      <a:pt x="449" y="57"/>
                    </a:lnTo>
                    <a:lnTo>
                      <a:pt x="489" y="98"/>
                    </a:lnTo>
                    <a:lnTo>
                      <a:pt x="490" y="99"/>
                    </a:lnTo>
                    <a:lnTo>
                      <a:pt x="492" y="102"/>
                    </a:lnTo>
                    <a:lnTo>
                      <a:pt x="493" y="107"/>
                    </a:lnTo>
                    <a:lnTo>
                      <a:pt x="492" y="114"/>
                    </a:lnTo>
                    <a:lnTo>
                      <a:pt x="489" y="123"/>
                    </a:lnTo>
                    <a:lnTo>
                      <a:pt x="484" y="136"/>
                    </a:lnTo>
                    <a:lnTo>
                      <a:pt x="476" y="154"/>
                    </a:lnTo>
                    <a:lnTo>
                      <a:pt x="466" y="178"/>
                    </a:lnTo>
                    <a:lnTo>
                      <a:pt x="475" y="200"/>
                    </a:lnTo>
                    <a:lnTo>
                      <a:pt x="500" y="209"/>
                    </a:lnTo>
                    <a:lnTo>
                      <a:pt x="518" y="217"/>
                    </a:lnTo>
                    <a:lnTo>
                      <a:pt x="531" y="222"/>
                    </a:lnTo>
                    <a:lnTo>
                      <a:pt x="540" y="226"/>
                    </a:lnTo>
                    <a:lnTo>
                      <a:pt x="545" y="230"/>
                    </a:lnTo>
                    <a:lnTo>
                      <a:pt x="549" y="234"/>
                    </a:lnTo>
                    <a:lnTo>
                      <a:pt x="549" y="237"/>
                    </a:lnTo>
                    <a:lnTo>
                      <a:pt x="551" y="239"/>
                    </a:lnTo>
                    <a:lnTo>
                      <a:pt x="551" y="296"/>
                    </a:lnTo>
                    <a:lnTo>
                      <a:pt x="549" y="300"/>
                    </a:lnTo>
                    <a:lnTo>
                      <a:pt x="549" y="302"/>
                    </a:lnTo>
                    <a:lnTo>
                      <a:pt x="545" y="305"/>
                    </a:lnTo>
                    <a:lnTo>
                      <a:pt x="540" y="309"/>
                    </a:lnTo>
                    <a:lnTo>
                      <a:pt x="531" y="314"/>
                    </a:lnTo>
                    <a:lnTo>
                      <a:pt x="518" y="319"/>
                    </a:lnTo>
                    <a:lnTo>
                      <a:pt x="500" y="327"/>
                    </a:lnTo>
                    <a:lnTo>
                      <a:pt x="475" y="338"/>
                    </a:lnTo>
                    <a:lnTo>
                      <a:pt x="466" y="359"/>
                    </a:lnTo>
                    <a:lnTo>
                      <a:pt x="476" y="382"/>
                    </a:lnTo>
                    <a:lnTo>
                      <a:pt x="485" y="400"/>
                    </a:lnTo>
                    <a:lnTo>
                      <a:pt x="490" y="414"/>
                    </a:lnTo>
                    <a:lnTo>
                      <a:pt x="493" y="423"/>
                    </a:lnTo>
                    <a:lnTo>
                      <a:pt x="494" y="429"/>
                    </a:lnTo>
                    <a:lnTo>
                      <a:pt x="494" y="433"/>
                    </a:lnTo>
                    <a:lnTo>
                      <a:pt x="493" y="437"/>
                    </a:lnTo>
                    <a:lnTo>
                      <a:pt x="490" y="438"/>
                    </a:lnTo>
                    <a:lnTo>
                      <a:pt x="446" y="483"/>
                    </a:lnTo>
                    <a:lnTo>
                      <a:pt x="441" y="483"/>
                    </a:lnTo>
                    <a:lnTo>
                      <a:pt x="433" y="480"/>
                    </a:lnTo>
                    <a:lnTo>
                      <a:pt x="417" y="476"/>
                    </a:lnTo>
                    <a:lnTo>
                      <a:pt x="396" y="467"/>
                    </a:lnTo>
                    <a:lnTo>
                      <a:pt x="368" y="455"/>
                    </a:lnTo>
                    <a:lnTo>
                      <a:pt x="345" y="465"/>
                    </a:lnTo>
                    <a:lnTo>
                      <a:pt x="335" y="489"/>
                    </a:lnTo>
                    <a:lnTo>
                      <a:pt x="328" y="508"/>
                    </a:lnTo>
                    <a:lnTo>
                      <a:pt x="323" y="521"/>
                    </a:lnTo>
                    <a:lnTo>
                      <a:pt x="318" y="530"/>
                    </a:lnTo>
                    <a:lnTo>
                      <a:pt x="314" y="535"/>
                    </a:lnTo>
                    <a:lnTo>
                      <a:pt x="311" y="538"/>
                    </a:lnTo>
                    <a:lnTo>
                      <a:pt x="309" y="539"/>
                    </a:lnTo>
                    <a:lnTo>
                      <a:pt x="305" y="539"/>
                    </a:lnTo>
                    <a:lnTo>
                      <a:pt x="247" y="539"/>
                    </a:lnTo>
                    <a:lnTo>
                      <a:pt x="245" y="539"/>
                    </a:lnTo>
                    <a:lnTo>
                      <a:pt x="242" y="538"/>
                    </a:lnTo>
                    <a:lnTo>
                      <a:pt x="238" y="535"/>
                    </a:lnTo>
                    <a:lnTo>
                      <a:pt x="234" y="530"/>
                    </a:lnTo>
                    <a:lnTo>
                      <a:pt x="230" y="521"/>
                    </a:lnTo>
                    <a:lnTo>
                      <a:pt x="224" y="508"/>
                    </a:lnTo>
                    <a:lnTo>
                      <a:pt x="216" y="489"/>
                    </a:lnTo>
                    <a:lnTo>
                      <a:pt x="207" y="466"/>
                    </a:lnTo>
                    <a:lnTo>
                      <a:pt x="183" y="455"/>
                    </a:lnTo>
                    <a:lnTo>
                      <a:pt x="160" y="466"/>
                    </a:lnTo>
                    <a:lnTo>
                      <a:pt x="143" y="474"/>
                    </a:lnTo>
                    <a:lnTo>
                      <a:pt x="129" y="479"/>
                    </a:lnTo>
                    <a:lnTo>
                      <a:pt x="120" y="482"/>
                    </a:lnTo>
                    <a:lnTo>
                      <a:pt x="115" y="484"/>
                    </a:lnTo>
                    <a:lnTo>
                      <a:pt x="112" y="484"/>
                    </a:lnTo>
                    <a:lnTo>
                      <a:pt x="111" y="484"/>
                    </a:lnTo>
                    <a:lnTo>
                      <a:pt x="106" y="484"/>
                    </a:lnTo>
                    <a:lnTo>
                      <a:pt x="102" y="480"/>
                    </a:lnTo>
                    <a:lnTo>
                      <a:pt x="61" y="441"/>
                    </a:lnTo>
                    <a:lnTo>
                      <a:pt x="59" y="438"/>
                    </a:lnTo>
                    <a:lnTo>
                      <a:pt x="58" y="436"/>
                    </a:lnTo>
                    <a:lnTo>
                      <a:pt x="58" y="432"/>
                    </a:lnTo>
                    <a:lnTo>
                      <a:pt x="59" y="425"/>
                    </a:lnTo>
                    <a:lnTo>
                      <a:pt x="61" y="416"/>
                    </a:lnTo>
                    <a:lnTo>
                      <a:pt x="67" y="402"/>
                    </a:lnTo>
                    <a:lnTo>
                      <a:pt x="75" y="383"/>
                    </a:lnTo>
                    <a:lnTo>
                      <a:pt x="85" y="360"/>
                    </a:lnTo>
                    <a:lnTo>
                      <a:pt x="76" y="338"/>
                    </a:lnTo>
                    <a:lnTo>
                      <a:pt x="51" y="328"/>
                    </a:lnTo>
                    <a:lnTo>
                      <a:pt x="31" y="322"/>
                    </a:lnTo>
                    <a:lnTo>
                      <a:pt x="18" y="315"/>
                    </a:lnTo>
                    <a:lnTo>
                      <a:pt x="9" y="311"/>
                    </a:lnTo>
                    <a:lnTo>
                      <a:pt x="4" y="307"/>
                    </a:lnTo>
                    <a:lnTo>
                      <a:pt x="1" y="305"/>
                    </a:lnTo>
                    <a:lnTo>
                      <a:pt x="0" y="302"/>
                    </a:lnTo>
                    <a:lnTo>
                      <a:pt x="0" y="298"/>
                    </a:lnTo>
                    <a:lnTo>
                      <a:pt x="0" y="242"/>
                    </a:lnTo>
                    <a:lnTo>
                      <a:pt x="0" y="239"/>
                    </a:lnTo>
                    <a:lnTo>
                      <a:pt x="1" y="235"/>
                    </a:lnTo>
                    <a:lnTo>
                      <a:pt x="4" y="233"/>
                    </a:lnTo>
                    <a:lnTo>
                      <a:pt x="9" y="229"/>
                    </a:lnTo>
                    <a:lnTo>
                      <a:pt x="18" y="225"/>
                    </a:lnTo>
                    <a:lnTo>
                      <a:pt x="31" y="218"/>
                    </a:lnTo>
                    <a:lnTo>
                      <a:pt x="51" y="211"/>
                    </a:lnTo>
                    <a:lnTo>
                      <a:pt x="76" y="201"/>
                    </a:lnTo>
                    <a:lnTo>
                      <a:pt x="85" y="179"/>
                    </a:lnTo>
                    <a:lnTo>
                      <a:pt x="73" y="156"/>
                    </a:lnTo>
                    <a:lnTo>
                      <a:pt x="65" y="137"/>
                    </a:lnTo>
                    <a:lnTo>
                      <a:pt x="60" y="124"/>
                    </a:lnTo>
                    <a:lnTo>
                      <a:pt x="58" y="115"/>
                    </a:lnTo>
                    <a:lnTo>
                      <a:pt x="56" y="109"/>
                    </a:lnTo>
                    <a:lnTo>
                      <a:pt x="56" y="105"/>
                    </a:lnTo>
                    <a:lnTo>
                      <a:pt x="58" y="102"/>
                    </a:lnTo>
                    <a:lnTo>
                      <a:pt x="60" y="99"/>
                    </a:lnTo>
                    <a:lnTo>
                      <a:pt x="103" y="56"/>
                    </a:lnTo>
                    <a:lnTo>
                      <a:pt x="110" y="56"/>
                    </a:lnTo>
                    <a:lnTo>
                      <a:pt x="118" y="57"/>
                    </a:lnTo>
                    <a:lnTo>
                      <a:pt x="132" y="63"/>
                    </a:lnTo>
                    <a:lnTo>
                      <a:pt x="154" y="71"/>
                    </a:lnTo>
                    <a:lnTo>
                      <a:pt x="183" y="82"/>
                    </a:lnTo>
                    <a:lnTo>
                      <a:pt x="205" y="73"/>
                    </a:lnTo>
                    <a:lnTo>
                      <a:pt x="214" y="48"/>
                    </a:lnTo>
                    <a:lnTo>
                      <a:pt x="222" y="31"/>
                    </a:lnTo>
                    <a:lnTo>
                      <a:pt x="228" y="18"/>
                    </a:lnTo>
                    <a:lnTo>
                      <a:pt x="233" y="9"/>
                    </a:lnTo>
                    <a:lnTo>
                      <a:pt x="235" y="4"/>
                    </a:lnTo>
                    <a:lnTo>
                      <a:pt x="239" y="1"/>
                    </a:lnTo>
                    <a:lnTo>
                      <a:pt x="242" y="0"/>
                    </a:lnTo>
                    <a:lnTo>
                      <a:pt x="24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4" name="Freeform 18"/>
              <p:cNvSpPr>
                <a:spLocks noEditPoints="1"/>
              </p:cNvSpPr>
              <p:nvPr/>
            </p:nvSpPr>
            <p:spPr bwMode="auto">
              <a:xfrm rot="19386584" flipH="1">
                <a:off x="6888047" y="1978306"/>
                <a:ext cx="268228" cy="263181"/>
              </a:xfrm>
              <a:custGeom>
                <a:avLst/>
                <a:gdLst>
                  <a:gd name="T0" fmla="*/ 147 w 372"/>
                  <a:gd name="T1" fmla="*/ 131 h 365"/>
                  <a:gd name="T2" fmla="*/ 121 w 372"/>
                  <a:gd name="T3" fmla="*/ 182 h 365"/>
                  <a:gd name="T4" fmla="*/ 147 w 372"/>
                  <a:gd name="T5" fmla="*/ 234 h 365"/>
                  <a:gd name="T6" fmla="*/ 206 w 372"/>
                  <a:gd name="T7" fmla="*/ 243 h 365"/>
                  <a:gd name="T8" fmla="*/ 247 w 372"/>
                  <a:gd name="T9" fmla="*/ 203 h 365"/>
                  <a:gd name="T10" fmla="*/ 238 w 372"/>
                  <a:gd name="T11" fmla="*/ 145 h 365"/>
                  <a:gd name="T12" fmla="*/ 186 w 372"/>
                  <a:gd name="T13" fmla="*/ 119 h 365"/>
                  <a:gd name="T14" fmla="*/ 207 w 372"/>
                  <a:gd name="T15" fmla="*/ 0 h 365"/>
                  <a:gd name="T16" fmla="*/ 215 w 372"/>
                  <a:gd name="T17" fmla="*/ 9 h 365"/>
                  <a:gd name="T18" fmla="*/ 232 w 372"/>
                  <a:gd name="T19" fmla="*/ 50 h 365"/>
                  <a:gd name="T20" fmla="*/ 279 w 372"/>
                  <a:gd name="T21" fmla="*/ 43 h 365"/>
                  <a:gd name="T22" fmla="*/ 296 w 372"/>
                  <a:gd name="T23" fmla="*/ 37 h 365"/>
                  <a:gd name="T24" fmla="*/ 302 w 372"/>
                  <a:gd name="T25" fmla="*/ 39 h 365"/>
                  <a:gd name="T26" fmla="*/ 332 w 372"/>
                  <a:gd name="T27" fmla="*/ 71 h 365"/>
                  <a:gd name="T28" fmla="*/ 327 w 372"/>
                  <a:gd name="T29" fmla="*/ 89 h 365"/>
                  <a:gd name="T30" fmla="*/ 321 w 372"/>
                  <a:gd name="T31" fmla="*/ 136 h 365"/>
                  <a:gd name="T32" fmla="*/ 363 w 372"/>
                  <a:gd name="T33" fmla="*/ 152 h 365"/>
                  <a:gd name="T34" fmla="*/ 372 w 372"/>
                  <a:gd name="T35" fmla="*/ 160 h 365"/>
                  <a:gd name="T36" fmla="*/ 372 w 372"/>
                  <a:gd name="T37" fmla="*/ 203 h 365"/>
                  <a:gd name="T38" fmla="*/ 363 w 372"/>
                  <a:gd name="T39" fmla="*/ 211 h 365"/>
                  <a:gd name="T40" fmla="*/ 321 w 372"/>
                  <a:gd name="T41" fmla="*/ 229 h 365"/>
                  <a:gd name="T42" fmla="*/ 329 w 372"/>
                  <a:gd name="T43" fmla="*/ 275 h 365"/>
                  <a:gd name="T44" fmla="*/ 334 w 372"/>
                  <a:gd name="T45" fmla="*/ 293 h 365"/>
                  <a:gd name="T46" fmla="*/ 301 w 372"/>
                  <a:gd name="T47" fmla="*/ 327 h 365"/>
                  <a:gd name="T48" fmla="*/ 281 w 372"/>
                  <a:gd name="T49" fmla="*/ 322 h 365"/>
                  <a:gd name="T50" fmla="*/ 233 w 372"/>
                  <a:gd name="T51" fmla="*/ 315 h 365"/>
                  <a:gd name="T52" fmla="*/ 216 w 372"/>
                  <a:gd name="T53" fmla="*/ 356 h 365"/>
                  <a:gd name="T54" fmla="*/ 208 w 372"/>
                  <a:gd name="T55" fmla="*/ 365 h 365"/>
                  <a:gd name="T56" fmla="*/ 165 w 372"/>
                  <a:gd name="T57" fmla="*/ 365 h 365"/>
                  <a:gd name="T58" fmla="*/ 156 w 372"/>
                  <a:gd name="T59" fmla="*/ 356 h 365"/>
                  <a:gd name="T60" fmla="*/ 139 w 372"/>
                  <a:gd name="T61" fmla="*/ 315 h 365"/>
                  <a:gd name="T62" fmla="*/ 92 w 372"/>
                  <a:gd name="T63" fmla="*/ 322 h 365"/>
                  <a:gd name="T64" fmla="*/ 76 w 372"/>
                  <a:gd name="T65" fmla="*/ 328 h 365"/>
                  <a:gd name="T66" fmla="*/ 68 w 372"/>
                  <a:gd name="T67" fmla="*/ 326 h 365"/>
                  <a:gd name="T68" fmla="*/ 38 w 372"/>
                  <a:gd name="T69" fmla="*/ 294 h 365"/>
                  <a:gd name="T70" fmla="*/ 43 w 372"/>
                  <a:gd name="T71" fmla="*/ 275 h 365"/>
                  <a:gd name="T72" fmla="*/ 51 w 372"/>
                  <a:gd name="T73" fmla="*/ 229 h 365"/>
                  <a:gd name="T74" fmla="*/ 9 w 372"/>
                  <a:gd name="T75" fmla="*/ 213 h 365"/>
                  <a:gd name="T76" fmla="*/ 0 w 372"/>
                  <a:gd name="T77" fmla="*/ 205 h 365"/>
                  <a:gd name="T78" fmla="*/ 0 w 372"/>
                  <a:gd name="T79" fmla="*/ 162 h 365"/>
                  <a:gd name="T80" fmla="*/ 9 w 372"/>
                  <a:gd name="T81" fmla="*/ 154 h 365"/>
                  <a:gd name="T82" fmla="*/ 50 w 372"/>
                  <a:gd name="T83" fmla="*/ 136 h 365"/>
                  <a:gd name="T84" fmla="*/ 42 w 372"/>
                  <a:gd name="T85" fmla="*/ 90 h 365"/>
                  <a:gd name="T86" fmla="*/ 37 w 372"/>
                  <a:gd name="T87" fmla="*/ 72 h 365"/>
                  <a:gd name="T88" fmla="*/ 70 w 372"/>
                  <a:gd name="T89" fmla="*/ 38 h 365"/>
                  <a:gd name="T90" fmla="*/ 89 w 372"/>
                  <a:gd name="T91" fmla="*/ 43 h 365"/>
                  <a:gd name="T92" fmla="*/ 139 w 372"/>
                  <a:gd name="T93" fmla="*/ 50 h 365"/>
                  <a:gd name="T94" fmla="*/ 155 w 372"/>
                  <a:gd name="T95" fmla="*/ 9 h 365"/>
                  <a:gd name="T96" fmla="*/ 162 w 372"/>
                  <a:gd name="T97" fmla="*/ 0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72" h="365">
                    <a:moveTo>
                      <a:pt x="186" y="119"/>
                    </a:moveTo>
                    <a:lnTo>
                      <a:pt x="165" y="122"/>
                    </a:lnTo>
                    <a:lnTo>
                      <a:pt x="147" y="131"/>
                    </a:lnTo>
                    <a:lnTo>
                      <a:pt x="134" y="145"/>
                    </a:lnTo>
                    <a:lnTo>
                      <a:pt x="124" y="162"/>
                    </a:lnTo>
                    <a:lnTo>
                      <a:pt x="121" y="182"/>
                    </a:lnTo>
                    <a:lnTo>
                      <a:pt x="124" y="203"/>
                    </a:lnTo>
                    <a:lnTo>
                      <a:pt x="134" y="220"/>
                    </a:lnTo>
                    <a:lnTo>
                      <a:pt x="147" y="234"/>
                    </a:lnTo>
                    <a:lnTo>
                      <a:pt x="165" y="243"/>
                    </a:lnTo>
                    <a:lnTo>
                      <a:pt x="186" y="246"/>
                    </a:lnTo>
                    <a:lnTo>
                      <a:pt x="206" y="243"/>
                    </a:lnTo>
                    <a:lnTo>
                      <a:pt x="224" y="234"/>
                    </a:lnTo>
                    <a:lnTo>
                      <a:pt x="238" y="220"/>
                    </a:lnTo>
                    <a:lnTo>
                      <a:pt x="247" y="203"/>
                    </a:lnTo>
                    <a:lnTo>
                      <a:pt x="250" y="182"/>
                    </a:lnTo>
                    <a:lnTo>
                      <a:pt x="247" y="162"/>
                    </a:lnTo>
                    <a:lnTo>
                      <a:pt x="238" y="145"/>
                    </a:lnTo>
                    <a:lnTo>
                      <a:pt x="224" y="131"/>
                    </a:lnTo>
                    <a:lnTo>
                      <a:pt x="206" y="122"/>
                    </a:lnTo>
                    <a:lnTo>
                      <a:pt x="186" y="119"/>
                    </a:lnTo>
                    <a:close/>
                    <a:moveTo>
                      <a:pt x="165" y="0"/>
                    </a:moveTo>
                    <a:lnTo>
                      <a:pt x="204" y="0"/>
                    </a:lnTo>
                    <a:lnTo>
                      <a:pt x="207" y="0"/>
                    </a:lnTo>
                    <a:lnTo>
                      <a:pt x="209" y="1"/>
                    </a:lnTo>
                    <a:lnTo>
                      <a:pt x="212" y="4"/>
                    </a:lnTo>
                    <a:lnTo>
                      <a:pt x="215" y="9"/>
                    </a:lnTo>
                    <a:lnTo>
                      <a:pt x="219" y="18"/>
                    </a:lnTo>
                    <a:lnTo>
                      <a:pt x="225" y="31"/>
                    </a:lnTo>
                    <a:lnTo>
                      <a:pt x="232" y="50"/>
                    </a:lnTo>
                    <a:lnTo>
                      <a:pt x="247" y="56"/>
                    </a:lnTo>
                    <a:lnTo>
                      <a:pt x="266" y="48"/>
                    </a:lnTo>
                    <a:lnTo>
                      <a:pt x="279" y="43"/>
                    </a:lnTo>
                    <a:lnTo>
                      <a:pt x="288" y="39"/>
                    </a:lnTo>
                    <a:lnTo>
                      <a:pt x="293" y="38"/>
                    </a:lnTo>
                    <a:lnTo>
                      <a:pt x="296" y="37"/>
                    </a:lnTo>
                    <a:lnTo>
                      <a:pt x="297" y="37"/>
                    </a:lnTo>
                    <a:lnTo>
                      <a:pt x="300" y="37"/>
                    </a:lnTo>
                    <a:lnTo>
                      <a:pt x="302" y="39"/>
                    </a:lnTo>
                    <a:lnTo>
                      <a:pt x="330" y="67"/>
                    </a:lnTo>
                    <a:lnTo>
                      <a:pt x="332" y="68"/>
                    </a:lnTo>
                    <a:lnTo>
                      <a:pt x="332" y="71"/>
                    </a:lnTo>
                    <a:lnTo>
                      <a:pt x="332" y="75"/>
                    </a:lnTo>
                    <a:lnTo>
                      <a:pt x="331" y="80"/>
                    </a:lnTo>
                    <a:lnTo>
                      <a:pt x="327" y="89"/>
                    </a:lnTo>
                    <a:lnTo>
                      <a:pt x="322" y="103"/>
                    </a:lnTo>
                    <a:lnTo>
                      <a:pt x="314" y="122"/>
                    </a:lnTo>
                    <a:lnTo>
                      <a:pt x="321" y="136"/>
                    </a:lnTo>
                    <a:lnTo>
                      <a:pt x="339" y="143"/>
                    </a:lnTo>
                    <a:lnTo>
                      <a:pt x="353" y="148"/>
                    </a:lnTo>
                    <a:lnTo>
                      <a:pt x="363" y="152"/>
                    </a:lnTo>
                    <a:lnTo>
                      <a:pt x="368" y="156"/>
                    </a:lnTo>
                    <a:lnTo>
                      <a:pt x="370" y="158"/>
                    </a:lnTo>
                    <a:lnTo>
                      <a:pt x="372" y="160"/>
                    </a:lnTo>
                    <a:lnTo>
                      <a:pt x="372" y="162"/>
                    </a:lnTo>
                    <a:lnTo>
                      <a:pt x="372" y="200"/>
                    </a:lnTo>
                    <a:lnTo>
                      <a:pt x="372" y="203"/>
                    </a:lnTo>
                    <a:lnTo>
                      <a:pt x="370" y="205"/>
                    </a:lnTo>
                    <a:lnTo>
                      <a:pt x="368" y="208"/>
                    </a:lnTo>
                    <a:lnTo>
                      <a:pt x="363" y="211"/>
                    </a:lnTo>
                    <a:lnTo>
                      <a:pt x="353" y="216"/>
                    </a:lnTo>
                    <a:lnTo>
                      <a:pt x="339" y="221"/>
                    </a:lnTo>
                    <a:lnTo>
                      <a:pt x="321" y="229"/>
                    </a:lnTo>
                    <a:lnTo>
                      <a:pt x="314" y="243"/>
                    </a:lnTo>
                    <a:lnTo>
                      <a:pt x="323" y="262"/>
                    </a:lnTo>
                    <a:lnTo>
                      <a:pt x="329" y="275"/>
                    </a:lnTo>
                    <a:lnTo>
                      <a:pt x="332" y="284"/>
                    </a:lnTo>
                    <a:lnTo>
                      <a:pt x="334" y="289"/>
                    </a:lnTo>
                    <a:lnTo>
                      <a:pt x="334" y="293"/>
                    </a:lnTo>
                    <a:lnTo>
                      <a:pt x="334" y="296"/>
                    </a:lnTo>
                    <a:lnTo>
                      <a:pt x="331" y="297"/>
                    </a:lnTo>
                    <a:lnTo>
                      <a:pt x="301" y="327"/>
                    </a:lnTo>
                    <a:lnTo>
                      <a:pt x="298" y="327"/>
                    </a:lnTo>
                    <a:lnTo>
                      <a:pt x="292" y="326"/>
                    </a:lnTo>
                    <a:lnTo>
                      <a:pt x="281" y="322"/>
                    </a:lnTo>
                    <a:lnTo>
                      <a:pt x="267" y="317"/>
                    </a:lnTo>
                    <a:lnTo>
                      <a:pt x="249" y="309"/>
                    </a:lnTo>
                    <a:lnTo>
                      <a:pt x="233" y="315"/>
                    </a:lnTo>
                    <a:lnTo>
                      <a:pt x="225" y="334"/>
                    </a:lnTo>
                    <a:lnTo>
                      <a:pt x="220" y="347"/>
                    </a:lnTo>
                    <a:lnTo>
                      <a:pt x="216" y="356"/>
                    </a:lnTo>
                    <a:lnTo>
                      <a:pt x="213" y="361"/>
                    </a:lnTo>
                    <a:lnTo>
                      <a:pt x="211" y="364"/>
                    </a:lnTo>
                    <a:lnTo>
                      <a:pt x="208" y="365"/>
                    </a:lnTo>
                    <a:lnTo>
                      <a:pt x="206" y="365"/>
                    </a:lnTo>
                    <a:lnTo>
                      <a:pt x="166" y="365"/>
                    </a:lnTo>
                    <a:lnTo>
                      <a:pt x="165" y="365"/>
                    </a:lnTo>
                    <a:lnTo>
                      <a:pt x="162" y="364"/>
                    </a:lnTo>
                    <a:lnTo>
                      <a:pt x="160" y="361"/>
                    </a:lnTo>
                    <a:lnTo>
                      <a:pt x="156" y="356"/>
                    </a:lnTo>
                    <a:lnTo>
                      <a:pt x="152" y="347"/>
                    </a:lnTo>
                    <a:lnTo>
                      <a:pt x="147" y="334"/>
                    </a:lnTo>
                    <a:lnTo>
                      <a:pt x="139" y="315"/>
                    </a:lnTo>
                    <a:lnTo>
                      <a:pt x="123" y="309"/>
                    </a:lnTo>
                    <a:lnTo>
                      <a:pt x="105" y="317"/>
                    </a:lnTo>
                    <a:lnTo>
                      <a:pt x="92" y="322"/>
                    </a:lnTo>
                    <a:lnTo>
                      <a:pt x="84" y="326"/>
                    </a:lnTo>
                    <a:lnTo>
                      <a:pt x="79" y="327"/>
                    </a:lnTo>
                    <a:lnTo>
                      <a:pt x="76" y="328"/>
                    </a:lnTo>
                    <a:lnTo>
                      <a:pt x="75" y="328"/>
                    </a:lnTo>
                    <a:lnTo>
                      <a:pt x="71" y="328"/>
                    </a:lnTo>
                    <a:lnTo>
                      <a:pt x="68" y="326"/>
                    </a:lnTo>
                    <a:lnTo>
                      <a:pt x="41" y="298"/>
                    </a:lnTo>
                    <a:lnTo>
                      <a:pt x="39" y="297"/>
                    </a:lnTo>
                    <a:lnTo>
                      <a:pt x="38" y="294"/>
                    </a:lnTo>
                    <a:lnTo>
                      <a:pt x="38" y="291"/>
                    </a:lnTo>
                    <a:lnTo>
                      <a:pt x="41" y="284"/>
                    </a:lnTo>
                    <a:lnTo>
                      <a:pt x="43" y="275"/>
                    </a:lnTo>
                    <a:lnTo>
                      <a:pt x="49" y="262"/>
                    </a:lnTo>
                    <a:lnTo>
                      <a:pt x="56" y="243"/>
                    </a:lnTo>
                    <a:lnTo>
                      <a:pt x="51" y="229"/>
                    </a:lnTo>
                    <a:lnTo>
                      <a:pt x="32" y="222"/>
                    </a:lnTo>
                    <a:lnTo>
                      <a:pt x="19" y="217"/>
                    </a:lnTo>
                    <a:lnTo>
                      <a:pt x="9" y="213"/>
                    </a:lnTo>
                    <a:lnTo>
                      <a:pt x="4" y="209"/>
                    </a:lnTo>
                    <a:lnTo>
                      <a:pt x="0" y="207"/>
                    </a:lnTo>
                    <a:lnTo>
                      <a:pt x="0" y="205"/>
                    </a:lnTo>
                    <a:lnTo>
                      <a:pt x="0" y="203"/>
                    </a:lnTo>
                    <a:lnTo>
                      <a:pt x="0" y="164"/>
                    </a:lnTo>
                    <a:lnTo>
                      <a:pt x="0" y="162"/>
                    </a:lnTo>
                    <a:lnTo>
                      <a:pt x="0" y="160"/>
                    </a:lnTo>
                    <a:lnTo>
                      <a:pt x="4" y="157"/>
                    </a:lnTo>
                    <a:lnTo>
                      <a:pt x="9" y="154"/>
                    </a:lnTo>
                    <a:lnTo>
                      <a:pt x="19" y="149"/>
                    </a:lnTo>
                    <a:lnTo>
                      <a:pt x="32" y="144"/>
                    </a:lnTo>
                    <a:lnTo>
                      <a:pt x="50" y="136"/>
                    </a:lnTo>
                    <a:lnTo>
                      <a:pt x="56" y="122"/>
                    </a:lnTo>
                    <a:lnTo>
                      <a:pt x="49" y="103"/>
                    </a:lnTo>
                    <a:lnTo>
                      <a:pt x="42" y="90"/>
                    </a:lnTo>
                    <a:lnTo>
                      <a:pt x="39" y="81"/>
                    </a:lnTo>
                    <a:lnTo>
                      <a:pt x="37" y="76"/>
                    </a:lnTo>
                    <a:lnTo>
                      <a:pt x="37" y="72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70" y="38"/>
                    </a:lnTo>
                    <a:lnTo>
                      <a:pt x="73" y="38"/>
                    </a:lnTo>
                    <a:lnTo>
                      <a:pt x="79" y="39"/>
                    </a:lnTo>
                    <a:lnTo>
                      <a:pt x="89" y="43"/>
                    </a:lnTo>
                    <a:lnTo>
                      <a:pt x="104" y="48"/>
                    </a:lnTo>
                    <a:lnTo>
                      <a:pt x="123" y="56"/>
                    </a:lnTo>
                    <a:lnTo>
                      <a:pt x="139" y="50"/>
                    </a:lnTo>
                    <a:lnTo>
                      <a:pt x="145" y="31"/>
                    </a:lnTo>
                    <a:lnTo>
                      <a:pt x="151" y="18"/>
                    </a:lnTo>
                    <a:lnTo>
                      <a:pt x="155" y="9"/>
                    </a:lnTo>
                    <a:lnTo>
                      <a:pt x="158" y="4"/>
                    </a:lnTo>
                    <a:lnTo>
                      <a:pt x="161" y="1"/>
                    </a:lnTo>
                    <a:lnTo>
                      <a:pt x="162" y="0"/>
                    </a:lnTo>
                    <a:lnTo>
                      <a:pt x="16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5" name="Freeform 19"/>
              <p:cNvSpPr>
                <a:spLocks noEditPoints="1"/>
              </p:cNvSpPr>
              <p:nvPr/>
            </p:nvSpPr>
            <p:spPr bwMode="auto">
              <a:xfrm rot="19386584" flipH="1">
                <a:off x="5581489" y="350251"/>
                <a:ext cx="116809" cy="114646"/>
              </a:xfrm>
              <a:custGeom>
                <a:avLst/>
                <a:gdLst>
                  <a:gd name="T0" fmla="*/ 67 w 162"/>
                  <a:gd name="T1" fmla="*/ 56 h 159"/>
                  <a:gd name="T2" fmla="*/ 53 w 162"/>
                  <a:gd name="T3" fmla="*/ 79 h 159"/>
                  <a:gd name="T4" fmla="*/ 67 w 162"/>
                  <a:gd name="T5" fmla="*/ 103 h 159"/>
                  <a:gd name="T6" fmla="*/ 96 w 162"/>
                  <a:gd name="T7" fmla="*/ 103 h 159"/>
                  <a:gd name="T8" fmla="*/ 109 w 162"/>
                  <a:gd name="T9" fmla="*/ 79 h 159"/>
                  <a:gd name="T10" fmla="*/ 96 w 162"/>
                  <a:gd name="T11" fmla="*/ 56 h 159"/>
                  <a:gd name="T12" fmla="*/ 72 w 162"/>
                  <a:gd name="T13" fmla="*/ 0 h 159"/>
                  <a:gd name="T14" fmla="*/ 91 w 162"/>
                  <a:gd name="T15" fmla="*/ 0 h 159"/>
                  <a:gd name="T16" fmla="*/ 94 w 162"/>
                  <a:gd name="T17" fmla="*/ 5 h 159"/>
                  <a:gd name="T18" fmla="*/ 101 w 162"/>
                  <a:gd name="T19" fmla="*/ 22 h 159"/>
                  <a:gd name="T20" fmla="*/ 119 w 162"/>
                  <a:gd name="T21" fmla="*/ 19 h 159"/>
                  <a:gd name="T22" fmla="*/ 128 w 162"/>
                  <a:gd name="T23" fmla="*/ 17 h 159"/>
                  <a:gd name="T24" fmla="*/ 131 w 162"/>
                  <a:gd name="T25" fmla="*/ 15 h 159"/>
                  <a:gd name="T26" fmla="*/ 144 w 162"/>
                  <a:gd name="T27" fmla="*/ 28 h 159"/>
                  <a:gd name="T28" fmla="*/ 145 w 162"/>
                  <a:gd name="T29" fmla="*/ 32 h 159"/>
                  <a:gd name="T30" fmla="*/ 142 w 162"/>
                  <a:gd name="T31" fmla="*/ 43 h 159"/>
                  <a:gd name="T32" fmla="*/ 140 w 162"/>
                  <a:gd name="T33" fmla="*/ 60 h 159"/>
                  <a:gd name="T34" fmla="*/ 157 w 162"/>
                  <a:gd name="T35" fmla="*/ 66 h 159"/>
                  <a:gd name="T36" fmla="*/ 162 w 162"/>
                  <a:gd name="T37" fmla="*/ 69 h 159"/>
                  <a:gd name="T38" fmla="*/ 162 w 162"/>
                  <a:gd name="T39" fmla="*/ 87 h 159"/>
                  <a:gd name="T40" fmla="*/ 161 w 162"/>
                  <a:gd name="T41" fmla="*/ 90 h 159"/>
                  <a:gd name="T42" fmla="*/ 151 w 162"/>
                  <a:gd name="T43" fmla="*/ 95 h 159"/>
                  <a:gd name="T44" fmla="*/ 138 w 162"/>
                  <a:gd name="T45" fmla="*/ 106 h 159"/>
                  <a:gd name="T46" fmla="*/ 144 w 162"/>
                  <a:gd name="T47" fmla="*/ 123 h 159"/>
                  <a:gd name="T48" fmla="*/ 145 w 162"/>
                  <a:gd name="T49" fmla="*/ 128 h 159"/>
                  <a:gd name="T50" fmla="*/ 131 w 162"/>
                  <a:gd name="T51" fmla="*/ 142 h 159"/>
                  <a:gd name="T52" fmla="*/ 126 w 162"/>
                  <a:gd name="T53" fmla="*/ 141 h 159"/>
                  <a:gd name="T54" fmla="*/ 109 w 162"/>
                  <a:gd name="T55" fmla="*/ 134 h 159"/>
                  <a:gd name="T56" fmla="*/ 97 w 162"/>
                  <a:gd name="T57" fmla="*/ 148 h 159"/>
                  <a:gd name="T58" fmla="*/ 93 w 162"/>
                  <a:gd name="T59" fmla="*/ 158 h 159"/>
                  <a:gd name="T60" fmla="*/ 89 w 162"/>
                  <a:gd name="T61" fmla="*/ 159 h 159"/>
                  <a:gd name="T62" fmla="*/ 71 w 162"/>
                  <a:gd name="T63" fmla="*/ 159 h 159"/>
                  <a:gd name="T64" fmla="*/ 68 w 162"/>
                  <a:gd name="T65" fmla="*/ 154 h 159"/>
                  <a:gd name="T66" fmla="*/ 60 w 162"/>
                  <a:gd name="T67" fmla="*/ 137 h 159"/>
                  <a:gd name="T68" fmla="*/ 43 w 162"/>
                  <a:gd name="T69" fmla="*/ 140 h 159"/>
                  <a:gd name="T70" fmla="*/ 33 w 162"/>
                  <a:gd name="T71" fmla="*/ 142 h 159"/>
                  <a:gd name="T72" fmla="*/ 32 w 162"/>
                  <a:gd name="T73" fmla="*/ 144 h 159"/>
                  <a:gd name="T74" fmla="*/ 17 w 162"/>
                  <a:gd name="T75" fmla="*/ 131 h 159"/>
                  <a:gd name="T76" fmla="*/ 17 w 162"/>
                  <a:gd name="T77" fmla="*/ 127 h 159"/>
                  <a:gd name="T78" fmla="*/ 20 w 162"/>
                  <a:gd name="T79" fmla="*/ 116 h 159"/>
                  <a:gd name="T80" fmla="*/ 23 w 162"/>
                  <a:gd name="T81" fmla="*/ 99 h 159"/>
                  <a:gd name="T82" fmla="*/ 4 w 162"/>
                  <a:gd name="T83" fmla="*/ 93 h 159"/>
                  <a:gd name="T84" fmla="*/ 0 w 162"/>
                  <a:gd name="T85" fmla="*/ 90 h 159"/>
                  <a:gd name="T86" fmla="*/ 0 w 162"/>
                  <a:gd name="T87" fmla="*/ 72 h 159"/>
                  <a:gd name="T88" fmla="*/ 2 w 162"/>
                  <a:gd name="T89" fmla="*/ 69 h 159"/>
                  <a:gd name="T90" fmla="*/ 11 w 162"/>
                  <a:gd name="T91" fmla="*/ 64 h 159"/>
                  <a:gd name="T92" fmla="*/ 25 w 162"/>
                  <a:gd name="T93" fmla="*/ 53 h 159"/>
                  <a:gd name="T94" fmla="*/ 17 w 162"/>
                  <a:gd name="T95" fmla="*/ 36 h 159"/>
                  <a:gd name="T96" fmla="*/ 16 w 162"/>
                  <a:gd name="T97" fmla="*/ 31 h 159"/>
                  <a:gd name="T98" fmla="*/ 30 w 162"/>
                  <a:gd name="T99" fmla="*/ 17 h 159"/>
                  <a:gd name="T100" fmla="*/ 36 w 162"/>
                  <a:gd name="T101" fmla="*/ 18 h 159"/>
                  <a:gd name="T102" fmla="*/ 54 w 162"/>
                  <a:gd name="T103" fmla="*/ 24 h 159"/>
                  <a:gd name="T104" fmla="*/ 64 w 162"/>
                  <a:gd name="T105" fmla="*/ 11 h 159"/>
                  <a:gd name="T106" fmla="*/ 70 w 162"/>
                  <a:gd name="T107" fmla="*/ 1 h 159"/>
                  <a:gd name="T108" fmla="*/ 72 w 162"/>
                  <a:gd name="T109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62" h="159">
                    <a:moveTo>
                      <a:pt x="81" y="52"/>
                    </a:moveTo>
                    <a:lnTo>
                      <a:pt x="67" y="56"/>
                    </a:lnTo>
                    <a:lnTo>
                      <a:pt x="57" y="65"/>
                    </a:lnTo>
                    <a:lnTo>
                      <a:pt x="53" y="79"/>
                    </a:lnTo>
                    <a:lnTo>
                      <a:pt x="57" y="94"/>
                    </a:lnTo>
                    <a:lnTo>
                      <a:pt x="67" y="103"/>
                    </a:lnTo>
                    <a:lnTo>
                      <a:pt x="81" y="107"/>
                    </a:lnTo>
                    <a:lnTo>
                      <a:pt x="96" y="103"/>
                    </a:lnTo>
                    <a:lnTo>
                      <a:pt x="105" y="94"/>
                    </a:lnTo>
                    <a:lnTo>
                      <a:pt x="109" y="79"/>
                    </a:lnTo>
                    <a:lnTo>
                      <a:pt x="105" y="65"/>
                    </a:lnTo>
                    <a:lnTo>
                      <a:pt x="96" y="56"/>
                    </a:lnTo>
                    <a:lnTo>
                      <a:pt x="81" y="52"/>
                    </a:lnTo>
                    <a:close/>
                    <a:moveTo>
                      <a:pt x="72" y="0"/>
                    </a:moveTo>
                    <a:lnTo>
                      <a:pt x="89" y="0"/>
                    </a:lnTo>
                    <a:lnTo>
                      <a:pt x="91" y="0"/>
                    </a:lnTo>
                    <a:lnTo>
                      <a:pt x="92" y="1"/>
                    </a:lnTo>
                    <a:lnTo>
                      <a:pt x="94" y="5"/>
                    </a:lnTo>
                    <a:lnTo>
                      <a:pt x="97" y="11"/>
                    </a:lnTo>
                    <a:lnTo>
                      <a:pt x="101" y="22"/>
                    </a:lnTo>
                    <a:lnTo>
                      <a:pt x="108" y="24"/>
                    </a:lnTo>
                    <a:lnTo>
                      <a:pt x="119" y="19"/>
                    </a:lnTo>
                    <a:lnTo>
                      <a:pt x="126" y="17"/>
                    </a:lnTo>
                    <a:lnTo>
                      <a:pt x="128" y="17"/>
                    </a:lnTo>
                    <a:lnTo>
                      <a:pt x="130" y="15"/>
                    </a:lnTo>
                    <a:lnTo>
                      <a:pt x="131" y="15"/>
                    </a:lnTo>
                    <a:lnTo>
                      <a:pt x="132" y="17"/>
                    </a:lnTo>
                    <a:lnTo>
                      <a:pt x="144" y="28"/>
                    </a:lnTo>
                    <a:lnTo>
                      <a:pt x="145" y="30"/>
                    </a:lnTo>
                    <a:lnTo>
                      <a:pt x="145" y="32"/>
                    </a:lnTo>
                    <a:lnTo>
                      <a:pt x="144" y="35"/>
                    </a:lnTo>
                    <a:lnTo>
                      <a:pt x="142" y="43"/>
                    </a:lnTo>
                    <a:lnTo>
                      <a:pt x="138" y="53"/>
                    </a:lnTo>
                    <a:lnTo>
                      <a:pt x="140" y="60"/>
                    </a:lnTo>
                    <a:lnTo>
                      <a:pt x="151" y="64"/>
                    </a:lnTo>
                    <a:lnTo>
                      <a:pt x="157" y="66"/>
                    </a:lnTo>
                    <a:lnTo>
                      <a:pt x="161" y="68"/>
                    </a:lnTo>
                    <a:lnTo>
                      <a:pt x="162" y="69"/>
                    </a:lnTo>
                    <a:lnTo>
                      <a:pt x="162" y="70"/>
                    </a:lnTo>
                    <a:lnTo>
                      <a:pt x="162" y="87"/>
                    </a:lnTo>
                    <a:lnTo>
                      <a:pt x="162" y="89"/>
                    </a:lnTo>
                    <a:lnTo>
                      <a:pt x="161" y="90"/>
                    </a:lnTo>
                    <a:lnTo>
                      <a:pt x="157" y="93"/>
                    </a:lnTo>
                    <a:lnTo>
                      <a:pt x="151" y="95"/>
                    </a:lnTo>
                    <a:lnTo>
                      <a:pt x="140" y="99"/>
                    </a:lnTo>
                    <a:lnTo>
                      <a:pt x="138" y="106"/>
                    </a:lnTo>
                    <a:lnTo>
                      <a:pt x="142" y="116"/>
                    </a:lnTo>
                    <a:lnTo>
                      <a:pt x="144" y="123"/>
                    </a:lnTo>
                    <a:lnTo>
                      <a:pt x="145" y="127"/>
                    </a:lnTo>
                    <a:lnTo>
                      <a:pt x="145" y="128"/>
                    </a:lnTo>
                    <a:lnTo>
                      <a:pt x="144" y="129"/>
                    </a:lnTo>
                    <a:lnTo>
                      <a:pt x="131" y="142"/>
                    </a:lnTo>
                    <a:lnTo>
                      <a:pt x="130" y="142"/>
                    </a:lnTo>
                    <a:lnTo>
                      <a:pt x="126" y="141"/>
                    </a:lnTo>
                    <a:lnTo>
                      <a:pt x="119" y="138"/>
                    </a:lnTo>
                    <a:lnTo>
                      <a:pt x="109" y="134"/>
                    </a:lnTo>
                    <a:lnTo>
                      <a:pt x="101" y="137"/>
                    </a:lnTo>
                    <a:lnTo>
                      <a:pt x="97" y="148"/>
                    </a:lnTo>
                    <a:lnTo>
                      <a:pt x="94" y="154"/>
                    </a:lnTo>
                    <a:lnTo>
                      <a:pt x="93" y="158"/>
                    </a:lnTo>
                    <a:lnTo>
                      <a:pt x="92" y="159"/>
                    </a:lnTo>
                    <a:lnTo>
                      <a:pt x="89" y="159"/>
                    </a:lnTo>
                    <a:lnTo>
                      <a:pt x="72" y="159"/>
                    </a:lnTo>
                    <a:lnTo>
                      <a:pt x="71" y="159"/>
                    </a:lnTo>
                    <a:lnTo>
                      <a:pt x="70" y="158"/>
                    </a:lnTo>
                    <a:lnTo>
                      <a:pt x="68" y="154"/>
                    </a:lnTo>
                    <a:lnTo>
                      <a:pt x="64" y="148"/>
                    </a:lnTo>
                    <a:lnTo>
                      <a:pt x="60" y="137"/>
                    </a:lnTo>
                    <a:lnTo>
                      <a:pt x="54" y="134"/>
                    </a:lnTo>
                    <a:lnTo>
                      <a:pt x="43" y="140"/>
                    </a:lnTo>
                    <a:lnTo>
                      <a:pt x="37" y="142"/>
                    </a:lnTo>
                    <a:lnTo>
                      <a:pt x="33" y="142"/>
                    </a:lnTo>
                    <a:lnTo>
                      <a:pt x="33" y="144"/>
                    </a:lnTo>
                    <a:lnTo>
                      <a:pt x="32" y="144"/>
                    </a:lnTo>
                    <a:lnTo>
                      <a:pt x="30" y="142"/>
                    </a:lnTo>
                    <a:lnTo>
                      <a:pt x="17" y="131"/>
                    </a:lnTo>
                    <a:lnTo>
                      <a:pt x="17" y="129"/>
                    </a:lnTo>
                    <a:lnTo>
                      <a:pt x="17" y="127"/>
                    </a:lnTo>
                    <a:lnTo>
                      <a:pt x="17" y="124"/>
                    </a:lnTo>
                    <a:lnTo>
                      <a:pt x="20" y="116"/>
                    </a:lnTo>
                    <a:lnTo>
                      <a:pt x="25" y="106"/>
                    </a:lnTo>
                    <a:lnTo>
                      <a:pt x="23" y="99"/>
                    </a:lnTo>
                    <a:lnTo>
                      <a:pt x="11" y="95"/>
                    </a:lnTo>
                    <a:lnTo>
                      <a:pt x="4" y="93"/>
                    </a:lnTo>
                    <a:lnTo>
                      <a:pt x="2" y="91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0" y="72"/>
                    </a:lnTo>
                    <a:lnTo>
                      <a:pt x="0" y="70"/>
                    </a:lnTo>
                    <a:lnTo>
                      <a:pt x="2" y="69"/>
                    </a:lnTo>
                    <a:lnTo>
                      <a:pt x="4" y="66"/>
                    </a:lnTo>
                    <a:lnTo>
                      <a:pt x="11" y="64"/>
                    </a:lnTo>
                    <a:lnTo>
                      <a:pt x="23" y="60"/>
                    </a:lnTo>
                    <a:lnTo>
                      <a:pt x="25" y="53"/>
                    </a:lnTo>
                    <a:lnTo>
                      <a:pt x="20" y="43"/>
                    </a:lnTo>
                    <a:lnTo>
                      <a:pt x="17" y="36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0"/>
                    </a:lnTo>
                    <a:lnTo>
                      <a:pt x="30" y="17"/>
                    </a:lnTo>
                    <a:lnTo>
                      <a:pt x="32" y="17"/>
                    </a:lnTo>
                    <a:lnTo>
                      <a:pt x="36" y="18"/>
                    </a:lnTo>
                    <a:lnTo>
                      <a:pt x="43" y="21"/>
                    </a:lnTo>
                    <a:lnTo>
                      <a:pt x="54" y="24"/>
                    </a:lnTo>
                    <a:lnTo>
                      <a:pt x="60" y="22"/>
                    </a:lnTo>
                    <a:lnTo>
                      <a:pt x="64" y="11"/>
                    </a:lnTo>
                    <a:lnTo>
                      <a:pt x="67" y="5"/>
                    </a:lnTo>
                    <a:lnTo>
                      <a:pt x="70" y="1"/>
                    </a:lnTo>
                    <a:lnTo>
                      <a:pt x="71" y="0"/>
                    </a:lnTo>
                    <a:lnTo>
                      <a:pt x="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6" name="Freeform 20"/>
              <p:cNvSpPr>
                <a:spLocks noEditPoints="1"/>
              </p:cNvSpPr>
              <p:nvPr/>
            </p:nvSpPr>
            <p:spPr bwMode="auto">
              <a:xfrm rot="19386584" flipH="1">
                <a:off x="5810611" y="1291779"/>
                <a:ext cx="116809" cy="115367"/>
              </a:xfrm>
              <a:custGeom>
                <a:avLst/>
                <a:gdLst>
                  <a:gd name="T0" fmla="*/ 67 w 162"/>
                  <a:gd name="T1" fmla="*/ 57 h 160"/>
                  <a:gd name="T2" fmla="*/ 52 w 162"/>
                  <a:gd name="T3" fmla="*/ 80 h 160"/>
                  <a:gd name="T4" fmla="*/ 67 w 162"/>
                  <a:gd name="T5" fmla="*/ 104 h 160"/>
                  <a:gd name="T6" fmla="*/ 94 w 162"/>
                  <a:gd name="T7" fmla="*/ 104 h 160"/>
                  <a:gd name="T8" fmla="*/ 109 w 162"/>
                  <a:gd name="T9" fmla="*/ 80 h 160"/>
                  <a:gd name="T10" fmla="*/ 94 w 162"/>
                  <a:gd name="T11" fmla="*/ 57 h 160"/>
                  <a:gd name="T12" fmla="*/ 72 w 162"/>
                  <a:gd name="T13" fmla="*/ 0 h 160"/>
                  <a:gd name="T14" fmla="*/ 90 w 162"/>
                  <a:gd name="T15" fmla="*/ 0 h 160"/>
                  <a:gd name="T16" fmla="*/ 94 w 162"/>
                  <a:gd name="T17" fmla="*/ 6 h 160"/>
                  <a:gd name="T18" fmla="*/ 101 w 162"/>
                  <a:gd name="T19" fmla="*/ 23 h 160"/>
                  <a:gd name="T20" fmla="*/ 119 w 162"/>
                  <a:gd name="T21" fmla="*/ 20 h 160"/>
                  <a:gd name="T22" fmla="*/ 128 w 162"/>
                  <a:gd name="T23" fmla="*/ 17 h 160"/>
                  <a:gd name="T24" fmla="*/ 131 w 162"/>
                  <a:gd name="T25" fmla="*/ 17 h 160"/>
                  <a:gd name="T26" fmla="*/ 144 w 162"/>
                  <a:gd name="T27" fmla="*/ 29 h 160"/>
                  <a:gd name="T28" fmla="*/ 145 w 162"/>
                  <a:gd name="T29" fmla="*/ 33 h 160"/>
                  <a:gd name="T30" fmla="*/ 141 w 162"/>
                  <a:gd name="T31" fmla="*/ 44 h 160"/>
                  <a:gd name="T32" fmla="*/ 140 w 162"/>
                  <a:gd name="T33" fmla="*/ 61 h 160"/>
                  <a:gd name="T34" fmla="*/ 157 w 162"/>
                  <a:gd name="T35" fmla="*/ 67 h 160"/>
                  <a:gd name="T36" fmla="*/ 161 w 162"/>
                  <a:gd name="T37" fmla="*/ 70 h 160"/>
                  <a:gd name="T38" fmla="*/ 162 w 162"/>
                  <a:gd name="T39" fmla="*/ 88 h 160"/>
                  <a:gd name="T40" fmla="*/ 161 w 162"/>
                  <a:gd name="T41" fmla="*/ 91 h 160"/>
                  <a:gd name="T42" fmla="*/ 150 w 162"/>
                  <a:gd name="T43" fmla="*/ 96 h 160"/>
                  <a:gd name="T44" fmla="*/ 137 w 162"/>
                  <a:gd name="T45" fmla="*/ 106 h 160"/>
                  <a:gd name="T46" fmla="*/ 144 w 162"/>
                  <a:gd name="T47" fmla="*/ 123 h 160"/>
                  <a:gd name="T48" fmla="*/ 145 w 162"/>
                  <a:gd name="T49" fmla="*/ 129 h 160"/>
                  <a:gd name="T50" fmla="*/ 131 w 162"/>
                  <a:gd name="T51" fmla="*/ 143 h 160"/>
                  <a:gd name="T52" fmla="*/ 126 w 162"/>
                  <a:gd name="T53" fmla="*/ 142 h 160"/>
                  <a:gd name="T54" fmla="*/ 107 w 162"/>
                  <a:gd name="T55" fmla="*/ 135 h 160"/>
                  <a:gd name="T56" fmla="*/ 97 w 162"/>
                  <a:gd name="T57" fmla="*/ 148 h 160"/>
                  <a:gd name="T58" fmla="*/ 93 w 162"/>
                  <a:gd name="T59" fmla="*/ 159 h 160"/>
                  <a:gd name="T60" fmla="*/ 89 w 162"/>
                  <a:gd name="T61" fmla="*/ 160 h 160"/>
                  <a:gd name="T62" fmla="*/ 71 w 162"/>
                  <a:gd name="T63" fmla="*/ 160 h 160"/>
                  <a:gd name="T64" fmla="*/ 68 w 162"/>
                  <a:gd name="T65" fmla="*/ 155 h 160"/>
                  <a:gd name="T66" fmla="*/ 60 w 162"/>
                  <a:gd name="T67" fmla="*/ 138 h 160"/>
                  <a:gd name="T68" fmla="*/ 42 w 162"/>
                  <a:gd name="T69" fmla="*/ 140 h 160"/>
                  <a:gd name="T70" fmla="*/ 33 w 162"/>
                  <a:gd name="T71" fmla="*/ 143 h 160"/>
                  <a:gd name="T72" fmla="*/ 30 w 162"/>
                  <a:gd name="T73" fmla="*/ 144 h 160"/>
                  <a:gd name="T74" fmla="*/ 17 w 162"/>
                  <a:gd name="T75" fmla="*/ 131 h 160"/>
                  <a:gd name="T76" fmla="*/ 16 w 162"/>
                  <a:gd name="T77" fmla="*/ 127 h 160"/>
                  <a:gd name="T78" fmla="*/ 20 w 162"/>
                  <a:gd name="T79" fmla="*/ 117 h 160"/>
                  <a:gd name="T80" fmla="*/ 22 w 162"/>
                  <a:gd name="T81" fmla="*/ 100 h 160"/>
                  <a:gd name="T82" fmla="*/ 4 w 162"/>
                  <a:gd name="T83" fmla="*/ 93 h 160"/>
                  <a:gd name="T84" fmla="*/ 0 w 162"/>
                  <a:gd name="T85" fmla="*/ 91 h 160"/>
                  <a:gd name="T86" fmla="*/ 0 w 162"/>
                  <a:gd name="T87" fmla="*/ 72 h 160"/>
                  <a:gd name="T88" fmla="*/ 1 w 162"/>
                  <a:gd name="T89" fmla="*/ 70 h 160"/>
                  <a:gd name="T90" fmla="*/ 10 w 162"/>
                  <a:gd name="T91" fmla="*/ 65 h 160"/>
                  <a:gd name="T92" fmla="*/ 25 w 162"/>
                  <a:gd name="T93" fmla="*/ 54 h 160"/>
                  <a:gd name="T94" fmla="*/ 17 w 162"/>
                  <a:gd name="T95" fmla="*/ 37 h 160"/>
                  <a:gd name="T96" fmla="*/ 16 w 162"/>
                  <a:gd name="T97" fmla="*/ 32 h 160"/>
                  <a:gd name="T98" fmla="*/ 30 w 162"/>
                  <a:gd name="T99" fmla="*/ 17 h 160"/>
                  <a:gd name="T100" fmla="*/ 35 w 162"/>
                  <a:gd name="T101" fmla="*/ 19 h 160"/>
                  <a:gd name="T102" fmla="*/ 54 w 162"/>
                  <a:gd name="T103" fmla="*/ 25 h 160"/>
                  <a:gd name="T104" fmla="*/ 64 w 162"/>
                  <a:gd name="T105" fmla="*/ 12 h 160"/>
                  <a:gd name="T106" fmla="*/ 69 w 162"/>
                  <a:gd name="T107" fmla="*/ 2 h 160"/>
                  <a:gd name="T108" fmla="*/ 72 w 162"/>
                  <a:gd name="T109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62" h="160">
                    <a:moveTo>
                      <a:pt x="81" y="53"/>
                    </a:moveTo>
                    <a:lnTo>
                      <a:pt x="67" y="57"/>
                    </a:lnTo>
                    <a:lnTo>
                      <a:pt x="56" y="66"/>
                    </a:lnTo>
                    <a:lnTo>
                      <a:pt x="52" y="80"/>
                    </a:lnTo>
                    <a:lnTo>
                      <a:pt x="56" y="95"/>
                    </a:lnTo>
                    <a:lnTo>
                      <a:pt x="67" y="104"/>
                    </a:lnTo>
                    <a:lnTo>
                      <a:pt x="81" y="108"/>
                    </a:lnTo>
                    <a:lnTo>
                      <a:pt x="94" y="104"/>
                    </a:lnTo>
                    <a:lnTo>
                      <a:pt x="105" y="95"/>
                    </a:lnTo>
                    <a:lnTo>
                      <a:pt x="109" y="80"/>
                    </a:lnTo>
                    <a:lnTo>
                      <a:pt x="105" y="66"/>
                    </a:lnTo>
                    <a:lnTo>
                      <a:pt x="94" y="57"/>
                    </a:lnTo>
                    <a:lnTo>
                      <a:pt x="81" y="53"/>
                    </a:lnTo>
                    <a:close/>
                    <a:moveTo>
                      <a:pt x="72" y="0"/>
                    </a:moveTo>
                    <a:lnTo>
                      <a:pt x="89" y="0"/>
                    </a:lnTo>
                    <a:lnTo>
                      <a:pt x="90" y="0"/>
                    </a:lnTo>
                    <a:lnTo>
                      <a:pt x="92" y="2"/>
                    </a:lnTo>
                    <a:lnTo>
                      <a:pt x="94" y="6"/>
                    </a:lnTo>
                    <a:lnTo>
                      <a:pt x="97" y="12"/>
                    </a:lnTo>
                    <a:lnTo>
                      <a:pt x="101" y="23"/>
                    </a:lnTo>
                    <a:lnTo>
                      <a:pt x="107" y="25"/>
                    </a:lnTo>
                    <a:lnTo>
                      <a:pt x="119" y="20"/>
                    </a:lnTo>
                    <a:lnTo>
                      <a:pt x="126" y="17"/>
                    </a:lnTo>
                    <a:lnTo>
                      <a:pt x="128" y="17"/>
                    </a:lnTo>
                    <a:lnTo>
                      <a:pt x="129" y="17"/>
                    </a:lnTo>
                    <a:lnTo>
                      <a:pt x="131" y="17"/>
                    </a:lnTo>
                    <a:lnTo>
                      <a:pt x="132" y="17"/>
                    </a:lnTo>
                    <a:lnTo>
                      <a:pt x="144" y="29"/>
                    </a:lnTo>
                    <a:lnTo>
                      <a:pt x="145" y="30"/>
                    </a:lnTo>
                    <a:lnTo>
                      <a:pt x="145" y="33"/>
                    </a:lnTo>
                    <a:lnTo>
                      <a:pt x="144" y="36"/>
                    </a:lnTo>
                    <a:lnTo>
                      <a:pt x="141" y="44"/>
                    </a:lnTo>
                    <a:lnTo>
                      <a:pt x="136" y="54"/>
                    </a:lnTo>
                    <a:lnTo>
                      <a:pt x="140" y="61"/>
                    </a:lnTo>
                    <a:lnTo>
                      <a:pt x="150" y="65"/>
                    </a:lnTo>
                    <a:lnTo>
                      <a:pt x="157" y="67"/>
                    </a:lnTo>
                    <a:lnTo>
                      <a:pt x="161" y="68"/>
                    </a:lnTo>
                    <a:lnTo>
                      <a:pt x="161" y="70"/>
                    </a:lnTo>
                    <a:lnTo>
                      <a:pt x="162" y="71"/>
                    </a:lnTo>
                    <a:lnTo>
                      <a:pt x="162" y="88"/>
                    </a:lnTo>
                    <a:lnTo>
                      <a:pt x="161" y="89"/>
                    </a:lnTo>
                    <a:lnTo>
                      <a:pt x="161" y="91"/>
                    </a:lnTo>
                    <a:lnTo>
                      <a:pt x="157" y="93"/>
                    </a:lnTo>
                    <a:lnTo>
                      <a:pt x="150" y="96"/>
                    </a:lnTo>
                    <a:lnTo>
                      <a:pt x="140" y="100"/>
                    </a:lnTo>
                    <a:lnTo>
                      <a:pt x="137" y="106"/>
                    </a:lnTo>
                    <a:lnTo>
                      <a:pt x="141" y="117"/>
                    </a:lnTo>
                    <a:lnTo>
                      <a:pt x="144" y="123"/>
                    </a:lnTo>
                    <a:lnTo>
                      <a:pt x="145" y="127"/>
                    </a:lnTo>
                    <a:lnTo>
                      <a:pt x="145" y="129"/>
                    </a:lnTo>
                    <a:lnTo>
                      <a:pt x="144" y="130"/>
                    </a:lnTo>
                    <a:lnTo>
                      <a:pt x="131" y="143"/>
                    </a:lnTo>
                    <a:lnTo>
                      <a:pt x="129" y="143"/>
                    </a:lnTo>
                    <a:lnTo>
                      <a:pt x="126" y="142"/>
                    </a:lnTo>
                    <a:lnTo>
                      <a:pt x="119" y="139"/>
                    </a:lnTo>
                    <a:lnTo>
                      <a:pt x="107" y="135"/>
                    </a:lnTo>
                    <a:lnTo>
                      <a:pt x="101" y="138"/>
                    </a:lnTo>
                    <a:lnTo>
                      <a:pt x="97" y="148"/>
                    </a:lnTo>
                    <a:lnTo>
                      <a:pt x="94" y="155"/>
                    </a:lnTo>
                    <a:lnTo>
                      <a:pt x="93" y="159"/>
                    </a:lnTo>
                    <a:lnTo>
                      <a:pt x="90" y="160"/>
                    </a:lnTo>
                    <a:lnTo>
                      <a:pt x="89" y="160"/>
                    </a:lnTo>
                    <a:lnTo>
                      <a:pt x="72" y="160"/>
                    </a:lnTo>
                    <a:lnTo>
                      <a:pt x="71" y="160"/>
                    </a:lnTo>
                    <a:lnTo>
                      <a:pt x="69" y="159"/>
                    </a:lnTo>
                    <a:lnTo>
                      <a:pt x="68" y="155"/>
                    </a:lnTo>
                    <a:lnTo>
                      <a:pt x="64" y="148"/>
                    </a:lnTo>
                    <a:lnTo>
                      <a:pt x="60" y="138"/>
                    </a:lnTo>
                    <a:lnTo>
                      <a:pt x="54" y="135"/>
                    </a:lnTo>
                    <a:lnTo>
                      <a:pt x="42" y="140"/>
                    </a:lnTo>
                    <a:lnTo>
                      <a:pt x="37" y="143"/>
                    </a:lnTo>
                    <a:lnTo>
                      <a:pt x="33" y="143"/>
                    </a:lnTo>
                    <a:lnTo>
                      <a:pt x="33" y="144"/>
                    </a:lnTo>
                    <a:lnTo>
                      <a:pt x="30" y="144"/>
                    </a:lnTo>
                    <a:lnTo>
                      <a:pt x="30" y="143"/>
                    </a:lnTo>
                    <a:lnTo>
                      <a:pt x="17" y="131"/>
                    </a:lnTo>
                    <a:lnTo>
                      <a:pt x="17" y="130"/>
                    </a:lnTo>
                    <a:lnTo>
                      <a:pt x="16" y="127"/>
                    </a:lnTo>
                    <a:lnTo>
                      <a:pt x="17" y="125"/>
                    </a:lnTo>
                    <a:lnTo>
                      <a:pt x="20" y="117"/>
                    </a:lnTo>
                    <a:lnTo>
                      <a:pt x="25" y="106"/>
                    </a:lnTo>
                    <a:lnTo>
                      <a:pt x="22" y="100"/>
                    </a:lnTo>
                    <a:lnTo>
                      <a:pt x="10" y="96"/>
                    </a:lnTo>
                    <a:lnTo>
                      <a:pt x="4" y="93"/>
                    </a:lnTo>
                    <a:lnTo>
                      <a:pt x="1" y="92"/>
                    </a:lnTo>
                    <a:lnTo>
                      <a:pt x="0" y="91"/>
                    </a:lnTo>
                    <a:lnTo>
                      <a:pt x="0" y="89"/>
                    </a:lnTo>
                    <a:lnTo>
                      <a:pt x="0" y="72"/>
                    </a:lnTo>
                    <a:lnTo>
                      <a:pt x="0" y="71"/>
                    </a:lnTo>
                    <a:lnTo>
                      <a:pt x="1" y="70"/>
                    </a:lnTo>
                    <a:lnTo>
                      <a:pt x="4" y="67"/>
                    </a:lnTo>
                    <a:lnTo>
                      <a:pt x="10" y="65"/>
                    </a:lnTo>
                    <a:lnTo>
                      <a:pt x="21" y="61"/>
                    </a:lnTo>
                    <a:lnTo>
                      <a:pt x="25" y="54"/>
                    </a:lnTo>
                    <a:lnTo>
                      <a:pt x="20" y="44"/>
                    </a:lnTo>
                    <a:lnTo>
                      <a:pt x="17" y="37"/>
                    </a:lnTo>
                    <a:lnTo>
                      <a:pt x="16" y="33"/>
                    </a:lnTo>
                    <a:lnTo>
                      <a:pt x="16" y="32"/>
                    </a:lnTo>
                    <a:lnTo>
                      <a:pt x="17" y="30"/>
                    </a:lnTo>
                    <a:lnTo>
                      <a:pt x="30" y="17"/>
                    </a:lnTo>
                    <a:lnTo>
                      <a:pt x="31" y="17"/>
                    </a:lnTo>
                    <a:lnTo>
                      <a:pt x="35" y="19"/>
                    </a:lnTo>
                    <a:lnTo>
                      <a:pt x="43" y="21"/>
                    </a:lnTo>
                    <a:lnTo>
                      <a:pt x="54" y="25"/>
                    </a:lnTo>
                    <a:lnTo>
                      <a:pt x="60" y="23"/>
                    </a:lnTo>
                    <a:lnTo>
                      <a:pt x="64" y="12"/>
                    </a:lnTo>
                    <a:lnTo>
                      <a:pt x="67" y="6"/>
                    </a:lnTo>
                    <a:lnTo>
                      <a:pt x="69" y="2"/>
                    </a:lnTo>
                    <a:lnTo>
                      <a:pt x="71" y="0"/>
                    </a:lnTo>
                    <a:lnTo>
                      <a:pt x="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7" name="Freeform 21"/>
              <p:cNvSpPr>
                <a:spLocks noEditPoints="1"/>
              </p:cNvSpPr>
              <p:nvPr/>
            </p:nvSpPr>
            <p:spPr bwMode="auto">
              <a:xfrm rot="19386584" flipH="1">
                <a:off x="5530733" y="1377250"/>
                <a:ext cx="116809" cy="113925"/>
              </a:xfrm>
              <a:custGeom>
                <a:avLst/>
                <a:gdLst>
                  <a:gd name="T0" fmla="*/ 66 w 162"/>
                  <a:gd name="T1" fmla="*/ 55 h 158"/>
                  <a:gd name="T2" fmla="*/ 52 w 162"/>
                  <a:gd name="T3" fmla="*/ 79 h 158"/>
                  <a:gd name="T4" fmla="*/ 66 w 162"/>
                  <a:gd name="T5" fmla="*/ 103 h 158"/>
                  <a:gd name="T6" fmla="*/ 95 w 162"/>
                  <a:gd name="T7" fmla="*/ 103 h 158"/>
                  <a:gd name="T8" fmla="*/ 109 w 162"/>
                  <a:gd name="T9" fmla="*/ 79 h 158"/>
                  <a:gd name="T10" fmla="*/ 95 w 162"/>
                  <a:gd name="T11" fmla="*/ 55 h 158"/>
                  <a:gd name="T12" fmla="*/ 72 w 162"/>
                  <a:gd name="T13" fmla="*/ 0 h 158"/>
                  <a:gd name="T14" fmla="*/ 90 w 162"/>
                  <a:gd name="T15" fmla="*/ 0 h 158"/>
                  <a:gd name="T16" fmla="*/ 94 w 162"/>
                  <a:gd name="T17" fmla="*/ 4 h 158"/>
                  <a:gd name="T18" fmla="*/ 102 w 162"/>
                  <a:gd name="T19" fmla="*/ 21 h 158"/>
                  <a:gd name="T20" fmla="*/ 119 w 162"/>
                  <a:gd name="T21" fmla="*/ 19 h 158"/>
                  <a:gd name="T22" fmla="*/ 128 w 162"/>
                  <a:gd name="T23" fmla="*/ 15 h 158"/>
                  <a:gd name="T24" fmla="*/ 130 w 162"/>
                  <a:gd name="T25" fmla="*/ 15 h 158"/>
                  <a:gd name="T26" fmla="*/ 143 w 162"/>
                  <a:gd name="T27" fmla="*/ 28 h 158"/>
                  <a:gd name="T28" fmla="*/ 145 w 162"/>
                  <a:gd name="T29" fmla="*/ 31 h 158"/>
                  <a:gd name="T30" fmla="*/ 141 w 162"/>
                  <a:gd name="T31" fmla="*/ 42 h 158"/>
                  <a:gd name="T32" fmla="*/ 140 w 162"/>
                  <a:gd name="T33" fmla="*/ 59 h 158"/>
                  <a:gd name="T34" fmla="*/ 157 w 162"/>
                  <a:gd name="T35" fmla="*/ 65 h 158"/>
                  <a:gd name="T36" fmla="*/ 162 w 162"/>
                  <a:gd name="T37" fmla="*/ 69 h 158"/>
                  <a:gd name="T38" fmla="*/ 162 w 162"/>
                  <a:gd name="T39" fmla="*/ 87 h 158"/>
                  <a:gd name="T40" fmla="*/ 160 w 162"/>
                  <a:gd name="T41" fmla="*/ 90 h 158"/>
                  <a:gd name="T42" fmla="*/ 150 w 162"/>
                  <a:gd name="T43" fmla="*/ 95 h 158"/>
                  <a:gd name="T44" fmla="*/ 137 w 162"/>
                  <a:gd name="T45" fmla="*/ 106 h 158"/>
                  <a:gd name="T46" fmla="*/ 145 w 162"/>
                  <a:gd name="T47" fmla="*/ 123 h 158"/>
                  <a:gd name="T48" fmla="*/ 145 w 162"/>
                  <a:gd name="T49" fmla="*/ 128 h 158"/>
                  <a:gd name="T50" fmla="*/ 132 w 162"/>
                  <a:gd name="T51" fmla="*/ 142 h 158"/>
                  <a:gd name="T52" fmla="*/ 126 w 162"/>
                  <a:gd name="T53" fmla="*/ 141 h 158"/>
                  <a:gd name="T54" fmla="*/ 108 w 162"/>
                  <a:gd name="T55" fmla="*/ 134 h 158"/>
                  <a:gd name="T56" fmla="*/ 98 w 162"/>
                  <a:gd name="T57" fmla="*/ 148 h 158"/>
                  <a:gd name="T58" fmla="*/ 92 w 162"/>
                  <a:gd name="T59" fmla="*/ 157 h 158"/>
                  <a:gd name="T60" fmla="*/ 90 w 162"/>
                  <a:gd name="T61" fmla="*/ 158 h 158"/>
                  <a:gd name="T62" fmla="*/ 72 w 162"/>
                  <a:gd name="T63" fmla="*/ 158 h 158"/>
                  <a:gd name="T64" fmla="*/ 68 w 162"/>
                  <a:gd name="T65" fmla="*/ 154 h 158"/>
                  <a:gd name="T66" fmla="*/ 60 w 162"/>
                  <a:gd name="T67" fmla="*/ 137 h 158"/>
                  <a:gd name="T68" fmla="*/ 43 w 162"/>
                  <a:gd name="T69" fmla="*/ 138 h 158"/>
                  <a:gd name="T70" fmla="*/ 34 w 162"/>
                  <a:gd name="T71" fmla="*/ 142 h 158"/>
                  <a:gd name="T72" fmla="*/ 31 w 162"/>
                  <a:gd name="T73" fmla="*/ 142 h 158"/>
                  <a:gd name="T74" fmla="*/ 18 w 162"/>
                  <a:gd name="T75" fmla="*/ 129 h 158"/>
                  <a:gd name="T76" fmla="*/ 17 w 162"/>
                  <a:gd name="T77" fmla="*/ 127 h 158"/>
                  <a:gd name="T78" fmla="*/ 21 w 162"/>
                  <a:gd name="T79" fmla="*/ 116 h 158"/>
                  <a:gd name="T80" fmla="*/ 22 w 162"/>
                  <a:gd name="T81" fmla="*/ 99 h 158"/>
                  <a:gd name="T82" fmla="*/ 5 w 162"/>
                  <a:gd name="T83" fmla="*/ 93 h 158"/>
                  <a:gd name="T84" fmla="*/ 0 w 162"/>
                  <a:gd name="T85" fmla="*/ 89 h 158"/>
                  <a:gd name="T86" fmla="*/ 0 w 162"/>
                  <a:gd name="T87" fmla="*/ 70 h 158"/>
                  <a:gd name="T88" fmla="*/ 1 w 162"/>
                  <a:gd name="T89" fmla="*/ 68 h 158"/>
                  <a:gd name="T90" fmla="*/ 11 w 162"/>
                  <a:gd name="T91" fmla="*/ 64 h 158"/>
                  <a:gd name="T92" fmla="*/ 24 w 162"/>
                  <a:gd name="T93" fmla="*/ 52 h 158"/>
                  <a:gd name="T94" fmla="*/ 17 w 162"/>
                  <a:gd name="T95" fmla="*/ 35 h 158"/>
                  <a:gd name="T96" fmla="*/ 17 w 162"/>
                  <a:gd name="T97" fmla="*/ 30 h 158"/>
                  <a:gd name="T98" fmla="*/ 30 w 162"/>
                  <a:gd name="T99" fmla="*/ 15 h 158"/>
                  <a:gd name="T100" fmla="*/ 35 w 162"/>
                  <a:gd name="T101" fmla="*/ 17 h 158"/>
                  <a:gd name="T102" fmla="*/ 53 w 162"/>
                  <a:gd name="T103" fmla="*/ 23 h 158"/>
                  <a:gd name="T104" fmla="*/ 64 w 162"/>
                  <a:gd name="T105" fmla="*/ 10 h 158"/>
                  <a:gd name="T106" fmla="*/ 69 w 162"/>
                  <a:gd name="T107" fmla="*/ 1 h 158"/>
                  <a:gd name="T108" fmla="*/ 72 w 162"/>
                  <a:gd name="T109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62" h="158">
                    <a:moveTo>
                      <a:pt x="81" y="51"/>
                    </a:moveTo>
                    <a:lnTo>
                      <a:pt x="66" y="55"/>
                    </a:lnTo>
                    <a:lnTo>
                      <a:pt x="56" y="65"/>
                    </a:lnTo>
                    <a:lnTo>
                      <a:pt x="52" y="79"/>
                    </a:lnTo>
                    <a:lnTo>
                      <a:pt x="56" y="93"/>
                    </a:lnTo>
                    <a:lnTo>
                      <a:pt x="66" y="103"/>
                    </a:lnTo>
                    <a:lnTo>
                      <a:pt x="81" y="107"/>
                    </a:lnTo>
                    <a:lnTo>
                      <a:pt x="95" y="103"/>
                    </a:lnTo>
                    <a:lnTo>
                      <a:pt x="106" y="93"/>
                    </a:lnTo>
                    <a:lnTo>
                      <a:pt x="109" y="79"/>
                    </a:lnTo>
                    <a:lnTo>
                      <a:pt x="106" y="65"/>
                    </a:lnTo>
                    <a:lnTo>
                      <a:pt x="95" y="55"/>
                    </a:lnTo>
                    <a:lnTo>
                      <a:pt x="81" y="51"/>
                    </a:lnTo>
                    <a:close/>
                    <a:moveTo>
                      <a:pt x="72" y="0"/>
                    </a:moveTo>
                    <a:lnTo>
                      <a:pt x="89" y="0"/>
                    </a:lnTo>
                    <a:lnTo>
                      <a:pt x="90" y="0"/>
                    </a:lnTo>
                    <a:lnTo>
                      <a:pt x="91" y="1"/>
                    </a:lnTo>
                    <a:lnTo>
                      <a:pt x="94" y="4"/>
                    </a:lnTo>
                    <a:lnTo>
                      <a:pt x="96" y="10"/>
                    </a:lnTo>
                    <a:lnTo>
                      <a:pt x="102" y="21"/>
                    </a:lnTo>
                    <a:lnTo>
                      <a:pt x="108" y="23"/>
                    </a:lnTo>
                    <a:lnTo>
                      <a:pt x="119" y="19"/>
                    </a:lnTo>
                    <a:lnTo>
                      <a:pt x="125" y="17"/>
                    </a:lnTo>
                    <a:lnTo>
                      <a:pt x="128" y="15"/>
                    </a:lnTo>
                    <a:lnTo>
                      <a:pt x="129" y="15"/>
                    </a:lnTo>
                    <a:lnTo>
                      <a:pt x="130" y="15"/>
                    </a:lnTo>
                    <a:lnTo>
                      <a:pt x="132" y="17"/>
                    </a:lnTo>
                    <a:lnTo>
                      <a:pt x="143" y="28"/>
                    </a:lnTo>
                    <a:lnTo>
                      <a:pt x="145" y="30"/>
                    </a:lnTo>
                    <a:lnTo>
                      <a:pt x="145" y="31"/>
                    </a:lnTo>
                    <a:lnTo>
                      <a:pt x="143" y="35"/>
                    </a:lnTo>
                    <a:lnTo>
                      <a:pt x="141" y="42"/>
                    </a:lnTo>
                    <a:lnTo>
                      <a:pt x="137" y="52"/>
                    </a:lnTo>
                    <a:lnTo>
                      <a:pt x="140" y="59"/>
                    </a:lnTo>
                    <a:lnTo>
                      <a:pt x="150" y="62"/>
                    </a:lnTo>
                    <a:lnTo>
                      <a:pt x="157" y="65"/>
                    </a:lnTo>
                    <a:lnTo>
                      <a:pt x="160" y="68"/>
                    </a:lnTo>
                    <a:lnTo>
                      <a:pt x="162" y="69"/>
                    </a:lnTo>
                    <a:lnTo>
                      <a:pt x="162" y="70"/>
                    </a:lnTo>
                    <a:lnTo>
                      <a:pt x="162" y="87"/>
                    </a:lnTo>
                    <a:lnTo>
                      <a:pt x="162" y="89"/>
                    </a:lnTo>
                    <a:lnTo>
                      <a:pt x="160" y="90"/>
                    </a:lnTo>
                    <a:lnTo>
                      <a:pt x="157" y="91"/>
                    </a:lnTo>
                    <a:lnTo>
                      <a:pt x="150" y="95"/>
                    </a:lnTo>
                    <a:lnTo>
                      <a:pt x="140" y="99"/>
                    </a:lnTo>
                    <a:lnTo>
                      <a:pt x="137" y="106"/>
                    </a:lnTo>
                    <a:lnTo>
                      <a:pt x="142" y="116"/>
                    </a:lnTo>
                    <a:lnTo>
                      <a:pt x="145" y="123"/>
                    </a:lnTo>
                    <a:lnTo>
                      <a:pt x="145" y="125"/>
                    </a:lnTo>
                    <a:lnTo>
                      <a:pt x="145" y="128"/>
                    </a:lnTo>
                    <a:lnTo>
                      <a:pt x="145" y="129"/>
                    </a:lnTo>
                    <a:lnTo>
                      <a:pt x="132" y="142"/>
                    </a:lnTo>
                    <a:lnTo>
                      <a:pt x="129" y="142"/>
                    </a:lnTo>
                    <a:lnTo>
                      <a:pt x="126" y="141"/>
                    </a:lnTo>
                    <a:lnTo>
                      <a:pt x="119" y="138"/>
                    </a:lnTo>
                    <a:lnTo>
                      <a:pt x="108" y="134"/>
                    </a:lnTo>
                    <a:lnTo>
                      <a:pt x="102" y="137"/>
                    </a:lnTo>
                    <a:lnTo>
                      <a:pt x="98" y="148"/>
                    </a:lnTo>
                    <a:lnTo>
                      <a:pt x="94" y="154"/>
                    </a:lnTo>
                    <a:lnTo>
                      <a:pt x="92" y="157"/>
                    </a:lnTo>
                    <a:lnTo>
                      <a:pt x="91" y="158"/>
                    </a:lnTo>
                    <a:lnTo>
                      <a:pt x="90" y="158"/>
                    </a:lnTo>
                    <a:lnTo>
                      <a:pt x="73" y="158"/>
                    </a:lnTo>
                    <a:lnTo>
                      <a:pt x="72" y="158"/>
                    </a:lnTo>
                    <a:lnTo>
                      <a:pt x="70" y="157"/>
                    </a:lnTo>
                    <a:lnTo>
                      <a:pt x="68" y="154"/>
                    </a:lnTo>
                    <a:lnTo>
                      <a:pt x="65" y="148"/>
                    </a:lnTo>
                    <a:lnTo>
                      <a:pt x="60" y="137"/>
                    </a:lnTo>
                    <a:lnTo>
                      <a:pt x="53" y="134"/>
                    </a:lnTo>
                    <a:lnTo>
                      <a:pt x="43" y="138"/>
                    </a:lnTo>
                    <a:lnTo>
                      <a:pt x="36" y="141"/>
                    </a:lnTo>
                    <a:lnTo>
                      <a:pt x="34" y="142"/>
                    </a:lnTo>
                    <a:lnTo>
                      <a:pt x="32" y="142"/>
                    </a:lnTo>
                    <a:lnTo>
                      <a:pt x="31" y="142"/>
                    </a:lnTo>
                    <a:lnTo>
                      <a:pt x="30" y="141"/>
                    </a:lnTo>
                    <a:lnTo>
                      <a:pt x="18" y="129"/>
                    </a:lnTo>
                    <a:lnTo>
                      <a:pt x="17" y="128"/>
                    </a:lnTo>
                    <a:lnTo>
                      <a:pt x="17" y="127"/>
                    </a:lnTo>
                    <a:lnTo>
                      <a:pt x="18" y="123"/>
                    </a:lnTo>
                    <a:lnTo>
                      <a:pt x="21" y="116"/>
                    </a:lnTo>
                    <a:lnTo>
                      <a:pt x="24" y="106"/>
                    </a:lnTo>
                    <a:lnTo>
                      <a:pt x="22" y="99"/>
                    </a:lnTo>
                    <a:lnTo>
                      <a:pt x="11" y="95"/>
                    </a:lnTo>
                    <a:lnTo>
                      <a:pt x="5" y="93"/>
                    </a:lnTo>
                    <a:lnTo>
                      <a:pt x="1" y="90"/>
                    </a:lnTo>
                    <a:lnTo>
                      <a:pt x="0" y="89"/>
                    </a:lnTo>
                    <a:lnTo>
                      <a:pt x="0" y="87"/>
                    </a:lnTo>
                    <a:lnTo>
                      <a:pt x="0" y="70"/>
                    </a:lnTo>
                    <a:lnTo>
                      <a:pt x="0" y="69"/>
                    </a:lnTo>
                    <a:lnTo>
                      <a:pt x="1" y="68"/>
                    </a:lnTo>
                    <a:lnTo>
                      <a:pt x="5" y="66"/>
                    </a:lnTo>
                    <a:lnTo>
                      <a:pt x="11" y="64"/>
                    </a:lnTo>
                    <a:lnTo>
                      <a:pt x="22" y="59"/>
                    </a:lnTo>
                    <a:lnTo>
                      <a:pt x="24" y="52"/>
                    </a:lnTo>
                    <a:lnTo>
                      <a:pt x="19" y="42"/>
                    </a:lnTo>
                    <a:lnTo>
                      <a:pt x="17" y="35"/>
                    </a:lnTo>
                    <a:lnTo>
                      <a:pt x="17" y="32"/>
                    </a:lnTo>
                    <a:lnTo>
                      <a:pt x="17" y="30"/>
                    </a:lnTo>
                    <a:lnTo>
                      <a:pt x="17" y="28"/>
                    </a:lnTo>
                    <a:lnTo>
                      <a:pt x="30" y="15"/>
                    </a:lnTo>
                    <a:lnTo>
                      <a:pt x="32" y="15"/>
                    </a:lnTo>
                    <a:lnTo>
                      <a:pt x="35" y="17"/>
                    </a:lnTo>
                    <a:lnTo>
                      <a:pt x="43" y="19"/>
                    </a:lnTo>
                    <a:lnTo>
                      <a:pt x="53" y="23"/>
                    </a:lnTo>
                    <a:lnTo>
                      <a:pt x="60" y="21"/>
                    </a:lnTo>
                    <a:lnTo>
                      <a:pt x="64" y="10"/>
                    </a:lnTo>
                    <a:lnTo>
                      <a:pt x="68" y="4"/>
                    </a:lnTo>
                    <a:lnTo>
                      <a:pt x="69" y="1"/>
                    </a:lnTo>
                    <a:lnTo>
                      <a:pt x="70" y="0"/>
                    </a:lnTo>
                    <a:lnTo>
                      <a:pt x="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8" name="Freeform 22"/>
              <p:cNvSpPr>
                <a:spLocks noEditPoints="1"/>
              </p:cNvSpPr>
              <p:nvPr/>
            </p:nvSpPr>
            <p:spPr bwMode="auto">
              <a:xfrm rot="19386584" flipH="1">
                <a:off x="5994428" y="729005"/>
                <a:ext cx="156466" cy="153582"/>
              </a:xfrm>
              <a:custGeom>
                <a:avLst/>
                <a:gdLst>
                  <a:gd name="T0" fmla="*/ 94 w 217"/>
                  <a:gd name="T1" fmla="*/ 72 h 213"/>
                  <a:gd name="T2" fmla="*/ 73 w 217"/>
                  <a:gd name="T3" fmla="*/ 91 h 213"/>
                  <a:gd name="T4" fmla="*/ 73 w 217"/>
                  <a:gd name="T5" fmla="*/ 120 h 213"/>
                  <a:gd name="T6" fmla="*/ 94 w 217"/>
                  <a:gd name="T7" fmla="*/ 141 h 213"/>
                  <a:gd name="T8" fmla="*/ 124 w 217"/>
                  <a:gd name="T9" fmla="*/ 141 h 213"/>
                  <a:gd name="T10" fmla="*/ 144 w 217"/>
                  <a:gd name="T11" fmla="*/ 120 h 213"/>
                  <a:gd name="T12" fmla="*/ 144 w 217"/>
                  <a:gd name="T13" fmla="*/ 91 h 213"/>
                  <a:gd name="T14" fmla="*/ 124 w 217"/>
                  <a:gd name="T15" fmla="*/ 72 h 213"/>
                  <a:gd name="T16" fmla="*/ 96 w 217"/>
                  <a:gd name="T17" fmla="*/ 0 h 213"/>
                  <a:gd name="T18" fmla="*/ 121 w 217"/>
                  <a:gd name="T19" fmla="*/ 0 h 213"/>
                  <a:gd name="T20" fmla="*/ 127 w 217"/>
                  <a:gd name="T21" fmla="*/ 6 h 213"/>
                  <a:gd name="T22" fmla="*/ 136 w 217"/>
                  <a:gd name="T23" fmla="*/ 28 h 213"/>
                  <a:gd name="T24" fmla="*/ 158 w 217"/>
                  <a:gd name="T25" fmla="*/ 27 h 213"/>
                  <a:gd name="T26" fmla="*/ 170 w 217"/>
                  <a:gd name="T27" fmla="*/ 22 h 213"/>
                  <a:gd name="T28" fmla="*/ 174 w 217"/>
                  <a:gd name="T29" fmla="*/ 21 h 213"/>
                  <a:gd name="T30" fmla="*/ 178 w 217"/>
                  <a:gd name="T31" fmla="*/ 22 h 213"/>
                  <a:gd name="T32" fmla="*/ 195 w 217"/>
                  <a:gd name="T33" fmla="*/ 40 h 213"/>
                  <a:gd name="T34" fmla="*/ 193 w 217"/>
                  <a:gd name="T35" fmla="*/ 47 h 213"/>
                  <a:gd name="T36" fmla="*/ 184 w 217"/>
                  <a:gd name="T37" fmla="*/ 70 h 213"/>
                  <a:gd name="T38" fmla="*/ 202 w 217"/>
                  <a:gd name="T39" fmla="*/ 85 h 213"/>
                  <a:gd name="T40" fmla="*/ 216 w 217"/>
                  <a:gd name="T41" fmla="*/ 90 h 213"/>
                  <a:gd name="T42" fmla="*/ 217 w 217"/>
                  <a:gd name="T43" fmla="*/ 94 h 213"/>
                  <a:gd name="T44" fmla="*/ 217 w 217"/>
                  <a:gd name="T45" fmla="*/ 119 h 213"/>
                  <a:gd name="T46" fmla="*/ 212 w 217"/>
                  <a:gd name="T47" fmla="*/ 123 h 213"/>
                  <a:gd name="T48" fmla="*/ 188 w 217"/>
                  <a:gd name="T49" fmla="*/ 133 h 213"/>
                  <a:gd name="T50" fmla="*/ 191 w 217"/>
                  <a:gd name="T51" fmla="*/ 155 h 213"/>
                  <a:gd name="T52" fmla="*/ 196 w 217"/>
                  <a:gd name="T53" fmla="*/ 170 h 213"/>
                  <a:gd name="T54" fmla="*/ 195 w 217"/>
                  <a:gd name="T55" fmla="*/ 174 h 213"/>
                  <a:gd name="T56" fmla="*/ 174 w 217"/>
                  <a:gd name="T57" fmla="*/ 191 h 213"/>
                  <a:gd name="T58" fmla="*/ 159 w 217"/>
                  <a:gd name="T59" fmla="*/ 185 h 213"/>
                  <a:gd name="T60" fmla="*/ 136 w 217"/>
                  <a:gd name="T61" fmla="*/ 184 h 213"/>
                  <a:gd name="T62" fmla="*/ 127 w 217"/>
                  <a:gd name="T63" fmla="*/ 206 h 213"/>
                  <a:gd name="T64" fmla="*/ 123 w 217"/>
                  <a:gd name="T65" fmla="*/ 213 h 213"/>
                  <a:gd name="T66" fmla="*/ 98 w 217"/>
                  <a:gd name="T67" fmla="*/ 213 h 213"/>
                  <a:gd name="T68" fmla="*/ 94 w 217"/>
                  <a:gd name="T69" fmla="*/ 210 h 213"/>
                  <a:gd name="T70" fmla="*/ 87 w 217"/>
                  <a:gd name="T71" fmla="*/ 197 h 213"/>
                  <a:gd name="T72" fmla="*/ 72 w 217"/>
                  <a:gd name="T73" fmla="*/ 180 h 213"/>
                  <a:gd name="T74" fmla="*/ 52 w 217"/>
                  <a:gd name="T75" fmla="*/ 189 h 213"/>
                  <a:gd name="T76" fmla="*/ 44 w 217"/>
                  <a:gd name="T77" fmla="*/ 191 h 213"/>
                  <a:gd name="T78" fmla="*/ 42 w 217"/>
                  <a:gd name="T79" fmla="*/ 191 h 213"/>
                  <a:gd name="T80" fmla="*/ 23 w 217"/>
                  <a:gd name="T81" fmla="*/ 174 h 213"/>
                  <a:gd name="T82" fmla="*/ 22 w 217"/>
                  <a:gd name="T83" fmla="*/ 170 h 213"/>
                  <a:gd name="T84" fmla="*/ 27 w 217"/>
                  <a:gd name="T85" fmla="*/ 155 h 213"/>
                  <a:gd name="T86" fmla="*/ 30 w 217"/>
                  <a:gd name="T87" fmla="*/ 133 h 213"/>
                  <a:gd name="T88" fmla="*/ 6 w 217"/>
                  <a:gd name="T89" fmla="*/ 124 h 213"/>
                  <a:gd name="T90" fmla="*/ 0 w 217"/>
                  <a:gd name="T91" fmla="*/ 120 h 213"/>
                  <a:gd name="T92" fmla="*/ 0 w 217"/>
                  <a:gd name="T93" fmla="*/ 95 h 213"/>
                  <a:gd name="T94" fmla="*/ 1 w 217"/>
                  <a:gd name="T95" fmla="*/ 91 h 213"/>
                  <a:gd name="T96" fmla="*/ 15 w 217"/>
                  <a:gd name="T97" fmla="*/ 85 h 213"/>
                  <a:gd name="T98" fmla="*/ 34 w 217"/>
                  <a:gd name="T99" fmla="*/ 70 h 213"/>
                  <a:gd name="T100" fmla="*/ 23 w 217"/>
                  <a:gd name="T101" fmla="*/ 48 h 213"/>
                  <a:gd name="T102" fmla="*/ 22 w 217"/>
                  <a:gd name="T103" fmla="*/ 40 h 213"/>
                  <a:gd name="T104" fmla="*/ 40 w 217"/>
                  <a:gd name="T105" fmla="*/ 22 h 213"/>
                  <a:gd name="T106" fmla="*/ 48 w 217"/>
                  <a:gd name="T107" fmla="*/ 23 h 213"/>
                  <a:gd name="T108" fmla="*/ 72 w 217"/>
                  <a:gd name="T109" fmla="*/ 32 h 213"/>
                  <a:gd name="T110" fmla="*/ 86 w 217"/>
                  <a:gd name="T111" fmla="*/ 14 h 213"/>
                  <a:gd name="T112" fmla="*/ 93 w 217"/>
                  <a:gd name="T113" fmla="*/ 1 h 213"/>
                  <a:gd name="T114" fmla="*/ 96 w 217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7" h="213">
                    <a:moveTo>
                      <a:pt x="108" y="69"/>
                    </a:moveTo>
                    <a:lnTo>
                      <a:pt x="94" y="72"/>
                    </a:lnTo>
                    <a:lnTo>
                      <a:pt x="82" y="79"/>
                    </a:lnTo>
                    <a:lnTo>
                      <a:pt x="73" y="91"/>
                    </a:lnTo>
                    <a:lnTo>
                      <a:pt x="70" y="106"/>
                    </a:lnTo>
                    <a:lnTo>
                      <a:pt x="73" y="120"/>
                    </a:lnTo>
                    <a:lnTo>
                      <a:pt x="82" y="132"/>
                    </a:lnTo>
                    <a:lnTo>
                      <a:pt x="94" y="141"/>
                    </a:lnTo>
                    <a:lnTo>
                      <a:pt x="108" y="144"/>
                    </a:lnTo>
                    <a:lnTo>
                      <a:pt x="124" y="141"/>
                    </a:lnTo>
                    <a:lnTo>
                      <a:pt x="136" y="132"/>
                    </a:lnTo>
                    <a:lnTo>
                      <a:pt x="144" y="120"/>
                    </a:lnTo>
                    <a:lnTo>
                      <a:pt x="146" y="106"/>
                    </a:lnTo>
                    <a:lnTo>
                      <a:pt x="144" y="91"/>
                    </a:lnTo>
                    <a:lnTo>
                      <a:pt x="136" y="79"/>
                    </a:lnTo>
                    <a:lnTo>
                      <a:pt x="124" y="72"/>
                    </a:lnTo>
                    <a:lnTo>
                      <a:pt x="108" y="69"/>
                    </a:lnTo>
                    <a:close/>
                    <a:moveTo>
                      <a:pt x="96" y="0"/>
                    </a:moveTo>
                    <a:lnTo>
                      <a:pt x="120" y="0"/>
                    </a:lnTo>
                    <a:lnTo>
                      <a:pt x="121" y="0"/>
                    </a:lnTo>
                    <a:lnTo>
                      <a:pt x="124" y="1"/>
                    </a:lnTo>
                    <a:lnTo>
                      <a:pt x="127" y="6"/>
                    </a:lnTo>
                    <a:lnTo>
                      <a:pt x="130" y="14"/>
                    </a:lnTo>
                    <a:lnTo>
                      <a:pt x="136" y="28"/>
                    </a:lnTo>
                    <a:lnTo>
                      <a:pt x="145" y="32"/>
                    </a:lnTo>
                    <a:lnTo>
                      <a:pt x="158" y="27"/>
                    </a:lnTo>
                    <a:lnTo>
                      <a:pt x="166" y="23"/>
                    </a:lnTo>
                    <a:lnTo>
                      <a:pt x="170" y="22"/>
                    </a:lnTo>
                    <a:lnTo>
                      <a:pt x="172" y="21"/>
                    </a:lnTo>
                    <a:lnTo>
                      <a:pt x="174" y="21"/>
                    </a:lnTo>
                    <a:lnTo>
                      <a:pt x="175" y="21"/>
                    </a:lnTo>
                    <a:lnTo>
                      <a:pt x="178" y="22"/>
                    </a:lnTo>
                    <a:lnTo>
                      <a:pt x="193" y="38"/>
                    </a:lnTo>
                    <a:lnTo>
                      <a:pt x="195" y="40"/>
                    </a:lnTo>
                    <a:lnTo>
                      <a:pt x="195" y="41"/>
                    </a:lnTo>
                    <a:lnTo>
                      <a:pt x="193" y="47"/>
                    </a:lnTo>
                    <a:lnTo>
                      <a:pt x="189" y="56"/>
                    </a:lnTo>
                    <a:lnTo>
                      <a:pt x="184" y="70"/>
                    </a:lnTo>
                    <a:lnTo>
                      <a:pt x="188" y="79"/>
                    </a:lnTo>
                    <a:lnTo>
                      <a:pt x="202" y="85"/>
                    </a:lnTo>
                    <a:lnTo>
                      <a:pt x="212" y="87"/>
                    </a:lnTo>
                    <a:lnTo>
                      <a:pt x="216" y="90"/>
                    </a:lnTo>
                    <a:lnTo>
                      <a:pt x="217" y="93"/>
                    </a:lnTo>
                    <a:lnTo>
                      <a:pt x="217" y="94"/>
                    </a:lnTo>
                    <a:lnTo>
                      <a:pt x="217" y="116"/>
                    </a:lnTo>
                    <a:lnTo>
                      <a:pt x="217" y="119"/>
                    </a:lnTo>
                    <a:lnTo>
                      <a:pt x="216" y="120"/>
                    </a:lnTo>
                    <a:lnTo>
                      <a:pt x="212" y="123"/>
                    </a:lnTo>
                    <a:lnTo>
                      <a:pt x="202" y="127"/>
                    </a:lnTo>
                    <a:lnTo>
                      <a:pt x="188" y="133"/>
                    </a:lnTo>
                    <a:lnTo>
                      <a:pt x="184" y="142"/>
                    </a:lnTo>
                    <a:lnTo>
                      <a:pt x="191" y="155"/>
                    </a:lnTo>
                    <a:lnTo>
                      <a:pt x="195" y="165"/>
                    </a:lnTo>
                    <a:lnTo>
                      <a:pt x="196" y="170"/>
                    </a:lnTo>
                    <a:lnTo>
                      <a:pt x="195" y="171"/>
                    </a:lnTo>
                    <a:lnTo>
                      <a:pt x="195" y="174"/>
                    </a:lnTo>
                    <a:lnTo>
                      <a:pt x="176" y="191"/>
                    </a:lnTo>
                    <a:lnTo>
                      <a:pt x="174" y="191"/>
                    </a:lnTo>
                    <a:lnTo>
                      <a:pt x="170" y="189"/>
                    </a:lnTo>
                    <a:lnTo>
                      <a:pt x="159" y="185"/>
                    </a:lnTo>
                    <a:lnTo>
                      <a:pt x="145" y="180"/>
                    </a:lnTo>
                    <a:lnTo>
                      <a:pt x="136" y="184"/>
                    </a:lnTo>
                    <a:lnTo>
                      <a:pt x="130" y="197"/>
                    </a:lnTo>
                    <a:lnTo>
                      <a:pt x="127" y="206"/>
                    </a:lnTo>
                    <a:lnTo>
                      <a:pt x="124" y="210"/>
                    </a:lnTo>
                    <a:lnTo>
                      <a:pt x="123" y="213"/>
                    </a:lnTo>
                    <a:lnTo>
                      <a:pt x="120" y="213"/>
                    </a:lnTo>
                    <a:lnTo>
                      <a:pt x="98" y="213"/>
                    </a:lnTo>
                    <a:lnTo>
                      <a:pt x="95" y="213"/>
                    </a:lnTo>
                    <a:lnTo>
                      <a:pt x="94" y="210"/>
                    </a:lnTo>
                    <a:lnTo>
                      <a:pt x="91" y="206"/>
                    </a:lnTo>
                    <a:lnTo>
                      <a:pt x="87" y="197"/>
                    </a:lnTo>
                    <a:lnTo>
                      <a:pt x="81" y="184"/>
                    </a:lnTo>
                    <a:lnTo>
                      <a:pt x="72" y="180"/>
                    </a:lnTo>
                    <a:lnTo>
                      <a:pt x="60" y="185"/>
                    </a:lnTo>
                    <a:lnTo>
                      <a:pt x="52" y="189"/>
                    </a:lnTo>
                    <a:lnTo>
                      <a:pt x="47" y="191"/>
                    </a:lnTo>
                    <a:lnTo>
                      <a:pt x="44" y="191"/>
                    </a:lnTo>
                    <a:lnTo>
                      <a:pt x="44" y="191"/>
                    </a:lnTo>
                    <a:lnTo>
                      <a:pt x="42" y="191"/>
                    </a:lnTo>
                    <a:lnTo>
                      <a:pt x="40" y="189"/>
                    </a:lnTo>
                    <a:lnTo>
                      <a:pt x="23" y="174"/>
                    </a:lnTo>
                    <a:lnTo>
                      <a:pt x="23" y="172"/>
                    </a:lnTo>
                    <a:lnTo>
                      <a:pt x="22" y="170"/>
                    </a:lnTo>
                    <a:lnTo>
                      <a:pt x="23" y="165"/>
                    </a:lnTo>
                    <a:lnTo>
                      <a:pt x="27" y="155"/>
                    </a:lnTo>
                    <a:lnTo>
                      <a:pt x="34" y="142"/>
                    </a:lnTo>
                    <a:lnTo>
                      <a:pt x="30" y="133"/>
                    </a:lnTo>
                    <a:lnTo>
                      <a:pt x="15" y="128"/>
                    </a:lnTo>
                    <a:lnTo>
                      <a:pt x="6" y="124"/>
                    </a:lnTo>
                    <a:lnTo>
                      <a:pt x="1" y="121"/>
                    </a:lnTo>
                    <a:lnTo>
                      <a:pt x="0" y="120"/>
                    </a:lnTo>
                    <a:lnTo>
                      <a:pt x="0" y="117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1" y="91"/>
                    </a:lnTo>
                    <a:lnTo>
                      <a:pt x="6" y="89"/>
                    </a:lnTo>
                    <a:lnTo>
                      <a:pt x="15" y="85"/>
                    </a:lnTo>
                    <a:lnTo>
                      <a:pt x="30" y="79"/>
                    </a:lnTo>
                    <a:lnTo>
                      <a:pt x="34" y="70"/>
                    </a:lnTo>
                    <a:lnTo>
                      <a:pt x="27" y="56"/>
                    </a:lnTo>
                    <a:lnTo>
                      <a:pt x="23" y="48"/>
                    </a:lnTo>
                    <a:lnTo>
                      <a:pt x="22" y="43"/>
                    </a:lnTo>
                    <a:lnTo>
                      <a:pt x="22" y="40"/>
                    </a:lnTo>
                    <a:lnTo>
                      <a:pt x="23" y="39"/>
                    </a:lnTo>
                    <a:lnTo>
                      <a:pt x="40" y="22"/>
                    </a:lnTo>
                    <a:lnTo>
                      <a:pt x="43" y="22"/>
                    </a:lnTo>
                    <a:lnTo>
                      <a:pt x="48" y="23"/>
                    </a:lnTo>
                    <a:lnTo>
                      <a:pt x="57" y="26"/>
                    </a:lnTo>
                    <a:lnTo>
                      <a:pt x="72" y="32"/>
                    </a:lnTo>
                    <a:lnTo>
                      <a:pt x="81" y="28"/>
                    </a:lnTo>
                    <a:lnTo>
                      <a:pt x="86" y="14"/>
                    </a:lnTo>
                    <a:lnTo>
                      <a:pt x="90" y="6"/>
                    </a:lnTo>
                    <a:lnTo>
                      <a:pt x="93" y="1"/>
                    </a:lnTo>
                    <a:lnTo>
                      <a:pt x="95" y="0"/>
                    </a:lnTo>
                    <a:lnTo>
                      <a:pt x="9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29" name="Freeform 23"/>
              <p:cNvSpPr>
                <a:spLocks noEditPoints="1"/>
              </p:cNvSpPr>
              <p:nvPr/>
            </p:nvSpPr>
            <p:spPr bwMode="auto">
              <a:xfrm rot="19386584" flipH="1">
                <a:off x="5935230" y="1135045"/>
                <a:ext cx="156466" cy="154303"/>
              </a:xfrm>
              <a:custGeom>
                <a:avLst/>
                <a:gdLst>
                  <a:gd name="T0" fmla="*/ 94 w 217"/>
                  <a:gd name="T1" fmla="*/ 72 h 214"/>
                  <a:gd name="T2" fmla="*/ 73 w 217"/>
                  <a:gd name="T3" fmla="*/ 92 h 214"/>
                  <a:gd name="T4" fmla="*/ 73 w 217"/>
                  <a:gd name="T5" fmla="*/ 121 h 214"/>
                  <a:gd name="T6" fmla="*/ 94 w 217"/>
                  <a:gd name="T7" fmla="*/ 141 h 214"/>
                  <a:gd name="T8" fmla="*/ 124 w 217"/>
                  <a:gd name="T9" fmla="*/ 141 h 214"/>
                  <a:gd name="T10" fmla="*/ 144 w 217"/>
                  <a:gd name="T11" fmla="*/ 121 h 214"/>
                  <a:gd name="T12" fmla="*/ 144 w 217"/>
                  <a:gd name="T13" fmla="*/ 92 h 214"/>
                  <a:gd name="T14" fmla="*/ 124 w 217"/>
                  <a:gd name="T15" fmla="*/ 72 h 214"/>
                  <a:gd name="T16" fmla="*/ 97 w 217"/>
                  <a:gd name="T17" fmla="*/ 0 h 214"/>
                  <a:gd name="T18" fmla="*/ 121 w 217"/>
                  <a:gd name="T19" fmla="*/ 0 h 214"/>
                  <a:gd name="T20" fmla="*/ 127 w 217"/>
                  <a:gd name="T21" fmla="*/ 6 h 214"/>
                  <a:gd name="T22" fmla="*/ 136 w 217"/>
                  <a:gd name="T23" fmla="*/ 29 h 214"/>
                  <a:gd name="T24" fmla="*/ 158 w 217"/>
                  <a:gd name="T25" fmla="*/ 27 h 214"/>
                  <a:gd name="T26" fmla="*/ 170 w 217"/>
                  <a:gd name="T27" fmla="*/ 23 h 214"/>
                  <a:gd name="T28" fmla="*/ 174 w 217"/>
                  <a:gd name="T29" fmla="*/ 21 h 214"/>
                  <a:gd name="T30" fmla="*/ 178 w 217"/>
                  <a:gd name="T31" fmla="*/ 23 h 214"/>
                  <a:gd name="T32" fmla="*/ 195 w 217"/>
                  <a:gd name="T33" fmla="*/ 40 h 214"/>
                  <a:gd name="T34" fmla="*/ 193 w 217"/>
                  <a:gd name="T35" fmla="*/ 48 h 214"/>
                  <a:gd name="T36" fmla="*/ 184 w 217"/>
                  <a:gd name="T37" fmla="*/ 71 h 214"/>
                  <a:gd name="T38" fmla="*/ 203 w 217"/>
                  <a:gd name="T39" fmla="*/ 84 h 214"/>
                  <a:gd name="T40" fmla="*/ 216 w 217"/>
                  <a:gd name="T41" fmla="*/ 91 h 214"/>
                  <a:gd name="T42" fmla="*/ 217 w 217"/>
                  <a:gd name="T43" fmla="*/ 95 h 214"/>
                  <a:gd name="T44" fmla="*/ 217 w 217"/>
                  <a:gd name="T45" fmla="*/ 120 h 214"/>
                  <a:gd name="T46" fmla="*/ 212 w 217"/>
                  <a:gd name="T47" fmla="*/ 124 h 214"/>
                  <a:gd name="T48" fmla="*/ 188 w 217"/>
                  <a:gd name="T49" fmla="*/ 134 h 214"/>
                  <a:gd name="T50" fmla="*/ 191 w 217"/>
                  <a:gd name="T51" fmla="*/ 156 h 214"/>
                  <a:gd name="T52" fmla="*/ 196 w 217"/>
                  <a:gd name="T53" fmla="*/ 169 h 214"/>
                  <a:gd name="T54" fmla="*/ 195 w 217"/>
                  <a:gd name="T55" fmla="*/ 173 h 214"/>
                  <a:gd name="T56" fmla="*/ 174 w 217"/>
                  <a:gd name="T57" fmla="*/ 192 h 214"/>
                  <a:gd name="T58" fmla="*/ 159 w 217"/>
                  <a:gd name="T59" fmla="*/ 186 h 214"/>
                  <a:gd name="T60" fmla="*/ 136 w 217"/>
                  <a:gd name="T61" fmla="*/ 184 h 214"/>
                  <a:gd name="T62" fmla="*/ 127 w 217"/>
                  <a:gd name="T63" fmla="*/ 207 h 214"/>
                  <a:gd name="T64" fmla="*/ 123 w 217"/>
                  <a:gd name="T65" fmla="*/ 213 h 214"/>
                  <a:gd name="T66" fmla="*/ 98 w 217"/>
                  <a:gd name="T67" fmla="*/ 214 h 214"/>
                  <a:gd name="T68" fmla="*/ 94 w 217"/>
                  <a:gd name="T69" fmla="*/ 211 h 214"/>
                  <a:gd name="T70" fmla="*/ 87 w 217"/>
                  <a:gd name="T71" fmla="*/ 198 h 214"/>
                  <a:gd name="T72" fmla="*/ 72 w 217"/>
                  <a:gd name="T73" fmla="*/ 181 h 214"/>
                  <a:gd name="T74" fmla="*/ 52 w 217"/>
                  <a:gd name="T75" fmla="*/ 189 h 214"/>
                  <a:gd name="T76" fmla="*/ 44 w 217"/>
                  <a:gd name="T77" fmla="*/ 192 h 214"/>
                  <a:gd name="T78" fmla="*/ 42 w 217"/>
                  <a:gd name="T79" fmla="*/ 192 h 214"/>
                  <a:gd name="T80" fmla="*/ 23 w 217"/>
                  <a:gd name="T81" fmla="*/ 175 h 214"/>
                  <a:gd name="T82" fmla="*/ 22 w 217"/>
                  <a:gd name="T83" fmla="*/ 171 h 214"/>
                  <a:gd name="T84" fmla="*/ 27 w 217"/>
                  <a:gd name="T85" fmla="*/ 156 h 214"/>
                  <a:gd name="T86" fmla="*/ 30 w 217"/>
                  <a:gd name="T87" fmla="*/ 134 h 214"/>
                  <a:gd name="T88" fmla="*/ 6 w 217"/>
                  <a:gd name="T89" fmla="*/ 125 h 214"/>
                  <a:gd name="T90" fmla="*/ 0 w 217"/>
                  <a:gd name="T91" fmla="*/ 121 h 214"/>
                  <a:gd name="T92" fmla="*/ 0 w 217"/>
                  <a:gd name="T93" fmla="*/ 96 h 214"/>
                  <a:gd name="T94" fmla="*/ 1 w 217"/>
                  <a:gd name="T95" fmla="*/ 92 h 214"/>
                  <a:gd name="T96" fmla="*/ 16 w 217"/>
                  <a:gd name="T97" fmla="*/ 86 h 214"/>
                  <a:gd name="T98" fmla="*/ 34 w 217"/>
                  <a:gd name="T99" fmla="*/ 71 h 214"/>
                  <a:gd name="T100" fmla="*/ 23 w 217"/>
                  <a:gd name="T101" fmla="*/ 49 h 214"/>
                  <a:gd name="T102" fmla="*/ 22 w 217"/>
                  <a:gd name="T103" fmla="*/ 41 h 214"/>
                  <a:gd name="T104" fmla="*/ 40 w 217"/>
                  <a:gd name="T105" fmla="*/ 23 h 214"/>
                  <a:gd name="T106" fmla="*/ 48 w 217"/>
                  <a:gd name="T107" fmla="*/ 23 h 214"/>
                  <a:gd name="T108" fmla="*/ 72 w 217"/>
                  <a:gd name="T109" fmla="*/ 33 h 214"/>
                  <a:gd name="T110" fmla="*/ 86 w 217"/>
                  <a:gd name="T111" fmla="*/ 15 h 214"/>
                  <a:gd name="T112" fmla="*/ 93 w 217"/>
                  <a:gd name="T113" fmla="*/ 2 h 214"/>
                  <a:gd name="T114" fmla="*/ 97 w 217"/>
                  <a:gd name="T115" fmla="*/ 0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7" h="214">
                    <a:moveTo>
                      <a:pt x="108" y="70"/>
                    </a:moveTo>
                    <a:lnTo>
                      <a:pt x="94" y="72"/>
                    </a:lnTo>
                    <a:lnTo>
                      <a:pt x="82" y="80"/>
                    </a:lnTo>
                    <a:lnTo>
                      <a:pt x="73" y="92"/>
                    </a:lnTo>
                    <a:lnTo>
                      <a:pt x="70" y="107"/>
                    </a:lnTo>
                    <a:lnTo>
                      <a:pt x="73" y="121"/>
                    </a:lnTo>
                    <a:lnTo>
                      <a:pt x="82" y="133"/>
                    </a:lnTo>
                    <a:lnTo>
                      <a:pt x="94" y="141"/>
                    </a:lnTo>
                    <a:lnTo>
                      <a:pt x="108" y="144"/>
                    </a:lnTo>
                    <a:lnTo>
                      <a:pt x="124" y="141"/>
                    </a:lnTo>
                    <a:lnTo>
                      <a:pt x="136" y="133"/>
                    </a:lnTo>
                    <a:lnTo>
                      <a:pt x="144" y="121"/>
                    </a:lnTo>
                    <a:lnTo>
                      <a:pt x="146" y="107"/>
                    </a:lnTo>
                    <a:lnTo>
                      <a:pt x="144" y="92"/>
                    </a:lnTo>
                    <a:lnTo>
                      <a:pt x="136" y="80"/>
                    </a:lnTo>
                    <a:lnTo>
                      <a:pt x="124" y="72"/>
                    </a:lnTo>
                    <a:lnTo>
                      <a:pt x="108" y="70"/>
                    </a:lnTo>
                    <a:close/>
                    <a:moveTo>
                      <a:pt x="97" y="0"/>
                    </a:moveTo>
                    <a:lnTo>
                      <a:pt x="120" y="0"/>
                    </a:lnTo>
                    <a:lnTo>
                      <a:pt x="121" y="0"/>
                    </a:lnTo>
                    <a:lnTo>
                      <a:pt x="124" y="2"/>
                    </a:lnTo>
                    <a:lnTo>
                      <a:pt x="127" y="6"/>
                    </a:lnTo>
                    <a:lnTo>
                      <a:pt x="131" y="15"/>
                    </a:lnTo>
                    <a:lnTo>
                      <a:pt x="136" y="29"/>
                    </a:lnTo>
                    <a:lnTo>
                      <a:pt x="145" y="33"/>
                    </a:lnTo>
                    <a:lnTo>
                      <a:pt x="158" y="27"/>
                    </a:lnTo>
                    <a:lnTo>
                      <a:pt x="166" y="24"/>
                    </a:lnTo>
                    <a:lnTo>
                      <a:pt x="170" y="23"/>
                    </a:lnTo>
                    <a:lnTo>
                      <a:pt x="173" y="21"/>
                    </a:lnTo>
                    <a:lnTo>
                      <a:pt x="174" y="21"/>
                    </a:lnTo>
                    <a:lnTo>
                      <a:pt x="175" y="21"/>
                    </a:lnTo>
                    <a:lnTo>
                      <a:pt x="178" y="23"/>
                    </a:lnTo>
                    <a:lnTo>
                      <a:pt x="193" y="38"/>
                    </a:lnTo>
                    <a:lnTo>
                      <a:pt x="195" y="40"/>
                    </a:lnTo>
                    <a:lnTo>
                      <a:pt x="195" y="42"/>
                    </a:lnTo>
                    <a:lnTo>
                      <a:pt x="193" y="48"/>
                    </a:lnTo>
                    <a:lnTo>
                      <a:pt x="190" y="57"/>
                    </a:lnTo>
                    <a:lnTo>
                      <a:pt x="184" y="71"/>
                    </a:lnTo>
                    <a:lnTo>
                      <a:pt x="188" y="79"/>
                    </a:lnTo>
                    <a:lnTo>
                      <a:pt x="203" y="84"/>
                    </a:lnTo>
                    <a:lnTo>
                      <a:pt x="212" y="88"/>
                    </a:lnTo>
                    <a:lnTo>
                      <a:pt x="216" y="91"/>
                    </a:lnTo>
                    <a:lnTo>
                      <a:pt x="217" y="93"/>
                    </a:lnTo>
                    <a:lnTo>
                      <a:pt x="217" y="95"/>
                    </a:lnTo>
                    <a:lnTo>
                      <a:pt x="217" y="117"/>
                    </a:lnTo>
                    <a:lnTo>
                      <a:pt x="217" y="120"/>
                    </a:lnTo>
                    <a:lnTo>
                      <a:pt x="216" y="121"/>
                    </a:lnTo>
                    <a:lnTo>
                      <a:pt x="212" y="124"/>
                    </a:lnTo>
                    <a:lnTo>
                      <a:pt x="203" y="127"/>
                    </a:lnTo>
                    <a:lnTo>
                      <a:pt x="188" y="134"/>
                    </a:lnTo>
                    <a:lnTo>
                      <a:pt x="184" y="142"/>
                    </a:lnTo>
                    <a:lnTo>
                      <a:pt x="191" y="156"/>
                    </a:lnTo>
                    <a:lnTo>
                      <a:pt x="195" y="165"/>
                    </a:lnTo>
                    <a:lnTo>
                      <a:pt x="196" y="169"/>
                    </a:lnTo>
                    <a:lnTo>
                      <a:pt x="195" y="172"/>
                    </a:lnTo>
                    <a:lnTo>
                      <a:pt x="195" y="173"/>
                    </a:lnTo>
                    <a:lnTo>
                      <a:pt x="176" y="192"/>
                    </a:lnTo>
                    <a:lnTo>
                      <a:pt x="174" y="192"/>
                    </a:lnTo>
                    <a:lnTo>
                      <a:pt x="170" y="190"/>
                    </a:lnTo>
                    <a:lnTo>
                      <a:pt x="159" y="186"/>
                    </a:lnTo>
                    <a:lnTo>
                      <a:pt x="145" y="181"/>
                    </a:lnTo>
                    <a:lnTo>
                      <a:pt x="136" y="184"/>
                    </a:lnTo>
                    <a:lnTo>
                      <a:pt x="131" y="198"/>
                    </a:lnTo>
                    <a:lnTo>
                      <a:pt x="127" y="207"/>
                    </a:lnTo>
                    <a:lnTo>
                      <a:pt x="124" y="211"/>
                    </a:lnTo>
                    <a:lnTo>
                      <a:pt x="123" y="213"/>
                    </a:lnTo>
                    <a:lnTo>
                      <a:pt x="120" y="214"/>
                    </a:lnTo>
                    <a:lnTo>
                      <a:pt x="98" y="214"/>
                    </a:lnTo>
                    <a:lnTo>
                      <a:pt x="95" y="213"/>
                    </a:lnTo>
                    <a:lnTo>
                      <a:pt x="94" y="211"/>
                    </a:lnTo>
                    <a:lnTo>
                      <a:pt x="91" y="207"/>
                    </a:lnTo>
                    <a:lnTo>
                      <a:pt x="87" y="198"/>
                    </a:lnTo>
                    <a:lnTo>
                      <a:pt x="81" y="184"/>
                    </a:lnTo>
                    <a:lnTo>
                      <a:pt x="72" y="181"/>
                    </a:lnTo>
                    <a:lnTo>
                      <a:pt x="60" y="186"/>
                    </a:lnTo>
                    <a:lnTo>
                      <a:pt x="52" y="189"/>
                    </a:lnTo>
                    <a:lnTo>
                      <a:pt x="47" y="192"/>
                    </a:lnTo>
                    <a:lnTo>
                      <a:pt x="44" y="192"/>
                    </a:lnTo>
                    <a:lnTo>
                      <a:pt x="44" y="192"/>
                    </a:lnTo>
                    <a:lnTo>
                      <a:pt x="42" y="192"/>
                    </a:lnTo>
                    <a:lnTo>
                      <a:pt x="40" y="190"/>
                    </a:lnTo>
                    <a:lnTo>
                      <a:pt x="23" y="175"/>
                    </a:lnTo>
                    <a:lnTo>
                      <a:pt x="23" y="173"/>
                    </a:lnTo>
                    <a:lnTo>
                      <a:pt x="22" y="171"/>
                    </a:lnTo>
                    <a:lnTo>
                      <a:pt x="23" y="165"/>
                    </a:lnTo>
                    <a:lnTo>
                      <a:pt x="27" y="156"/>
                    </a:lnTo>
                    <a:lnTo>
                      <a:pt x="34" y="143"/>
                    </a:lnTo>
                    <a:lnTo>
                      <a:pt x="30" y="134"/>
                    </a:lnTo>
                    <a:lnTo>
                      <a:pt x="16" y="129"/>
                    </a:lnTo>
                    <a:lnTo>
                      <a:pt x="6" y="125"/>
                    </a:lnTo>
                    <a:lnTo>
                      <a:pt x="1" y="122"/>
                    </a:lnTo>
                    <a:lnTo>
                      <a:pt x="0" y="121"/>
                    </a:lnTo>
                    <a:lnTo>
                      <a:pt x="0" y="118"/>
                    </a:lnTo>
                    <a:lnTo>
                      <a:pt x="0" y="96"/>
                    </a:lnTo>
                    <a:lnTo>
                      <a:pt x="0" y="93"/>
                    </a:lnTo>
                    <a:lnTo>
                      <a:pt x="1" y="92"/>
                    </a:lnTo>
                    <a:lnTo>
                      <a:pt x="6" y="89"/>
                    </a:lnTo>
                    <a:lnTo>
                      <a:pt x="16" y="86"/>
                    </a:lnTo>
                    <a:lnTo>
                      <a:pt x="30" y="80"/>
                    </a:lnTo>
                    <a:lnTo>
                      <a:pt x="34" y="71"/>
                    </a:lnTo>
                    <a:lnTo>
                      <a:pt x="27" y="57"/>
                    </a:lnTo>
                    <a:lnTo>
                      <a:pt x="23" y="49"/>
                    </a:lnTo>
                    <a:lnTo>
                      <a:pt x="22" y="44"/>
                    </a:lnTo>
                    <a:lnTo>
                      <a:pt x="22" y="41"/>
                    </a:lnTo>
                    <a:lnTo>
                      <a:pt x="23" y="40"/>
                    </a:lnTo>
                    <a:lnTo>
                      <a:pt x="40" y="23"/>
                    </a:lnTo>
                    <a:lnTo>
                      <a:pt x="43" y="23"/>
                    </a:lnTo>
                    <a:lnTo>
                      <a:pt x="48" y="23"/>
                    </a:lnTo>
                    <a:lnTo>
                      <a:pt x="57" y="27"/>
                    </a:lnTo>
                    <a:lnTo>
                      <a:pt x="72" y="33"/>
                    </a:lnTo>
                    <a:lnTo>
                      <a:pt x="81" y="29"/>
                    </a:lnTo>
                    <a:lnTo>
                      <a:pt x="86" y="15"/>
                    </a:lnTo>
                    <a:lnTo>
                      <a:pt x="90" y="6"/>
                    </a:lnTo>
                    <a:lnTo>
                      <a:pt x="93" y="2"/>
                    </a:lnTo>
                    <a:lnTo>
                      <a:pt x="95" y="0"/>
                    </a:lnTo>
                    <a:lnTo>
                      <a:pt x="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0" name="Freeform 24"/>
              <p:cNvSpPr>
                <a:spLocks noEditPoints="1"/>
              </p:cNvSpPr>
              <p:nvPr/>
            </p:nvSpPr>
            <p:spPr bwMode="auto">
              <a:xfrm rot="19386584" flipH="1">
                <a:off x="6386650" y="1469953"/>
                <a:ext cx="157908" cy="153582"/>
              </a:xfrm>
              <a:custGeom>
                <a:avLst/>
                <a:gdLst>
                  <a:gd name="T0" fmla="*/ 94 w 219"/>
                  <a:gd name="T1" fmla="*/ 72 h 213"/>
                  <a:gd name="T2" fmla="*/ 75 w 219"/>
                  <a:gd name="T3" fmla="*/ 92 h 213"/>
                  <a:gd name="T4" fmla="*/ 75 w 219"/>
                  <a:gd name="T5" fmla="*/ 120 h 213"/>
                  <a:gd name="T6" fmla="*/ 94 w 219"/>
                  <a:gd name="T7" fmla="*/ 140 h 213"/>
                  <a:gd name="T8" fmla="*/ 124 w 219"/>
                  <a:gd name="T9" fmla="*/ 140 h 213"/>
                  <a:gd name="T10" fmla="*/ 144 w 219"/>
                  <a:gd name="T11" fmla="*/ 120 h 213"/>
                  <a:gd name="T12" fmla="*/ 144 w 219"/>
                  <a:gd name="T13" fmla="*/ 92 h 213"/>
                  <a:gd name="T14" fmla="*/ 124 w 219"/>
                  <a:gd name="T15" fmla="*/ 72 h 213"/>
                  <a:gd name="T16" fmla="*/ 97 w 219"/>
                  <a:gd name="T17" fmla="*/ 0 h 213"/>
                  <a:gd name="T18" fmla="*/ 122 w 219"/>
                  <a:gd name="T19" fmla="*/ 0 h 213"/>
                  <a:gd name="T20" fmla="*/ 127 w 219"/>
                  <a:gd name="T21" fmla="*/ 5 h 213"/>
                  <a:gd name="T22" fmla="*/ 136 w 219"/>
                  <a:gd name="T23" fmla="*/ 29 h 213"/>
                  <a:gd name="T24" fmla="*/ 158 w 219"/>
                  <a:gd name="T25" fmla="*/ 26 h 213"/>
                  <a:gd name="T26" fmla="*/ 172 w 219"/>
                  <a:gd name="T27" fmla="*/ 22 h 213"/>
                  <a:gd name="T28" fmla="*/ 174 w 219"/>
                  <a:gd name="T29" fmla="*/ 21 h 213"/>
                  <a:gd name="T30" fmla="*/ 178 w 219"/>
                  <a:gd name="T31" fmla="*/ 22 h 213"/>
                  <a:gd name="T32" fmla="*/ 195 w 219"/>
                  <a:gd name="T33" fmla="*/ 39 h 213"/>
                  <a:gd name="T34" fmla="*/ 194 w 219"/>
                  <a:gd name="T35" fmla="*/ 47 h 213"/>
                  <a:gd name="T36" fmla="*/ 185 w 219"/>
                  <a:gd name="T37" fmla="*/ 71 h 213"/>
                  <a:gd name="T38" fmla="*/ 203 w 219"/>
                  <a:gd name="T39" fmla="*/ 85 h 213"/>
                  <a:gd name="T40" fmla="*/ 216 w 219"/>
                  <a:gd name="T41" fmla="*/ 90 h 213"/>
                  <a:gd name="T42" fmla="*/ 219 w 219"/>
                  <a:gd name="T43" fmla="*/ 94 h 213"/>
                  <a:gd name="T44" fmla="*/ 219 w 219"/>
                  <a:gd name="T45" fmla="*/ 119 h 213"/>
                  <a:gd name="T46" fmla="*/ 212 w 219"/>
                  <a:gd name="T47" fmla="*/ 123 h 213"/>
                  <a:gd name="T48" fmla="*/ 189 w 219"/>
                  <a:gd name="T49" fmla="*/ 133 h 213"/>
                  <a:gd name="T50" fmla="*/ 191 w 219"/>
                  <a:gd name="T51" fmla="*/ 156 h 213"/>
                  <a:gd name="T52" fmla="*/ 196 w 219"/>
                  <a:gd name="T53" fmla="*/ 169 h 213"/>
                  <a:gd name="T54" fmla="*/ 195 w 219"/>
                  <a:gd name="T55" fmla="*/ 174 h 213"/>
                  <a:gd name="T56" fmla="*/ 175 w 219"/>
                  <a:gd name="T57" fmla="*/ 191 h 213"/>
                  <a:gd name="T58" fmla="*/ 161 w 219"/>
                  <a:gd name="T59" fmla="*/ 186 h 213"/>
                  <a:gd name="T60" fmla="*/ 138 w 219"/>
                  <a:gd name="T61" fmla="*/ 183 h 213"/>
                  <a:gd name="T62" fmla="*/ 128 w 219"/>
                  <a:gd name="T63" fmla="*/ 207 h 213"/>
                  <a:gd name="T64" fmla="*/ 123 w 219"/>
                  <a:gd name="T65" fmla="*/ 213 h 213"/>
                  <a:gd name="T66" fmla="*/ 98 w 219"/>
                  <a:gd name="T67" fmla="*/ 213 h 213"/>
                  <a:gd name="T68" fmla="*/ 94 w 219"/>
                  <a:gd name="T69" fmla="*/ 211 h 213"/>
                  <a:gd name="T70" fmla="*/ 88 w 219"/>
                  <a:gd name="T71" fmla="*/ 198 h 213"/>
                  <a:gd name="T72" fmla="*/ 73 w 219"/>
                  <a:gd name="T73" fmla="*/ 181 h 213"/>
                  <a:gd name="T74" fmla="*/ 53 w 219"/>
                  <a:gd name="T75" fmla="*/ 188 h 213"/>
                  <a:gd name="T76" fmla="*/ 46 w 219"/>
                  <a:gd name="T77" fmla="*/ 191 h 213"/>
                  <a:gd name="T78" fmla="*/ 42 w 219"/>
                  <a:gd name="T79" fmla="*/ 191 h 213"/>
                  <a:gd name="T80" fmla="*/ 25 w 219"/>
                  <a:gd name="T81" fmla="*/ 174 h 213"/>
                  <a:gd name="T82" fmla="*/ 24 w 219"/>
                  <a:gd name="T83" fmla="*/ 170 h 213"/>
                  <a:gd name="T84" fmla="*/ 28 w 219"/>
                  <a:gd name="T85" fmla="*/ 156 h 213"/>
                  <a:gd name="T86" fmla="*/ 30 w 219"/>
                  <a:gd name="T87" fmla="*/ 133 h 213"/>
                  <a:gd name="T88" fmla="*/ 7 w 219"/>
                  <a:gd name="T89" fmla="*/ 124 h 213"/>
                  <a:gd name="T90" fmla="*/ 1 w 219"/>
                  <a:gd name="T91" fmla="*/ 120 h 213"/>
                  <a:gd name="T92" fmla="*/ 0 w 219"/>
                  <a:gd name="T93" fmla="*/ 96 h 213"/>
                  <a:gd name="T94" fmla="*/ 3 w 219"/>
                  <a:gd name="T95" fmla="*/ 92 h 213"/>
                  <a:gd name="T96" fmla="*/ 16 w 219"/>
                  <a:gd name="T97" fmla="*/ 85 h 213"/>
                  <a:gd name="T98" fmla="*/ 34 w 219"/>
                  <a:gd name="T99" fmla="*/ 71 h 213"/>
                  <a:gd name="T100" fmla="*/ 24 w 219"/>
                  <a:gd name="T101" fmla="*/ 48 h 213"/>
                  <a:gd name="T102" fmla="*/ 22 w 219"/>
                  <a:gd name="T103" fmla="*/ 41 h 213"/>
                  <a:gd name="T104" fmla="*/ 42 w 219"/>
                  <a:gd name="T105" fmla="*/ 22 h 213"/>
                  <a:gd name="T106" fmla="*/ 49 w 219"/>
                  <a:gd name="T107" fmla="*/ 24 h 213"/>
                  <a:gd name="T108" fmla="*/ 73 w 219"/>
                  <a:gd name="T109" fmla="*/ 33 h 213"/>
                  <a:gd name="T110" fmla="*/ 88 w 219"/>
                  <a:gd name="T111" fmla="*/ 14 h 213"/>
                  <a:gd name="T112" fmla="*/ 94 w 219"/>
                  <a:gd name="T113" fmla="*/ 1 h 213"/>
                  <a:gd name="T114" fmla="*/ 97 w 219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9" h="213">
                    <a:moveTo>
                      <a:pt x="110" y="69"/>
                    </a:moveTo>
                    <a:lnTo>
                      <a:pt x="94" y="72"/>
                    </a:lnTo>
                    <a:lnTo>
                      <a:pt x="83" y="80"/>
                    </a:lnTo>
                    <a:lnTo>
                      <a:pt x="75" y="92"/>
                    </a:lnTo>
                    <a:lnTo>
                      <a:pt x="72" y="106"/>
                    </a:lnTo>
                    <a:lnTo>
                      <a:pt x="75" y="120"/>
                    </a:lnTo>
                    <a:lnTo>
                      <a:pt x="83" y="132"/>
                    </a:lnTo>
                    <a:lnTo>
                      <a:pt x="94" y="140"/>
                    </a:lnTo>
                    <a:lnTo>
                      <a:pt x="110" y="144"/>
                    </a:lnTo>
                    <a:lnTo>
                      <a:pt x="124" y="140"/>
                    </a:lnTo>
                    <a:lnTo>
                      <a:pt x="136" y="132"/>
                    </a:lnTo>
                    <a:lnTo>
                      <a:pt x="144" y="120"/>
                    </a:lnTo>
                    <a:lnTo>
                      <a:pt x="148" y="106"/>
                    </a:lnTo>
                    <a:lnTo>
                      <a:pt x="144" y="92"/>
                    </a:lnTo>
                    <a:lnTo>
                      <a:pt x="136" y="80"/>
                    </a:lnTo>
                    <a:lnTo>
                      <a:pt x="124" y="72"/>
                    </a:lnTo>
                    <a:lnTo>
                      <a:pt x="110" y="69"/>
                    </a:lnTo>
                    <a:close/>
                    <a:moveTo>
                      <a:pt x="97" y="0"/>
                    </a:moveTo>
                    <a:lnTo>
                      <a:pt x="121" y="0"/>
                    </a:lnTo>
                    <a:lnTo>
                      <a:pt x="122" y="0"/>
                    </a:lnTo>
                    <a:lnTo>
                      <a:pt x="124" y="1"/>
                    </a:lnTo>
                    <a:lnTo>
                      <a:pt x="127" y="5"/>
                    </a:lnTo>
                    <a:lnTo>
                      <a:pt x="131" y="14"/>
                    </a:lnTo>
                    <a:lnTo>
                      <a:pt x="136" y="29"/>
                    </a:lnTo>
                    <a:lnTo>
                      <a:pt x="145" y="33"/>
                    </a:lnTo>
                    <a:lnTo>
                      <a:pt x="158" y="26"/>
                    </a:lnTo>
                    <a:lnTo>
                      <a:pt x="166" y="24"/>
                    </a:lnTo>
                    <a:lnTo>
                      <a:pt x="172" y="22"/>
                    </a:lnTo>
                    <a:lnTo>
                      <a:pt x="174" y="21"/>
                    </a:lnTo>
                    <a:lnTo>
                      <a:pt x="174" y="21"/>
                    </a:lnTo>
                    <a:lnTo>
                      <a:pt x="177" y="21"/>
                    </a:lnTo>
                    <a:lnTo>
                      <a:pt x="178" y="22"/>
                    </a:lnTo>
                    <a:lnTo>
                      <a:pt x="194" y="38"/>
                    </a:lnTo>
                    <a:lnTo>
                      <a:pt x="195" y="39"/>
                    </a:lnTo>
                    <a:lnTo>
                      <a:pt x="195" y="42"/>
                    </a:lnTo>
                    <a:lnTo>
                      <a:pt x="194" y="47"/>
                    </a:lnTo>
                    <a:lnTo>
                      <a:pt x="191" y="56"/>
                    </a:lnTo>
                    <a:lnTo>
                      <a:pt x="185" y="71"/>
                    </a:lnTo>
                    <a:lnTo>
                      <a:pt x="189" y="79"/>
                    </a:lnTo>
                    <a:lnTo>
                      <a:pt x="203" y="85"/>
                    </a:lnTo>
                    <a:lnTo>
                      <a:pt x="212" y="88"/>
                    </a:lnTo>
                    <a:lnTo>
                      <a:pt x="216" y="90"/>
                    </a:lnTo>
                    <a:lnTo>
                      <a:pt x="219" y="93"/>
                    </a:lnTo>
                    <a:lnTo>
                      <a:pt x="219" y="94"/>
                    </a:lnTo>
                    <a:lnTo>
                      <a:pt x="219" y="116"/>
                    </a:lnTo>
                    <a:lnTo>
                      <a:pt x="219" y="119"/>
                    </a:lnTo>
                    <a:lnTo>
                      <a:pt x="216" y="120"/>
                    </a:lnTo>
                    <a:lnTo>
                      <a:pt x="212" y="123"/>
                    </a:lnTo>
                    <a:lnTo>
                      <a:pt x="203" y="127"/>
                    </a:lnTo>
                    <a:lnTo>
                      <a:pt x="189" y="133"/>
                    </a:lnTo>
                    <a:lnTo>
                      <a:pt x="185" y="141"/>
                    </a:lnTo>
                    <a:lnTo>
                      <a:pt x="191" y="156"/>
                    </a:lnTo>
                    <a:lnTo>
                      <a:pt x="195" y="165"/>
                    </a:lnTo>
                    <a:lnTo>
                      <a:pt x="196" y="169"/>
                    </a:lnTo>
                    <a:lnTo>
                      <a:pt x="196" y="171"/>
                    </a:lnTo>
                    <a:lnTo>
                      <a:pt x="195" y="174"/>
                    </a:lnTo>
                    <a:lnTo>
                      <a:pt x="177" y="191"/>
                    </a:lnTo>
                    <a:lnTo>
                      <a:pt x="175" y="191"/>
                    </a:lnTo>
                    <a:lnTo>
                      <a:pt x="170" y="190"/>
                    </a:lnTo>
                    <a:lnTo>
                      <a:pt x="161" y="186"/>
                    </a:lnTo>
                    <a:lnTo>
                      <a:pt x="147" y="181"/>
                    </a:lnTo>
                    <a:lnTo>
                      <a:pt x="138" y="183"/>
                    </a:lnTo>
                    <a:lnTo>
                      <a:pt x="131" y="198"/>
                    </a:lnTo>
                    <a:lnTo>
                      <a:pt x="128" y="207"/>
                    </a:lnTo>
                    <a:lnTo>
                      <a:pt x="126" y="211"/>
                    </a:lnTo>
                    <a:lnTo>
                      <a:pt x="123" y="213"/>
                    </a:lnTo>
                    <a:lnTo>
                      <a:pt x="122" y="213"/>
                    </a:lnTo>
                    <a:lnTo>
                      <a:pt x="98" y="213"/>
                    </a:lnTo>
                    <a:lnTo>
                      <a:pt x="97" y="213"/>
                    </a:lnTo>
                    <a:lnTo>
                      <a:pt x="94" y="211"/>
                    </a:lnTo>
                    <a:lnTo>
                      <a:pt x="92" y="207"/>
                    </a:lnTo>
                    <a:lnTo>
                      <a:pt x="88" y="198"/>
                    </a:lnTo>
                    <a:lnTo>
                      <a:pt x="83" y="185"/>
                    </a:lnTo>
                    <a:lnTo>
                      <a:pt x="73" y="181"/>
                    </a:lnTo>
                    <a:lnTo>
                      <a:pt x="60" y="186"/>
                    </a:lnTo>
                    <a:lnTo>
                      <a:pt x="53" y="188"/>
                    </a:lnTo>
                    <a:lnTo>
                      <a:pt x="47" y="191"/>
                    </a:lnTo>
                    <a:lnTo>
                      <a:pt x="46" y="191"/>
                    </a:lnTo>
                    <a:lnTo>
                      <a:pt x="45" y="191"/>
                    </a:lnTo>
                    <a:lnTo>
                      <a:pt x="42" y="191"/>
                    </a:lnTo>
                    <a:lnTo>
                      <a:pt x="41" y="190"/>
                    </a:lnTo>
                    <a:lnTo>
                      <a:pt x="25" y="174"/>
                    </a:lnTo>
                    <a:lnTo>
                      <a:pt x="24" y="173"/>
                    </a:lnTo>
                    <a:lnTo>
                      <a:pt x="24" y="170"/>
                    </a:lnTo>
                    <a:lnTo>
                      <a:pt x="25" y="165"/>
                    </a:lnTo>
                    <a:lnTo>
                      <a:pt x="28" y="156"/>
                    </a:lnTo>
                    <a:lnTo>
                      <a:pt x="34" y="143"/>
                    </a:lnTo>
                    <a:lnTo>
                      <a:pt x="30" y="133"/>
                    </a:lnTo>
                    <a:lnTo>
                      <a:pt x="16" y="128"/>
                    </a:lnTo>
                    <a:lnTo>
                      <a:pt x="7" y="124"/>
                    </a:lnTo>
                    <a:lnTo>
                      <a:pt x="3" y="122"/>
                    </a:lnTo>
                    <a:lnTo>
                      <a:pt x="1" y="120"/>
                    </a:lnTo>
                    <a:lnTo>
                      <a:pt x="0" y="118"/>
                    </a:lnTo>
                    <a:lnTo>
                      <a:pt x="0" y="96"/>
                    </a:lnTo>
                    <a:lnTo>
                      <a:pt x="1" y="93"/>
                    </a:lnTo>
                    <a:lnTo>
                      <a:pt x="3" y="92"/>
                    </a:lnTo>
                    <a:lnTo>
                      <a:pt x="7" y="89"/>
                    </a:lnTo>
                    <a:lnTo>
                      <a:pt x="16" y="85"/>
                    </a:lnTo>
                    <a:lnTo>
                      <a:pt x="30" y="80"/>
                    </a:lnTo>
                    <a:lnTo>
                      <a:pt x="34" y="71"/>
                    </a:lnTo>
                    <a:lnTo>
                      <a:pt x="28" y="56"/>
                    </a:lnTo>
                    <a:lnTo>
                      <a:pt x="24" y="48"/>
                    </a:lnTo>
                    <a:lnTo>
                      <a:pt x="22" y="43"/>
                    </a:lnTo>
                    <a:lnTo>
                      <a:pt x="22" y="41"/>
                    </a:lnTo>
                    <a:lnTo>
                      <a:pt x="24" y="39"/>
                    </a:lnTo>
                    <a:lnTo>
                      <a:pt x="42" y="22"/>
                    </a:lnTo>
                    <a:lnTo>
                      <a:pt x="43" y="22"/>
                    </a:lnTo>
                    <a:lnTo>
                      <a:pt x="49" y="24"/>
                    </a:lnTo>
                    <a:lnTo>
                      <a:pt x="59" y="26"/>
                    </a:lnTo>
                    <a:lnTo>
                      <a:pt x="73" y="33"/>
                    </a:lnTo>
                    <a:lnTo>
                      <a:pt x="83" y="29"/>
                    </a:lnTo>
                    <a:lnTo>
                      <a:pt x="88" y="14"/>
                    </a:lnTo>
                    <a:lnTo>
                      <a:pt x="92" y="5"/>
                    </a:lnTo>
                    <a:lnTo>
                      <a:pt x="94" y="1"/>
                    </a:lnTo>
                    <a:lnTo>
                      <a:pt x="96" y="0"/>
                    </a:lnTo>
                    <a:lnTo>
                      <a:pt x="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1" name="Freeform 25"/>
              <p:cNvSpPr>
                <a:spLocks noEditPoints="1"/>
              </p:cNvSpPr>
              <p:nvPr/>
            </p:nvSpPr>
            <p:spPr bwMode="auto">
              <a:xfrm rot="19386584" flipH="1">
                <a:off x="6367978" y="1882900"/>
                <a:ext cx="157187" cy="155024"/>
              </a:xfrm>
              <a:custGeom>
                <a:avLst/>
                <a:gdLst>
                  <a:gd name="T0" fmla="*/ 95 w 218"/>
                  <a:gd name="T1" fmla="*/ 74 h 215"/>
                  <a:gd name="T2" fmla="*/ 74 w 218"/>
                  <a:gd name="T3" fmla="*/ 93 h 215"/>
                  <a:gd name="T4" fmla="*/ 74 w 218"/>
                  <a:gd name="T5" fmla="*/ 122 h 215"/>
                  <a:gd name="T6" fmla="*/ 95 w 218"/>
                  <a:gd name="T7" fmla="*/ 142 h 215"/>
                  <a:gd name="T8" fmla="*/ 123 w 218"/>
                  <a:gd name="T9" fmla="*/ 142 h 215"/>
                  <a:gd name="T10" fmla="*/ 144 w 218"/>
                  <a:gd name="T11" fmla="*/ 122 h 215"/>
                  <a:gd name="T12" fmla="*/ 144 w 218"/>
                  <a:gd name="T13" fmla="*/ 93 h 215"/>
                  <a:gd name="T14" fmla="*/ 123 w 218"/>
                  <a:gd name="T15" fmla="*/ 74 h 215"/>
                  <a:gd name="T16" fmla="*/ 97 w 218"/>
                  <a:gd name="T17" fmla="*/ 0 h 215"/>
                  <a:gd name="T18" fmla="*/ 122 w 218"/>
                  <a:gd name="T19" fmla="*/ 2 h 215"/>
                  <a:gd name="T20" fmla="*/ 126 w 218"/>
                  <a:gd name="T21" fmla="*/ 7 h 215"/>
                  <a:gd name="T22" fmla="*/ 136 w 218"/>
                  <a:gd name="T23" fmla="*/ 31 h 215"/>
                  <a:gd name="T24" fmla="*/ 157 w 218"/>
                  <a:gd name="T25" fmla="*/ 28 h 215"/>
                  <a:gd name="T26" fmla="*/ 170 w 218"/>
                  <a:gd name="T27" fmla="*/ 23 h 215"/>
                  <a:gd name="T28" fmla="*/ 174 w 218"/>
                  <a:gd name="T29" fmla="*/ 23 h 215"/>
                  <a:gd name="T30" fmla="*/ 177 w 218"/>
                  <a:gd name="T31" fmla="*/ 24 h 215"/>
                  <a:gd name="T32" fmla="*/ 195 w 218"/>
                  <a:gd name="T33" fmla="*/ 41 h 215"/>
                  <a:gd name="T34" fmla="*/ 194 w 218"/>
                  <a:gd name="T35" fmla="*/ 49 h 215"/>
                  <a:gd name="T36" fmla="*/ 185 w 218"/>
                  <a:gd name="T37" fmla="*/ 72 h 215"/>
                  <a:gd name="T38" fmla="*/ 203 w 218"/>
                  <a:gd name="T39" fmla="*/ 86 h 215"/>
                  <a:gd name="T40" fmla="*/ 216 w 218"/>
                  <a:gd name="T41" fmla="*/ 92 h 215"/>
                  <a:gd name="T42" fmla="*/ 218 w 218"/>
                  <a:gd name="T43" fmla="*/ 96 h 215"/>
                  <a:gd name="T44" fmla="*/ 218 w 218"/>
                  <a:gd name="T45" fmla="*/ 121 h 215"/>
                  <a:gd name="T46" fmla="*/ 211 w 218"/>
                  <a:gd name="T47" fmla="*/ 125 h 215"/>
                  <a:gd name="T48" fmla="*/ 189 w 218"/>
                  <a:gd name="T49" fmla="*/ 134 h 215"/>
                  <a:gd name="T50" fmla="*/ 191 w 218"/>
                  <a:gd name="T51" fmla="*/ 158 h 215"/>
                  <a:gd name="T52" fmla="*/ 195 w 218"/>
                  <a:gd name="T53" fmla="*/ 171 h 215"/>
                  <a:gd name="T54" fmla="*/ 194 w 218"/>
                  <a:gd name="T55" fmla="*/ 175 h 215"/>
                  <a:gd name="T56" fmla="*/ 174 w 218"/>
                  <a:gd name="T57" fmla="*/ 193 h 215"/>
                  <a:gd name="T58" fmla="*/ 160 w 218"/>
                  <a:gd name="T59" fmla="*/ 188 h 215"/>
                  <a:gd name="T60" fmla="*/ 136 w 218"/>
                  <a:gd name="T61" fmla="*/ 185 h 215"/>
                  <a:gd name="T62" fmla="*/ 127 w 218"/>
                  <a:gd name="T63" fmla="*/ 209 h 215"/>
                  <a:gd name="T64" fmla="*/ 123 w 218"/>
                  <a:gd name="T65" fmla="*/ 214 h 215"/>
                  <a:gd name="T66" fmla="*/ 99 w 218"/>
                  <a:gd name="T67" fmla="*/ 215 h 215"/>
                  <a:gd name="T68" fmla="*/ 95 w 218"/>
                  <a:gd name="T69" fmla="*/ 213 h 215"/>
                  <a:gd name="T70" fmla="*/ 88 w 218"/>
                  <a:gd name="T71" fmla="*/ 199 h 215"/>
                  <a:gd name="T72" fmla="*/ 72 w 218"/>
                  <a:gd name="T73" fmla="*/ 181 h 215"/>
                  <a:gd name="T74" fmla="*/ 53 w 218"/>
                  <a:gd name="T75" fmla="*/ 190 h 215"/>
                  <a:gd name="T76" fmla="*/ 45 w 218"/>
                  <a:gd name="T77" fmla="*/ 193 h 215"/>
                  <a:gd name="T78" fmla="*/ 42 w 218"/>
                  <a:gd name="T79" fmla="*/ 193 h 215"/>
                  <a:gd name="T80" fmla="*/ 24 w 218"/>
                  <a:gd name="T81" fmla="*/ 176 h 215"/>
                  <a:gd name="T82" fmla="*/ 23 w 218"/>
                  <a:gd name="T83" fmla="*/ 172 h 215"/>
                  <a:gd name="T84" fmla="*/ 28 w 218"/>
                  <a:gd name="T85" fmla="*/ 158 h 215"/>
                  <a:gd name="T86" fmla="*/ 31 w 218"/>
                  <a:gd name="T87" fmla="*/ 135 h 215"/>
                  <a:gd name="T88" fmla="*/ 7 w 218"/>
                  <a:gd name="T89" fmla="*/ 126 h 215"/>
                  <a:gd name="T90" fmla="*/ 0 w 218"/>
                  <a:gd name="T91" fmla="*/ 121 h 215"/>
                  <a:gd name="T92" fmla="*/ 0 w 218"/>
                  <a:gd name="T93" fmla="*/ 97 h 215"/>
                  <a:gd name="T94" fmla="*/ 2 w 218"/>
                  <a:gd name="T95" fmla="*/ 93 h 215"/>
                  <a:gd name="T96" fmla="*/ 15 w 218"/>
                  <a:gd name="T97" fmla="*/ 87 h 215"/>
                  <a:gd name="T98" fmla="*/ 33 w 218"/>
                  <a:gd name="T99" fmla="*/ 72 h 215"/>
                  <a:gd name="T100" fmla="*/ 24 w 218"/>
                  <a:gd name="T101" fmla="*/ 49 h 215"/>
                  <a:gd name="T102" fmla="*/ 23 w 218"/>
                  <a:gd name="T103" fmla="*/ 42 h 215"/>
                  <a:gd name="T104" fmla="*/ 41 w 218"/>
                  <a:gd name="T105" fmla="*/ 23 h 215"/>
                  <a:gd name="T106" fmla="*/ 49 w 218"/>
                  <a:gd name="T107" fmla="*/ 24 h 215"/>
                  <a:gd name="T108" fmla="*/ 72 w 218"/>
                  <a:gd name="T109" fmla="*/ 34 h 215"/>
                  <a:gd name="T110" fmla="*/ 87 w 218"/>
                  <a:gd name="T111" fmla="*/ 16 h 215"/>
                  <a:gd name="T112" fmla="*/ 93 w 218"/>
                  <a:gd name="T113" fmla="*/ 3 h 215"/>
                  <a:gd name="T114" fmla="*/ 97 w 218"/>
                  <a:gd name="T115" fmla="*/ 0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8" h="215">
                    <a:moveTo>
                      <a:pt x="109" y="70"/>
                    </a:moveTo>
                    <a:lnTo>
                      <a:pt x="95" y="74"/>
                    </a:lnTo>
                    <a:lnTo>
                      <a:pt x="82" y="82"/>
                    </a:lnTo>
                    <a:lnTo>
                      <a:pt x="74" y="93"/>
                    </a:lnTo>
                    <a:lnTo>
                      <a:pt x="71" y="108"/>
                    </a:lnTo>
                    <a:lnTo>
                      <a:pt x="74" y="122"/>
                    </a:lnTo>
                    <a:lnTo>
                      <a:pt x="82" y="134"/>
                    </a:lnTo>
                    <a:lnTo>
                      <a:pt x="95" y="142"/>
                    </a:lnTo>
                    <a:lnTo>
                      <a:pt x="109" y="144"/>
                    </a:lnTo>
                    <a:lnTo>
                      <a:pt x="123" y="142"/>
                    </a:lnTo>
                    <a:lnTo>
                      <a:pt x="136" y="134"/>
                    </a:lnTo>
                    <a:lnTo>
                      <a:pt x="144" y="122"/>
                    </a:lnTo>
                    <a:lnTo>
                      <a:pt x="147" y="108"/>
                    </a:lnTo>
                    <a:lnTo>
                      <a:pt x="144" y="93"/>
                    </a:lnTo>
                    <a:lnTo>
                      <a:pt x="136" y="82"/>
                    </a:lnTo>
                    <a:lnTo>
                      <a:pt x="123" y="74"/>
                    </a:lnTo>
                    <a:lnTo>
                      <a:pt x="109" y="70"/>
                    </a:lnTo>
                    <a:close/>
                    <a:moveTo>
                      <a:pt x="97" y="0"/>
                    </a:moveTo>
                    <a:lnTo>
                      <a:pt x="119" y="0"/>
                    </a:lnTo>
                    <a:lnTo>
                      <a:pt x="122" y="2"/>
                    </a:lnTo>
                    <a:lnTo>
                      <a:pt x="123" y="3"/>
                    </a:lnTo>
                    <a:lnTo>
                      <a:pt x="126" y="7"/>
                    </a:lnTo>
                    <a:lnTo>
                      <a:pt x="130" y="16"/>
                    </a:lnTo>
                    <a:lnTo>
                      <a:pt x="136" y="31"/>
                    </a:lnTo>
                    <a:lnTo>
                      <a:pt x="146" y="33"/>
                    </a:lnTo>
                    <a:lnTo>
                      <a:pt x="157" y="28"/>
                    </a:lnTo>
                    <a:lnTo>
                      <a:pt x="165" y="25"/>
                    </a:lnTo>
                    <a:lnTo>
                      <a:pt x="170" y="23"/>
                    </a:lnTo>
                    <a:lnTo>
                      <a:pt x="173" y="23"/>
                    </a:lnTo>
                    <a:lnTo>
                      <a:pt x="174" y="23"/>
                    </a:lnTo>
                    <a:lnTo>
                      <a:pt x="176" y="23"/>
                    </a:lnTo>
                    <a:lnTo>
                      <a:pt x="177" y="24"/>
                    </a:lnTo>
                    <a:lnTo>
                      <a:pt x="194" y="40"/>
                    </a:lnTo>
                    <a:lnTo>
                      <a:pt x="195" y="41"/>
                    </a:lnTo>
                    <a:lnTo>
                      <a:pt x="195" y="44"/>
                    </a:lnTo>
                    <a:lnTo>
                      <a:pt x="194" y="49"/>
                    </a:lnTo>
                    <a:lnTo>
                      <a:pt x="190" y="58"/>
                    </a:lnTo>
                    <a:lnTo>
                      <a:pt x="185" y="72"/>
                    </a:lnTo>
                    <a:lnTo>
                      <a:pt x="187" y="80"/>
                    </a:lnTo>
                    <a:lnTo>
                      <a:pt x="203" y="86"/>
                    </a:lnTo>
                    <a:lnTo>
                      <a:pt x="211" y="89"/>
                    </a:lnTo>
                    <a:lnTo>
                      <a:pt x="216" y="92"/>
                    </a:lnTo>
                    <a:lnTo>
                      <a:pt x="218" y="95"/>
                    </a:lnTo>
                    <a:lnTo>
                      <a:pt x="218" y="96"/>
                    </a:lnTo>
                    <a:lnTo>
                      <a:pt x="218" y="118"/>
                    </a:lnTo>
                    <a:lnTo>
                      <a:pt x="218" y="121"/>
                    </a:lnTo>
                    <a:lnTo>
                      <a:pt x="216" y="122"/>
                    </a:lnTo>
                    <a:lnTo>
                      <a:pt x="211" y="125"/>
                    </a:lnTo>
                    <a:lnTo>
                      <a:pt x="203" y="129"/>
                    </a:lnTo>
                    <a:lnTo>
                      <a:pt x="189" y="134"/>
                    </a:lnTo>
                    <a:lnTo>
                      <a:pt x="185" y="143"/>
                    </a:lnTo>
                    <a:lnTo>
                      <a:pt x="191" y="158"/>
                    </a:lnTo>
                    <a:lnTo>
                      <a:pt x="194" y="165"/>
                    </a:lnTo>
                    <a:lnTo>
                      <a:pt x="195" y="171"/>
                    </a:lnTo>
                    <a:lnTo>
                      <a:pt x="195" y="173"/>
                    </a:lnTo>
                    <a:lnTo>
                      <a:pt x="194" y="175"/>
                    </a:lnTo>
                    <a:lnTo>
                      <a:pt x="177" y="192"/>
                    </a:lnTo>
                    <a:lnTo>
                      <a:pt x="174" y="193"/>
                    </a:lnTo>
                    <a:lnTo>
                      <a:pt x="169" y="192"/>
                    </a:lnTo>
                    <a:lnTo>
                      <a:pt x="160" y="188"/>
                    </a:lnTo>
                    <a:lnTo>
                      <a:pt x="146" y="181"/>
                    </a:lnTo>
                    <a:lnTo>
                      <a:pt x="136" y="185"/>
                    </a:lnTo>
                    <a:lnTo>
                      <a:pt x="131" y="199"/>
                    </a:lnTo>
                    <a:lnTo>
                      <a:pt x="127" y="209"/>
                    </a:lnTo>
                    <a:lnTo>
                      <a:pt x="125" y="213"/>
                    </a:lnTo>
                    <a:lnTo>
                      <a:pt x="123" y="214"/>
                    </a:lnTo>
                    <a:lnTo>
                      <a:pt x="121" y="215"/>
                    </a:lnTo>
                    <a:lnTo>
                      <a:pt x="99" y="215"/>
                    </a:lnTo>
                    <a:lnTo>
                      <a:pt x="96" y="214"/>
                    </a:lnTo>
                    <a:lnTo>
                      <a:pt x="95" y="213"/>
                    </a:lnTo>
                    <a:lnTo>
                      <a:pt x="92" y="209"/>
                    </a:lnTo>
                    <a:lnTo>
                      <a:pt x="88" y="199"/>
                    </a:lnTo>
                    <a:lnTo>
                      <a:pt x="82" y="185"/>
                    </a:lnTo>
                    <a:lnTo>
                      <a:pt x="72" y="181"/>
                    </a:lnTo>
                    <a:lnTo>
                      <a:pt x="61" y="188"/>
                    </a:lnTo>
                    <a:lnTo>
                      <a:pt x="53" y="190"/>
                    </a:lnTo>
                    <a:lnTo>
                      <a:pt x="48" y="192"/>
                    </a:lnTo>
                    <a:lnTo>
                      <a:pt x="45" y="193"/>
                    </a:lnTo>
                    <a:lnTo>
                      <a:pt x="44" y="193"/>
                    </a:lnTo>
                    <a:lnTo>
                      <a:pt x="42" y="193"/>
                    </a:lnTo>
                    <a:lnTo>
                      <a:pt x="41" y="192"/>
                    </a:lnTo>
                    <a:lnTo>
                      <a:pt x="24" y="176"/>
                    </a:lnTo>
                    <a:lnTo>
                      <a:pt x="23" y="175"/>
                    </a:lnTo>
                    <a:lnTo>
                      <a:pt x="23" y="172"/>
                    </a:lnTo>
                    <a:lnTo>
                      <a:pt x="24" y="167"/>
                    </a:lnTo>
                    <a:lnTo>
                      <a:pt x="28" y="158"/>
                    </a:lnTo>
                    <a:lnTo>
                      <a:pt x="33" y="143"/>
                    </a:lnTo>
                    <a:lnTo>
                      <a:pt x="31" y="135"/>
                    </a:lnTo>
                    <a:lnTo>
                      <a:pt x="15" y="130"/>
                    </a:lnTo>
                    <a:lnTo>
                      <a:pt x="7" y="126"/>
                    </a:lnTo>
                    <a:lnTo>
                      <a:pt x="2" y="123"/>
                    </a:lnTo>
                    <a:lnTo>
                      <a:pt x="0" y="121"/>
                    </a:lnTo>
                    <a:lnTo>
                      <a:pt x="0" y="120"/>
                    </a:lnTo>
                    <a:lnTo>
                      <a:pt x="0" y="97"/>
                    </a:lnTo>
                    <a:lnTo>
                      <a:pt x="0" y="95"/>
                    </a:lnTo>
                    <a:lnTo>
                      <a:pt x="2" y="93"/>
                    </a:lnTo>
                    <a:lnTo>
                      <a:pt x="7" y="91"/>
                    </a:lnTo>
                    <a:lnTo>
                      <a:pt x="15" y="87"/>
                    </a:lnTo>
                    <a:lnTo>
                      <a:pt x="31" y="80"/>
                    </a:lnTo>
                    <a:lnTo>
                      <a:pt x="33" y="72"/>
                    </a:lnTo>
                    <a:lnTo>
                      <a:pt x="27" y="58"/>
                    </a:lnTo>
                    <a:lnTo>
                      <a:pt x="24" y="49"/>
                    </a:lnTo>
                    <a:lnTo>
                      <a:pt x="23" y="45"/>
                    </a:lnTo>
                    <a:lnTo>
                      <a:pt x="23" y="42"/>
                    </a:lnTo>
                    <a:lnTo>
                      <a:pt x="24" y="41"/>
                    </a:lnTo>
                    <a:lnTo>
                      <a:pt x="41" y="23"/>
                    </a:lnTo>
                    <a:lnTo>
                      <a:pt x="44" y="23"/>
                    </a:lnTo>
                    <a:lnTo>
                      <a:pt x="49" y="24"/>
                    </a:lnTo>
                    <a:lnTo>
                      <a:pt x="58" y="28"/>
                    </a:lnTo>
                    <a:lnTo>
                      <a:pt x="72" y="34"/>
                    </a:lnTo>
                    <a:lnTo>
                      <a:pt x="82" y="31"/>
                    </a:lnTo>
                    <a:lnTo>
                      <a:pt x="87" y="16"/>
                    </a:lnTo>
                    <a:lnTo>
                      <a:pt x="91" y="7"/>
                    </a:lnTo>
                    <a:lnTo>
                      <a:pt x="93" y="3"/>
                    </a:lnTo>
                    <a:lnTo>
                      <a:pt x="95" y="2"/>
                    </a:lnTo>
                    <a:lnTo>
                      <a:pt x="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2" name="Freeform 26"/>
              <p:cNvSpPr>
                <a:spLocks noEditPoints="1"/>
              </p:cNvSpPr>
              <p:nvPr/>
            </p:nvSpPr>
            <p:spPr bwMode="auto">
              <a:xfrm rot="19386584" flipH="1">
                <a:off x="6072392" y="2202211"/>
                <a:ext cx="156466" cy="153582"/>
              </a:xfrm>
              <a:custGeom>
                <a:avLst/>
                <a:gdLst>
                  <a:gd name="T0" fmla="*/ 94 w 217"/>
                  <a:gd name="T1" fmla="*/ 72 h 213"/>
                  <a:gd name="T2" fmla="*/ 73 w 217"/>
                  <a:gd name="T3" fmla="*/ 91 h 213"/>
                  <a:gd name="T4" fmla="*/ 73 w 217"/>
                  <a:gd name="T5" fmla="*/ 122 h 213"/>
                  <a:gd name="T6" fmla="*/ 94 w 217"/>
                  <a:gd name="T7" fmla="*/ 141 h 213"/>
                  <a:gd name="T8" fmla="*/ 123 w 217"/>
                  <a:gd name="T9" fmla="*/ 141 h 213"/>
                  <a:gd name="T10" fmla="*/ 144 w 217"/>
                  <a:gd name="T11" fmla="*/ 122 h 213"/>
                  <a:gd name="T12" fmla="*/ 144 w 217"/>
                  <a:gd name="T13" fmla="*/ 91 h 213"/>
                  <a:gd name="T14" fmla="*/ 123 w 217"/>
                  <a:gd name="T15" fmla="*/ 72 h 213"/>
                  <a:gd name="T16" fmla="*/ 97 w 217"/>
                  <a:gd name="T17" fmla="*/ 0 h 213"/>
                  <a:gd name="T18" fmla="*/ 122 w 217"/>
                  <a:gd name="T19" fmla="*/ 0 h 213"/>
                  <a:gd name="T20" fmla="*/ 126 w 217"/>
                  <a:gd name="T21" fmla="*/ 6 h 213"/>
                  <a:gd name="T22" fmla="*/ 136 w 217"/>
                  <a:gd name="T23" fmla="*/ 29 h 213"/>
                  <a:gd name="T24" fmla="*/ 157 w 217"/>
                  <a:gd name="T25" fmla="*/ 27 h 213"/>
                  <a:gd name="T26" fmla="*/ 170 w 217"/>
                  <a:gd name="T27" fmla="*/ 22 h 213"/>
                  <a:gd name="T28" fmla="*/ 174 w 217"/>
                  <a:gd name="T29" fmla="*/ 21 h 213"/>
                  <a:gd name="T30" fmla="*/ 177 w 217"/>
                  <a:gd name="T31" fmla="*/ 22 h 213"/>
                  <a:gd name="T32" fmla="*/ 195 w 217"/>
                  <a:gd name="T33" fmla="*/ 40 h 213"/>
                  <a:gd name="T34" fmla="*/ 194 w 217"/>
                  <a:gd name="T35" fmla="*/ 48 h 213"/>
                  <a:gd name="T36" fmla="*/ 185 w 217"/>
                  <a:gd name="T37" fmla="*/ 70 h 213"/>
                  <a:gd name="T38" fmla="*/ 203 w 217"/>
                  <a:gd name="T39" fmla="*/ 85 h 213"/>
                  <a:gd name="T40" fmla="*/ 216 w 217"/>
                  <a:gd name="T41" fmla="*/ 91 h 213"/>
                  <a:gd name="T42" fmla="*/ 217 w 217"/>
                  <a:gd name="T43" fmla="*/ 95 h 213"/>
                  <a:gd name="T44" fmla="*/ 217 w 217"/>
                  <a:gd name="T45" fmla="*/ 119 h 213"/>
                  <a:gd name="T46" fmla="*/ 211 w 217"/>
                  <a:gd name="T47" fmla="*/ 124 h 213"/>
                  <a:gd name="T48" fmla="*/ 189 w 217"/>
                  <a:gd name="T49" fmla="*/ 133 h 213"/>
                  <a:gd name="T50" fmla="*/ 191 w 217"/>
                  <a:gd name="T51" fmla="*/ 156 h 213"/>
                  <a:gd name="T52" fmla="*/ 195 w 217"/>
                  <a:gd name="T53" fmla="*/ 170 h 213"/>
                  <a:gd name="T54" fmla="*/ 194 w 217"/>
                  <a:gd name="T55" fmla="*/ 174 h 213"/>
                  <a:gd name="T56" fmla="*/ 174 w 217"/>
                  <a:gd name="T57" fmla="*/ 191 h 213"/>
                  <a:gd name="T58" fmla="*/ 160 w 217"/>
                  <a:gd name="T59" fmla="*/ 186 h 213"/>
                  <a:gd name="T60" fmla="*/ 136 w 217"/>
                  <a:gd name="T61" fmla="*/ 184 h 213"/>
                  <a:gd name="T62" fmla="*/ 127 w 217"/>
                  <a:gd name="T63" fmla="*/ 207 h 213"/>
                  <a:gd name="T64" fmla="*/ 123 w 217"/>
                  <a:gd name="T65" fmla="*/ 213 h 213"/>
                  <a:gd name="T66" fmla="*/ 98 w 217"/>
                  <a:gd name="T67" fmla="*/ 213 h 213"/>
                  <a:gd name="T68" fmla="*/ 94 w 217"/>
                  <a:gd name="T69" fmla="*/ 212 h 213"/>
                  <a:gd name="T70" fmla="*/ 88 w 217"/>
                  <a:gd name="T71" fmla="*/ 199 h 213"/>
                  <a:gd name="T72" fmla="*/ 72 w 217"/>
                  <a:gd name="T73" fmla="*/ 180 h 213"/>
                  <a:gd name="T74" fmla="*/ 53 w 217"/>
                  <a:gd name="T75" fmla="*/ 190 h 213"/>
                  <a:gd name="T76" fmla="*/ 45 w 217"/>
                  <a:gd name="T77" fmla="*/ 192 h 213"/>
                  <a:gd name="T78" fmla="*/ 42 w 217"/>
                  <a:gd name="T79" fmla="*/ 192 h 213"/>
                  <a:gd name="T80" fmla="*/ 24 w 217"/>
                  <a:gd name="T81" fmla="*/ 174 h 213"/>
                  <a:gd name="T82" fmla="*/ 22 w 217"/>
                  <a:gd name="T83" fmla="*/ 170 h 213"/>
                  <a:gd name="T84" fmla="*/ 28 w 217"/>
                  <a:gd name="T85" fmla="*/ 157 h 213"/>
                  <a:gd name="T86" fmla="*/ 30 w 217"/>
                  <a:gd name="T87" fmla="*/ 133 h 213"/>
                  <a:gd name="T88" fmla="*/ 7 w 217"/>
                  <a:gd name="T89" fmla="*/ 124 h 213"/>
                  <a:gd name="T90" fmla="*/ 0 w 217"/>
                  <a:gd name="T91" fmla="*/ 120 h 213"/>
                  <a:gd name="T92" fmla="*/ 0 w 217"/>
                  <a:gd name="T93" fmla="*/ 95 h 213"/>
                  <a:gd name="T94" fmla="*/ 2 w 217"/>
                  <a:gd name="T95" fmla="*/ 91 h 213"/>
                  <a:gd name="T96" fmla="*/ 15 w 217"/>
                  <a:gd name="T97" fmla="*/ 85 h 213"/>
                  <a:gd name="T98" fmla="*/ 33 w 217"/>
                  <a:gd name="T99" fmla="*/ 70 h 213"/>
                  <a:gd name="T100" fmla="*/ 24 w 217"/>
                  <a:gd name="T101" fmla="*/ 48 h 213"/>
                  <a:gd name="T102" fmla="*/ 22 w 217"/>
                  <a:gd name="T103" fmla="*/ 40 h 213"/>
                  <a:gd name="T104" fmla="*/ 41 w 217"/>
                  <a:gd name="T105" fmla="*/ 22 h 213"/>
                  <a:gd name="T106" fmla="*/ 49 w 217"/>
                  <a:gd name="T107" fmla="*/ 23 h 213"/>
                  <a:gd name="T108" fmla="*/ 72 w 217"/>
                  <a:gd name="T109" fmla="*/ 33 h 213"/>
                  <a:gd name="T110" fmla="*/ 87 w 217"/>
                  <a:gd name="T111" fmla="*/ 14 h 213"/>
                  <a:gd name="T112" fmla="*/ 93 w 217"/>
                  <a:gd name="T113" fmla="*/ 1 h 213"/>
                  <a:gd name="T114" fmla="*/ 97 w 217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7" h="213">
                    <a:moveTo>
                      <a:pt x="109" y="69"/>
                    </a:moveTo>
                    <a:lnTo>
                      <a:pt x="94" y="72"/>
                    </a:lnTo>
                    <a:lnTo>
                      <a:pt x="81" y="80"/>
                    </a:lnTo>
                    <a:lnTo>
                      <a:pt x="73" y="91"/>
                    </a:lnTo>
                    <a:lnTo>
                      <a:pt x="71" y="106"/>
                    </a:lnTo>
                    <a:lnTo>
                      <a:pt x="73" y="122"/>
                    </a:lnTo>
                    <a:lnTo>
                      <a:pt x="81" y="133"/>
                    </a:lnTo>
                    <a:lnTo>
                      <a:pt x="94" y="141"/>
                    </a:lnTo>
                    <a:lnTo>
                      <a:pt x="109" y="144"/>
                    </a:lnTo>
                    <a:lnTo>
                      <a:pt x="123" y="141"/>
                    </a:lnTo>
                    <a:lnTo>
                      <a:pt x="136" y="133"/>
                    </a:lnTo>
                    <a:lnTo>
                      <a:pt x="144" y="122"/>
                    </a:lnTo>
                    <a:lnTo>
                      <a:pt x="147" y="106"/>
                    </a:lnTo>
                    <a:lnTo>
                      <a:pt x="144" y="91"/>
                    </a:lnTo>
                    <a:lnTo>
                      <a:pt x="136" y="80"/>
                    </a:lnTo>
                    <a:lnTo>
                      <a:pt x="123" y="72"/>
                    </a:lnTo>
                    <a:lnTo>
                      <a:pt x="109" y="69"/>
                    </a:lnTo>
                    <a:close/>
                    <a:moveTo>
                      <a:pt x="97" y="0"/>
                    </a:moveTo>
                    <a:lnTo>
                      <a:pt x="119" y="0"/>
                    </a:lnTo>
                    <a:lnTo>
                      <a:pt x="122" y="0"/>
                    </a:lnTo>
                    <a:lnTo>
                      <a:pt x="123" y="1"/>
                    </a:lnTo>
                    <a:lnTo>
                      <a:pt x="126" y="6"/>
                    </a:lnTo>
                    <a:lnTo>
                      <a:pt x="130" y="14"/>
                    </a:lnTo>
                    <a:lnTo>
                      <a:pt x="136" y="29"/>
                    </a:lnTo>
                    <a:lnTo>
                      <a:pt x="145" y="33"/>
                    </a:lnTo>
                    <a:lnTo>
                      <a:pt x="157" y="27"/>
                    </a:lnTo>
                    <a:lnTo>
                      <a:pt x="165" y="23"/>
                    </a:lnTo>
                    <a:lnTo>
                      <a:pt x="170" y="22"/>
                    </a:lnTo>
                    <a:lnTo>
                      <a:pt x="173" y="21"/>
                    </a:lnTo>
                    <a:lnTo>
                      <a:pt x="174" y="21"/>
                    </a:lnTo>
                    <a:lnTo>
                      <a:pt x="175" y="21"/>
                    </a:lnTo>
                    <a:lnTo>
                      <a:pt x="177" y="22"/>
                    </a:lnTo>
                    <a:lnTo>
                      <a:pt x="194" y="39"/>
                    </a:lnTo>
                    <a:lnTo>
                      <a:pt x="195" y="40"/>
                    </a:lnTo>
                    <a:lnTo>
                      <a:pt x="195" y="43"/>
                    </a:lnTo>
                    <a:lnTo>
                      <a:pt x="194" y="48"/>
                    </a:lnTo>
                    <a:lnTo>
                      <a:pt x="190" y="56"/>
                    </a:lnTo>
                    <a:lnTo>
                      <a:pt x="185" y="70"/>
                    </a:lnTo>
                    <a:lnTo>
                      <a:pt x="187" y="80"/>
                    </a:lnTo>
                    <a:lnTo>
                      <a:pt x="203" y="85"/>
                    </a:lnTo>
                    <a:lnTo>
                      <a:pt x="211" y="89"/>
                    </a:lnTo>
                    <a:lnTo>
                      <a:pt x="216" y="91"/>
                    </a:lnTo>
                    <a:lnTo>
                      <a:pt x="217" y="93"/>
                    </a:lnTo>
                    <a:lnTo>
                      <a:pt x="217" y="95"/>
                    </a:lnTo>
                    <a:lnTo>
                      <a:pt x="217" y="118"/>
                    </a:lnTo>
                    <a:lnTo>
                      <a:pt x="217" y="119"/>
                    </a:lnTo>
                    <a:lnTo>
                      <a:pt x="216" y="122"/>
                    </a:lnTo>
                    <a:lnTo>
                      <a:pt x="211" y="124"/>
                    </a:lnTo>
                    <a:lnTo>
                      <a:pt x="203" y="128"/>
                    </a:lnTo>
                    <a:lnTo>
                      <a:pt x="189" y="133"/>
                    </a:lnTo>
                    <a:lnTo>
                      <a:pt x="185" y="142"/>
                    </a:lnTo>
                    <a:lnTo>
                      <a:pt x="191" y="156"/>
                    </a:lnTo>
                    <a:lnTo>
                      <a:pt x="194" y="165"/>
                    </a:lnTo>
                    <a:lnTo>
                      <a:pt x="195" y="170"/>
                    </a:lnTo>
                    <a:lnTo>
                      <a:pt x="195" y="173"/>
                    </a:lnTo>
                    <a:lnTo>
                      <a:pt x="194" y="174"/>
                    </a:lnTo>
                    <a:lnTo>
                      <a:pt x="177" y="191"/>
                    </a:lnTo>
                    <a:lnTo>
                      <a:pt x="174" y="191"/>
                    </a:lnTo>
                    <a:lnTo>
                      <a:pt x="169" y="190"/>
                    </a:lnTo>
                    <a:lnTo>
                      <a:pt x="160" y="186"/>
                    </a:lnTo>
                    <a:lnTo>
                      <a:pt x="145" y="180"/>
                    </a:lnTo>
                    <a:lnTo>
                      <a:pt x="136" y="184"/>
                    </a:lnTo>
                    <a:lnTo>
                      <a:pt x="131" y="199"/>
                    </a:lnTo>
                    <a:lnTo>
                      <a:pt x="127" y="207"/>
                    </a:lnTo>
                    <a:lnTo>
                      <a:pt x="124" y="212"/>
                    </a:lnTo>
                    <a:lnTo>
                      <a:pt x="123" y="213"/>
                    </a:lnTo>
                    <a:lnTo>
                      <a:pt x="121" y="213"/>
                    </a:lnTo>
                    <a:lnTo>
                      <a:pt x="98" y="213"/>
                    </a:lnTo>
                    <a:lnTo>
                      <a:pt x="96" y="213"/>
                    </a:lnTo>
                    <a:lnTo>
                      <a:pt x="94" y="212"/>
                    </a:lnTo>
                    <a:lnTo>
                      <a:pt x="92" y="207"/>
                    </a:lnTo>
                    <a:lnTo>
                      <a:pt x="88" y="199"/>
                    </a:lnTo>
                    <a:lnTo>
                      <a:pt x="81" y="184"/>
                    </a:lnTo>
                    <a:lnTo>
                      <a:pt x="72" y="180"/>
                    </a:lnTo>
                    <a:lnTo>
                      <a:pt x="60" y="186"/>
                    </a:lnTo>
                    <a:lnTo>
                      <a:pt x="53" y="190"/>
                    </a:lnTo>
                    <a:lnTo>
                      <a:pt x="47" y="191"/>
                    </a:lnTo>
                    <a:lnTo>
                      <a:pt x="45" y="192"/>
                    </a:lnTo>
                    <a:lnTo>
                      <a:pt x="43" y="192"/>
                    </a:lnTo>
                    <a:lnTo>
                      <a:pt x="42" y="192"/>
                    </a:lnTo>
                    <a:lnTo>
                      <a:pt x="41" y="191"/>
                    </a:lnTo>
                    <a:lnTo>
                      <a:pt x="24" y="174"/>
                    </a:lnTo>
                    <a:lnTo>
                      <a:pt x="22" y="173"/>
                    </a:lnTo>
                    <a:lnTo>
                      <a:pt x="22" y="170"/>
                    </a:lnTo>
                    <a:lnTo>
                      <a:pt x="24" y="165"/>
                    </a:lnTo>
                    <a:lnTo>
                      <a:pt x="28" y="157"/>
                    </a:lnTo>
                    <a:lnTo>
                      <a:pt x="33" y="142"/>
                    </a:lnTo>
                    <a:lnTo>
                      <a:pt x="30" y="133"/>
                    </a:lnTo>
                    <a:lnTo>
                      <a:pt x="15" y="128"/>
                    </a:lnTo>
                    <a:lnTo>
                      <a:pt x="7" y="124"/>
                    </a:lnTo>
                    <a:lnTo>
                      <a:pt x="2" y="122"/>
                    </a:lnTo>
                    <a:lnTo>
                      <a:pt x="0" y="120"/>
                    </a:lnTo>
                    <a:lnTo>
                      <a:pt x="0" y="118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2" y="91"/>
                    </a:lnTo>
                    <a:lnTo>
                      <a:pt x="7" y="89"/>
                    </a:lnTo>
                    <a:lnTo>
                      <a:pt x="15" y="85"/>
                    </a:lnTo>
                    <a:lnTo>
                      <a:pt x="30" y="80"/>
                    </a:lnTo>
                    <a:lnTo>
                      <a:pt x="33" y="70"/>
                    </a:lnTo>
                    <a:lnTo>
                      <a:pt x="26" y="57"/>
                    </a:lnTo>
                    <a:lnTo>
                      <a:pt x="24" y="48"/>
                    </a:lnTo>
                    <a:lnTo>
                      <a:pt x="22" y="43"/>
                    </a:lnTo>
                    <a:lnTo>
                      <a:pt x="22" y="40"/>
                    </a:lnTo>
                    <a:lnTo>
                      <a:pt x="24" y="39"/>
                    </a:lnTo>
                    <a:lnTo>
                      <a:pt x="41" y="22"/>
                    </a:lnTo>
                    <a:lnTo>
                      <a:pt x="43" y="22"/>
                    </a:lnTo>
                    <a:lnTo>
                      <a:pt x="49" y="23"/>
                    </a:lnTo>
                    <a:lnTo>
                      <a:pt x="58" y="27"/>
                    </a:lnTo>
                    <a:lnTo>
                      <a:pt x="72" y="33"/>
                    </a:lnTo>
                    <a:lnTo>
                      <a:pt x="81" y="29"/>
                    </a:lnTo>
                    <a:lnTo>
                      <a:pt x="87" y="14"/>
                    </a:lnTo>
                    <a:lnTo>
                      <a:pt x="90" y="6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3" name="Freeform 27"/>
              <p:cNvSpPr>
                <a:spLocks noEditPoints="1"/>
              </p:cNvSpPr>
              <p:nvPr/>
            </p:nvSpPr>
            <p:spPr bwMode="auto">
              <a:xfrm rot="19386584" flipH="1">
                <a:off x="6725717" y="1967352"/>
                <a:ext cx="157908" cy="153582"/>
              </a:xfrm>
              <a:custGeom>
                <a:avLst/>
                <a:gdLst>
                  <a:gd name="T0" fmla="*/ 94 w 219"/>
                  <a:gd name="T1" fmla="*/ 72 h 213"/>
                  <a:gd name="T2" fmla="*/ 75 w 219"/>
                  <a:gd name="T3" fmla="*/ 93 h 213"/>
                  <a:gd name="T4" fmla="*/ 75 w 219"/>
                  <a:gd name="T5" fmla="*/ 122 h 213"/>
                  <a:gd name="T6" fmla="*/ 94 w 219"/>
                  <a:gd name="T7" fmla="*/ 141 h 213"/>
                  <a:gd name="T8" fmla="*/ 124 w 219"/>
                  <a:gd name="T9" fmla="*/ 141 h 213"/>
                  <a:gd name="T10" fmla="*/ 144 w 219"/>
                  <a:gd name="T11" fmla="*/ 122 h 213"/>
                  <a:gd name="T12" fmla="*/ 144 w 219"/>
                  <a:gd name="T13" fmla="*/ 93 h 213"/>
                  <a:gd name="T14" fmla="*/ 124 w 219"/>
                  <a:gd name="T15" fmla="*/ 72 h 213"/>
                  <a:gd name="T16" fmla="*/ 98 w 219"/>
                  <a:gd name="T17" fmla="*/ 0 h 213"/>
                  <a:gd name="T18" fmla="*/ 123 w 219"/>
                  <a:gd name="T19" fmla="*/ 0 h 213"/>
                  <a:gd name="T20" fmla="*/ 127 w 219"/>
                  <a:gd name="T21" fmla="*/ 6 h 213"/>
                  <a:gd name="T22" fmla="*/ 137 w 219"/>
                  <a:gd name="T23" fmla="*/ 29 h 213"/>
                  <a:gd name="T24" fmla="*/ 158 w 219"/>
                  <a:gd name="T25" fmla="*/ 27 h 213"/>
                  <a:gd name="T26" fmla="*/ 171 w 219"/>
                  <a:gd name="T27" fmla="*/ 22 h 213"/>
                  <a:gd name="T28" fmla="*/ 174 w 219"/>
                  <a:gd name="T29" fmla="*/ 22 h 213"/>
                  <a:gd name="T30" fmla="*/ 178 w 219"/>
                  <a:gd name="T31" fmla="*/ 23 h 213"/>
                  <a:gd name="T32" fmla="*/ 195 w 219"/>
                  <a:gd name="T33" fmla="*/ 40 h 213"/>
                  <a:gd name="T34" fmla="*/ 195 w 219"/>
                  <a:gd name="T35" fmla="*/ 48 h 213"/>
                  <a:gd name="T36" fmla="*/ 185 w 219"/>
                  <a:gd name="T37" fmla="*/ 71 h 213"/>
                  <a:gd name="T38" fmla="*/ 203 w 219"/>
                  <a:gd name="T39" fmla="*/ 85 h 213"/>
                  <a:gd name="T40" fmla="*/ 216 w 219"/>
                  <a:gd name="T41" fmla="*/ 91 h 213"/>
                  <a:gd name="T42" fmla="*/ 219 w 219"/>
                  <a:gd name="T43" fmla="*/ 95 h 213"/>
                  <a:gd name="T44" fmla="*/ 219 w 219"/>
                  <a:gd name="T45" fmla="*/ 119 h 213"/>
                  <a:gd name="T46" fmla="*/ 212 w 219"/>
                  <a:gd name="T47" fmla="*/ 124 h 213"/>
                  <a:gd name="T48" fmla="*/ 188 w 219"/>
                  <a:gd name="T49" fmla="*/ 133 h 213"/>
                  <a:gd name="T50" fmla="*/ 191 w 219"/>
                  <a:gd name="T51" fmla="*/ 157 h 213"/>
                  <a:gd name="T52" fmla="*/ 196 w 219"/>
                  <a:gd name="T53" fmla="*/ 170 h 213"/>
                  <a:gd name="T54" fmla="*/ 195 w 219"/>
                  <a:gd name="T55" fmla="*/ 174 h 213"/>
                  <a:gd name="T56" fmla="*/ 175 w 219"/>
                  <a:gd name="T57" fmla="*/ 191 h 213"/>
                  <a:gd name="T58" fmla="*/ 161 w 219"/>
                  <a:gd name="T59" fmla="*/ 187 h 213"/>
                  <a:gd name="T60" fmla="*/ 137 w 219"/>
                  <a:gd name="T61" fmla="*/ 184 h 213"/>
                  <a:gd name="T62" fmla="*/ 128 w 219"/>
                  <a:gd name="T63" fmla="*/ 207 h 213"/>
                  <a:gd name="T64" fmla="*/ 123 w 219"/>
                  <a:gd name="T65" fmla="*/ 213 h 213"/>
                  <a:gd name="T66" fmla="*/ 98 w 219"/>
                  <a:gd name="T67" fmla="*/ 213 h 213"/>
                  <a:gd name="T68" fmla="*/ 94 w 219"/>
                  <a:gd name="T69" fmla="*/ 212 h 213"/>
                  <a:gd name="T70" fmla="*/ 88 w 219"/>
                  <a:gd name="T71" fmla="*/ 199 h 213"/>
                  <a:gd name="T72" fmla="*/ 73 w 219"/>
                  <a:gd name="T73" fmla="*/ 181 h 213"/>
                  <a:gd name="T74" fmla="*/ 52 w 219"/>
                  <a:gd name="T75" fmla="*/ 190 h 213"/>
                  <a:gd name="T76" fmla="*/ 46 w 219"/>
                  <a:gd name="T77" fmla="*/ 192 h 213"/>
                  <a:gd name="T78" fmla="*/ 43 w 219"/>
                  <a:gd name="T79" fmla="*/ 192 h 213"/>
                  <a:gd name="T80" fmla="*/ 25 w 219"/>
                  <a:gd name="T81" fmla="*/ 175 h 213"/>
                  <a:gd name="T82" fmla="*/ 24 w 219"/>
                  <a:gd name="T83" fmla="*/ 170 h 213"/>
                  <a:gd name="T84" fmla="*/ 28 w 219"/>
                  <a:gd name="T85" fmla="*/ 157 h 213"/>
                  <a:gd name="T86" fmla="*/ 30 w 219"/>
                  <a:gd name="T87" fmla="*/ 133 h 213"/>
                  <a:gd name="T88" fmla="*/ 7 w 219"/>
                  <a:gd name="T89" fmla="*/ 126 h 213"/>
                  <a:gd name="T90" fmla="*/ 1 w 219"/>
                  <a:gd name="T91" fmla="*/ 120 h 213"/>
                  <a:gd name="T92" fmla="*/ 0 w 219"/>
                  <a:gd name="T93" fmla="*/ 95 h 213"/>
                  <a:gd name="T94" fmla="*/ 3 w 219"/>
                  <a:gd name="T95" fmla="*/ 91 h 213"/>
                  <a:gd name="T96" fmla="*/ 16 w 219"/>
                  <a:gd name="T97" fmla="*/ 86 h 213"/>
                  <a:gd name="T98" fmla="*/ 34 w 219"/>
                  <a:gd name="T99" fmla="*/ 71 h 213"/>
                  <a:gd name="T100" fmla="*/ 24 w 219"/>
                  <a:gd name="T101" fmla="*/ 48 h 213"/>
                  <a:gd name="T102" fmla="*/ 22 w 219"/>
                  <a:gd name="T103" fmla="*/ 40 h 213"/>
                  <a:gd name="T104" fmla="*/ 42 w 219"/>
                  <a:gd name="T105" fmla="*/ 22 h 213"/>
                  <a:gd name="T106" fmla="*/ 49 w 219"/>
                  <a:gd name="T107" fmla="*/ 23 h 213"/>
                  <a:gd name="T108" fmla="*/ 73 w 219"/>
                  <a:gd name="T109" fmla="*/ 33 h 213"/>
                  <a:gd name="T110" fmla="*/ 88 w 219"/>
                  <a:gd name="T111" fmla="*/ 16 h 213"/>
                  <a:gd name="T112" fmla="*/ 94 w 219"/>
                  <a:gd name="T113" fmla="*/ 2 h 213"/>
                  <a:gd name="T114" fmla="*/ 98 w 219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9" h="213">
                    <a:moveTo>
                      <a:pt x="110" y="69"/>
                    </a:moveTo>
                    <a:lnTo>
                      <a:pt x="94" y="72"/>
                    </a:lnTo>
                    <a:lnTo>
                      <a:pt x="83" y="81"/>
                    </a:lnTo>
                    <a:lnTo>
                      <a:pt x="75" y="93"/>
                    </a:lnTo>
                    <a:lnTo>
                      <a:pt x="72" y="107"/>
                    </a:lnTo>
                    <a:lnTo>
                      <a:pt x="75" y="122"/>
                    </a:lnTo>
                    <a:lnTo>
                      <a:pt x="83" y="133"/>
                    </a:lnTo>
                    <a:lnTo>
                      <a:pt x="94" y="141"/>
                    </a:lnTo>
                    <a:lnTo>
                      <a:pt x="110" y="144"/>
                    </a:lnTo>
                    <a:lnTo>
                      <a:pt x="124" y="141"/>
                    </a:lnTo>
                    <a:lnTo>
                      <a:pt x="136" y="133"/>
                    </a:lnTo>
                    <a:lnTo>
                      <a:pt x="144" y="122"/>
                    </a:lnTo>
                    <a:lnTo>
                      <a:pt x="148" y="107"/>
                    </a:lnTo>
                    <a:lnTo>
                      <a:pt x="144" y="93"/>
                    </a:lnTo>
                    <a:lnTo>
                      <a:pt x="136" y="81"/>
                    </a:lnTo>
                    <a:lnTo>
                      <a:pt x="124" y="72"/>
                    </a:lnTo>
                    <a:lnTo>
                      <a:pt x="110" y="69"/>
                    </a:lnTo>
                    <a:close/>
                    <a:moveTo>
                      <a:pt x="98" y="0"/>
                    </a:moveTo>
                    <a:lnTo>
                      <a:pt x="120" y="0"/>
                    </a:lnTo>
                    <a:lnTo>
                      <a:pt x="123" y="0"/>
                    </a:lnTo>
                    <a:lnTo>
                      <a:pt x="124" y="2"/>
                    </a:lnTo>
                    <a:lnTo>
                      <a:pt x="127" y="6"/>
                    </a:lnTo>
                    <a:lnTo>
                      <a:pt x="131" y="16"/>
                    </a:lnTo>
                    <a:lnTo>
                      <a:pt x="137" y="29"/>
                    </a:lnTo>
                    <a:lnTo>
                      <a:pt x="147" y="33"/>
                    </a:lnTo>
                    <a:lnTo>
                      <a:pt x="158" y="27"/>
                    </a:lnTo>
                    <a:lnTo>
                      <a:pt x="166" y="23"/>
                    </a:lnTo>
                    <a:lnTo>
                      <a:pt x="171" y="22"/>
                    </a:lnTo>
                    <a:lnTo>
                      <a:pt x="174" y="22"/>
                    </a:lnTo>
                    <a:lnTo>
                      <a:pt x="174" y="22"/>
                    </a:lnTo>
                    <a:lnTo>
                      <a:pt x="177" y="22"/>
                    </a:lnTo>
                    <a:lnTo>
                      <a:pt x="178" y="23"/>
                    </a:lnTo>
                    <a:lnTo>
                      <a:pt x="194" y="39"/>
                    </a:lnTo>
                    <a:lnTo>
                      <a:pt x="195" y="40"/>
                    </a:lnTo>
                    <a:lnTo>
                      <a:pt x="196" y="43"/>
                    </a:lnTo>
                    <a:lnTo>
                      <a:pt x="195" y="48"/>
                    </a:lnTo>
                    <a:lnTo>
                      <a:pt x="191" y="56"/>
                    </a:lnTo>
                    <a:lnTo>
                      <a:pt x="185" y="71"/>
                    </a:lnTo>
                    <a:lnTo>
                      <a:pt x="188" y="80"/>
                    </a:lnTo>
                    <a:lnTo>
                      <a:pt x="203" y="85"/>
                    </a:lnTo>
                    <a:lnTo>
                      <a:pt x="212" y="89"/>
                    </a:lnTo>
                    <a:lnTo>
                      <a:pt x="216" y="91"/>
                    </a:lnTo>
                    <a:lnTo>
                      <a:pt x="219" y="93"/>
                    </a:lnTo>
                    <a:lnTo>
                      <a:pt x="219" y="95"/>
                    </a:lnTo>
                    <a:lnTo>
                      <a:pt x="219" y="118"/>
                    </a:lnTo>
                    <a:lnTo>
                      <a:pt x="219" y="119"/>
                    </a:lnTo>
                    <a:lnTo>
                      <a:pt x="216" y="122"/>
                    </a:lnTo>
                    <a:lnTo>
                      <a:pt x="212" y="124"/>
                    </a:lnTo>
                    <a:lnTo>
                      <a:pt x="203" y="128"/>
                    </a:lnTo>
                    <a:lnTo>
                      <a:pt x="188" y="133"/>
                    </a:lnTo>
                    <a:lnTo>
                      <a:pt x="185" y="143"/>
                    </a:lnTo>
                    <a:lnTo>
                      <a:pt x="191" y="157"/>
                    </a:lnTo>
                    <a:lnTo>
                      <a:pt x="195" y="165"/>
                    </a:lnTo>
                    <a:lnTo>
                      <a:pt x="196" y="170"/>
                    </a:lnTo>
                    <a:lnTo>
                      <a:pt x="196" y="173"/>
                    </a:lnTo>
                    <a:lnTo>
                      <a:pt x="195" y="174"/>
                    </a:lnTo>
                    <a:lnTo>
                      <a:pt x="178" y="191"/>
                    </a:lnTo>
                    <a:lnTo>
                      <a:pt x="175" y="191"/>
                    </a:lnTo>
                    <a:lnTo>
                      <a:pt x="170" y="190"/>
                    </a:lnTo>
                    <a:lnTo>
                      <a:pt x="161" y="187"/>
                    </a:lnTo>
                    <a:lnTo>
                      <a:pt x="147" y="181"/>
                    </a:lnTo>
                    <a:lnTo>
                      <a:pt x="137" y="184"/>
                    </a:lnTo>
                    <a:lnTo>
                      <a:pt x="132" y="199"/>
                    </a:lnTo>
                    <a:lnTo>
                      <a:pt x="128" y="207"/>
                    </a:lnTo>
                    <a:lnTo>
                      <a:pt x="126" y="212"/>
                    </a:lnTo>
                    <a:lnTo>
                      <a:pt x="123" y="213"/>
                    </a:lnTo>
                    <a:lnTo>
                      <a:pt x="122" y="213"/>
                    </a:lnTo>
                    <a:lnTo>
                      <a:pt x="98" y="213"/>
                    </a:lnTo>
                    <a:lnTo>
                      <a:pt x="97" y="213"/>
                    </a:lnTo>
                    <a:lnTo>
                      <a:pt x="94" y="212"/>
                    </a:lnTo>
                    <a:lnTo>
                      <a:pt x="92" y="207"/>
                    </a:lnTo>
                    <a:lnTo>
                      <a:pt x="88" y="199"/>
                    </a:lnTo>
                    <a:lnTo>
                      <a:pt x="83" y="184"/>
                    </a:lnTo>
                    <a:lnTo>
                      <a:pt x="73" y="181"/>
                    </a:lnTo>
                    <a:lnTo>
                      <a:pt x="60" y="186"/>
                    </a:lnTo>
                    <a:lnTo>
                      <a:pt x="52" y="190"/>
                    </a:lnTo>
                    <a:lnTo>
                      <a:pt x="49" y="191"/>
                    </a:lnTo>
                    <a:lnTo>
                      <a:pt x="46" y="192"/>
                    </a:lnTo>
                    <a:lnTo>
                      <a:pt x="45" y="192"/>
                    </a:lnTo>
                    <a:lnTo>
                      <a:pt x="43" y="192"/>
                    </a:lnTo>
                    <a:lnTo>
                      <a:pt x="41" y="191"/>
                    </a:lnTo>
                    <a:lnTo>
                      <a:pt x="25" y="175"/>
                    </a:lnTo>
                    <a:lnTo>
                      <a:pt x="24" y="173"/>
                    </a:lnTo>
                    <a:lnTo>
                      <a:pt x="24" y="170"/>
                    </a:lnTo>
                    <a:lnTo>
                      <a:pt x="25" y="166"/>
                    </a:lnTo>
                    <a:lnTo>
                      <a:pt x="28" y="157"/>
                    </a:lnTo>
                    <a:lnTo>
                      <a:pt x="34" y="143"/>
                    </a:lnTo>
                    <a:lnTo>
                      <a:pt x="30" y="133"/>
                    </a:lnTo>
                    <a:lnTo>
                      <a:pt x="16" y="128"/>
                    </a:lnTo>
                    <a:lnTo>
                      <a:pt x="7" y="126"/>
                    </a:lnTo>
                    <a:lnTo>
                      <a:pt x="3" y="123"/>
                    </a:lnTo>
                    <a:lnTo>
                      <a:pt x="1" y="120"/>
                    </a:lnTo>
                    <a:lnTo>
                      <a:pt x="0" y="119"/>
                    </a:lnTo>
                    <a:lnTo>
                      <a:pt x="0" y="95"/>
                    </a:lnTo>
                    <a:lnTo>
                      <a:pt x="1" y="94"/>
                    </a:lnTo>
                    <a:lnTo>
                      <a:pt x="3" y="91"/>
                    </a:lnTo>
                    <a:lnTo>
                      <a:pt x="7" y="90"/>
                    </a:lnTo>
                    <a:lnTo>
                      <a:pt x="16" y="86"/>
                    </a:lnTo>
                    <a:lnTo>
                      <a:pt x="30" y="80"/>
                    </a:lnTo>
                    <a:lnTo>
                      <a:pt x="34" y="71"/>
                    </a:lnTo>
                    <a:lnTo>
                      <a:pt x="28" y="57"/>
                    </a:lnTo>
                    <a:lnTo>
                      <a:pt x="24" y="48"/>
                    </a:lnTo>
                    <a:lnTo>
                      <a:pt x="22" y="43"/>
                    </a:lnTo>
                    <a:lnTo>
                      <a:pt x="22" y="40"/>
                    </a:lnTo>
                    <a:lnTo>
                      <a:pt x="24" y="39"/>
                    </a:lnTo>
                    <a:lnTo>
                      <a:pt x="42" y="22"/>
                    </a:lnTo>
                    <a:lnTo>
                      <a:pt x="43" y="22"/>
                    </a:lnTo>
                    <a:lnTo>
                      <a:pt x="49" y="23"/>
                    </a:lnTo>
                    <a:lnTo>
                      <a:pt x="59" y="27"/>
                    </a:lnTo>
                    <a:lnTo>
                      <a:pt x="73" y="33"/>
                    </a:lnTo>
                    <a:lnTo>
                      <a:pt x="83" y="29"/>
                    </a:lnTo>
                    <a:lnTo>
                      <a:pt x="88" y="16"/>
                    </a:lnTo>
                    <a:lnTo>
                      <a:pt x="92" y="6"/>
                    </a:lnTo>
                    <a:lnTo>
                      <a:pt x="94" y="2"/>
                    </a:lnTo>
                    <a:lnTo>
                      <a:pt x="96" y="0"/>
                    </a:lnTo>
                    <a:lnTo>
                      <a:pt x="9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4" name="Freeform 28"/>
              <p:cNvSpPr>
                <a:spLocks noEditPoints="1"/>
              </p:cNvSpPr>
              <p:nvPr/>
            </p:nvSpPr>
            <p:spPr bwMode="auto">
              <a:xfrm rot="19386584" flipH="1">
                <a:off x="5031922" y="1167522"/>
                <a:ext cx="170166" cy="166561"/>
              </a:xfrm>
              <a:custGeom>
                <a:avLst/>
                <a:gdLst>
                  <a:gd name="T0" fmla="*/ 102 w 236"/>
                  <a:gd name="T1" fmla="*/ 78 h 231"/>
                  <a:gd name="T2" fmla="*/ 80 w 236"/>
                  <a:gd name="T3" fmla="*/ 100 h 231"/>
                  <a:gd name="T4" fmla="*/ 80 w 236"/>
                  <a:gd name="T5" fmla="*/ 131 h 231"/>
                  <a:gd name="T6" fmla="*/ 102 w 236"/>
                  <a:gd name="T7" fmla="*/ 152 h 231"/>
                  <a:gd name="T8" fmla="*/ 134 w 236"/>
                  <a:gd name="T9" fmla="*/ 152 h 231"/>
                  <a:gd name="T10" fmla="*/ 156 w 236"/>
                  <a:gd name="T11" fmla="*/ 131 h 231"/>
                  <a:gd name="T12" fmla="*/ 156 w 236"/>
                  <a:gd name="T13" fmla="*/ 100 h 231"/>
                  <a:gd name="T14" fmla="*/ 134 w 236"/>
                  <a:gd name="T15" fmla="*/ 78 h 231"/>
                  <a:gd name="T16" fmla="*/ 105 w 236"/>
                  <a:gd name="T17" fmla="*/ 0 h 231"/>
                  <a:gd name="T18" fmla="*/ 131 w 236"/>
                  <a:gd name="T19" fmla="*/ 0 h 231"/>
                  <a:gd name="T20" fmla="*/ 136 w 236"/>
                  <a:gd name="T21" fmla="*/ 7 h 231"/>
                  <a:gd name="T22" fmla="*/ 147 w 236"/>
                  <a:gd name="T23" fmla="*/ 32 h 231"/>
                  <a:gd name="T24" fmla="*/ 170 w 236"/>
                  <a:gd name="T25" fmla="*/ 29 h 231"/>
                  <a:gd name="T26" fmla="*/ 185 w 236"/>
                  <a:gd name="T27" fmla="*/ 24 h 231"/>
                  <a:gd name="T28" fmla="*/ 187 w 236"/>
                  <a:gd name="T29" fmla="*/ 24 h 231"/>
                  <a:gd name="T30" fmla="*/ 191 w 236"/>
                  <a:gd name="T31" fmla="*/ 25 h 231"/>
                  <a:gd name="T32" fmla="*/ 210 w 236"/>
                  <a:gd name="T33" fmla="*/ 44 h 231"/>
                  <a:gd name="T34" fmla="*/ 210 w 236"/>
                  <a:gd name="T35" fmla="*/ 49 h 231"/>
                  <a:gd name="T36" fmla="*/ 204 w 236"/>
                  <a:gd name="T37" fmla="*/ 63 h 231"/>
                  <a:gd name="T38" fmla="*/ 203 w 236"/>
                  <a:gd name="T39" fmla="*/ 85 h 231"/>
                  <a:gd name="T40" fmla="*/ 228 w 236"/>
                  <a:gd name="T41" fmla="*/ 96 h 231"/>
                  <a:gd name="T42" fmla="*/ 235 w 236"/>
                  <a:gd name="T43" fmla="*/ 100 h 231"/>
                  <a:gd name="T44" fmla="*/ 236 w 236"/>
                  <a:gd name="T45" fmla="*/ 127 h 231"/>
                  <a:gd name="T46" fmla="*/ 233 w 236"/>
                  <a:gd name="T47" fmla="*/ 131 h 231"/>
                  <a:gd name="T48" fmla="*/ 219 w 236"/>
                  <a:gd name="T49" fmla="*/ 138 h 231"/>
                  <a:gd name="T50" fmla="*/ 199 w 236"/>
                  <a:gd name="T51" fmla="*/ 153 h 231"/>
                  <a:gd name="T52" fmla="*/ 208 w 236"/>
                  <a:gd name="T53" fmla="*/ 176 h 231"/>
                  <a:gd name="T54" fmla="*/ 211 w 236"/>
                  <a:gd name="T55" fmla="*/ 185 h 231"/>
                  <a:gd name="T56" fmla="*/ 210 w 236"/>
                  <a:gd name="T57" fmla="*/ 188 h 231"/>
                  <a:gd name="T58" fmla="*/ 189 w 236"/>
                  <a:gd name="T59" fmla="*/ 206 h 231"/>
                  <a:gd name="T60" fmla="*/ 173 w 236"/>
                  <a:gd name="T61" fmla="*/ 201 h 231"/>
                  <a:gd name="T62" fmla="*/ 148 w 236"/>
                  <a:gd name="T63" fmla="*/ 199 h 231"/>
                  <a:gd name="T64" fmla="*/ 138 w 236"/>
                  <a:gd name="T65" fmla="*/ 223 h 231"/>
                  <a:gd name="T66" fmla="*/ 133 w 236"/>
                  <a:gd name="T67" fmla="*/ 229 h 231"/>
                  <a:gd name="T68" fmla="*/ 106 w 236"/>
                  <a:gd name="T69" fmla="*/ 231 h 231"/>
                  <a:gd name="T70" fmla="*/ 102 w 236"/>
                  <a:gd name="T71" fmla="*/ 228 h 231"/>
                  <a:gd name="T72" fmla="*/ 95 w 236"/>
                  <a:gd name="T73" fmla="*/ 214 h 231"/>
                  <a:gd name="T74" fmla="*/ 79 w 236"/>
                  <a:gd name="T75" fmla="*/ 195 h 231"/>
                  <a:gd name="T76" fmla="*/ 57 w 236"/>
                  <a:gd name="T77" fmla="*/ 205 h 231"/>
                  <a:gd name="T78" fmla="*/ 49 w 236"/>
                  <a:gd name="T79" fmla="*/ 207 h 231"/>
                  <a:gd name="T80" fmla="*/ 46 w 236"/>
                  <a:gd name="T81" fmla="*/ 207 h 231"/>
                  <a:gd name="T82" fmla="*/ 27 w 236"/>
                  <a:gd name="T83" fmla="*/ 189 h 231"/>
                  <a:gd name="T84" fmla="*/ 25 w 236"/>
                  <a:gd name="T85" fmla="*/ 185 h 231"/>
                  <a:gd name="T86" fmla="*/ 28 w 236"/>
                  <a:gd name="T87" fmla="*/ 176 h 231"/>
                  <a:gd name="T88" fmla="*/ 37 w 236"/>
                  <a:gd name="T89" fmla="*/ 153 h 231"/>
                  <a:gd name="T90" fmla="*/ 17 w 236"/>
                  <a:gd name="T91" fmla="*/ 139 h 231"/>
                  <a:gd name="T92" fmla="*/ 3 w 236"/>
                  <a:gd name="T93" fmla="*/ 133 h 231"/>
                  <a:gd name="T94" fmla="*/ 0 w 236"/>
                  <a:gd name="T95" fmla="*/ 127 h 231"/>
                  <a:gd name="T96" fmla="*/ 0 w 236"/>
                  <a:gd name="T97" fmla="*/ 101 h 231"/>
                  <a:gd name="T98" fmla="*/ 7 w 236"/>
                  <a:gd name="T99" fmla="*/ 96 h 231"/>
                  <a:gd name="T100" fmla="*/ 33 w 236"/>
                  <a:gd name="T101" fmla="*/ 87 h 231"/>
                  <a:gd name="T102" fmla="*/ 31 w 236"/>
                  <a:gd name="T103" fmla="*/ 63 h 231"/>
                  <a:gd name="T104" fmla="*/ 25 w 236"/>
                  <a:gd name="T105" fmla="*/ 49 h 231"/>
                  <a:gd name="T106" fmla="*/ 25 w 236"/>
                  <a:gd name="T107" fmla="*/ 44 h 231"/>
                  <a:gd name="T108" fmla="*/ 45 w 236"/>
                  <a:gd name="T109" fmla="*/ 24 h 231"/>
                  <a:gd name="T110" fmla="*/ 53 w 236"/>
                  <a:gd name="T111" fmla="*/ 25 h 231"/>
                  <a:gd name="T112" fmla="*/ 79 w 236"/>
                  <a:gd name="T113" fmla="*/ 36 h 231"/>
                  <a:gd name="T114" fmla="*/ 95 w 236"/>
                  <a:gd name="T115" fmla="*/ 16 h 231"/>
                  <a:gd name="T116" fmla="*/ 101 w 236"/>
                  <a:gd name="T117" fmla="*/ 2 h 231"/>
                  <a:gd name="T118" fmla="*/ 105 w 236"/>
                  <a:gd name="T119" fmla="*/ 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36" h="231">
                    <a:moveTo>
                      <a:pt x="118" y="75"/>
                    </a:moveTo>
                    <a:lnTo>
                      <a:pt x="102" y="78"/>
                    </a:lnTo>
                    <a:lnTo>
                      <a:pt x="89" y="87"/>
                    </a:lnTo>
                    <a:lnTo>
                      <a:pt x="80" y="100"/>
                    </a:lnTo>
                    <a:lnTo>
                      <a:pt x="76" y="116"/>
                    </a:lnTo>
                    <a:lnTo>
                      <a:pt x="80" y="131"/>
                    </a:lnTo>
                    <a:lnTo>
                      <a:pt x="89" y="143"/>
                    </a:lnTo>
                    <a:lnTo>
                      <a:pt x="102" y="152"/>
                    </a:lnTo>
                    <a:lnTo>
                      <a:pt x="118" y="155"/>
                    </a:lnTo>
                    <a:lnTo>
                      <a:pt x="134" y="152"/>
                    </a:lnTo>
                    <a:lnTo>
                      <a:pt x="147" y="143"/>
                    </a:lnTo>
                    <a:lnTo>
                      <a:pt x="156" y="131"/>
                    </a:lnTo>
                    <a:lnTo>
                      <a:pt x="159" y="116"/>
                    </a:lnTo>
                    <a:lnTo>
                      <a:pt x="156" y="100"/>
                    </a:lnTo>
                    <a:lnTo>
                      <a:pt x="147" y="87"/>
                    </a:lnTo>
                    <a:lnTo>
                      <a:pt x="134" y="78"/>
                    </a:lnTo>
                    <a:lnTo>
                      <a:pt x="118" y="75"/>
                    </a:lnTo>
                    <a:close/>
                    <a:moveTo>
                      <a:pt x="105" y="0"/>
                    </a:moveTo>
                    <a:lnTo>
                      <a:pt x="130" y="0"/>
                    </a:lnTo>
                    <a:lnTo>
                      <a:pt x="131" y="0"/>
                    </a:lnTo>
                    <a:lnTo>
                      <a:pt x="134" y="2"/>
                    </a:lnTo>
                    <a:lnTo>
                      <a:pt x="136" y="7"/>
                    </a:lnTo>
                    <a:lnTo>
                      <a:pt x="140" y="16"/>
                    </a:lnTo>
                    <a:lnTo>
                      <a:pt x="147" y="32"/>
                    </a:lnTo>
                    <a:lnTo>
                      <a:pt x="157" y="36"/>
                    </a:lnTo>
                    <a:lnTo>
                      <a:pt x="170" y="29"/>
                    </a:lnTo>
                    <a:lnTo>
                      <a:pt x="180" y="27"/>
                    </a:lnTo>
                    <a:lnTo>
                      <a:pt x="185" y="24"/>
                    </a:lnTo>
                    <a:lnTo>
                      <a:pt x="187" y="24"/>
                    </a:lnTo>
                    <a:lnTo>
                      <a:pt x="187" y="24"/>
                    </a:lnTo>
                    <a:lnTo>
                      <a:pt x="190" y="24"/>
                    </a:lnTo>
                    <a:lnTo>
                      <a:pt x="191" y="25"/>
                    </a:lnTo>
                    <a:lnTo>
                      <a:pt x="210" y="42"/>
                    </a:lnTo>
                    <a:lnTo>
                      <a:pt x="210" y="44"/>
                    </a:lnTo>
                    <a:lnTo>
                      <a:pt x="211" y="45"/>
                    </a:lnTo>
                    <a:lnTo>
                      <a:pt x="210" y="49"/>
                    </a:lnTo>
                    <a:lnTo>
                      <a:pt x="208" y="54"/>
                    </a:lnTo>
                    <a:lnTo>
                      <a:pt x="204" y="63"/>
                    </a:lnTo>
                    <a:lnTo>
                      <a:pt x="199" y="76"/>
                    </a:lnTo>
                    <a:lnTo>
                      <a:pt x="203" y="85"/>
                    </a:lnTo>
                    <a:lnTo>
                      <a:pt x="219" y="92"/>
                    </a:lnTo>
                    <a:lnTo>
                      <a:pt x="228" y="96"/>
                    </a:lnTo>
                    <a:lnTo>
                      <a:pt x="233" y="99"/>
                    </a:lnTo>
                    <a:lnTo>
                      <a:pt x="235" y="100"/>
                    </a:lnTo>
                    <a:lnTo>
                      <a:pt x="236" y="102"/>
                    </a:lnTo>
                    <a:lnTo>
                      <a:pt x="236" y="127"/>
                    </a:lnTo>
                    <a:lnTo>
                      <a:pt x="235" y="129"/>
                    </a:lnTo>
                    <a:lnTo>
                      <a:pt x="233" y="131"/>
                    </a:lnTo>
                    <a:lnTo>
                      <a:pt x="228" y="134"/>
                    </a:lnTo>
                    <a:lnTo>
                      <a:pt x="219" y="138"/>
                    </a:lnTo>
                    <a:lnTo>
                      <a:pt x="203" y="144"/>
                    </a:lnTo>
                    <a:lnTo>
                      <a:pt x="199" y="153"/>
                    </a:lnTo>
                    <a:lnTo>
                      <a:pt x="206" y="167"/>
                    </a:lnTo>
                    <a:lnTo>
                      <a:pt x="208" y="176"/>
                    </a:lnTo>
                    <a:lnTo>
                      <a:pt x="211" y="181"/>
                    </a:lnTo>
                    <a:lnTo>
                      <a:pt x="211" y="185"/>
                    </a:lnTo>
                    <a:lnTo>
                      <a:pt x="211" y="186"/>
                    </a:lnTo>
                    <a:lnTo>
                      <a:pt x="210" y="188"/>
                    </a:lnTo>
                    <a:lnTo>
                      <a:pt x="191" y="206"/>
                    </a:lnTo>
                    <a:lnTo>
                      <a:pt x="189" y="206"/>
                    </a:lnTo>
                    <a:lnTo>
                      <a:pt x="184" y="205"/>
                    </a:lnTo>
                    <a:lnTo>
                      <a:pt x="173" y="201"/>
                    </a:lnTo>
                    <a:lnTo>
                      <a:pt x="157" y="195"/>
                    </a:lnTo>
                    <a:lnTo>
                      <a:pt x="148" y="199"/>
                    </a:lnTo>
                    <a:lnTo>
                      <a:pt x="142" y="214"/>
                    </a:lnTo>
                    <a:lnTo>
                      <a:pt x="138" y="223"/>
                    </a:lnTo>
                    <a:lnTo>
                      <a:pt x="135" y="228"/>
                    </a:lnTo>
                    <a:lnTo>
                      <a:pt x="133" y="229"/>
                    </a:lnTo>
                    <a:lnTo>
                      <a:pt x="131" y="231"/>
                    </a:lnTo>
                    <a:lnTo>
                      <a:pt x="106" y="231"/>
                    </a:lnTo>
                    <a:lnTo>
                      <a:pt x="104" y="229"/>
                    </a:lnTo>
                    <a:lnTo>
                      <a:pt x="102" y="228"/>
                    </a:lnTo>
                    <a:lnTo>
                      <a:pt x="99" y="223"/>
                    </a:lnTo>
                    <a:lnTo>
                      <a:pt x="95" y="214"/>
                    </a:lnTo>
                    <a:lnTo>
                      <a:pt x="88" y="199"/>
                    </a:lnTo>
                    <a:lnTo>
                      <a:pt x="79" y="195"/>
                    </a:lnTo>
                    <a:lnTo>
                      <a:pt x="66" y="201"/>
                    </a:lnTo>
                    <a:lnTo>
                      <a:pt x="57" y="205"/>
                    </a:lnTo>
                    <a:lnTo>
                      <a:pt x="51" y="206"/>
                    </a:lnTo>
                    <a:lnTo>
                      <a:pt x="49" y="207"/>
                    </a:lnTo>
                    <a:lnTo>
                      <a:pt x="48" y="207"/>
                    </a:lnTo>
                    <a:lnTo>
                      <a:pt x="46" y="207"/>
                    </a:lnTo>
                    <a:lnTo>
                      <a:pt x="44" y="206"/>
                    </a:lnTo>
                    <a:lnTo>
                      <a:pt x="27" y="189"/>
                    </a:lnTo>
                    <a:lnTo>
                      <a:pt x="25" y="188"/>
                    </a:lnTo>
                    <a:lnTo>
                      <a:pt x="25" y="185"/>
                    </a:lnTo>
                    <a:lnTo>
                      <a:pt x="25" y="182"/>
                    </a:lnTo>
                    <a:lnTo>
                      <a:pt x="28" y="176"/>
                    </a:lnTo>
                    <a:lnTo>
                      <a:pt x="31" y="167"/>
                    </a:lnTo>
                    <a:lnTo>
                      <a:pt x="37" y="153"/>
                    </a:lnTo>
                    <a:lnTo>
                      <a:pt x="33" y="144"/>
                    </a:lnTo>
                    <a:lnTo>
                      <a:pt x="17" y="139"/>
                    </a:lnTo>
                    <a:lnTo>
                      <a:pt x="7" y="135"/>
                    </a:lnTo>
                    <a:lnTo>
                      <a:pt x="3" y="133"/>
                    </a:lnTo>
                    <a:lnTo>
                      <a:pt x="0" y="130"/>
                    </a:lnTo>
                    <a:lnTo>
                      <a:pt x="0" y="127"/>
                    </a:lnTo>
                    <a:lnTo>
                      <a:pt x="0" y="104"/>
                    </a:lnTo>
                    <a:lnTo>
                      <a:pt x="0" y="101"/>
                    </a:lnTo>
                    <a:lnTo>
                      <a:pt x="3" y="100"/>
                    </a:lnTo>
                    <a:lnTo>
                      <a:pt x="7" y="96"/>
                    </a:lnTo>
                    <a:lnTo>
                      <a:pt x="17" y="92"/>
                    </a:lnTo>
                    <a:lnTo>
                      <a:pt x="33" y="87"/>
                    </a:lnTo>
                    <a:lnTo>
                      <a:pt x="37" y="76"/>
                    </a:lnTo>
                    <a:lnTo>
                      <a:pt x="31" y="63"/>
                    </a:lnTo>
                    <a:lnTo>
                      <a:pt x="27" y="55"/>
                    </a:lnTo>
                    <a:lnTo>
                      <a:pt x="25" y="49"/>
                    </a:lnTo>
                    <a:lnTo>
                      <a:pt x="24" y="46"/>
                    </a:lnTo>
                    <a:lnTo>
                      <a:pt x="25" y="44"/>
                    </a:lnTo>
                    <a:lnTo>
                      <a:pt x="27" y="42"/>
                    </a:lnTo>
                    <a:lnTo>
                      <a:pt x="45" y="24"/>
                    </a:lnTo>
                    <a:lnTo>
                      <a:pt x="48" y="24"/>
                    </a:lnTo>
                    <a:lnTo>
                      <a:pt x="53" y="25"/>
                    </a:lnTo>
                    <a:lnTo>
                      <a:pt x="63" y="29"/>
                    </a:lnTo>
                    <a:lnTo>
                      <a:pt x="79" y="36"/>
                    </a:lnTo>
                    <a:lnTo>
                      <a:pt x="88" y="32"/>
                    </a:lnTo>
                    <a:lnTo>
                      <a:pt x="95" y="16"/>
                    </a:lnTo>
                    <a:lnTo>
                      <a:pt x="99" y="7"/>
                    </a:lnTo>
                    <a:lnTo>
                      <a:pt x="101" y="2"/>
                    </a:lnTo>
                    <a:lnTo>
                      <a:pt x="102" y="0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5" name="Freeform 29"/>
              <p:cNvSpPr>
                <a:spLocks noEditPoints="1"/>
              </p:cNvSpPr>
              <p:nvPr/>
            </p:nvSpPr>
            <p:spPr bwMode="auto">
              <a:xfrm rot="19386584" flipH="1">
                <a:off x="5053597" y="932183"/>
                <a:ext cx="77152" cy="74988"/>
              </a:xfrm>
              <a:custGeom>
                <a:avLst/>
                <a:gdLst>
                  <a:gd name="T0" fmla="*/ 42 w 107"/>
                  <a:gd name="T1" fmla="*/ 38 h 104"/>
                  <a:gd name="T2" fmla="*/ 34 w 107"/>
                  <a:gd name="T3" fmla="*/ 52 h 104"/>
                  <a:gd name="T4" fmla="*/ 42 w 107"/>
                  <a:gd name="T5" fmla="*/ 68 h 104"/>
                  <a:gd name="T6" fmla="*/ 59 w 107"/>
                  <a:gd name="T7" fmla="*/ 70 h 104"/>
                  <a:gd name="T8" fmla="*/ 71 w 107"/>
                  <a:gd name="T9" fmla="*/ 59 h 104"/>
                  <a:gd name="T10" fmla="*/ 68 w 107"/>
                  <a:gd name="T11" fmla="*/ 42 h 104"/>
                  <a:gd name="T12" fmla="*/ 53 w 107"/>
                  <a:gd name="T13" fmla="*/ 34 h 104"/>
                  <a:gd name="T14" fmla="*/ 59 w 107"/>
                  <a:gd name="T15" fmla="*/ 0 h 104"/>
                  <a:gd name="T16" fmla="*/ 61 w 107"/>
                  <a:gd name="T17" fmla="*/ 2 h 104"/>
                  <a:gd name="T18" fmla="*/ 67 w 107"/>
                  <a:gd name="T19" fmla="*/ 14 h 104"/>
                  <a:gd name="T20" fmla="*/ 80 w 107"/>
                  <a:gd name="T21" fmla="*/ 13 h 104"/>
                  <a:gd name="T22" fmla="*/ 85 w 107"/>
                  <a:gd name="T23" fmla="*/ 10 h 104"/>
                  <a:gd name="T24" fmla="*/ 86 w 107"/>
                  <a:gd name="T25" fmla="*/ 10 h 104"/>
                  <a:gd name="T26" fmla="*/ 95 w 107"/>
                  <a:gd name="T27" fmla="*/ 19 h 104"/>
                  <a:gd name="T28" fmla="*/ 95 w 107"/>
                  <a:gd name="T29" fmla="*/ 23 h 104"/>
                  <a:gd name="T30" fmla="*/ 90 w 107"/>
                  <a:gd name="T31" fmla="*/ 35 h 104"/>
                  <a:gd name="T32" fmla="*/ 102 w 107"/>
                  <a:gd name="T33" fmla="*/ 43 h 104"/>
                  <a:gd name="T34" fmla="*/ 107 w 107"/>
                  <a:gd name="T35" fmla="*/ 45 h 104"/>
                  <a:gd name="T36" fmla="*/ 107 w 107"/>
                  <a:gd name="T37" fmla="*/ 57 h 104"/>
                  <a:gd name="T38" fmla="*/ 106 w 107"/>
                  <a:gd name="T39" fmla="*/ 60 h 104"/>
                  <a:gd name="T40" fmla="*/ 98 w 107"/>
                  <a:gd name="T41" fmla="*/ 64 h 104"/>
                  <a:gd name="T42" fmla="*/ 93 w 107"/>
                  <a:gd name="T43" fmla="*/ 76 h 104"/>
                  <a:gd name="T44" fmla="*/ 95 w 107"/>
                  <a:gd name="T45" fmla="*/ 83 h 104"/>
                  <a:gd name="T46" fmla="*/ 95 w 107"/>
                  <a:gd name="T47" fmla="*/ 86 h 104"/>
                  <a:gd name="T48" fmla="*/ 84 w 107"/>
                  <a:gd name="T49" fmla="*/ 94 h 104"/>
                  <a:gd name="T50" fmla="*/ 72 w 107"/>
                  <a:gd name="T51" fmla="*/ 89 h 104"/>
                  <a:gd name="T52" fmla="*/ 63 w 107"/>
                  <a:gd name="T53" fmla="*/ 99 h 104"/>
                  <a:gd name="T54" fmla="*/ 60 w 107"/>
                  <a:gd name="T55" fmla="*/ 104 h 104"/>
                  <a:gd name="T56" fmla="*/ 48 w 107"/>
                  <a:gd name="T57" fmla="*/ 104 h 104"/>
                  <a:gd name="T58" fmla="*/ 46 w 107"/>
                  <a:gd name="T59" fmla="*/ 104 h 104"/>
                  <a:gd name="T60" fmla="*/ 42 w 107"/>
                  <a:gd name="T61" fmla="*/ 97 h 104"/>
                  <a:gd name="T62" fmla="*/ 30 w 107"/>
                  <a:gd name="T63" fmla="*/ 91 h 104"/>
                  <a:gd name="T64" fmla="*/ 23 w 107"/>
                  <a:gd name="T65" fmla="*/ 94 h 104"/>
                  <a:gd name="T66" fmla="*/ 21 w 107"/>
                  <a:gd name="T67" fmla="*/ 94 h 104"/>
                  <a:gd name="T68" fmla="*/ 12 w 107"/>
                  <a:gd name="T69" fmla="*/ 86 h 104"/>
                  <a:gd name="T70" fmla="*/ 10 w 107"/>
                  <a:gd name="T71" fmla="*/ 83 h 104"/>
                  <a:gd name="T72" fmla="*/ 13 w 107"/>
                  <a:gd name="T73" fmla="*/ 76 h 104"/>
                  <a:gd name="T74" fmla="*/ 9 w 107"/>
                  <a:gd name="T75" fmla="*/ 64 h 104"/>
                  <a:gd name="T76" fmla="*/ 0 w 107"/>
                  <a:gd name="T77" fmla="*/ 60 h 104"/>
                  <a:gd name="T78" fmla="*/ 0 w 107"/>
                  <a:gd name="T79" fmla="*/ 59 h 104"/>
                  <a:gd name="T80" fmla="*/ 0 w 107"/>
                  <a:gd name="T81" fmla="*/ 45 h 104"/>
                  <a:gd name="T82" fmla="*/ 5 w 107"/>
                  <a:gd name="T83" fmla="*/ 43 h 104"/>
                  <a:gd name="T84" fmla="*/ 16 w 107"/>
                  <a:gd name="T85" fmla="*/ 35 h 104"/>
                  <a:gd name="T86" fmla="*/ 10 w 107"/>
                  <a:gd name="T87" fmla="*/ 23 h 104"/>
                  <a:gd name="T88" fmla="*/ 10 w 107"/>
                  <a:gd name="T89" fmla="*/ 19 h 104"/>
                  <a:gd name="T90" fmla="*/ 21 w 107"/>
                  <a:gd name="T91" fmla="*/ 10 h 104"/>
                  <a:gd name="T92" fmla="*/ 30 w 107"/>
                  <a:gd name="T93" fmla="*/ 14 h 104"/>
                  <a:gd name="T94" fmla="*/ 42 w 107"/>
                  <a:gd name="T95" fmla="*/ 9 h 104"/>
                  <a:gd name="T96" fmla="*/ 46 w 107"/>
                  <a:gd name="T97" fmla="*/ 1 h 104"/>
                  <a:gd name="T98" fmla="*/ 47 w 107"/>
                  <a:gd name="T99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4">
                    <a:moveTo>
                      <a:pt x="53" y="34"/>
                    </a:moveTo>
                    <a:lnTo>
                      <a:pt x="47" y="35"/>
                    </a:lnTo>
                    <a:lnTo>
                      <a:pt x="42" y="38"/>
                    </a:lnTo>
                    <a:lnTo>
                      <a:pt x="38" y="42"/>
                    </a:lnTo>
                    <a:lnTo>
                      <a:pt x="35" y="47"/>
                    </a:lnTo>
                    <a:lnTo>
                      <a:pt x="34" y="52"/>
                    </a:lnTo>
                    <a:lnTo>
                      <a:pt x="35" y="59"/>
                    </a:lnTo>
                    <a:lnTo>
                      <a:pt x="38" y="62"/>
                    </a:lnTo>
                    <a:lnTo>
                      <a:pt x="42" y="68"/>
                    </a:lnTo>
                    <a:lnTo>
                      <a:pt x="47" y="70"/>
                    </a:lnTo>
                    <a:lnTo>
                      <a:pt x="53" y="70"/>
                    </a:lnTo>
                    <a:lnTo>
                      <a:pt x="59" y="70"/>
                    </a:lnTo>
                    <a:lnTo>
                      <a:pt x="64" y="68"/>
                    </a:lnTo>
                    <a:lnTo>
                      <a:pt x="68" y="62"/>
                    </a:lnTo>
                    <a:lnTo>
                      <a:pt x="71" y="59"/>
                    </a:lnTo>
                    <a:lnTo>
                      <a:pt x="72" y="52"/>
                    </a:lnTo>
                    <a:lnTo>
                      <a:pt x="71" y="47"/>
                    </a:lnTo>
                    <a:lnTo>
                      <a:pt x="68" y="42"/>
                    </a:lnTo>
                    <a:lnTo>
                      <a:pt x="64" y="38"/>
                    </a:lnTo>
                    <a:lnTo>
                      <a:pt x="59" y="35"/>
                    </a:lnTo>
                    <a:lnTo>
                      <a:pt x="53" y="34"/>
                    </a:lnTo>
                    <a:close/>
                    <a:moveTo>
                      <a:pt x="47" y="0"/>
                    </a:moveTo>
                    <a:lnTo>
                      <a:pt x="59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0" y="1"/>
                    </a:lnTo>
                    <a:lnTo>
                      <a:pt x="61" y="2"/>
                    </a:lnTo>
                    <a:lnTo>
                      <a:pt x="63" y="5"/>
                    </a:lnTo>
                    <a:lnTo>
                      <a:pt x="64" y="9"/>
                    </a:lnTo>
                    <a:lnTo>
                      <a:pt x="67" y="14"/>
                    </a:lnTo>
                    <a:lnTo>
                      <a:pt x="71" y="15"/>
                    </a:lnTo>
                    <a:lnTo>
                      <a:pt x="76" y="14"/>
                    </a:lnTo>
                    <a:lnTo>
                      <a:pt x="80" y="13"/>
                    </a:lnTo>
                    <a:lnTo>
                      <a:pt x="82" y="11"/>
                    </a:lnTo>
                    <a:lnTo>
                      <a:pt x="84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8" y="11"/>
                    </a:lnTo>
                    <a:lnTo>
                      <a:pt x="95" y="19"/>
                    </a:lnTo>
                    <a:lnTo>
                      <a:pt x="95" y="19"/>
                    </a:lnTo>
                    <a:lnTo>
                      <a:pt x="95" y="19"/>
                    </a:lnTo>
                    <a:lnTo>
                      <a:pt x="95" y="21"/>
                    </a:lnTo>
                    <a:lnTo>
                      <a:pt x="95" y="23"/>
                    </a:lnTo>
                    <a:lnTo>
                      <a:pt x="94" y="26"/>
                    </a:lnTo>
                    <a:lnTo>
                      <a:pt x="93" y="30"/>
                    </a:lnTo>
                    <a:lnTo>
                      <a:pt x="90" y="35"/>
                    </a:lnTo>
                    <a:lnTo>
                      <a:pt x="93" y="39"/>
                    </a:lnTo>
                    <a:lnTo>
                      <a:pt x="98" y="40"/>
                    </a:lnTo>
                    <a:lnTo>
                      <a:pt x="102" y="43"/>
                    </a:lnTo>
                    <a:lnTo>
                      <a:pt x="105" y="43"/>
                    </a:lnTo>
                    <a:lnTo>
                      <a:pt x="106" y="44"/>
                    </a:lnTo>
                    <a:lnTo>
                      <a:pt x="107" y="45"/>
                    </a:lnTo>
                    <a:lnTo>
                      <a:pt x="107" y="45"/>
                    </a:lnTo>
                    <a:lnTo>
                      <a:pt x="107" y="47"/>
                    </a:lnTo>
                    <a:lnTo>
                      <a:pt x="107" y="57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5" y="61"/>
                    </a:lnTo>
                    <a:lnTo>
                      <a:pt x="102" y="61"/>
                    </a:lnTo>
                    <a:lnTo>
                      <a:pt x="98" y="64"/>
                    </a:lnTo>
                    <a:lnTo>
                      <a:pt x="93" y="65"/>
                    </a:lnTo>
                    <a:lnTo>
                      <a:pt x="90" y="70"/>
                    </a:lnTo>
                    <a:lnTo>
                      <a:pt x="93" y="76"/>
                    </a:lnTo>
                    <a:lnTo>
                      <a:pt x="94" y="78"/>
                    </a:lnTo>
                    <a:lnTo>
                      <a:pt x="95" y="81"/>
                    </a:lnTo>
                    <a:lnTo>
                      <a:pt x="95" y="83"/>
                    </a:lnTo>
                    <a:lnTo>
                      <a:pt x="97" y="85"/>
                    </a:lnTo>
                    <a:lnTo>
                      <a:pt x="95" y="85"/>
                    </a:lnTo>
                    <a:lnTo>
                      <a:pt x="95" y="86"/>
                    </a:lnTo>
                    <a:lnTo>
                      <a:pt x="86" y="94"/>
                    </a:lnTo>
                    <a:lnTo>
                      <a:pt x="86" y="94"/>
                    </a:lnTo>
                    <a:lnTo>
                      <a:pt x="84" y="94"/>
                    </a:lnTo>
                    <a:lnTo>
                      <a:pt x="81" y="93"/>
                    </a:lnTo>
                    <a:lnTo>
                      <a:pt x="77" y="91"/>
                    </a:lnTo>
                    <a:lnTo>
                      <a:pt x="72" y="89"/>
                    </a:lnTo>
                    <a:lnTo>
                      <a:pt x="67" y="90"/>
                    </a:lnTo>
                    <a:lnTo>
                      <a:pt x="65" y="97"/>
                    </a:lnTo>
                    <a:lnTo>
                      <a:pt x="63" y="99"/>
                    </a:lnTo>
                    <a:lnTo>
                      <a:pt x="61" y="102"/>
                    </a:lnTo>
                    <a:lnTo>
                      <a:pt x="61" y="104"/>
                    </a:lnTo>
                    <a:lnTo>
                      <a:pt x="60" y="104"/>
                    </a:lnTo>
                    <a:lnTo>
                      <a:pt x="60" y="104"/>
                    </a:lnTo>
                    <a:lnTo>
                      <a:pt x="59" y="104"/>
                    </a:lnTo>
                    <a:lnTo>
                      <a:pt x="48" y="104"/>
                    </a:lnTo>
                    <a:lnTo>
                      <a:pt x="47" y="104"/>
                    </a:lnTo>
                    <a:lnTo>
                      <a:pt x="47" y="104"/>
                    </a:lnTo>
                    <a:lnTo>
                      <a:pt x="46" y="104"/>
                    </a:lnTo>
                    <a:lnTo>
                      <a:pt x="44" y="102"/>
                    </a:lnTo>
                    <a:lnTo>
                      <a:pt x="43" y="99"/>
                    </a:lnTo>
                    <a:lnTo>
                      <a:pt x="42" y="97"/>
                    </a:lnTo>
                    <a:lnTo>
                      <a:pt x="39" y="90"/>
                    </a:lnTo>
                    <a:lnTo>
                      <a:pt x="35" y="89"/>
                    </a:lnTo>
                    <a:lnTo>
                      <a:pt x="30" y="91"/>
                    </a:lnTo>
                    <a:lnTo>
                      <a:pt x="27" y="93"/>
                    </a:lnTo>
                    <a:lnTo>
                      <a:pt x="25" y="94"/>
                    </a:lnTo>
                    <a:lnTo>
                      <a:pt x="23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19" y="94"/>
                    </a:lnTo>
                    <a:lnTo>
                      <a:pt x="19" y="94"/>
                    </a:lnTo>
                    <a:lnTo>
                      <a:pt x="12" y="86"/>
                    </a:lnTo>
                    <a:lnTo>
                      <a:pt x="10" y="85"/>
                    </a:lnTo>
                    <a:lnTo>
                      <a:pt x="10" y="85"/>
                    </a:lnTo>
                    <a:lnTo>
                      <a:pt x="10" y="83"/>
                    </a:lnTo>
                    <a:lnTo>
                      <a:pt x="12" y="82"/>
                    </a:lnTo>
                    <a:lnTo>
                      <a:pt x="12" y="80"/>
                    </a:lnTo>
                    <a:lnTo>
                      <a:pt x="13" y="76"/>
                    </a:lnTo>
                    <a:lnTo>
                      <a:pt x="16" y="70"/>
                    </a:lnTo>
                    <a:lnTo>
                      <a:pt x="14" y="65"/>
                    </a:lnTo>
                    <a:lnTo>
                      <a:pt x="9" y="64"/>
                    </a:lnTo>
                    <a:lnTo>
                      <a:pt x="5" y="62"/>
                    </a:lnTo>
                    <a:lnTo>
                      <a:pt x="2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2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4" y="39"/>
                    </a:lnTo>
                    <a:lnTo>
                      <a:pt x="16" y="35"/>
                    </a:lnTo>
                    <a:lnTo>
                      <a:pt x="13" y="30"/>
                    </a:lnTo>
                    <a:lnTo>
                      <a:pt x="12" y="26"/>
                    </a:lnTo>
                    <a:lnTo>
                      <a:pt x="10" y="23"/>
                    </a:lnTo>
                    <a:lnTo>
                      <a:pt x="10" y="22"/>
                    </a:lnTo>
                    <a:lnTo>
                      <a:pt x="10" y="21"/>
                    </a:lnTo>
                    <a:lnTo>
                      <a:pt x="10" y="19"/>
                    </a:lnTo>
                    <a:lnTo>
                      <a:pt x="10" y="19"/>
                    </a:lnTo>
                    <a:lnTo>
                      <a:pt x="19" y="10"/>
                    </a:lnTo>
                    <a:lnTo>
                      <a:pt x="21" y="10"/>
                    </a:lnTo>
                    <a:lnTo>
                      <a:pt x="22" y="11"/>
                    </a:lnTo>
                    <a:lnTo>
                      <a:pt x="25" y="11"/>
                    </a:lnTo>
                    <a:lnTo>
                      <a:pt x="30" y="14"/>
                    </a:lnTo>
                    <a:lnTo>
                      <a:pt x="35" y="15"/>
                    </a:lnTo>
                    <a:lnTo>
                      <a:pt x="39" y="14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4" y="2"/>
                    </a:lnTo>
                    <a:lnTo>
                      <a:pt x="46" y="1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6" name="Freeform 30"/>
              <p:cNvSpPr>
                <a:spLocks noEditPoints="1"/>
              </p:cNvSpPr>
              <p:nvPr/>
            </p:nvSpPr>
            <p:spPr bwMode="auto">
              <a:xfrm rot="19386584" flipH="1">
                <a:off x="6198975" y="1341977"/>
                <a:ext cx="77152" cy="75710"/>
              </a:xfrm>
              <a:custGeom>
                <a:avLst/>
                <a:gdLst>
                  <a:gd name="T0" fmla="*/ 43 w 107"/>
                  <a:gd name="T1" fmla="*/ 38 h 105"/>
                  <a:gd name="T2" fmla="*/ 36 w 107"/>
                  <a:gd name="T3" fmla="*/ 53 h 105"/>
                  <a:gd name="T4" fmla="*/ 43 w 107"/>
                  <a:gd name="T5" fmla="*/ 67 h 105"/>
                  <a:gd name="T6" fmla="*/ 60 w 107"/>
                  <a:gd name="T7" fmla="*/ 70 h 105"/>
                  <a:gd name="T8" fmla="*/ 72 w 107"/>
                  <a:gd name="T9" fmla="*/ 58 h 105"/>
                  <a:gd name="T10" fmla="*/ 70 w 107"/>
                  <a:gd name="T11" fmla="*/ 42 h 105"/>
                  <a:gd name="T12" fmla="*/ 54 w 107"/>
                  <a:gd name="T13" fmla="*/ 34 h 105"/>
                  <a:gd name="T14" fmla="*/ 60 w 107"/>
                  <a:gd name="T15" fmla="*/ 0 h 105"/>
                  <a:gd name="T16" fmla="*/ 62 w 107"/>
                  <a:gd name="T17" fmla="*/ 3 h 105"/>
                  <a:gd name="T18" fmla="*/ 67 w 107"/>
                  <a:gd name="T19" fmla="*/ 15 h 105"/>
                  <a:gd name="T20" fmla="*/ 80 w 107"/>
                  <a:gd name="T21" fmla="*/ 12 h 105"/>
                  <a:gd name="T22" fmla="*/ 85 w 107"/>
                  <a:gd name="T23" fmla="*/ 11 h 105"/>
                  <a:gd name="T24" fmla="*/ 87 w 107"/>
                  <a:gd name="T25" fmla="*/ 11 h 105"/>
                  <a:gd name="T26" fmla="*/ 96 w 107"/>
                  <a:gd name="T27" fmla="*/ 20 h 105"/>
                  <a:gd name="T28" fmla="*/ 96 w 107"/>
                  <a:gd name="T29" fmla="*/ 22 h 105"/>
                  <a:gd name="T30" fmla="*/ 90 w 107"/>
                  <a:gd name="T31" fmla="*/ 34 h 105"/>
                  <a:gd name="T32" fmla="*/ 102 w 107"/>
                  <a:gd name="T33" fmla="*/ 42 h 105"/>
                  <a:gd name="T34" fmla="*/ 107 w 107"/>
                  <a:gd name="T35" fmla="*/ 46 h 105"/>
                  <a:gd name="T36" fmla="*/ 107 w 107"/>
                  <a:gd name="T37" fmla="*/ 58 h 105"/>
                  <a:gd name="T38" fmla="*/ 106 w 107"/>
                  <a:gd name="T39" fmla="*/ 60 h 105"/>
                  <a:gd name="T40" fmla="*/ 98 w 107"/>
                  <a:gd name="T41" fmla="*/ 63 h 105"/>
                  <a:gd name="T42" fmla="*/ 93 w 107"/>
                  <a:gd name="T43" fmla="*/ 75 h 105"/>
                  <a:gd name="T44" fmla="*/ 97 w 107"/>
                  <a:gd name="T45" fmla="*/ 84 h 105"/>
                  <a:gd name="T46" fmla="*/ 96 w 107"/>
                  <a:gd name="T47" fmla="*/ 85 h 105"/>
                  <a:gd name="T48" fmla="*/ 85 w 107"/>
                  <a:gd name="T49" fmla="*/ 94 h 105"/>
                  <a:gd name="T50" fmla="*/ 72 w 107"/>
                  <a:gd name="T51" fmla="*/ 89 h 105"/>
                  <a:gd name="T52" fmla="*/ 64 w 107"/>
                  <a:gd name="T53" fmla="*/ 100 h 105"/>
                  <a:gd name="T54" fmla="*/ 62 w 107"/>
                  <a:gd name="T55" fmla="*/ 105 h 105"/>
                  <a:gd name="T56" fmla="*/ 49 w 107"/>
                  <a:gd name="T57" fmla="*/ 105 h 105"/>
                  <a:gd name="T58" fmla="*/ 46 w 107"/>
                  <a:gd name="T59" fmla="*/ 104 h 105"/>
                  <a:gd name="T60" fmla="*/ 42 w 107"/>
                  <a:gd name="T61" fmla="*/ 96 h 105"/>
                  <a:gd name="T62" fmla="*/ 32 w 107"/>
                  <a:gd name="T63" fmla="*/ 91 h 105"/>
                  <a:gd name="T64" fmla="*/ 24 w 107"/>
                  <a:gd name="T65" fmla="*/ 94 h 105"/>
                  <a:gd name="T66" fmla="*/ 21 w 107"/>
                  <a:gd name="T67" fmla="*/ 94 h 105"/>
                  <a:gd name="T68" fmla="*/ 12 w 107"/>
                  <a:gd name="T69" fmla="*/ 87 h 105"/>
                  <a:gd name="T70" fmla="*/ 12 w 107"/>
                  <a:gd name="T71" fmla="*/ 84 h 105"/>
                  <a:gd name="T72" fmla="*/ 15 w 107"/>
                  <a:gd name="T73" fmla="*/ 76 h 105"/>
                  <a:gd name="T74" fmla="*/ 9 w 107"/>
                  <a:gd name="T75" fmla="*/ 64 h 105"/>
                  <a:gd name="T76" fmla="*/ 2 w 107"/>
                  <a:gd name="T77" fmla="*/ 60 h 105"/>
                  <a:gd name="T78" fmla="*/ 0 w 107"/>
                  <a:gd name="T79" fmla="*/ 58 h 105"/>
                  <a:gd name="T80" fmla="*/ 0 w 107"/>
                  <a:gd name="T81" fmla="*/ 46 h 105"/>
                  <a:gd name="T82" fmla="*/ 5 w 107"/>
                  <a:gd name="T83" fmla="*/ 43 h 105"/>
                  <a:gd name="T84" fmla="*/ 17 w 107"/>
                  <a:gd name="T85" fmla="*/ 34 h 105"/>
                  <a:gd name="T86" fmla="*/ 12 w 107"/>
                  <a:gd name="T87" fmla="*/ 24 h 105"/>
                  <a:gd name="T88" fmla="*/ 11 w 107"/>
                  <a:gd name="T89" fmla="*/ 20 h 105"/>
                  <a:gd name="T90" fmla="*/ 21 w 107"/>
                  <a:gd name="T91" fmla="*/ 11 h 105"/>
                  <a:gd name="T92" fmla="*/ 30 w 107"/>
                  <a:gd name="T93" fmla="*/ 13 h 105"/>
                  <a:gd name="T94" fmla="*/ 42 w 107"/>
                  <a:gd name="T95" fmla="*/ 9 h 105"/>
                  <a:gd name="T96" fmla="*/ 46 w 107"/>
                  <a:gd name="T97" fmla="*/ 2 h 105"/>
                  <a:gd name="T98" fmla="*/ 49 w 107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5">
                    <a:moveTo>
                      <a:pt x="54" y="34"/>
                    </a:moveTo>
                    <a:lnTo>
                      <a:pt x="47" y="36"/>
                    </a:lnTo>
                    <a:lnTo>
                      <a:pt x="43" y="38"/>
                    </a:lnTo>
                    <a:lnTo>
                      <a:pt x="38" y="42"/>
                    </a:lnTo>
                    <a:lnTo>
                      <a:pt x="36" y="46"/>
                    </a:lnTo>
                    <a:lnTo>
                      <a:pt x="36" y="53"/>
                    </a:lnTo>
                    <a:lnTo>
                      <a:pt x="36" y="58"/>
                    </a:lnTo>
                    <a:lnTo>
                      <a:pt x="38" y="63"/>
                    </a:lnTo>
                    <a:lnTo>
                      <a:pt x="43" y="67"/>
                    </a:lnTo>
                    <a:lnTo>
                      <a:pt x="47" y="70"/>
                    </a:lnTo>
                    <a:lnTo>
                      <a:pt x="54" y="71"/>
                    </a:lnTo>
                    <a:lnTo>
                      <a:pt x="60" y="70"/>
                    </a:lnTo>
                    <a:lnTo>
                      <a:pt x="66" y="67"/>
                    </a:lnTo>
                    <a:lnTo>
                      <a:pt x="70" y="63"/>
                    </a:lnTo>
                    <a:lnTo>
                      <a:pt x="72" y="58"/>
                    </a:lnTo>
                    <a:lnTo>
                      <a:pt x="72" y="53"/>
                    </a:lnTo>
                    <a:lnTo>
                      <a:pt x="72" y="46"/>
                    </a:lnTo>
                    <a:lnTo>
                      <a:pt x="70" y="42"/>
                    </a:lnTo>
                    <a:lnTo>
                      <a:pt x="66" y="38"/>
                    </a:lnTo>
                    <a:lnTo>
                      <a:pt x="60" y="36"/>
                    </a:lnTo>
                    <a:lnTo>
                      <a:pt x="54" y="34"/>
                    </a:lnTo>
                    <a:close/>
                    <a:moveTo>
                      <a:pt x="49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2" y="2"/>
                    </a:lnTo>
                    <a:lnTo>
                      <a:pt x="62" y="3"/>
                    </a:lnTo>
                    <a:lnTo>
                      <a:pt x="63" y="5"/>
                    </a:lnTo>
                    <a:lnTo>
                      <a:pt x="66" y="9"/>
                    </a:lnTo>
                    <a:lnTo>
                      <a:pt x="67" y="15"/>
                    </a:lnTo>
                    <a:lnTo>
                      <a:pt x="72" y="16"/>
                    </a:lnTo>
                    <a:lnTo>
                      <a:pt x="76" y="13"/>
                    </a:lnTo>
                    <a:lnTo>
                      <a:pt x="80" y="12"/>
                    </a:lnTo>
                    <a:lnTo>
                      <a:pt x="83" y="12"/>
                    </a:lnTo>
                    <a:lnTo>
                      <a:pt x="84" y="11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7" y="11"/>
                    </a:lnTo>
                    <a:lnTo>
                      <a:pt x="87" y="11"/>
                    </a:lnTo>
                    <a:lnTo>
                      <a:pt x="88" y="11"/>
                    </a:lnTo>
                    <a:lnTo>
                      <a:pt x="96" y="19"/>
                    </a:lnTo>
                    <a:lnTo>
                      <a:pt x="96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6" y="22"/>
                    </a:lnTo>
                    <a:lnTo>
                      <a:pt x="94" y="25"/>
                    </a:lnTo>
                    <a:lnTo>
                      <a:pt x="93" y="29"/>
                    </a:lnTo>
                    <a:lnTo>
                      <a:pt x="90" y="34"/>
                    </a:lnTo>
                    <a:lnTo>
                      <a:pt x="93" y="40"/>
                    </a:lnTo>
                    <a:lnTo>
                      <a:pt x="98" y="41"/>
                    </a:lnTo>
                    <a:lnTo>
                      <a:pt x="102" y="42"/>
                    </a:lnTo>
                    <a:lnTo>
                      <a:pt x="105" y="43"/>
                    </a:lnTo>
                    <a:lnTo>
                      <a:pt x="106" y="45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58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5" y="60"/>
                    </a:lnTo>
                    <a:lnTo>
                      <a:pt x="102" y="62"/>
                    </a:lnTo>
                    <a:lnTo>
                      <a:pt x="98" y="63"/>
                    </a:lnTo>
                    <a:lnTo>
                      <a:pt x="93" y="66"/>
                    </a:lnTo>
                    <a:lnTo>
                      <a:pt x="92" y="70"/>
                    </a:lnTo>
                    <a:lnTo>
                      <a:pt x="93" y="75"/>
                    </a:lnTo>
                    <a:lnTo>
                      <a:pt x="96" y="79"/>
                    </a:lnTo>
                    <a:lnTo>
                      <a:pt x="96" y="81"/>
                    </a:lnTo>
                    <a:lnTo>
                      <a:pt x="97" y="84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6" y="85"/>
                    </a:lnTo>
                    <a:lnTo>
                      <a:pt x="88" y="94"/>
                    </a:lnTo>
                    <a:lnTo>
                      <a:pt x="87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7" y="92"/>
                    </a:lnTo>
                    <a:lnTo>
                      <a:pt x="72" y="89"/>
                    </a:lnTo>
                    <a:lnTo>
                      <a:pt x="67" y="91"/>
                    </a:lnTo>
                    <a:lnTo>
                      <a:pt x="66" y="96"/>
                    </a:lnTo>
                    <a:lnTo>
                      <a:pt x="64" y="100"/>
                    </a:lnTo>
                    <a:lnTo>
                      <a:pt x="63" y="102"/>
                    </a:lnTo>
                    <a:lnTo>
                      <a:pt x="62" y="104"/>
                    </a:lnTo>
                    <a:lnTo>
                      <a:pt x="62" y="105"/>
                    </a:lnTo>
                    <a:lnTo>
                      <a:pt x="60" y="105"/>
                    </a:lnTo>
                    <a:lnTo>
                      <a:pt x="60" y="105"/>
                    </a:lnTo>
                    <a:lnTo>
                      <a:pt x="49" y="105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4"/>
                    </a:lnTo>
                    <a:lnTo>
                      <a:pt x="46" y="102"/>
                    </a:lnTo>
                    <a:lnTo>
                      <a:pt x="45" y="100"/>
                    </a:lnTo>
                    <a:lnTo>
                      <a:pt x="42" y="96"/>
                    </a:lnTo>
                    <a:lnTo>
                      <a:pt x="41" y="91"/>
                    </a:lnTo>
                    <a:lnTo>
                      <a:pt x="36" y="89"/>
                    </a:lnTo>
                    <a:lnTo>
                      <a:pt x="32" y="91"/>
                    </a:lnTo>
                    <a:lnTo>
                      <a:pt x="28" y="93"/>
                    </a:lnTo>
                    <a:lnTo>
                      <a:pt x="25" y="93"/>
                    </a:lnTo>
                    <a:lnTo>
                      <a:pt x="24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2" y="84"/>
                    </a:lnTo>
                    <a:lnTo>
                      <a:pt x="12" y="83"/>
                    </a:lnTo>
                    <a:lnTo>
                      <a:pt x="13" y="79"/>
                    </a:lnTo>
                    <a:lnTo>
                      <a:pt x="15" y="76"/>
                    </a:lnTo>
                    <a:lnTo>
                      <a:pt x="17" y="70"/>
                    </a:lnTo>
                    <a:lnTo>
                      <a:pt x="15" y="66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3" y="62"/>
                    </a:lnTo>
                    <a:lnTo>
                      <a:pt x="2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2" y="45"/>
                    </a:lnTo>
                    <a:lnTo>
                      <a:pt x="3" y="45"/>
                    </a:lnTo>
                    <a:lnTo>
                      <a:pt x="5" y="43"/>
                    </a:lnTo>
                    <a:lnTo>
                      <a:pt x="9" y="41"/>
                    </a:lnTo>
                    <a:lnTo>
                      <a:pt x="15" y="40"/>
                    </a:lnTo>
                    <a:lnTo>
                      <a:pt x="17" y="34"/>
                    </a:lnTo>
                    <a:lnTo>
                      <a:pt x="15" y="30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12" y="20"/>
                    </a:lnTo>
                    <a:lnTo>
                      <a:pt x="20" y="11"/>
                    </a:lnTo>
                    <a:lnTo>
                      <a:pt x="21" y="11"/>
                    </a:lnTo>
                    <a:lnTo>
                      <a:pt x="22" y="11"/>
                    </a:lnTo>
                    <a:lnTo>
                      <a:pt x="26" y="12"/>
                    </a:lnTo>
                    <a:lnTo>
                      <a:pt x="30" y="13"/>
                    </a:lnTo>
                    <a:lnTo>
                      <a:pt x="36" y="16"/>
                    </a:lnTo>
                    <a:lnTo>
                      <a:pt x="41" y="15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5" y="3"/>
                    </a:lnTo>
                    <a:lnTo>
                      <a:pt x="46" y="2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7" name="Freeform 31"/>
              <p:cNvSpPr>
                <a:spLocks noEditPoints="1"/>
              </p:cNvSpPr>
              <p:nvPr/>
            </p:nvSpPr>
            <p:spPr bwMode="auto">
              <a:xfrm rot="19386584" flipH="1">
                <a:off x="6382519" y="1651383"/>
                <a:ext cx="77152" cy="75710"/>
              </a:xfrm>
              <a:custGeom>
                <a:avLst/>
                <a:gdLst>
                  <a:gd name="T0" fmla="*/ 43 w 107"/>
                  <a:gd name="T1" fmla="*/ 38 h 105"/>
                  <a:gd name="T2" fmla="*/ 35 w 107"/>
                  <a:gd name="T3" fmla="*/ 53 h 105"/>
                  <a:gd name="T4" fmla="*/ 43 w 107"/>
                  <a:gd name="T5" fmla="*/ 67 h 105"/>
                  <a:gd name="T6" fmla="*/ 60 w 107"/>
                  <a:gd name="T7" fmla="*/ 70 h 105"/>
                  <a:gd name="T8" fmla="*/ 72 w 107"/>
                  <a:gd name="T9" fmla="*/ 59 h 105"/>
                  <a:gd name="T10" fmla="*/ 69 w 107"/>
                  <a:gd name="T11" fmla="*/ 42 h 105"/>
                  <a:gd name="T12" fmla="*/ 53 w 107"/>
                  <a:gd name="T13" fmla="*/ 34 h 105"/>
                  <a:gd name="T14" fmla="*/ 60 w 107"/>
                  <a:gd name="T15" fmla="*/ 0 h 105"/>
                  <a:gd name="T16" fmla="*/ 63 w 107"/>
                  <a:gd name="T17" fmla="*/ 2 h 105"/>
                  <a:gd name="T18" fmla="*/ 67 w 107"/>
                  <a:gd name="T19" fmla="*/ 15 h 105"/>
                  <a:gd name="T20" fmla="*/ 80 w 107"/>
                  <a:gd name="T21" fmla="*/ 12 h 105"/>
                  <a:gd name="T22" fmla="*/ 85 w 107"/>
                  <a:gd name="T23" fmla="*/ 11 h 105"/>
                  <a:gd name="T24" fmla="*/ 86 w 107"/>
                  <a:gd name="T25" fmla="*/ 11 h 105"/>
                  <a:gd name="T26" fmla="*/ 95 w 107"/>
                  <a:gd name="T27" fmla="*/ 20 h 105"/>
                  <a:gd name="T28" fmla="*/ 95 w 107"/>
                  <a:gd name="T29" fmla="*/ 23 h 105"/>
                  <a:gd name="T30" fmla="*/ 91 w 107"/>
                  <a:gd name="T31" fmla="*/ 36 h 105"/>
                  <a:gd name="T32" fmla="*/ 102 w 107"/>
                  <a:gd name="T33" fmla="*/ 44 h 105"/>
                  <a:gd name="T34" fmla="*/ 107 w 107"/>
                  <a:gd name="T35" fmla="*/ 46 h 105"/>
                  <a:gd name="T36" fmla="*/ 107 w 107"/>
                  <a:gd name="T37" fmla="*/ 58 h 105"/>
                  <a:gd name="T38" fmla="*/ 106 w 107"/>
                  <a:gd name="T39" fmla="*/ 61 h 105"/>
                  <a:gd name="T40" fmla="*/ 98 w 107"/>
                  <a:gd name="T41" fmla="*/ 65 h 105"/>
                  <a:gd name="T42" fmla="*/ 93 w 107"/>
                  <a:gd name="T43" fmla="*/ 75 h 105"/>
                  <a:gd name="T44" fmla="*/ 97 w 107"/>
                  <a:gd name="T45" fmla="*/ 84 h 105"/>
                  <a:gd name="T46" fmla="*/ 95 w 107"/>
                  <a:gd name="T47" fmla="*/ 85 h 105"/>
                  <a:gd name="T48" fmla="*/ 85 w 107"/>
                  <a:gd name="T49" fmla="*/ 95 h 105"/>
                  <a:gd name="T50" fmla="*/ 72 w 107"/>
                  <a:gd name="T51" fmla="*/ 89 h 105"/>
                  <a:gd name="T52" fmla="*/ 64 w 107"/>
                  <a:gd name="T53" fmla="*/ 100 h 105"/>
                  <a:gd name="T54" fmla="*/ 61 w 107"/>
                  <a:gd name="T55" fmla="*/ 105 h 105"/>
                  <a:gd name="T56" fmla="*/ 48 w 107"/>
                  <a:gd name="T57" fmla="*/ 105 h 105"/>
                  <a:gd name="T58" fmla="*/ 46 w 107"/>
                  <a:gd name="T59" fmla="*/ 105 h 105"/>
                  <a:gd name="T60" fmla="*/ 42 w 107"/>
                  <a:gd name="T61" fmla="*/ 96 h 105"/>
                  <a:gd name="T62" fmla="*/ 31 w 107"/>
                  <a:gd name="T63" fmla="*/ 92 h 105"/>
                  <a:gd name="T64" fmla="*/ 23 w 107"/>
                  <a:gd name="T65" fmla="*/ 95 h 105"/>
                  <a:gd name="T66" fmla="*/ 22 w 107"/>
                  <a:gd name="T67" fmla="*/ 95 h 105"/>
                  <a:gd name="T68" fmla="*/ 12 w 107"/>
                  <a:gd name="T69" fmla="*/ 87 h 105"/>
                  <a:gd name="T70" fmla="*/ 12 w 107"/>
                  <a:gd name="T71" fmla="*/ 84 h 105"/>
                  <a:gd name="T72" fmla="*/ 14 w 107"/>
                  <a:gd name="T73" fmla="*/ 76 h 105"/>
                  <a:gd name="T74" fmla="*/ 9 w 107"/>
                  <a:gd name="T75" fmla="*/ 65 h 105"/>
                  <a:gd name="T76" fmla="*/ 1 w 107"/>
                  <a:gd name="T77" fmla="*/ 61 h 105"/>
                  <a:gd name="T78" fmla="*/ 0 w 107"/>
                  <a:gd name="T79" fmla="*/ 58 h 105"/>
                  <a:gd name="T80" fmla="*/ 0 w 107"/>
                  <a:gd name="T81" fmla="*/ 46 h 105"/>
                  <a:gd name="T82" fmla="*/ 5 w 107"/>
                  <a:gd name="T83" fmla="*/ 44 h 105"/>
                  <a:gd name="T84" fmla="*/ 17 w 107"/>
                  <a:gd name="T85" fmla="*/ 36 h 105"/>
                  <a:gd name="T86" fmla="*/ 12 w 107"/>
                  <a:gd name="T87" fmla="*/ 24 h 105"/>
                  <a:gd name="T88" fmla="*/ 12 w 107"/>
                  <a:gd name="T89" fmla="*/ 20 h 105"/>
                  <a:gd name="T90" fmla="*/ 21 w 107"/>
                  <a:gd name="T91" fmla="*/ 11 h 105"/>
                  <a:gd name="T92" fmla="*/ 30 w 107"/>
                  <a:gd name="T93" fmla="*/ 13 h 105"/>
                  <a:gd name="T94" fmla="*/ 42 w 107"/>
                  <a:gd name="T95" fmla="*/ 10 h 105"/>
                  <a:gd name="T96" fmla="*/ 46 w 107"/>
                  <a:gd name="T97" fmla="*/ 2 h 105"/>
                  <a:gd name="T98" fmla="*/ 48 w 107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5">
                    <a:moveTo>
                      <a:pt x="53" y="34"/>
                    </a:moveTo>
                    <a:lnTo>
                      <a:pt x="48" y="36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5" y="48"/>
                    </a:lnTo>
                    <a:lnTo>
                      <a:pt x="35" y="53"/>
                    </a:lnTo>
                    <a:lnTo>
                      <a:pt x="35" y="59"/>
                    </a:lnTo>
                    <a:lnTo>
                      <a:pt x="39" y="63"/>
                    </a:lnTo>
                    <a:lnTo>
                      <a:pt x="43" y="67"/>
                    </a:lnTo>
                    <a:lnTo>
                      <a:pt x="48" y="70"/>
                    </a:lnTo>
                    <a:lnTo>
                      <a:pt x="53" y="71"/>
                    </a:lnTo>
                    <a:lnTo>
                      <a:pt x="60" y="70"/>
                    </a:lnTo>
                    <a:lnTo>
                      <a:pt x="65" y="67"/>
                    </a:lnTo>
                    <a:lnTo>
                      <a:pt x="69" y="63"/>
                    </a:lnTo>
                    <a:lnTo>
                      <a:pt x="72" y="59"/>
                    </a:lnTo>
                    <a:lnTo>
                      <a:pt x="73" y="53"/>
                    </a:lnTo>
                    <a:lnTo>
                      <a:pt x="72" y="48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6"/>
                    </a:lnTo>
                    <a:lnTo>
                      <a:pt x="53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1" y="2"/>
                    </a:lnTo>
                    <a:lnTo>
                      <a:pt x="63" y="2"/>
                    </a:lnTo>
                    <a:lnTo>
                      <a:pt x="64" y="6"/>
                    </a:lnTo>
                    <a:lnTo>
                      <a:pt x="65" y="10"/>
                    </a:lnTo>
                    <a:lnTo>
                      <a:pt x="67" y="15"/>
                    </a:lnTo>
                    <a:lnTo>
                      <a:pt x="72" y="16"/>
                    </a:lnTo>
                    <a:lnTo>
                      <a:pt x="76" y="15"/>
                    </a:lnTo>
                    <a:lnTo>
                      <a:pt x="80" y="12"/>
                    </a:lnTo>
                    <a:lnTo>
                      <a:pt x="82" y="12"/>
                    </a:lnTo>
                    <a:lnTo>
                      <a:pt x="84" y="11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6" y="11"/>
                    </a:lnTo>
                    <a:lnTo>
                      <a:pt x="86" y="11"/>
                    </a:lnTo>
                    <a:lnTo>
                      <a:pt x="87" y="11"/>
                    </a:lnTo>
                    <a:lnTo>
                      <a:pt x="95" y="19"/>
                    </a:lnTo>
                    <a:lnTo>
                      <a:pt x="95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5" y="23"/>
                    </a:lnTo>
                    <a:lnTo>
                      <a:pt x="95" y="27"/>
                    </a:lnTo>
                    <a:lnTo>
                      <a:pt x="93" y="29"/>
                    </a:lnTo>
                    <a:lnTo>
                      <a:pt x="91" y="36"/>
                    </a:lnTo>
                    <a:lnTo>
                      <a:pt x="93" y="40"/>
                    </a:lnTo>
                    <a:lnTo>
                      <a:pt x="98" y="41"/>
                    </a:lnTo>
                    <a:lnTo>
                      <a:pt x="102" y="44"/>
                    </a:lnTo>
                    <a:lnTo>
                      <a:pt x="104" y="44"/>
                    </a:lnTo>
                    <a:lnTo>
                      <a:pt x="106" y="45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8"/>
                    </a:lnTo>
                    <a:lnTo>
                      <a:pt x="107" y="58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1"/>
                    </a:lnTo>
                    <a:lnTo>
                      <a:pt x="104" y="61"/>
                    </a:lnTo>
                    <a:lnTo>
                      <a:pt x="102" y="62"/>
                    </a:lnTo>
                    <a:lnTo>
                      <a:pt x="98" y="65"/>
                    </a:lnTo>
                    <a:lnTo>
                      <a:pt x="93" y="66"/>
                    </a:lnTo>
                    <a:lnTo>
                      <a:pt x="91" y="71"/>
                    </a:lnTo>
                    <a:lnTo>
                      <a:pt x="93" y="75"/>
                    </a:lnTo>
                    <a:lnTo>
                      <a:pt x="95" y="79"/>
                    </a:lnTo>
                    <a:lnTo>
                      <a:pt x="97" y="82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5" y="85"/>
                    </a:lnTo>
                    <a:lnTo>
                      <a:pt x="87" y="95"/>
                    </a:lnTo>
                    <a:lnTo>
                      <a:pt x="86" y="95"/>
                    </a:lnTo>
                    <a:lnTo>
                      <a:pt x="85" y="95"/>
                    </a:lnTo>
                    <a:lnTo>
                      <a:pt x="81" y="93"/>
                    </a:lnTo>
                    <a:lnTo>
                      <a:pt x="77" y="92"/>
                    </a:lnTo>
                    <a:lnTo>
                      <a:pt x="72" y="89"/>
                    </a:lnTo>
                    <a:lnTo>
                      <a:pt x="68" y="91"/>
                    </a:lnTo>
                    <a:lnTo>
                      <a:pt x="65" y="96"/>
                    </a:lnTo>
                    <a:lnTo>
                      <a:pt x="64" y="100"/>
                    </a:lnTo>
                    <a:lnTo>
                      <a:pt x="63" y="102"/>
                    </a:lnTo>
                    <a:lnTo>
                      <a:pt x="61" y="104"/>
                    </a:lnTo>
                    <a:lnTo>
                      <a:pt x="61" y="105"/>
                    </a:lnTo>
                    <a:lnTo>
                      <a:pt x="60" y="105"/>
                    </a:lnTo>
                    <a:lnTo>
                      <a:pt x="60" y="105"/>
                    </a:lnTo>
                    <a:lnTo>
                      <a:pt x="48" y="105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5"/>
                    </a:lnTo>
                    <a:lnTo>
                      <a:pt x="46" y="102"/>
                    </a:lnTo>
                    <a:lnTo>
                      <a:pt x="44" y="100"/>
                    </a:lnTo>
                    <a:lnTo>
                      <a:pt x="42" y="96"/>
                    </a:lnTo>
                    <a:lnTo>
                      <a:pt x="40" y="91"/>
                    </a:lnTo>
                    <a:lnTo>
                      <a:pt x="35" y="89"/>
                    </a:lnTo>
                    <a:lnTo>
                      <a:pt x="31" y="92"/>
                    </a:lnTo>
                    <a:lnTo>
                      <a:pt x="27" y="93"/>
                    </a:lnTo>
                    <a:lnTo>
                      <a:pt x="25" y="93"/>
                    </a:lnTo>
                    <a:lnTo>
                      <a:pt x="23" y="95"/>
                    </a:lnTo>
                    <a:lnTo>
                      <a:pt x="22" y="95"/>
                    </a:lnTo>
                    <a:lnTo>
                      <a:pt x="22" y="95"/>
                    </a:lnTo>
                    <a:lnTo>
                      <a:pt x="22" y="95"/>
                    </a:lnTo>
                    <a:lnTo>
                      <a:pt x="21" y="95"/>
                    </a:lnTo>
                    <a:lnTo>
                      <a:pt x="19" y="95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2" y="84"/>
                    </a:lnTo>
                    <a:lnTo>
                      <a:pt x="12" y="83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4" y="66"/>
                    </a:lnTo>
                    <a:lnTo>
                      <a:pt x="9" y="65"/>
                    </a:lnTo>
                    <a:lnTo>
                      <a:pt x="5" y="63"/>
                    </a:lnTo>
                    <a:lnTo>
                      <a:pt x="2" y="62"/>
                    </a:lnTo>
                    <a:lnTo>
                      <a:pt x="1" y="61"/>
                    </a:lnTo>
                    <a:lnTo>
                      <a:pt x="0" y="61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48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1" y="45"/>
                    </a:lnTo>
                    <a:lnTo>
                      <a:pt x="2" y="45"/>
                    </a:lnTo>
                    <a:lnTo>
                      <a:pt x="5" y="44"/>
                    </a:lnTo>
                    <a:lnTo>
                      <a:pt x="9" y="42"/>
                    </a:lnTo>
                    <a:lnTo>
                      <a:pt x="14" y="40"/>
                    </a:lnTo>
                    <a:lnTo>
                      <a:pt x="17" y="36"/>
                    </a:lnTo>
                    <a:lnTo>
                      <a:pt x="14" y="30"/>
                    </a:lnTo>
                    <a:lnTo>
                      <a:pt x="13" y="27"/>
                    </a:lnTo>
                    <a:lnTo>
                      <a:pt x="12" y="24"/>
                    </a:lnTo>
                    <a:lnTo>
                      <a:pt x="10" y="21"/>
                    </a:lnTo>
                    <a:lnTo>
                      <a:pt x="10" y="21"/>
                    </a:lnTo>
                    <a:lnTo>
                      <a:pt x="12" y="20"/>
                    </a:lnTo>
                    <a:lnTo>
                      <a:pt x="12" y="20"/>
                    </a:lnTo>
                    <a:lnTo>
                      <a:pt x="21" y="11"/>
                    </a:lnTo>
                    <a:lnTo>
                      <a:pt x="21" y="11"/>
                    </a:lnTo>
                    <a:lnTo>
                      <a:pt x="23" y="11"/>
                    </a:lnTo>
                    <a:lnTo>
                      <a:pt x="26" y="12"/>
                    </a:lnTo>
                    <a:lnTo>
                      <a:pt x="30" y="13"/>
                    </a:lnTo>
                    <a:lnTo>
                      <a:pt x="35" y="16"/>
                    </a:lnTo>
                    <a:lnTo>
                      <a:pt x="40" y="15"/>
                    </a:lnTo>
                    <a:lnTo>
                      <a:pt x="42" y="10"/>
                    </a:lnTo>
                    <a:lnTo>
                      <a:pt x="43" y="6"/>
                    </a:lnTo>
                    <a:lnTo>
                      <a:pt x="44" y="2"/>
                    </a:lnTo>
                    <a:lnTo>
                      <a:pt x="46" y="2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8" name="Freeform 32"/>
              <p:cNvSpPr>
                <a:spLocks noEditPoints="1"/>
              </p:cNvSpPr>
              <p:nvPr/>
            </p:nvSpPr>
            <p:spPr bwMode="auto">
              <a:xfrm rot="19386584" flipH="1">
                <a:off x="6553819" y="1394703"/>
                <a:ext cx="77152" cy="74988"/>
              </a:xfrm>
              <a:custGeom>
                <a:avLst/>
                <a:gdLst>
                  <a:gd name="T0" fmla="*/ 43 w 107"/>
                  <a:gd name="T1" fmla="*/ 38 h 104"/>
                  <a:gd name="T2" fmla="*/ 35 w 107"/>
                  <a:gd name="T3" fmla="*/ 52 h 104"/>
                  <a:gd name="T4" fmla="*/ 43 w 107"/>
                  <a:gd name="T5" fmla="*/ 66 h 104"/>
                  <a:gd name="T6" fmla="*/ 60 w 107"/>
                  <a:gd name="T7" fmla="*/ 69 h 104"/>
                  <a:gd name="T8" fmla="*/ 72 w 107"/>
                  <a:gd name="T9" fmla="*/ 59 h 104"/>
                  <a:gd name="T10" fmla="*/ 69 w 107"/>
                  <a:gd name="T11" fmla="*/ 42 h 104"/>
                  <a:gd name="T12" fmla="*/ 53 w 107"/>
                  <a:gd name="T13" fmla="*/ 34 h 104"/>
                  <a:gd name="T14" fmla="*/ 60 w 107"/>
                  <a:gd name="T15" fmla="*/ 0 h 104"/>
                  <a:gd name="T16" fmla="*/ 62 w 107"/>
                  <a:gd name="T17" fmla="*/ 2 h 104"/>
                  <a:gd name="T18" fmla="*/ 66 w 107"/>
                  <a:gd name="T19" fmla="*/ 14 h 104"/>
                  <a:gd name="T20" fmla="*/ 79 w 107"/>
                  <a:gd name="T21" fmla="*/ 11 h 104"/>
                  <a:gd name="T22" fmla="*/ 85 w 107"/>
                  <a:gd name="T23" fmla="*/ 10 h 104"/>
                  <a:gd name="T24" fmla="*/ 86 w 107"/>
                  <a:gd name="T25" fmla="*/ 10 h 104"/>
                  <a:gd name="T26" fmla="*/ 95 w 107"/>
                  <a:gd name="T27" fmla="*/ 19 h 104"/>
                  <a:gd name="T28" fmla="*/ 95 w 107"/>
                  <a:gd name="T29" fmla="*/ 23 h 104"/>
                  <a:gd name="T30" fmla="*/ 91 w 107"/>
                  <a:gd name="T31" fmla="*/ 35 h 104"/>
                  <a:gd name="T32" fmla="*/ 102 w 107"/>
                  <a:gd name="T33" fmla="*/ 43 h 104"/>
                  <a:gd name="T34" fmla="*/ 107 w 107"/>
                  <a:gd name="T35" fmla="*/ 46 h 104"/>
                  <a:gd name="T36" fmla="*/ 107 w 107"/>
                  <a:gd name="T37" fmla="*/ 57 h 104"/>
                  <a:gd name="T38" fmla="*/ 106 w 107"/>
                  <a:gd name="T39" fmla="*/ 60 h 104"/>
                  <a:gd name="T40" fmla="*/ 98 w 107"/>
                  <a:gd name="T41" fmla="*/ 64 h 104"/>
                  <a:gd name="T42" fmla="*/ 93 w 107"/>
                  <a:gd name="T43" fmla="*/ 74 h 104"/>
                  <a:gd name="T44" fmla="*/ 96 w 107"/>
                  <a:gd name="T45" fmla="*/ 83 h 104"/>
                  <a:gd name="T46" fmla="*/ 95 w 107"/>
                  <a:gd name="T47" fmla="*/ 85 h 104"/>
                  <a:gd name="T48" fmla="*/ 85 w 107"/>
                  <a:gd name="T49" fmla="*/ 94 h 104"/>
                  <a:gd name="T50" fmla="*/ 72 w 107"/>
                  <a:gd name="T51" fmla="*/ 89 h 104"/>
                  <a:gd name="T52" fmla="*/ 64 w 107"/>
                  <a:gd name="T53" fmla="*/ 99 h 104"/>
                  <a:gd name="T54" fmla="*/ 61 w 107"/>
                  <a:gd name="T55" fmla="*/ 104 h 104"/>
                  <a:gd name="T56" fmla="*/ 48 w 107"/>
                  <a:gd name="T57" fmla="*/ 104 h 104"/>
                  <a:gd name="T58" fmla="*/ 45 w 107"/>
                  <a:gd name="T59" fmla="*/ 104 h 104"/>
                  <a:gd name="T60" fmla="*/ 42 w 107"/>
                  <a:gd name="T61" fmla="*/ 95 h 104"/>
                  <a:gd name="T62" fmla="*/ 31 w 107"/>
                  <a:gd name="T63" fmla="*/ 91 h 104"/>
                  <a:gd name="T64" fmla="*/ 23 w 107"/>
                  <a:gd name="T65" fmla="*/ 94 h 104"/>
                  <a:gd name="T66" fmla="*/ 22 w 107"/>
                  <a:gd name="T67" fmla="*/ 94 h 104"/>
                  <a:gd name="T68" fmla="*/ 11 w 107"/>
                  <a:gd name="T69" fmla="*/ 86 h 104"/>
                  <a:gd name="T70" fmla="*/ 11 w 107"/>
                  <a:gd name="T71" fmla="*/ 83 h 104"/>
                  <a:gd name="T72" fmla="*/ 14 w 107"/>
                  <a:gd name="T73" fmla="*/ 76 h 104"/>
                  <a:gd name="T74" fmla="*/ 9 w 107"/>
                  <a:gd name="T75" fmla="*/ 64 h 104"/>
                  <a:gd name="T76" fmla="*/ 1 w 107"/>
                  <a:gd name="T77" fmla="*/ 60 h 104"/>
                  <a:gd name="T78" fmla="*/ 0 w 107"/>
                  <a:gd name="T79" fmla="*/ 57 h 104"/>
                  <a:gd name="T80" fmla="*/ 0 w 107"/>
                  <a:gd name="T81" fmla="*/ 46 h 104"/>
                  <a:gd name="T82" fmla="*/ 5 w 107"/>
                  <a:gd name="T83" fmla="*/ 43 h 104"/>
                  <a:gd name="T84" fmla="*/ 17 w 107"/>
                  <a:gd name="T85" fmla="*/ 35 h 104"/>
                  <a:gd name="T86" fmla="*/ 11 w 107"/>
                  <a:gd name="T87" fmla="*/ 23 h 104"/>
                  <a:gd name="T88" fmla="*/ 11 w 107"/>
                  <a:gd name="T89" fmla="*/ 19 h 104"/>
                  <a:gd name="T90" fmla="*/ 21 w 107"/>
                  <a:gd name="T91" fmla="*/ 10 h 104"/>
                  <a:gd name="T92" fmla="*/ 30 w 107"/>
                  <a:gd name="T93" fmla="*/ 13 h 104"/>
                  <a:gd name="T94" fmla="*/ 42 w 107"/>
                  <a:gd name="T95" fmla="*/ 9 h 104"/>
                  <a:gd name="T96" fmla="*/ 45 w 107"/>
                  <a:gd name="T97" fmla="*/ 1 h 104"/>
                  <a:gd name="T98" fmla="*/ 48 w 107"/>
                  <a:gd name="T99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4">
                    <a:moveTo>
                      <a:pt x="53" y="34"/>
                    </a:moveTo>
                    <a:lnTo>
                      <a:pt x="48" y="35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5" y="47"/>
                    </a:lnTo>
                    <a:lnTo>
                      <a:pt x="35" y="52"/>
                    </a:lnTo>
                    <a:lnTo>
                      <a:pt x="35" y="59"/>
                    </a:lnTo>
                    <a:lnTo>
                      <a:pt x="39" y="63"/>
                    </a:lnTo>
                    <a:lnTo>
                      <a:pt x="43" y="66"/>
                    </a:lnTo>
                    <a:lnTo>
                      <a:pt x="48" y="69"/>
                    </a:lnTo>
                    <a:lnTo>
                      <a:pt x="53" y="70"/>
                    </a:lnTo>
                    <a:lnTo>
                      <a:pt x="60" y="69"/>
                    </a:lnTo>
                    <a:lnTo>
                      <a:pt x="65" y="66"/>
                    </a:lnTo>
                    <a:lnTo>
                      <a:pt x="69" y="63"/>
                    </a:lnTo>
                    <a:lnTo>
                      <a:pt x="72" y="59"/>
                    </a:lnTo>
                    <a:lnTo>
                      <a:pt x="73" y="52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5"/>
                    </a:lnTo>
                    <a:lnTo>
                      <a:pt x="53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1" y="1"/>
                    </a:lnTo>
                    <a:lnTo>
                      <a:pt x="62" y="2"/>
                    </a:lnTo>
                    <a:lnTo>
                      <a:pt x="64" y="5"/>
                    </a:lnTo>
                    <a:lnTo>
                      <a:pt x="65" y="9"/>
                    </a:lnTo>
                    <a:lnTo>
                      <a:pt x="66" y="14"/>
                    </a:lnTo>
                    <a:lnTo>
                      <a:pt x="72" y="15"/>
                    </a:lnTo>
                    <a:lnTo>
                      <a:pt x="76" y="14"/>
                    </a:lnTo>
                    <a:lnTo>
                      <a:pt x="79" y="11"/>
                    </a:lnTo>
                    <a:lnTo>
                      <a:pt x="82" y="11"/>
                    </a:lnTo>
                    <a:lnTo>
                      <a:pt x="83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7" y="10"/>
                    </a:lnTo>
                    <a:lnTo>
                      <a:pt x="95" y="18"/>
                    </a:lnTo>
                    <a:lnTo>
                      <a:pt x="95" y="19"/>
                    </a:lnTo>
                    <a:lnTo>
                      <a:pt x="96" y="19"/>
                    </a:lnTo>
                    <a:lnTo>
                      <a:pt x="96" y="21"/>
                    </a:lnTo>
                    <a:lnTo>
                      <a:pt x="95" y="23"/>
                    </a:lnTo>
                    <a:lnTo>
                      <a:pt x="95" y="26"/>
                    </a:lnTo>
                    <a:lnTo>
                      <a:pt x="93" y="28"/>
                    </a:lnTo>
                    <a:lnTo>
                      <a:pt x="91" y="35"/>
                    </a:lnTo>
                    <a:lnTo>
                      <a:pt x="93" y="39"/>
                    </a:lnTo>
                    <a:lnTo>
                      <a:pt x="98" y="40"/>
                    </a:lnTo>
                    <a:lnTo>
                      <a:pt x="102" y="43"/>
                    </a:lnTo>
                    <a:lnTo>
                      <a:pt x="104" y="43"/>
                    </a:lnTo>
                    <a:lnTo>
                      <a:pt x="106" y="44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57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4" y="60"/>
                    </a:lnTo>
                    <a:lnTo>
                      <a:pt x="102" y="61"/>
                    </a:lnTo>
                    <a:lnTo>
                      <a:pt x="98" y="64"/>
                    </a:lnTo>
                    <a:lnTo>
                      <a:pt x="93" y="65"/>
                    </a:lnTo>
                    <a:lnTo>
                      <a:pt x="91" y="70"/>
                    </a:lnTo>
                    <a:lnTo>
                      <a:pt x="93" y="74"/>
                    </a:lnTo>
                    <a:lnTo>
                      <a:pt x="95" y="78"/>
                    </a:lnTo>
                    <a:lnTo>
                      <a:pt x="96" y="81"/>
                    </a:lnTo>
                    <a:lnTo>
                      <a:pt x="96" y="83"/>
                    </a:lnTo>
                    <a:lnTo>
                      <a:pt x="96" y="85"/>
                    </a:lnTo>
                    <a:lnTo>
                      <a:pt x="96" y="85"/>
                    </a:lnTo>
                    <a:lnTo>
                      <a:pt x="95" y="85"/>
                    </a:lnTo>
                    <a:lnTo>
                      <a:pt x="87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7" y="91"/>
                    </a:lnTo>
                    <a:lnTo>
                      <a:pt x="72" y="89"/>
                    </a:lnTo>
                    <a:lnTo>
                      <a:pt x="68" y="90"/>
                    </a:lnTo>
                    <a:lnTo>
                      <a:pt x="65" y="95"/>
                    </a:lnTo>
                    <a:lnTo>
                      <a:pt x="64" y="99"/>
                    </a:lnTo>
                    <a:lnTo>
                      <a:pt x="62" y="102"/>
                    </a:lnTo>
                    <a:lnTo>
                      <a:pt x="61" y="104"/>
                    </a:lnTo>
                    <a:lnTo>
                      <a:pt x="61" y="104"/>
                    </a:lnTo>
                    <a:lnTo>
                      <a:pt x="60" y="104"/>
                    </a:lnTo>
                    <a:lnTo>
                      <a:pt x="60" y="104"/>
                    </a:lnTo>
                    <a:lnTo>
                      <a:pt x="48" y="104"/>
                    </a:lnTo>
                    <a:lnTo>
                      <a:pt x="47" y="104"/>
                    </a:lnTo>
                    <a:lnTo>
                      <a:pt x="47" y="104"/>
                    </a:lnTo>
                    <a:lnTo>
                      <a:pt x="45" y="104"/>
                    </a:lnTo>
                    <a:lnTo>
                      <a:pt x="45" y="102"/>
                    </a:lnTo>
                    <a:lnTo>
                      <a:pt x="44" y="99"/>
                    </a:lnTo>
                    <a:lnTo>
                      <a:pt x="42" y="95"/>
                    </a:lnTo>
                    <a:lnTo>
                      <a:pt x="40" y="90"/>
                    </a:lnTo>
                    <a:lnTo>
                      <a:pt x="35" y="89"/>
                    </a:lnTo>
                    <a:lnTo>
                      <a:pt x="31" y="91"/>
                    </a:lnTo>
                    <a:lnTo>
                      <a:pt x="27" y="93"/>
                    </a:lnTo>
                    <a:lnTo>
                      <a:pt x="25" y="93"/>
                    </a:lnTo>
                    <a:lnTo>
                      <a:pt x="23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19" y="94"/>
                    </a:lnTo>
                    <a:lnTo>
                      <a:pt x="11" y="86"/>
                    </a:lnTo>
                    <a:lnTo>
                      <a:pt x="11" y="85"/>
                    </a:lnTo>
                    <a:lnTo>
                      <a:pt x="11" y="85"/>
                    </a:lnTo>
                    <a:lnTo>
                      <a:pt x="11" y="83"/>
                    </a:lnTo>
                    <a:lnTo>
                      <a:pt x="11" y="82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0"/>
                    </a:lnTo>
                    <a:lnTo>
                      <a:pt x="14" y="65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2" y="61"/>
                    </a:lnTo>
                    <a:lnTo>
                      <a:pt x="1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1" y="44"/>
                    </a:lnTo>
                    <a:lnTo>
                      <a:pt x="2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4" y="39"/>
                    </a:lnTo>
                    <a:lnTo>
                      <a:pt x="17" y="35"/>
                    </a:lnTo>
                    <a:lnTo>
                      <a:pt x="14" y="30"/>
                    </a:lnTo>
                    <a:lnTo>
                      <a:pt x="13" y="26"/>
                    </a:lnTo>
                    <a:lnTo>
                      <a:pt x="11" y="23"/>
                    </a:lnTo>
                    <a:lnTo>
                      <a:pt x="10" y="21"/>
                    </a:lnTo>
                    <a:lnTo>
                      <a:pt x="10" y="21"/>
                    </a:lnTo>
                    <a:lnTo>
                      <a:pt x="11" y="19"/>
                    </a:lnTo>
                    <a:lnTo>
                      <a:pt x="11" y="19"/>
                    </a:lnTo>
                    <a:lnTo>
                      <a:pt x="21" y="10"/>
                    </a:lnTo>
                    <a:lnTo>
                      <a:pt x="21" y="10"/>
                    </a:lnTo>
                    <a:lnTo>
                      <a:pt x="23" y="10"/>
                    </a:lnTo>
                    <a:lnTo>
                      <a:pt x="26" y="11"/>
                    </a:lnTo>
                    <a:lnTo>
                      <a:pt x="30" y="13"/>
                    </a:lnTo>
                    <a:lnTo>
                      <a:pt x="35" y="15"/>
                    </a:lnTo>
                    <a:lnTo>
                      <a:pt x="40" y="14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4" y="2"/>
                    </a:lnTo>
                    <a:lnTo>
                      <a:pt x="45" y="1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39" name="Freeform 33"/>
              <p:cNvSpPr>
                <a:spLocks noEditPoints="1"/>
              </p:cNvSpPr>
              <p:nvPr/>
            </p:nvSpPr>
            <p:spPr bwMode="auto">
              <a:xfrm rot="19386584" flipH="1">
                <a:off x="5572958" y="1523253"/>
                <a:ext cx="77152" cy="74988"/>
              </a:xfrm>
              <a:custGeom>
                <a:avLst/>
                <a:gdLst>
                  <a:gd name="T0" fmla="*/ 43 w 107"/>
                  <a:gd name="T1" fmla="*/ 37 h 104"/>
                  <a:gd name="T2" fmla="*/ 35 w 107"/>
                  <a:gd name="T3" fmla="*/ 52 h 104"/>
                  <a:gd name="T4" fmla="*/ 43 w 107"/>
                  <a:gd name="T5" fmla="*/ 66 h 104"/>
                  <a:gd name="T6" fmla="*/ 60 w 107"/>
                  <a:gd name="T7" fmla="*/ 69 h 104"/>
                  <a:gd name="T8" fmla="*/ 72 w 107"/>
                  <a:gd name="T9" fmla="*/ 57 h 104"/>
                  <a:gd name="T10" fmla="*/ 69 w 107"/>
                  <a:gd name="T11" fmla="*/ 41 h 104"/>
                  <a:gd name="T12" fmla="*/ 54 w 107"/>
                  <a:gd name="T13" fmla="*/ 34 h 104"/>
                  <a:gd name="T14" fmla="*/ 60 w 107"/>
                  <a:gd name="T15" fmla="*/ 0 h 104"/>
                  <a:gd name="T16" fmla="*/ 62 w 107"/>
                  <a:gd name="T17" fmla="*/ 2 h 104"/>
                  <a:gd name="T18" fmla="*/ 67 w 107"/>
                  <a:gd name="T19" fmla="*/ 14 h 104"/>
                  <a:gd name="T20" fmla="*/ 80 w 107"/>
                  <a:gd name="T21" fmla="*/ 11 h 104"/>
                  <a:gd name="T22" fmla="*/ 85 w 107"/>
                  <a:gd name="T23" fmla="*/ 10 h 104"/>
                  <a:gd name="T24" fmla="*/ 86 w 107"/>
                  <a:gd name="T25" fmla="*/ 10 h 104"/>
                  <a:gd name="T26" fmla="*/ 96 w 107"/>
                  <a:gd name="T27" fmla="*/ 19 h 104"/>
                  <a:gd name="T28" fmla="*/ 96 w 107"/>
                  <a:gd name="T29" fmla="*/ 22 h 104"/>
                  <a:gd name="T30" fmla="*/ 90 w 107"/>
                  <a:gd name="T31" fmla="*/ 34 h 104"/>
                  <a:gd name="T32" fmla="*/ 102 w 107"/>
                  <a:gd name="T33" fmla="*/ 41 h 104"/>
                  <a:gd name="T34" fmla="*/ 107 w 107"/>
                  <a:gd name="T35" fmla="*/ 44 h 104"/>
                  <a:gd name="T36" fmla="*/ 107 w 107"/>
                  <a:gd name="T37" fmla="*/ 57 h 104"/>
                  <a:gd name="T38" fmla="*/ 106 w 107"/>
                  <a:gd name="T39" fmla="*/ 60 h 104"/>
                  <a:gd name="T40" fmla="*/ 98 w 107"/>
                  <a:gd name="T41" fmla="*/ 62 h 104"/>
                  <a:gd name="T42" fmla="*/ 93 w 107"/>
                  <a:gd name="T43" fmla="*/ 74 h 104"/>
                  <a:gd name="T44" fmla="*/ 97 w 107"/>
                  <a:gd name="T45" fmla="*/ 83 h 104"/>
                  <a:gd name="T46" fmla="*/ 96 w 107"/>
                  <a:gd name="T47" fmla="*/ 85 h 104"/>
                  <a:gd name="T48" fmla="*/ 85 w 107"/>
                  <a:gd name="T49" fmla="*/ 94 h 104"/>
                  <a:gd name="T50" fmla="*/ 72 w 107"/>
                  <a:gd name="T51" fmla="*/ 89 h 104"/>
                  <a:gd name="T52" fmla="*/ 64 w 107"/>
                  <a:gd name="T53" fmla="*/ 99 h 104"/>
                  <a:gd name="T54" fmla="*/ 62 w 107"/>
                  <a:gd name="T55" fmla="*/ 104 h 104"/>
                  <a:gd name="T56" fmla="*/ 49 w 107"/>
                  <a:gd name="T57" fmla="*/ 104 h 104"/>
                  <a:gd name="T58" fmla="*/ 46 w 107"/>
                  <a:gd name="T59" fmla="*/ 103 h 104"/>
                  <a:gd name="T60" fmla="*/ 42 w 107"/>
                  <a:gd name="T61" fmla="*/ 95 h 104"/>
                  <a:gd name="T62" fmla="*/ 32 w 107"/>
                  <a:gd name="T63" fmla="*/ 90 h 104"/>
                  <a:gd name="T64" fmla="*/ 24 w 107"/>
                  <a:gd name="T65" fmla="*/ 94 h 104"/>
                  <a:gd name="T66" fmla="*/ 21 w 107"/>
                  <a:gd name="T67" fmla="*/ 94 h 104"/>
                  <a:gd name="T68" fmla="*/ 12 w 107"/>
                  <a:gd name="T69" fmla="*/ 86 h 104"/>
                  <a:gd name="T70" fmla="*/ 12 w 107"/>
                  <a:gd name="T71" fmla="*/ 83 h 104"/>
                  <a:gd name="T72" fmla="*/ 15 w 107"/>
                  <a:gd name="T73" fmla="*/ 74 h 104"/>
                  <a:gd name="T74" fmla="*/ 9 w 107"/>
                  <a:gd name="T75" fmla="*/ 64 h 104"/>
                  <a:gd name="T76" fmla="*/ 1 w 107"/>
                  <a:gd name="T77" fmla="*/ 60 h 104"/>
                  <a:gd name="T78" fmla="*/ 0 w 107"/>
                  <a:gd name="T79" fmla="*/ 57 h 104"/>
                  <a:gd name="T80" fmla="*/ 0 w 107"/>
                  <a:gd name="T81" fmla="*/ 45 h 104"/>
                  <a:gd name="T82" fmla="*/ 5 w 107"/>
                  <a:gd name="T83" fmla="*/ 43 h 104"/>
                  <a:gd name="T84" fmla="*/ 17 w 107"/>
                  <a:gd name="T85" fmla="*/ 34 h 104"/>
                  <a:gd name="T86" fmla="*/ 12 w 107"/>
                  <a:gd name="T87" fmla="*/ 23 h 104"/>
                  <a:gd name="T88" fmla="*/ 11 w 107"/>
                  <a:gd name="T89" fmla="*/ 19 h 104"/>
                  <a:gd name="T90" fmla="*/ 21 w 107"/>
                  <a:gd name="T91" fmla="*/ 10 h 104"/>
                  <a:gd name="T92" fmla="*/ 30 w 107"/>
                  <a:gd name="T93" fmla="*/ 13 h 104"/>
                  <a:gd name="T94" fmla="*/ 42 w 107"/>
                  <a:gd name="T95" fmla="*/ 9 h 104"/>
                  <a:gd name="T96" fmla="*/ 46 w 107"/>
                  <a:gd name="T97" fmla="*/ 0 h 104"/>
                  <a:gd name="T98" fmla="*/ 49 w 107"/>
                  <a:gd name="T99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4">
                    <a:moveTo>
                      <a:pt x="54" y="34"/>
                    </a:moveTo>
                    <a:lnTo>
                      <a:pt x="49" y="34"/>
                    </a:lnTo>
                    <a:lnTo>
                      <a:pt x="43" y="37"/>
                    </a:lnTo>
                    <a:lnTo>
                      <a:pt x="38" y="41"/>
                    </a:lnTo>
                    <a:lnTo>
                      <a:pt x="35" y="45"/>
                    </a:lnTo>
                    <a:lnTo>
                      <a:pt x="35" y="52"/>
                    </a:lnTo>
                    <a:lnTo>
                      <a:pt x="35" y="57"/>
                    </a:lnTo>
                    <a:lnTo>
                      <a:pt x="38" y="62"/>
                    </a:lnTo>
                    <a:lnTo>
                      <a:pt x="43" y="66"/>
                    </a:lnTo>
                    <a:lnTo>
                      <a:pt x="49" y="69"/>
                    </a:lnTo>
                    <a:lnTo>
                      <a:pt x="54" y="70"/>
                    </a:lnTo>
                    <a:lnTo>
                      <a:pt x="60" y="69"/>
                    </a:lnTo>
                    <a:lnTo>
                      <a:pt x="66" y="66"/>
                    </a:lnTo>
                    <a:lnTo>
                      <a:pt x="69" y="62"/>
                    </a:lnTo>
                    <a:lnTo>
                      <a:pt x="72" y="57"/>
                    </a:lnTo>
                    <a:lnTo>
                      <a:pt x="72" y="52"/>
                    </a:lnTo>
                    <a:lnTo>
                      <a:pt x="72" y="45"/>
                    </a:lnTo>
                    <a:lnTo>
                      <a:pt x="69" y="41"/>
                    </a:lnTo>
                    <a:lnTo>
                      <a:pt x="66" y="37"/>
                    </a:lnTo>
                    <a:lnTo>
                      <a:pt x="60" y="34"/>
                    </a:lnTo>
                    <a:lnTo>
                      <a:pt x="54" y="34"/>
                    </a:lnTo>
                    <a:close/>
                    <a:moveTo>
                      <a:pt x="49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2" y="2"/>
                    </a:lnTo>
                    <a:lnTo>
                      <a:pt x="63" y="5"/>
                    </a:lnTo>
                    <a:lnTo>
                      <a:pt x="66" y="9"/>
                    </a:lnTo>
                    <a:lnTo>
                      <a:pt x="67" y="14"/>
                    </a:lnTo>
                    <a:lnTo>
                      <a:pt x="72" y="15"/>
                    </a:lnTo>
                    <a:lnTo>
                      <a:pt x="76" y="13"/>
                    </a:lnTo>
                    <a:lnTo>
                      <a:pt x="80" y="11"/>
                    </a:lnTo>
                    <a:lnTo>
                      <a:pt x="83" y="11"/>
                    </a:lnTo>
                    <a:lnTo>
                      <a:pt x="84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8" y="10"/>
                    </a:lnTo>
                    <a:lnTo>
                      <a:pt x="96" y="18"/>
                    </a:lnTo>
                    <a:lnTo>
                      <a:pt x="96" y="19"/>
                    </a:lnTo>
                    <a:lnTo>
                      <a:pt x="97" y="19"/>
                    </a:lnTo>
                    <a:lnTo>
                      <a:pt x="97" y="20"/>
                    </a:lnTo>
                    <a:lnTo>
                      <a:pt x="96" y="22"/>
                    </a:lnTo>
                    <a:lnTo>
                      <a:pt x="94" y="24"/>
                    </a:lnTo>
                    <a:lnTo>
                      <a:pt x="93" y="28"/>
                    </a:lnTo>
                    <a:lnTo>
                      <a:pt x="90" y="34"/>
                    </a:lnTo>
                    <a:lnTo>
                      <a:pt x="93" y="39"/>
                    </a:lnTo>
                    <a:lnTo>
                      <a:pt x="98" y="40"/>
                    </a:lnTo>
                    <a:lnTo>
                      <a:pt x="102" y="41"/>
                    </a:lnTo>
                    <a:lnTo>
                      <a:pt x="105" y="43"/>
                    </a:lnTo>
                    <a:lnTo>
                      <a:pt x="106" y="44"/>
                    </a:lnTo>
                    <a:lnTo>
                      <a:pt x="107" y="44"/>
                    </a:lnTo>
                    <a:lnTo>
                      <a:pt x="107" y="45"/>
                    </a:lnTo>
                    <a:lnTo>
                      <a:pt x="107" y="45"/>
                    </a:lnTo>
                    <a:lnTo>
                      <a:pt x="107" y="57"/>
                    </a:lnTo>
                    <a:lnTo>
                      <a:pt x="107" y="57"/>
                    </a:lnTo>
                    <a:lnTo>
                      <a:pt x="107" y="58"/>
                    </a:lnTo>
                    <a:lnTo>
                      <a:pt x="106" y="60"/>
                    </a:lnTo>
                    <a:lnTo>
                      <a:pt x="105" y="60"/>
                    </a:lnTo>
                    <a:lnTo>
                      <a:pt x="102" y="61"/>
                    </a:lnTo>
                    <a:lnTo>
                      <a:pt x="98" y="62"/>
                    </a:lnTo>
                    <a:lnTo>
                      <a:pt x="93" y="65"/>
                    </a:lnTo>
                    <a:lnTo>
                      <a:pt x="92" y="69"/>
                    </a:lnTo>
                    <a:lnTo>
                      <a:pt x="93" y="74"/>
                    </a:lnTo>
                    <a:lnTo>
                      <a:pt x="96" y="78"/>
                    </a:lnTo>
                    <a:lnTo>
                      <a:pt x="96" y="81"/>
                    </a:lnTo>
                    <a:lnTo>
                      <a:pt x="97" y="83"/>
                    </a:lnTo>
                    <a:lnTo>
                      <a:pt x="97" y="83"/>
                    </a:lnTo>
                    <a:lnTo>
                      <a:pt x="97" y="85"/>
                    </a:lnTo>
                    <a:lnTo>
                      <a:pt x="96" y="85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1" y="92"/>
                    </a:lnTo>
                    <a:lnTo>
                      <a:pt x="77" y="91"/>
                    </a:lnTo>
                    <a:lnTo>
                      <a:pt x="72" y="89"/>
                    </a:lnTo>
                    <a:lnTo>
                      <a:pt x="67" y="90"/>
                    </a:lnTo>
                    <a:lnTo>
                      <a:pt x="66" y="95"/>
                    </a:lnTo>
                    <a:lnTo>
                      <a:pt x="64" y="99"/>
                    </a:lnTo>
                    <a:lnTo>
                      <a:pt x="63" y="102"/>
                    </a:lnTo>
                    <a:lnTo>
                      <a:pt x="62" y="103"/>
                    </a:lnTo>
                    <a:lnTo>
                      <a:pt x="62" y="104"/>
                    </a:lnTo>
                    <a:lnTo>
                      <a:pt x="60" y="104"/>
                    </a:lnTo>
                    <a:lnTo>
                      <a:pt x="60" y="104"/>
                    </a:lnTo>
                    <a:lnTo>
                      <a:pt x="49" y="104"/>
                    </a:lnTo>
                    <a:lnTo>
                      <a:pt x="47" y="104"/>
                    </a:lnTo>
                    <a:lnTo>
                      <a:pt x="47" y="104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5" y="99"/>
                    </a:lnTo>
                    <a:lnTo>
                      <a:pt x="42" y="95"/>
                    </a:lnTo>
                    <a:lnTo>
                      <a:pt x="41" y="90"/>
                    </a:lnTo>
                    <a:lnTo>
                      <a:pt x="35" y="89"/>
                    </a:lnTo>
                    <a:lnTo>
                      <a:pt x="32" y="90"/>
                    </a:lnTo>
                    <a:lnTo>
                      <a:pt x="28" y="91"/>
                    </a:lnTo>
                    <a:lnTo>
                      <a:pt x="25" y="92"/>
                    </a:lnTo>
                    <a:lnTo>
                      <a:pt x="24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2" y="83"/>
                    </a:lnTo>
                    <a:lnTo>
                      <a:pt x="12" y="81"/>
                    </a:lnTo>
                    <a:lnTo>
                      <a:pt x="13" y="78"/>
                    </a:lnTo>
                    <a:lnTo>
                      <a:pt x="15" y="74"/>
                    </a:lnTo>
                    <a:lnTo>
                      <a:pt x="17" y="69"/>
                    </a:lnTo>
                    <a:lnTo>
                      <a:pt x="15" y="65"/>
                    </a:lnTo>
                    <a:lnTo>
                      <a:pt x="9" y="64"/>
                    </a:lnTo>
                    <a:lnTo>
                      <a:pt x="5" y="61"/>
                    </a:lnTo>
                    <a:lnTo>
                      <a:pt x="3" y="61"/>
                    </a:lnTo>
                    <a:lnTo>
                      <a:pt x="1" y="60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47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1" y="44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0"/>
                    </a:lnTo>
                    <a:lnTo>
                      <a:pt x="15" y="39"/>
                    </a:lnTo>
                    <a:lnTo>
                      <a:pt x="17" y="34"/>
                    </a:lnTo>
                    <a:lnTo>
                      <a:pt x="15" y="28"/>
                    </a:lnTo>
                    <a:lnTo>
                      <a:pt x="12" y="26"/>
                    </a:lnTo>
                    <a:lnTo>
                      <a:pt x="12" y="23"/>
                    </a:lnTo>
                    <a:lnTo>
                      <a:pt x="11" y="20"/>
                    </a:lnTo>
                    <a:lnTo>
                      <a:pt x="11" y="19"/>
                    </a:lnTo>
                    <a:lnTo>
                      <a:pt x="11" y="19"/>
                    </a:lnTo>
                    <a:lnTo>
                      <a:pt x="12" y="18"/>
                    </a:lnTo>
                    <a:lnTo>
                      <a:pt x="20" y="10"/>
                    </a:lnTo>
                    <a:lnTo>
                      <a:pt x="21" y="10"/>
                    </a:lnTo>
                    <a:lnTo>
                      <a:pt x="22" y="10"/>
                    </a:lnTo>
                    <a:lnTo>
                      <a:pt x="26" y="11"/>
                    </a:lnTo>
                    <a:lnTo>
                      <a:pt x="30" y="13"/>
                    </a:lnTo>
                    <a:lnTo>
                      <a:pt x="35" y="15"/>
                    </a:lnTo>
                    <a:lnTo>
                      <a:pt x="41" y="14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5" y="2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0" name="Freeform 34"/>
              <p:cNvSpPr>
                <a:spLocks noEditPoints="1"/>
              </p:cNvSpPr>
              <p:nvPr/>
            </p:nvSpPr>
            <p:spPr bwMode="auto">
              <a:xfrm rot="19386584" flipH="1">
                <a:off x="5639288" y="1302086"/>
                <a:ext cx="77873" cy="76431"/>
              </a:xfrm>
              <a:custGeom>
                <a:avLst/>
                <a:gdLst>
                  <a:gd name="T0" fmla="*/ 42 w 108"/>
                  <a:gd name="T1" fmla="*/ 38 h 106"/>
                  <a:gd name="T2" fmla="*/ 35 w 108"/>
                  <a:gd name="T3" fmla="*/ 53 h 106"/>
                  <a:gd name="T4" fmla="*/ 42 w 108"/>
                  <a:gd name="T5" fmla="*/ 68 h 106"/>
                  <a:gd name="T6" fmla="*/ 59 w 108"/>
                  <a:gd name="T7" fmla="*/ 70 h 106"/>
                  <a:gd name="T8" fmla="*/ 71 w 108"/>
                  <a:gd name="T9" fmla="*/ 59 h 106"/>
                  <a:gd name="T10" fmla="*/ 69 w 108"/>
                  <a:gd name="T11" fmla="*/ 42 h 106"/>
                  <a:gd name="T12" fmla="*/ 54 w 108"/>
                  <a:gd name="T13" fmla="*/ 35 h 106"/>
                  <a:gd name="T14" fmla="*/ 59 w 108"/>
                  <a:gd name="T15" fmla="*/ 0 h 106"/>
                  <a:gd name="T16" fmla="*/ 62 w 108"/>
                  <a:gd name="T17" fmla="*/ 2 h 106"/>
                  <a:gd name="T18" fmla="*/ 67 w 108"/>
                  <a:gd name="T19" fmla="*/ 14 h 106"/>
                  <a:gd name="T20" fmla="*/ 80 w 108"/>
                  <a:gd name="T21" fmla="*/ 13 h 106"/>
                  <a:gd name="T22" fmla="*/ 84 w 108"/>
                  <a:gd name="T23" fmla="*/ 11 h 106"/>
                  <a:gd name="T24" fmla="*/ 87 w 108"/>
                  <a:gd name="T25" fmla="*/ 11 h 106"/>
                  <a:gd name="T26" fmla="*/ 96 w 108"/>
                  <a:gd name="T27" fmla="*/ 19 h 106"/>
                  <a:gd name="T28" fmla="*/ 96 w 108"/>
                  <a:gd name="T29" fmla="*/ 23 h 106"/>
                  <a:gd name="T30" fmla="*/ 91 w 108"/>
                  <a:gd name="T31" fmla="*/ 35 h 106"/>
                  <a:gd name="T32" fmla="*/ 103 w 108"/>
                  <a:gd name="T33" fmla="*/ 43 h 106"/>
                  <a:gd name="T34" fmla="*/ 106 w 108"/>
                  <a:gd name="T35" fmla="*/ 46 h 106"/>
                  <a:gd name="T36" fmla="*/ 108 w 108"/>
                  <a:gd name="T37" fmla="*/ 59 h 106"/>
                  <a:gd name="T38" fmla="*/ 106 w 108"/>
                  <a:gd name="T39" fmla="*/ 60 h 106"/>
                  <a:gd name="T40" fmla="*/ 99 w 108"/>
                  <a:gd name="T41" fmla="*/ 64 h 106"/>
                  <a:gd name="T42" fmla="*/ 93 w 108"/>
                  <a:gd name="T43" fmla="*/ 76 h 106"/>
                  <a:gd name="T44" fmla="*/ 96 w 108"/>
                  <a:gd name="T45" fmla="*/ 83 h 106"/>
                  <a:gd name="T46" fmla="*/ 96 w 108"/>
                  <a:gd name="T47" fmla="*/ 86 h 106"/>
                  <a:gd name="T48" fmla="*/ 84 w 108"/>
                  <a:gd name="T49" fmla="*/ 94 h 106"/>
                  <a:gd name="T50" fmla="*/ 71 w 108"/>
                  <a:gd name="T51" fmla="*/ 90 h 106"/>
                  <a:gd name="T52" fmla="*/ 63 w 108"/>
                  <a:gd name="T53" fmla="*/ 100 h 106"/>
                  <a:gd name="T54" fmla="*/ 61 w 108"/>
                  <a:gd name="T55" fmla="*/ 106 h 106"/>
                  <a:gd name="T56" fmla="*/ 48 w 108"/>
                  <a:gd name="T57" fmla="*/ 106 h 106"/>
                  <a:gd name="T58" fmla="*/ 46 w 108"/>
                  <a:gd name="T59" fmla="*/ 104 h 106"/>
                  <a:gd name="T60" fmla="*/ 42 w 108"/>
                  <a:gd name="T61" fmla="*/ 97 h 106"/>
                  <a:gd name="T62" fmla="*/ 31 w 108"/>
                  <a:gd name="T63" fmla="*/ 91 h 106"/>
                  <a:gd name="T64" fmla="*/ 24 w 108"/>
                  <a:gd name="T65" fmla="*/ 95 h 106"/>
                  <a:gd name="T66" fmla="*/ 21 w 108"/>
                  <a:gd name="T67" fmla="*/ 95 h 106"/>
                  <a:gd name="T68" fmla="*/ 12 w 108"/>
                  <a:gd name="T69" fmla="*/ 86 h 106"/>
                  <a:gd name="T70" fmla="*/ 11 w 108"/>
                  <a:gd name="T71" fmla="*/ 85 h 106"/>
                  <a:gd name="T72" fmla="*/ 14 w 108"/>
                  <a:gd name="T73" fmla="*/ 76 h 106"/>
                  <a:gd name="T74" fmla="*/ 10 w 108"/>
                  <a:gd name="T75" fmla="*/ 64 h 106"/>
                  <a:gd name="T76" fmla="*/ 0 w 108"/>
                  <a:gd name="T77" fmla="*/ 61 h 106"/>
                  <a:gd name="T78" fmla="*/ 0 w 108"/>
                  <a:gd name="T79" fmla="*/ 59 h 106"/>
                  <a:gd name="T80" fmla="*/ 0 w 108"/>
                  <a:gd name="T81" fmla="*/ 47 h 106"/>
                  <a:gd name="T82" fmla="*/ 6 w 108"/>
                  <a:gd name="T83" fmla="*/ 43 h 106"/>
                  <a:gd name="T84" fmla="*/ 16 w 108"/>
                  <a:gd name="T85" fmla="*/ 35 h 106"/>
                  <a:gd name="T86" fmla="*/ 11 w 108"/>
                  <a:gd name="T87" fmla="*/ 23 h 106"/>
                  <a:gd name="T88" fmla="*/ 11 w 108"/>
                  <a:gd name="T89" fmla="*/ 21 h 106"/>
                  <a:gd name="T90" fmla="*/ 21 w 108"/>
                  <a:gd name="T91" fmla="*/ 11 h 106"/>
                  <a:gd name="T92" fmla="*/ 31 w 108"/>
                  <a:gd name="T93" fmla="*/ 14 h 106"/>
                  <a:gd name="T94" fmla="*/ 42 w 108"/>
                  <a:gd name="T95" fmla="*/ 9 h 106"/>
                  <a:gd name="T96" fmla="*/ 46 w 108"/>
                  <a:gd name="T97" fmla="*/ 1 h 106"/>
                  <a:gd name="T98" fmla="*/ 48 w 108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6">
                    <a:moveTo>
                      <a:pt x="54" y="35"/>
                    </a:moveTo>
                    <a:lnTo>
                      <a:pt x="48" y="35"/>
                    </a:lnTo>
                    <a:lnTo>
                      <a:pt x="42" y="38"/>
                    </a:lnTo>
                    <a:lnTo>
                      <a:pt x="38" y="42"/>
                    </a:lnTo>
                    <a:lnTo>
                      <a:pt x="36" y="47"/>
                    </a:lnTo>
                    <a:lnTo>
                      <a:pt x="35" y="53"/>
                    </a:lnTo>
                    <a:lnTo>
                      <a:pt x="36" y="59"/>
                    </a:lnTo>
                    <a:lnTo>
                      <a:pt x="38" y="64"/>
                    </a:lnTo>
                    <a:lnTo>
                      <a:pt x="42" y="68"/>
                    </a:lnTo>
                    <a:lnTo>
                      <a:pt x="48" y="70"/>
                    </a:lnTo>
                    <a:lnTo>
                      <a:pt x="54" y="72"/>
                    </a:lnTo>
                    <a:lnTo>
                      <a:pt x="59" y="70"/>
                    </a:lnTo>
                    <a:lnTo>
                      <a:pt x="65" y="68"/>
                    </a:lnTo>
                    <a:lnTo>
                      <a:pt x="69" y="64"/>
                    </a:lnTo>
                    <a:lnTo>
                      <a:pt x="71" y="59"/>
                    </a:lnTo>
                    <a:lnTo>
                      <a:pt x="72" y="53"/>
                    </a:lnTo>
                    <a:lnTo>
                      <a:pt x="71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59" y="35"/>
                    </a:lnTo>
                    <a:lnTo>
                      <a:pt x="54" y="35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59" y="0"/>
                    </a:lnTo>
                    <a:lnTo>
                      <a:pt x="61" y="1"/>
                    </a:lnTo>
                    <a:lnTo>
                      <a:pt x="61" y="1"/>
                    </a:lnTo>
                    <a:lnTo>
                      <a:pt x="62" y="2"/>
                    </a:lnTo>
                    <a:lnTo>
                      <a:pt x="63" y="5"/>
                    </a:lnTo>
                    <a:lnTo>
                      <a:pt x="65" y="9"/>
                    </a:lnTo>
                    <a:lnTo>
                      <a:pt x="67" y="14"/>
                    </a:lnTo>
                    <a:lnTo>
                      <a:pt x="71" y="17"/>
                    </a:lnTo>
                    <a:lnTo>
                      <a:pt x="76" y="14"/>
                    </a:lnTo>
                    <a:lnTo>
                      <a:pt x="80" y="13"/>
                    </a:lnTo>
                    <a:lnTo>
                      <a:pt x="82" y="11"/>
                    </a:lnTo>
                    <a:lnTo>
                      <a:pt x="84" y="11"/>
                    </a:lnTo>
                    <a:lnTo>
                      <a:pt x="84" y="11"/>
                    </a:lnTo>
                    <a:lnTo>
                      <a:pt x="86" y="11"/>
                    </a:lnTo>
                    <a:lnTo>
                      <a:pt x="86" y="11"/>
                    </a:lnTo>
                    <a:lnTo>
                      <a:pt x="87" y="11"/>
                    </a:lnTo>
                    <a:lnTo>
                      <a:pt x="87" y="11"/>
                    </a:lnTo>
                    <a:lnTo>
                      <a:pt x="96" y="19"/>
                    </a:lnTo>
                    <a:lnTo>
                      <a:pt x="96" y="19"/>
                    </a:lnTo>
                    <a:lnTo>
                      <a:pt x="96" y="21"/>
                    </a:lnTo>
                    <a:lnTo>
                      <a:pt x="96" y="22"/>
                    </a:lnTo>
                    <a:lnTo>
                      <a:pt x="96" y="23"/>
                    </a:lnTo>
                    <a:lnTo>
                      <a:pt x="95" y="26"/>
                    </a:lnTo>
                    <a:lnTo>
                      <a:pt x="93" y="30"/>
                    </a:lnTo>
                    <a:lnTo>
                      <a:pt x="91" y="35"/>
                    </a:lnTo>
                    <a:lnTo>
                      <a:pt x="92" y="40"/>
                    </a:lnTo>
                    <a:lnTo>
                      <a:pt x="99" y="42"/>
                    </a:lnTo>
                    <a:lnTo>
                      <a:pt x="103" y="43"/>
                    </a:lnTo>
                    <a:lnTo>
                      <a:pt x="105" y="44"/>
                    </a:lnTo>
                    <a:lnTo>
                      <a:pt x="106" y="46"/>
                    </a:lnTo>
                    <a:lnTo>
                      <a:pt x="106" y="46"/>
                    </a:lnTo>
                    <a:lnTo>
                      <a:pt x="108" y="47"/>
                    </a:lnTo>
                    <a:lnTo>
                      <a:pt x="108" y="47"/>
                    </a:lnTo>
                    <a:lnTo>
                      <a:pt x="108" y="59"/>
                    </a:lnTo>
                    <a:lnTo>
                      <a:pt x="108" y="59"/>
                    </a:lnTo>
                    <a:lnTo>
                      <a:pt x="106" y="60"/>
                    </a:lnTo>
                    <a:lnTo>
                      <a:pt x="106" y="60"/>
                    </a:lnTo>
                    <a:lnTo>
                      <a:pt x="105" y="61"/>
                    </a:lnTo>
                    <a:lnTo>
                      <a:pt x="103" y="63"/>
                    </a:lnTo>
                    <a:lnTo>
                      <a:pt x="99" y="64"/>
                    </a:lnTo>
                    <a:lnTo>
                      <a:pt x="93" y="66"/>
                    </a:lnTo>
                    <a:lnTo>
                      <a:pt x="91" y="70"/>
                    </a:lnTo>
                    <a:lnTo>
                      <a:pt x="93" y="76"/>
                    </a:lnTo>
                    <a:lnTo>
                      <a:pt x="95" y="80"/>
                    </a:lnTo>
                    <a:lnTo>
                      <a:pt x="96" y="82"/>
                    </a:lnTo>
                    <a:lnTo>
                      <a:pt x="96" y="83"/>
                    </a:lnTo>
                    <a:lnTo>
                      <a:pt x="96" y="85"/>
                    </a:lnTo>
                    <a:lnTo>
                      <a:pt x="96" y="86"/>
                    </a:lnTo>
                    <a:lnTo>
                      <a:pt x="96" y="86"/>
                    </a:lnTo>
                    <a:lnTo>
                      <a:pt x="87" y="95"/>
                    </a:lnTo>
                    <a:lnTo>
                      <a:pt x="86" y="95"/>
                    </a:lnTo>
                    <a:lnTo>
                      <a:pt x="84" y="94"/>
                    </a:lnTo>
                    <a:lnTo>
                      <a:pt x="82" y="94"/>
                    </a:lnTo>
                    <a:lnTo>
                      <a:pt x="78" y="91"/>
                    </a:lnTo>
                    <a:lnTo>
                      <a:pt x="71" y="90"/>
                    </a:lnTo>
                    <a:lnTo>
                      <a:pt x="67" y="91"/>
                    </a:lnTo>
                    <a:lnTo>
                      <a:pt x="65" y="97"/>
                    </a:lnTo>
                    <a:lnTo>
                      <a:pt x="63" y="100"/>
                    </a:lnTo>
                    <a:lnTo>
                      <a:pt x="62" y="103"/>
                    </a:lnTo>
                    <a:lnTo>
                      <a:pt x="62" y="104"/>
                    </a:lnTo>
                    <a:lnTo>
                      <a:pt x="61" y="106"/>
                    </a:lnTo>
                    <a:lnTo>
                      <a:pt x="61" y="106"/>
                    </a:lnTo>
                    <a:lnTo>
                      <a:pt x="59" y="106"/>
                    </a:lnTo>
                    <a:lnTo>
                      <a:pt x="48" y="106"/>
                    </a:lnTo>
                    <a:lnTo>
                      <a:pt x="48" y="106"/>
                    </a:lnTo>
                    <a:lnTo>
                      <a:pt x="46" y="106"/>
                    </a:lnTo>
                    <a:lnTo>
                      <a:pt x="46" y="104"/>
                    </a:lnTo>
                    <a:lnTo>
                      <a:pt x="45" y="103"/>
                    </a:lnTo>
                    <a:lnTo>
                      <a:pt x="44" y="100"/>
                    </a:lnTo>
                    <a:lnTo>
                      <a:pt x="42" y="97"/>
                    </a:lnTo>
                    <a:lnTo>
                      <a:pt x="40" y="91"/>
                    </a:lnTo>
                    <a:lnTo>
                      <a:pt x="36" y="90"/>
                    </a:lnTo>
                    <a:lnTo>
                      <a:pt x="31" y="91"/>
                    </a:lnTo>
                    <a:lnTo>
                      <a:pt x="28" y="93"/>
                    </a:lnTo>
                    <a:lnTo>
                      <a:pt x="25" y="94"/>
                    </a:lnTo>
                    <a:lnTo>
                      <a:pt x="24" y="95"/>
                    </a:lnTo>
                    <a:lnTo>
                      <a:pt x="23" y="95"/>
                    </a:lnTo>
                    <a:lnTo>
                      <a:pt x="21" y="95"/>
                    </a:lnTo>
                    <a:lnTo>
                      <a:pt x="21" y="95"/>
                    </a:lnTo>
                    <a:lnTo>
                      <a:pt x="20" y="95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1" y="86"/>
                    </a:lnTo>
                    <a:lnTo>
                      <a:pt x="11" y="85"/>
                    </a:lnTo>
                    <a:lnTo>
                      <a:pt x="11" y="85"/>
                    </a:lnTo>
                    <a:lnTo>
                      <a:pt x="11" y="82"/>
                    </a:lnTo>
                    <a:lnTo>
                      <a:pt x="12" y="80"/>
                    </a:lnTo>
                    <a:lnTo>
                      <a:pt x="14" y="76"/>
                    </a:lnTo>
                    <a:lnTo>
                      <a:pt x="16" y="70"/>
                    </a:lnTo>
                    <a:lnTo>
                      <a:pt x="15" y="66"/>
                    </a:lnTo>
                    <a:lnTo>
                      <a:pt x="10" y="64"/>
                    </a:lnTo>
                    <a:lnTo>
                      <a:pt x="6" y="63"/>
                    </a:lnTo>
                    <a:lnTo>
                      <a:pt x="3" y="61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3" y="44"/>
                    </a:lnTo>
                    <a:lnTo>
                      <a:pt x="6" y="43"/>
                    </a:lnTo>
                    <a:lnTo>
                      <a:pt x="10" y="42"/>
                    </a:lnTo>
                    <a:lnTo>
                      <a:pt x="15" y="40"/>
                    </a:lnTo>
                    <a:lnTo>
                      <a:pt x="16" y="35"/>
                    </a:lnTo>
                    <a:lnTo>
                      <a:pt x="14" y="30"/>
                    </a:lnTo>
                    <a:lnTo>
                      <a:pt x="12" y="26"/>
                    </a:lnTo>
                    <a:lnTo>
                      <a:pt x="11" y="23"/>
                    </a:lnTo>
                    <a:lnTo>
                      <a:pt x="11" y="22"/>
                    </a:lnTo>
                    <a:lnTo>
                      <a:pt x="11" y="21"/>
                    </a:lnTo>
                    <a:lnTo>
                      <a:pt x="11" y="21"/>
                    </a:lnTo>
                    <a:lnTo>
                      <a:pt x="11" y="19"/>
                    </a:lnTo>
                    <a:lnTo>
                      <a:pt x="20" y="11"/>
                    </a:lnTo>
                    <a:lnTo>
                      <a:pt x="21" y="11"/>
                    </a:lnTo>
                    <a:lnTo>
                      <a:pt x="23" y="11"/>
                    </a:lnTo>
                    <a:lnTo>
                      <a:pt x="25" y="13"/>
                    </a:lnTo>
                    <a:lnTo>
                      <a:pt x="31" y="14"/>
                    </a:lnTo>
                    <a:lnTo>
                      <a:pt x="36" y="17"/>
                    </a:lnTo>
                    <a:lnTo>
                      <a:pt x="40" y="14"/>
                    </a:lnTo>
                    <a:lnTo>
                      <a:pt x="42" y="9"/>
                    </a:lnTo>
                    <a:lnTo>
                      <a:pt x="44" y="5"/>
                    </a:lnTo>
                    <a:lnTo>
                      <a:pt x="45" y="2"/>
                    </a:lnTo>
                    <a:lnTo>
                      <a:pt x="46" y="1"/>
                    </a:lnTo>
                    <a:lnTo>
                      <a:pt x="46" y="1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1" name="Freeform 35"/>
              <p:cNvSpPr>
                <a:spLocks noEditPoints="1"/>
              </p:cNvSpPr>
              <p:nvPr/>
            </p:nvSpPr>
            <p:spPr bwMode="auto">
              <a:xfrm rot="19386584" flipH="1">
                <a:off x="5979289" y="2194832"/>
                <a:ext cx="77152" cy="76431"/>
              </a:xfrm>
              <a:custGeom>
                <a:avLst/>
                <a:gdLst>
                  <a:gd name="T0" fmla="*/ 43 w 107"/>
                  <a:gd name="T1" fmla="*/ 38 h 106"/>
                  <a:gd name="T2" fmla="*/ 35 w 107"/>
                  <a:gd name="T3" fmla="*/ 54 h 106"/>
                  <a:gd name="T4" fmla="*/ 43 w 107"/>
                  <a:gd name="T5" fmla="*/ 69 h 106"/>
                  <a:gd name="T6" fmla="*/ 60 w 107"/>
                  <a:gd name="T7" fmla="*/ 71 h 106"/>
                  <a:gd name="T8" fmla="*/ 72 w 107"/>
                  <a:gd name="T9" fmla="*/ 59 h 106"/>
                  <a:gd name="T10" fmla="*/ 69 w 107"/>
                  <a:gd name="T11" fmla="*/ 42 h 106"/>
                  <a:gd name="T12" fmla="*/ 53 w 107"/>
                  <a:gd name="T13" fmla="*/ 36 h 106"/>
                  <a:gd name="T14" fmla="*/ 60 w 107"/>
                  <a:gd name="T15" fmla="*/ 0 h 106"/>
                  <a:gd name="T16" fmla="*/ 63 w 107"/>
                  <a:gd name="T17" fmla="*/ 3 h 106"/>
                  <a:gd name="T18" fmla="*/ 68 w 107"/>
                  <a:gd name="T19" fmla="*/ 15 h 106"/>
                  <a:gd name="T20" fmla="*/ 80 w 107"/>
                  <a:gd name="T21" fmla="*/ 14 h 106"/>
                  <a:gd name="T22" fmla="*/ 85 w 107"/>
                  <a:gd name="T23" fmla="*/ 12 h 106"/>
                  <a:gd name="T24" fmla="*/ 87 w 107"/>
                  <a:gd name="T25" fmla="*/ 12 h 106"/>
                  <a:gd name="T26" fmla="*/ 97 w 107"/>
                  <a:gd name="T27" fmla="*/ 20 h 106"/>
                  <a:gd name="T28" fmla="*/ 95 w 107"/>
                  <a:gd name="T29" fmla="*/ 24 h 106"/>
                  <a:gd name="T30" fmla="*/ 91 w 107"/>
                  <a:gd name="T31" fmla="*/ 36 h 106"/>
                  <a:gd name="T32" fmla="*/ 102 w 107"/>
                  <a:gd name="T33" fmla="*/ 44 h 106"/>
                  <a:gd name="T34" fmla="*/ 107 w 107"/>
                  <a:gd name="T35" fmla="*/ 46 h 106"/>
                  <a:gd name="T36" fmla="*/ 107 w 107"/>
                  <a:gd name="T37" fmla="*/ 59 h 106"/>
                  <a:gd name="T38" fmla="*/ 107 w 107"/>
                  <a:gd name="T39" fmla="*/ 61 h 106"/>
                  <a:gd name="T40" fmla="*/ 98 w 107"/>
                  <a:gd name="T41" fmla="*/ 65 h 106"/>
                  <a:gd name="T42" fmla="*/ 94 w 107"/>
                  <a:gd name="T43" fmla="*/ 76 h 106"/>
                  <a:gd name="T44" fmla="*/ 97 w 107"/>
                  <a:gd name="T45" fmla="*/ 84 h 106"/>
                  <a:gd name="T46" fmla="*/ 97 w 107"/>
                  <a:gd name="T47" fmla="*/ 87 h 106"/>
                  <a:gd name="T48" fmla="*/ 85 w 107"/>
                  <a:gd name="T49" fmla="*/ 95 h 106"/>
                  <a:gd name="T50" fmla="*/ 72 w 107"/>
                  <a:gd name="T51" fmla="*/ 91 h 106"/>
                  <a:gd name="T52" fmla="*/ 64 w 107"/>
                  <a:gd name="T53" fmla="*/ 101 h 106"/>
                  <a:gd name="T54" fmla="*/ 61 w 107"/>
                  <a:gd name="T55" fmla="*/ 106 h 106"/>
                  <a:gd name="T56" fmla="*/ 48 w 107"/>
                  <a:gd name="T57" fmla="*/ 106 h 106"/>
                  <a:gd name="T58" fmla="*/ 47 w 107"/>
                  <a:gd name="T59" fmla="*/ 105 h 106"/>
                  <a:gd name="T60" fmla="*/ 43 w 107"/>
                  <a:gd name="T61" fmla="*/ 97 h 106"/>
                  <a:gd name="T62" fmla="*/ 31 w 107"/>
                  <a:gd name="T63" fmla="*/ 92 h 106"/>
                  <a:gd name="T64" fmla="*/ 23 w 107"/>
                  <a:gd name="T65" fmla="*/ 96 h 106"/>
                  <a:gd name="T66" fmla="*/ 22 w 107"/>
                  <a:gd name="T67" fmla="*/ 96 h 106"/>
                  <a:gd name="T68" fmla="*/ 11 w 107"/>
                  <a:gd name="T69" fmla="*/ 87 h 106"/>
                  <a:gd name="T70" fmla="*/ 11 w 107"/>
                  <a:gd name="T71" fmla="*/ 86 h 106"/>
                  <a:gd name="T72" fmla="*/ 14 w 107"/>
                  <a:gd name="T73" fmla="*/ 76 h 106"/>
                  <a:gd name="T74" fmla="*/ 9 w 107"/>
                  <a:gd name="T75" fmla="*/ 65 h 106"/>
                  <a:gd name="T76" fmla="*/ 1 w 107"/>
                  <a:gd name="T77" fmla="*/ 62 h 106"/>
                  <a:gd name="T78" fmla="*/ 0 w 107"/>
                  <a:gd name="T79" fmla="*/ 59 h 106"/>
                  <a:gd name="T80" fmla="*/ 0 w 107"/>
                  <a:gd name="T81" fmla="*/ 48 h 106"/>
                  <a:gd name="T82" fmla="*/ 5 w 107"/>
                  <a:gd name="T83" fmla="*/ 44 h 106"/>
                  <a:gd name="T84" fmla="*/ 17 w 107"/>
                  <a:gd name="T85" fmla="*/ 36 h 106"/>
                  <a:gd name="T86" fmla="*/ 11 w 107"/>
                  <a:gd name="T87" fmla="*/ 24 h 106"/>
                  <a:gd name="T88" fmla="*/ 11 w 107"/>
                  <a:gd name="T89" fmla="*/ 21 h 106"/>
                  <a:gd name="T90" fmla="*/ 21 w 107"/>
                  <a:gd name="T91" fmla="*/ 12 h 106"/>
                  <a:gd name="T92" fmla="*/ 30 w 107"/>
                  <a:gd name="T93" fmla="*/ 15 h 106"/>
                  <a:gd name="T94" fmla="*/ 42 w 107"/>
                  <a:gd name="T95" fmla="*/ 10 h 106"/>
                  <a:gd name="T96" fmla="*/ 46 w 107"/>
                  <a:gd name="T97" fmla="*/ 2 h 106"/>
                  <a:gd name="T98" fmla="*/ 48 w 107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6">
                    <a:moveTo>
                      <a:pt x="53" y="36"/>
                    </a:moveTo>
                    <a:lnTo>
                      <a:pt x="48" y="36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6" y="48"/>
                    </a:lnTo>
                    <a:lnTo>
                      <a:pt x="35" y="54"/>
                    </a:lnTo>
                    <a:lnTo>
                      <a:pt x="36" y="59"/>
                    </a:lnTo>
                    <a:lnTo>
                      <a:pt x="39" y="65"/>
                    </a:lnTo>
                    <a:lnTo>
                      <a:pt x="43" y="69"/>
                    </a:lnTo>
                    <a:lnTo>
                      <a:pt x="48" y="71"/>
                    </a:lnTo>
                    <a:lnTo>
                      <a:pt x="53" y="72"/>
                    </a:lnTo>
                    <a:lnTo>
                      <a:pt x="60" y="71"/>
                    </a:lnTo>
                    <a:lnTo>
                      <a:pt x="65" y="69"/>
                    </a:lnTo>
                    <a:lnTo>
                      <a:pt x="69" y="65"/>
                    </a:lnTo>
                    <a:lnTo>
                      <a:pt x="72" y="59"/>
                    </a:lnTo>
                    <a:lnTo>
                      <a:pt x="73" y="54"/>
                    </a:lnTo>
                    <a:lnTo>
                      <a:pt x="72" y="48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6"/>
                    </a:lnTo>
                    <a:lnTo>
                      <a:pt x="53" y="36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2"/>
                    </a:lnTo>
                    <a:lnTo>
                      <a:pt x="61" y="2"/>
                    </a:lnTo>
                    <a:lnTo>
                      <a:pt x="63" y="3"/>
                    </a:lnTo>
                    <a:lnTo>
                      <a:pt x="64" y="6"/>
                    </a:lnTo>
                    <a:lnTo>
                      <a:pt x="65" y="10"/>
                    </a:lnTo>
                    <a:lnTo>
                      <a:pt x="68" y="15"/>
                    </a:lnTo>
                    <a:lnTo>
                      <a:pt x="72" y="17"/>
                    </a:lnTo>
                    <a:lnTo>
                      <a:pt x="77" y="15"/>
                    </a:lnTo>
                    <a:lnTo>
                      <a:pt x="80" y="14"/>
                    </a:lnTo>
                    <a:lnTo>
                      <a:pt x="82" y="12"/>
                    </a:lnTo>
                    <a:lnTo>
                      <a:pt x="83" y="12"/>
                    </a:lnTo>
                    <a:lnTo>
                      <a:pt x="85" y="12"/>
                    </a:lnTo>
                    <a:lnTo>
                      <a:pt x="86" y="12"/>
                    </a:lnTo>
                    <a:lnTo>
                      <a:pt x="86" y="12"/>
                    </a:lnTo>
                    <a:lnTo>
                      <a:pt x="87" y="12"/>
                    </a:lnTo>
                    <a:lnTo>
                      <a:pt x="87" y="12"/>
                    </a:lnTo>
                    <a:lnTo>
                      <a:pt x="95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7" y="23"/>
                    </a:lnTo>
                    <a:lnTo>
                      <a:pt x="95" y="24"/>
                    </a:lnTo>
                    <a:lnTo>
                      <a:pt x="95" y="27"/>
                    </a:lnTo>
                    <a:lnTo>
                      <a:pt x="93" y="31"/>
                    </a:lnTo>
                    <a:lnTo>
                      <a:pt x="91" y="36"/>
                    </a:lnTo>
                    <a:lnTo>
                      <a:pt x="93" y="40"/>
                    </a:lnTo>
                    <a:lnTo>
                      <a:pt x="98" y="42"/>
                    </a:lnTo>
                    <a:lnTo>
                      <a:pt x="102" y="44"/>
                    </a:lnTo>
                    <a:lnTo>
                      <a:pt x="104" y="45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8"/>
                    </a:lnTo>
                    <a:lnTo>
                      <a:pt x="107" y="48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7" y="61"/>
                    </a:lnTo>
                    <a:lnTo>
                      <a:pt x="107" y="61"/>
                    </a:lnTo>
                    <a:lnTo>
                      <a:pt x="104" y="62"/>
                    </a:lnTo>
                    <a:lnTo>
                      <a:pt x="102" y="63"/>
                    </a:lnTo>
                    <a:lnTo>
                      <a:pt x="98" y="65"/>
                    </a:lnTo>
                    <a:lnTo>
                      <a:pt x="93" y="67"/>
                    </a:lnTo>
                    <a:lnTo>
                      <a:pt x="91" y="71"/>
                    </a:lnTo>
                    <a:lnTo>
                      <a:pt x="94" y="76"/>
                    </a:lnTo>
                    <a:lnTo>
                      <a:pt x="95" y="80"/>
                    </a:lnTo>
                    <a:lnTo>
                      <a:pt x="97" y="83"/>
                    </a:lnTo>
                    <a:lnTo>
                      <a:pt x="97" y="84"/>
                    </a:lnTo>
                    <a:lnTo>
                      <a:pt x="97" y="86"/>
                    </a:lnTo>
                    <a:lnTo>
                      <a:pt x="97" y="87"/>
                    </a:lnTo>
                    <a:lnTo>
                      <a:pt x="97" y="87"/>
                    </a:lnTo>
                    <a:lnTo>
                      <a:pt x="87" y="96"/>
                    </a:lnTo>
                    <a:lnTo>
                      <a:pt x="86" y="96"/>
                    </a:lnTo>
                    <a:lnTo>
                      <a:pt x="85" y="95"/>
                    </a:lnTo>
                    <a:lnTo>
                      <a:pt x="82" y="95"/>
                    </a:lnTo>
                    <a:lnTo>
                      <a:pt x="77" y="92"/>
                    </a:lnTo>
                    <a:lnTo>
                      <a:pt x="72" y="91"/>
                    </a:lnTo>
                    <a:lnTo>
                      <a:pt x="68" y="92"/>
                    </a:lnTo>
                    <a:lnTo>
                      <a:pt x="65" y="97"/>
                    </a:lnTo>
                    <a:lnTo>
                      <a:pt x="64" y="101"/>
                    </a:lnTo>
                    <a:lnTo>
                      <a:pt x="63" y="104"/>
                    </a:lnTo>
                    <a:lnTo>
                      <a:pt x="61" y="105"/>
                    </a:lnTo>
                    <a:lnTo>
                      <a:pt x="61" y="106"/>
                    </a:lnTo>
                    <a:lnTo>
                      <a:pt x="60" y="106"/>
                    </a:lnTo>
                    <a:lnTo>
                      <a:pt x="60" y="106"/>
                    </a:lnTo>
                    <a:lnTo>
                      <a:pt x="48" y="106"/>
                    </a:lnTo>
                    <a:lnTo>
                      <a:pt x="48" y="106"/>
                    </a:lnTo>
                    <a:lnTo>
                      <a:pt x="47" y="106"/>
                    </a:lnTo>
                    <a:lnTo>
                      <a:pt x="47" y="105"/>
                    </a:lnTo>
                    <a:lnTo>
                      <a:pt x="46" y="104"/>
                    </a:lnTo>
                    <a:lnTo>
                      <a:pt x="44" y="101"/>
                    </a:lnTo>
                    <a:lnTo>
                      <a:pt x="43" y="97"/>
                    </a:lnTo>
                    <a:lnTo>
                      <a:pt x="40" y="92"/>
                    </a:lnTo>
                    <a:lnTo>
                      <a:pt x="36" y="91"/>
                    </a:lnTo>
                    <a:lnTo>
                      <a:pt x="31" y="92"/>
                    </a:lnTo>
                    <a:lnTo>
                      <a:pt x="27" y="93"/>
                    </a:lnTo>
                    <a:lnTo>
                      <a:pt x="25" y="95"/>
                    </a:lnTo>
                    <a:lnTo>
                      <a:pt x="23" y="96"/>
                    </a:lnTo>
                    <a:lnTo>
                      <a:pt x="22" y="96"/>
                    </a:lnTo>
                    <a:lnTo>
                      <a:pt x="22" y="96"/>
                    </a:lnTo>
                    <a:lnTo>
                      <a:pt x="22" y="96"/>
                    </a:lnTo>
                    <a:lnTo>
                      <a:pt x="21" y="96"/>
                    </a:lnTo>
                    <a:lnTo>
                      <a:pt x="19" y="95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1" y="86"/>
                    </a:lnTo>
                    <a:lnTo>
                      <a:pt x="11" y="86"/>
                    </a:lnTo>
                    <a:lnTo>
                      <a:pt x="11" y="83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4" y="67"/>
                    </a:lnTo>
                    <a:lnTo>
                      <a:pt x="9" y="65"/>
                    </a:lnTo>
                    <a:lnTo>
                      <a:pt x="5" y="63"/>
                    </a:lnTo>
                    <a:lnTo>
                      <a:pt x="2" y="62"/>
                    </a:lnTo>
                    <a:lnTo>
                      <a:pt x="1" y="62"/>
                    </a:lnTo>
                    <a:lnTo>
                      <a:pt x="0" y="61"/>
                    </a:lnTo>
                    <a:lnTo>
                      <a:pt x="0" y="61"/>
                    </a:lnTo>
                    <a:lnTo>
                      <a:pt x="0" y="5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1" y="46"/>
                    </a:lnTo>
                    <a:lnTo>
                      <a:pt x="2" y="45"/>
                    </a:lnTo>
                    <a:lnTo>
                      <a:pt x="5" y="44"/>
                    </a:lnTo>
                    <a:lnTo>
                      <a:pt x="9" y="42"/>
                    </a:lnTo>
                    <a:lnTo>
                      <a:pt x="14" y="41"/>
                    </a:lnTo>
                    <a:lnTo>
                      <a:pt x="17" y="36"/>
                    </a:lnTo>
                    <a:lnTo>
                      <a:pt x="14" y="31"/>
                    </a:lnTo>
                    <a:lnTo>
                      <a:pt x="13" y="27"/>
                    </a:lnTo>
                    <a:lnTo>
                      <a:pt x="11" y="24"/>
                    </a:lnTo>
                    <a:lnTo>
                      <a:pt x="10" y="23"/>
                    </a:lnTo>
                    <a:lnTo>
                      <a:pt x="10" y="21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21" y="12"/>
                    </a:lnTo>
                    <a:lnTo>
                      <a:pt x="21" y="12"/>
                    </a:lnTo>
                    <a:lnTo>
                      <a:pt x="23" y="12"/>
                    </a:lnTo>
                    <a:lnTo>
                      <a:pt x="26" y="14"/>
                    </a:lnTo>
                    <a:lnTo>
                      <a:pt x="30" y="15"/>
                    </a:lnTo>
                    <a:lnTo>
                      <a:pt x="35" y="17"/>
                    </a:lnTo>
                    <a:lnTo>
                      <a:pt x="40" y="15"/>
                    </a:lnTo>
                    <a:lnTo>
                      <a:pt x="42" y="10"/>
                    </a:lnTo>
                    <a:lnTo>
                      <a:pt x="44" y="6"/>
                    </a:lnTo>
                    <a:lnTo>
                      <a:pt x="46" y="3"/>
                    </a:lnTo>
                    <a:lnTo>
                      <a:pt x="46" y="2"/>
                    </a:lnTo>
                    <a:lnTo>
                      <a:pt x="47" y="2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2" name="Freeform 36"/>
              <p:cNvSpPr>
                <a:spLocks noEditPoints="1"/>
              </p:cNvSpPr>
              <p:nvPr/>
            </p:nvSpPr>
            <p:spPr bwMode="auto">
              <a:xfrm rot="19386584" flipH="1">
                <a:off x="6205888" y="2330019"/>
                <a:ext cx="77873" cy="75710"/>
              </a:xfrm>
              <a:custGeom>
                <a:avLst/>
                <a:gdLst>
                  <a:gd name="T0" fmla="*/ 43 w 108"/>
                  <a:gd name="T1" fmla="*/ 38 h 105"/>
                  <a:gd name="T2" fmla="*/ 35 w 108"/>
                  <a:gd name="T3" fmla="*/ 53 h 105"/>
                  <a:gd name="T4" fmla="*/ 43 w 108"/>
                  <a:gd name="T5" fmla="*/ 69 h 105"/>
                  <a:gd name="T6" fmla="*/ 60 w 108"/>
                  <a:gd name="T7" fmla="*/ 71 h 105"/>
                  <a:gd name="T8" fmla="*/ 72 w 108"/>
                  <a:gd name="T9" fmla="*/ 59 h 105"/>
                  <a:gd name="T10" fmla="*/ 69 w 108"/>
                  <a:gd name="T11" fmla="*/ 42 h 105"/>
                  <a:gd name="T12" fmla="*/ 53 w 108"/>
                  <a:gd name="T13" fmla="*/ 35 h 105"/>
                  <a:gd name="T14" fmla="*/ 60 w 108"/>
                  <a:gd name="T15" fmla="*/ 0 h 105"/>
                  <a:gd name="T16" fmla="*/ 63 w 108"/>
                  <a:gd name="T17" fmla="*/ 3 h 105"/>
                  <a:gd name="T18" fmla="*/ 68 w 108"/>
                  <a:gd name="T19" fmla="*/ 15 h 105"/>
                  <a:gd name="T20" fmla="*/ 80 w 108"/>
                  <a:gd name="T21" fmla="*/ 14 h 105"/>
                  <a:gd name="T22" fmla="*/ 85 w 108"/>
                  <a:gd name="T23" fmla="*/ 11 h 105"/>
                  <a:gd name="T24" fmla="*/ 87 w 108"/>
                  <a:gd name="T25" fmla="*/ 11 h 105"/>
                  <a:gd name="T26" fmla="*/ 97 w 108"/>
                  <a:gd name="T27" fmla="*/ 20 h 105"/>
                  <a:gd name="T28" fmla="*/ 97 w 108"/>
                  <a:gd name="T29" fmla="*/ 24 h 105"/>
                  <a:gd name="T30" fmla="*/ 91 w 108"/>
                  <a:gd name="T31" fmla="*/ 36 h 105"/>
                  <a:gd name="T32" fmla="*/ 102 w 108"/>
                  <a:gd name="T33" fmla="*/ 44 h 105"/>
                  <a:gd name="T34" fmla="*/ 107 w 108"/>
                  <a:gd name="T35" fmla="*/ 46 h 105"/>
                  <a:gd name="T36" fmla="*/ 108 w 108"/>
                  <a:gd name="T37" fmla="*/ 58 h 105"/>
                  <a:gd name="T38" fmla="*/ 107 w 108"/>
                  <a:gd name="T39" fmla="*/ 61 h 105"/>
                  <a:gd name="T40" fmla="*/ 99 w 108"/>
                  <a:gd name="T41" fmla="*/ 65 h 105"/>
                  <a:gd name="T42" fmla="*/ 94 w 108"/>
                  <a:gd name="T43" fmla="*/ 76 h 105"/>
                  <a:gd name="T44" fmla="*/ 97 w 108"/>
                  <a:gd name="T45" fmla="*/ 84 h 105"/>
                  <a:gd name="T46" fmla="*/ 97 w 108"/>
                  <a:gd name="T47" fmla="*/ 87 h 105"/>
                  <a:gd name="T48" fmla="*/ 85 w 108"/>
                  <a:gd name="T49" fmla="*/ 95 h 105"/>
                  <a:gd name="T50" fmla="*/ 72 w 108"/>
                  <a:gd name="T51" fmla="*/ 90 h 105"/>
                  <a:gd name="T52" fmla="*/ 64 w 108"/>
                  <a:gd name="T53" fmla="*/ 100 h 105"/>
                  <a:gd name="T54" fmla="*/ 61 w 108"/>
                  <a:gd name="T55" fmla="*/ 105 h 105"/>
                  <a:gd name="T56" fmla="*/ 48 w 108"/>
                  <a:gd name="T57" fmla="*/ 105 h 105"/>
                  <a:gd name="T58" fmla="*/ 47 w 108"/>
                  <a:gd name="T59" fmla="*/ 105 h 105"/>
                  <a:gd name="T60" fmla="*/ 43 w 108"/>
                  <a:gd name="T61" fmla="*/ 97 h 105"/>
                  <a:gd name="T62" fmla="*/ 31 w 108"/>
                  <a:gd name="T63" fmla="*/ 92 h 105"/>
                  <a:gd name="T64" fmla="*/ 23 w 108"/>
                  <a:gd name="T65" fmla="*/ 95 h 105"/>
                  <a:gd name="T66" fmla="*/ 22 w 108"/>
                  <a:gd name="T67" fmla="*/ 95 h 105"/>
                  <a:gd name="T68" fmla="*/ 12 w 108"/>
                  <a:gd name="T69" fmla="*/ 87 h 105"/>
                  <a:gd name="T70" fmla="*/ 12 w 108"/>
                  <a:gd name="T71" fmla="*/ 84 h 105"/>
                  <a:gd name="T72" fmla="*/ 14 w 108"/>
                  <a:gd name="T73" fmla="*/ 76 h 105"/>
                  <a:gd name="T74" fmla="*/ 9 w 108"/>
                  <a:gd name="T75" fmla="*/ 65 h 105"/>
                  <a:gd name="T76" fmla="*/ 1 w 108"/>
                  <a:gd name="T77" fmla="*/ 61 h 105"/>
                  <a:gd name="T78" fmla="*/ 0 w 108"/>
                  <a:gd name="T79" fmla="*/ 59 h 105"/>
                  <a:gd name="T80" fmla="*/ 1 w 108"/>
                  <a:gd name="T81" fmla="*/ 46 h 105"/>
                  <a:gd name="T82" fmla="*/ 5 w 108"/>
                  <a:gd name="T83" fmla="*/ 44 h 105"/>
                  <a:gd name="T84" fmla="*/ 17 w 108"/>
                  <a:gd name="T85" fmla="*/ 36 h 105"/>
                  <a:gd name="T86" fmla="*/ 12 w 108"/>
                  <a:gd name="T87" fmla="*/ 24 h 105"/>
                  <a:gd name="T88" fmla="*/ 12 w 108"/>
                  <a:gd name="T89" fmla="*/ 20 h 105"/>
                  <a:gd name="T90" fmla="*/ 22 w 108"/>
                  <a:gd name="T91" fmla="*/ 11 h 105"/>
                  <a:gd name="T92" fmla="*/ 30 w 108"/>
                  <a:gd name="T93" fmla="*/ 14 h 105"/>
                  <a:gd name="T94" fmla="*/ 43 w 108"/>
                  <a:gd name="T95" fmla="*/ 10 h 105"/>
                  <a:gd name="T96" fmla="*/ 46 w 108"/>
                  <a:gd name="T97" fmla="*/ 2 h 105"/>
                  <a:gd name="T98" fmla="*/ 48 w 108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5">
                    <a:moveTo>
                      <a:pt x="53" y="35"/>
                    </a:moveTo>
                    <a:lnTo>
                      <a:pt x="48" y="36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6" y="48"/>
                    </a:lnTo>
                    <a:lnTo>
                      <a:pt x="35" y="53"/>
                    </a:lnTo>
                    <a:lnTo>
                      <a:pt x="36" y="59"/>
                    </a:lnTo>
                    <a:lnTo>
                      <a:pt x="39" y="63"/>
                    </a:lnTo>
                    <a:lnTo>
                      <a:pt x="43" y="69"/>
                    </a:lnTo>
                    <a:lnTo>
                      <a:pt x="48" y="71"/>
                    </a:lnTo>
                    <a:lnTo>
                      <a:pt x="53" y="71"/>
                    </a:lnTo>
                    <a:lnTo>
                      <a:pt x="60" y="71"/>
                    </a:lnTo>
                    <a:lnTo>
                      <a:pt x="65" y="69"/>
                    </a:lnTo>
                    <a:lnTo>
                      <a:pt x="69" y="63"/>
                    </a:lnTo>
                    <a:lnTo>
                      <a:pt x="72" y="59"/>
                    </a:lnTo>
                    <a:lnTo>
                      <a:pt x="73" y="53"/>
                    </a:lnTo>
                    <a:lnTo>
                      <a:pt x="72" y="48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6"/>
                    </a:lnTo>
                    <a:lnTo>
                      <a:pt x="53" y="35"/>
                    </a:lnTo>
                    <a:close/>
                    <a:moveTo>
                      <a:pt x="48" y="0"/>
                    </a:moveTo>
                    <a:lnTo>
                      <a:pt x="60" y="0"/>
                    </a:lnTo>
                    <a:lnTo>
                      <a:pt x="60" y="0"/>
                    </a:lnTo>
                    <a:lnTo>
                      <a:pt x="61" y="0"/>
                    </a:lnTo>
                    <a:lnTo>
                      <a:pt x="61" y="2"/>
                    </a:lnTo>
                    <a:lnTo>
                      <a:pt x="63" y="3"/>
                    </a:lnTo>
                    <a:lnTo>
                      <a:pt x="64" y="6"/>
                    </a:lnTo>
                    <a:lnTo>
                      <a:pt x="65" y="10"/>
                    </a:lnTo>
                    <a:lnTo>
                      <a:pt x="68" y="15"/>
                    </a:lnTo>
                    <a:lnTo>
                      <a:pt x="72" y="16"/>
                    </a:lnTo>
                    <a:lnTo>
                      <a:pt x="77" y="15"/>
                    </a:lnTo>
                    <a:lnTo>
                      <a:pt x="80" y="14"/>
                    </a:lnTo>
                    <a:lnTo>
                      <a:pt x="82" y="12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6" y="11"/>
                    </a:lnTo>
                    <a:lnTo>
                      <a:pt x="86" y="11"/>
                    </a:lnTo>
                    <a:lnTo>
                      <a:pt x="87" y="11"/>
                    </a:lnTo>
                    <a:lnTo>
                      <a:pt x="87" y="11"/>
                    </a:lnTo>
                    <a:lnTo>
                      <a:pt x="95" y="19"/>
                    </a:lnTo>
                    <a:lnTo>
                      <a:pt x="97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7" y="24"/>
                    </a:lnTo>
                    <a:lnTo>
                      <a:pt x="95" y="27"/>
                    </a:lnTo>
                    <a:lnTo>
                      <a:pt x="94" y="31"/>
                    </a:lnTo>
                    <a:lnTo>
                      <a:pt x="91" y="36"/>
                    </a:lnTo>
                    <a:lnTo>
                      <a:pt x="93" y="40"/>
                    </a:lnTo>
                    <a:lnTo>
                      <a:pt x="99" y="41"/>
                    </a:lnTo>
                    <a:lnTo>
                      <a:pt x="102" y="44"/>
                    </a:lnTo>
                    <a:lnTo>
                      <a:pt x="106" y="44"/>
                    </a:lnTo>
                    <a:lnTo>
                      <a:pt x="107" y="45"/>
                    </a:lnTo>
                    <a:lnTo>
                      <a:pt x="107" y="46"/>
                    </a:lnTo>
                    <a:lnTo>
                      <a:pt x="108" y="46"/>
                    </a:lnTo>
                    <a:lnTo>
                      <a:pt x="108" y="48"/>
                    </a:lnTo>
                    <a:lnTo>
                      <a:pt x="108" y="58"/>
                    </a:lnTo>
                    <a:lnTo>
                      <a:pt x="108" y="59"/>
                    </a:lnTo>
                    <a:lnTo>
                      <a:pt x="107" y="59"/>
                    </a:lnTo>
                    <a:lnTo>
                      <a:pt x="107" y="61"/>
                    </a:lnTo>
                    <a:lnTo>
                      <a:pt x="106" y="61"/>
                    </a:lnTo>
                    <a:lnTo>
                      <a:pt x="103" y="62"/>
                    </a:lnTo>
                    <a:lnTo>
                      <a:pt x="99" y="65"/>
                    </a:lnTo>
                    <a:lnTo>
                      <a:pt x="93" y="66"/>
                    </a:lnTo>
                    <a:lnTo>
                      <a:pt x="91" y="71"/>
                    </a:lnTo>
                    <a:lnTo>
                      <a:pt x="94" y="76"/>
                    </a:lnTo>
                    <a:lnTo>
                      <a:pt x="95" y="79"/>
                    </a:lnTo>
                    <a:lnTo>
                      <a:pt x="97" y="82"/>
                    </a:lnTo>
                    <a:lnTo>
                      <a:pt x="97" y="84"/>
                    </a:lnTo>
                    <a:lnTo>
                      <a:pt x="97" y="86"/>
                    </a:lnTo>
                    <a:lnTo>
                      <a:pt x="97" y="86"/>
                    </a:lnTo>
                    <a:lnTo>
                      <a:pt x="97" y="87"/>
                    </a:lnTo>
                    <a:lnTo>
                      <a:pt x="87" y="95"/>
                    </a:lnTo>
                    <a:lnTo>
                      <a:pt x="86" y="95"/>
                    </a:lnTo>
                    <a:lnTo>
                      <a:pt x="85" y="95"/>
                    </a:lnTo>
                    <a:lnTo>
                      <a:pt x="82" y="93"/>
                    </a:lnTo>
                    <a:lnTo>
                      <a:pt x="78" y="92"/>
                    </a:lnTo>
                    <a:lnTo>
                      <a:pt x="72" y="90"/>
                    </a:lnTo>
                    <a:lnTo>
                      <a:pt x="68" y="91"/>
                    </a:lnTo>
                    <a:lnTo>
                      <a:pt x="65" y="96"/>
                    </a:lnTo>
                    <a:lnTo>
                      <a:pt x="64" y="100"/>
                    </a:lnTo>
                    <a:lnTo>
                      <a:pt x="63" y="103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5"/>
                    </a:lnTo>
                    <a:lnTo>
                      <a:pt x="60" y="105"/>
                    </a:lnTo>
                    <a:lnTo>
                      <a:pt x="48" y="105"/>
                    </a:lnTo>
                    <a:lnTo>
                      <a:pt x="48" y="105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3"/>
                    </a:lnTo>
                    <a:lnTo>
                      <a:pt x="44" y="100"/>
                    </a:lnTo>
                    <a:lnTo>
                      <a:pt x="43" y="97"/>
                    </a:lnTo>
                    <a:lnTo>
                      <a:pt x="40" y="91"/>
                    </a:lnTo>
                    <a:lnTo>
                      <a:pt x="36" y="90"/>
                    </a:lnTo>
                    <a:lnTo>
                      <a:pt x="31" y="92"/>
                    </a:lnTo>
                    <a:lnTo>
                      <a:pt x="29" y="93"/>
                    </a:lnTo>
                    <a:lnTo>
                      <a:pt x="26" y="95"/>
                    </a:lnTo>
                    <a:lnTo>
                      <a:pt x="23" y="95"/>
                    </a:lnTo>
                    <a:lnTo>
                      <a:pt x="23" y="95"/>
                    </a:lnTo>
                    <a:lnTo>
                      <a:pt x="22" y="95"/>
                    </a:lnTo>
                    <a:lnTo>
                      <a:pt x="22" y="95"/>
                    </a:lnTo>
                    <a:lnTo>
                      <a:pt x="21" y="95"/>
                    </a:lnTo>
                    <a:lnTo>
                      <a:pt x="21" y="95"/>
                    </a:lnTo>
                    <a:lnTo>
                      <a:pt x="12" y="87"/>
                    </a:lnTo>
                    <a:lnTo>
                      <a:pt x="12" y="86"/>
                    </a:lnTo>
                    <a:lnTo>
                      <a:pt x="12" y="86"/>
                    </a:lnTo>
                    <a:lnTo>
                      <a:pt x="12" y="84"/>
                    </a:lnTo>
                    <a:lnTo>
                      <a:pt x="12" y="83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5" y="66"/>
                    </a:lnTo>
                    <a:lnTo>
                      <a:pt x="9" y="65"/>
                    </a:lnTo>
                    <a:lnTo>
                      <a:pt x="5" y="63"/>
                    </a:lnTo>
                    <a:lnTo>
                      <a:pt x="2" y="62"/>
                    </a:lnTo>
                    <a:lnTo>
                      <a:pt x="1" y="61"/>
                    </a:lnTo>
                    <a:lnTo>
                      <a:pt x="1" y="61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1" y="46"/>
                    </a:lnTo>
                    <a:lnTo>
                      <a:pt x="1" y="45"/>
                    </a:lnTo>
                    <a:lnTo>
                      <a:pt x="2" y="45"/>
                    </a:lnTo>
                    <a:lnTo>
                      <a:pt x="5" y="44"/>
                    </a:lnTo>
                    <a:lnTo>
                      <a:pt x="9" y="42"/>
                    </a:lnTo>
                    <a:lnTo>
                      <a:pt x="15" y="40"/>
                    </a:lnTo>
                    <a:lnTo>
                      <a:pt x="17" y="36"/>
                    </a:lnTo>
                    <a:lnTo>
                      <a:pt x="14" y="31"/>
                    </a:lnTo>
                    <a:lnTo>
                      <a:pt x="13" y="27"/>
                    </a:lnTo>
                    <a:lnTo>
                      <a:pt x="12" y="24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2" y="20"/>
                    </a:lnTo>
                    <a:lnTo>
                      <a:pt x="12" y="20"/>
                    </a:lnTo>
                    <a:lnTo>
                      <a:pt x="21" y="11"/>
                    </a:lnTo>
                    <a:lnTo>
                      <a:pt x="22" y="11"/>
                    </a:lnTo>
                    <a:lnTo>
                      <a:pt x="23" y="11"/>
                    </a:lnTo>
                    <a:lnTo>
                      <a:pt x="26" y="12"/>
                    </a:lnTo>
                    <a:lnTo>
                      <a:pt x="30" y="14"/>
                    </a:lnTo>
                    <a:lnTo>
                      <a:pt x="36" y="16"/>
                    </a:lnTo>
                    <a:lnTo>
                      <a:pt x="40" y="15"/>
                    </a:lnTo>
                    <a:lnTo>
                      <a:pt x="43" y="10"/>
                    </a:lnTo>
                    <a:lnTo>
                      <a:pt x="44" y="6"/>
                    </a:lnTo>
                    <a:lnTo>
                      <a:pt x="46" y="3"/>
                    </a:lnTo>
                    <a:lnTo>
                      <a:pt x="46" y="2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3" name="Freeform 37"/>
              <p:cNvSpPr>
                <a:spLocks noEditPoints="1"/>
              </p:cNvSpPr>
              <p:nvPr/>
            </p:nvSpPr>
            <p:spPr bwMode="auto">
              <a:xfrm rot="19386584" flipH="1">
                <a:off x="6250445" y="2116358"/>
                <a:ext cx="77873" cy="76431"/>
              </a:xfrm>
              <a:custGeom>
                <a:avLst/>
                <a:gdLst>
                  <a:gd name="T0" fmla="*/ 42 w 108"/>
                  <a:gd name="T1" fmla="*/ 38 h 106"/>
                  <a:gd name="T2" fmla="*/ 35 w 108"/>
                  <a:gd name="T3" fmla="*/ 53 h 106"/>
                  <a:gd name="T4" fmla="*/ 42 w 108"/>
                  <a:gd name="T5" fmla="*/ 68 h 106"/>
                  <a:gd name="T6" fmla="*/ 59 w 108"/>
                  <a:gd name="T7" fmla="*/ 71 h 106"/>
                  <a:gd name="T8" fmla="*/ 71 w 108"/>
                  <a:gd name="T9" fmla="*/ 59 h 106"/>
                  <a:gd name="T10" fmla="*/ 69 w 108"/>
                  <a:gd name="T11" fmla="*/ 42 h 106"/>
                  <a:gd name="T12" fmla="*/ 54 w 108"/>
                  <a:gd name="T13" fmla="*/ 34 h 106"/>
                  <a:gd name="T14" fmla="*/ 59 w 108"/>
                  <a:gd name="T15" fmla="*/ 0 h 106"/>
                  <a:gd name="T16" fmla="*/ 62 w 108"/>
                  <a:gd name="T17" fmla="*/ 3 h 106"/>
                  <a:gd name="T18" fmla="*/ 67 w 108"/>
                  <a:gd name="T19" fmla="*/ 15 h 106"/>
                  <a:gd name="T20" fmla="*/ 80 w 108"/>
                  <a:gd name="T21" fmla="*/ 13 h 106"/>
                  <a:gd name="T22" fmla="*/ 84 w 108"/>
                  <a:gd name="T23" fmla="*/ 11 h 106"/>
                  <a:gd name="T24" fmla="*/ 87 w 108"/>
                  <a:gd name="T25" fmla="*/ 11 h 106"/>
                  <a:gd name="T26" fmla="*/ 96 w 108"/>
                  <a:gd name="T27" fmla="*/ 20 h 106"/>
                  <a:gd name="T28" fmla="*/ 96 w 108"/>
                  <a:gd name="T29" fmla="*/ 24 h 106"/>
                  <a:gd name="T30" fmla="*/ 91 w 108"/>
                  <a:gd name="T31" fmla="*/ 36 h 106"/>
                  <a:gd name="T32" fmla="*/ 103 w 108"/>
                  <a:gd name="T33" fmla="*/ 43 h 106"/>
                  <a:gd name="T34" fmla="*/ 106 w 108"/>
                  <a:gd name="T35" fmla="*/ 46 h 106"/>
                  <a:gd name="T36" fmla="*/ 108 w 108"/>
                  <a:gd name="T37" fmla="*/ 58 h 106"/>
                  <a:gd name="T38" fmla="*/ 106 w 108"/>
                  <a:gd name="T39" fmla="*/ 60 h 106"/>
                  <a:gd name="T40" fmla="*/ 99 w 108"/>
                  <a:gd name="T41" fmla="*/ 64 h 106"/>
                  <a:gd name="T42" fmla="*/ 93 w 108"/>
                  <a:gd name="T43" fmla="*/ 76 h 106"/>
                  <a:gd name="T44" fmla="*/ 96 w 108"/>
                  <a:gd name="T45" fmla="*/ 84 h 106"/>
                  <a:gd name="T46" fmla="*/ 96 w 108"/>
                  <a:gd name="T47" fmla="*/ 87 h 106"/>
                  <a:gd name="T48" fmla="*/ 84 w 108"/>
                  <a:gd name="T49" fmla="*/ 94 h 106"/>
                  <a:gd name="T50" fmla="*/ 71 w 108"/>
                  <a:gd name="T51" fmla="*/ 89 h 106"/>
                  <a:gd name="T52" fmla="*/ 63 w 108"/>
                  <a:gd name="T53" fmla="*/ 100 h 106"/>
                  <a:gd name="T54" fmla="*/ 61 w 108"/>
                  <a:gd name="T55" fmla="*/ 105 h 106"/>
                  <a:gd name="T56" fmla="*/ 48 w 108"/>
                  <a:gd name="T57" fmla="*/ 106 h 106"/>
                  <a:gd name="T58" fmla="*/ 46 w 108"/>
                  <a:gd name="T59" fmla="*/ 105 h 106"/>
                  <a:gd name="T60" fmla="*/ 42 w 108"/>
                  <a:gd name="T61" fmla="*/ 97 h 106"/>
                  <a:gd name="T62" fmla="*/ 31 w 108"/>
                  <a:gd name="T63" fmla="*/ 92 h 106"/>
                  <a:gd name="T64" fmla="*/ 24 w 108"/>
                  <a:gd name="T65" fmla="*/ 94 h 106"/>
                  <a:gd name="T66" fmla="*/ 21 w 108"/>
                  <a:gd name="T67" fmla="*/ 94 h 106"/>
                  <a:gd name="T68" fmla="*/ 12 w 108"/>
                  <a:gd name="T69" fmla="*/ 87 h 106"/>
                  <a:gd name="T70" fmla="*/ 11 w 108"/>
                  <a:gd name="T71" fmla="*/ 84 h 106"/>
                  <a:gd name="T72" fmla="*/ 14 w 108"/>
                  <a:gd name="T73" fmla="*/ 76 h 106"/>
                  <a:gd name="T74" fmla="*/ 10 w 108"/>
                  <a:gd name="T75" fmla="*/ 64 h 106"/>
                  <a:gd name="T76" fmla="*/ 0 w 108"/>
                  <a:gd name="T77" fmla="*/ 60 h 106"/>
                  <a:gd name="T78" fmla="*/ 0 w 108"/>
                  <a:gd name="T79" fmla="*/ 59 h 106"/>
                  <a:gd name="T80" fmla="*/ 0 w 108"/>
                  <a:gd name="T81" fmla="*/ 46 h 106"/>
                  <a:gd name="T82" fmla="*/ 6 w 108"/>
                  <a:gd name="T83" fmla="*/ 43 h 106"/>
                  <a:gd name="T84" fmla="*/ 16 w 108"/>
                  <a:gd name="T85" fmla="*/ 36 h 106"/>
                  <a:gd name="T86" fmla="*/ 11 w 108"/>
                  <a:gd name="T87" fmla="*/ 24 h 106"/>
                  <a:gd name="T88" fmla="*/ 11 w 108"/>
                  <a:gd name="T89" fmla="*/ 20 h 106"/>
                  <a:gd name="T90" fmla="*/ 21 w 108"/>
                  <a:gd name="T91" fmla="*/ 11 h 106"/>
                  <a:gd name="T92" fmla="*/ 31 w 108"/>
                  <a:gd name="T93" fmla="*/ 15 h 106"/>
                  <a:gd name="T94" fmla="*/ 42 w 108"/>
                  <a:gd name="T95" fmla="*/ 9 h 106"/>
                  <a:gd name="T96" fmla="*/ 46 w 108"/>
                  <a:gd name="T97" fmla="*/ 2 h 106"/>
                  <a:gd name="T98" fmla="*/ 48 w 108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6">
                    <a:moveTo>
                      <a:pt x="54" y="34"/>
                    </a:moveTo>
                    <a:lnTo>
                      <a:pt x="48" y="36"/>
                    </a:lnTo>
                    <a:lnTo>
                      <a:pt x="42" y="38"/>
                    </a:lnTo>
                    <a:lnTo>
                      <a:pt x="38" y="42"/>
                    </a:lnTo>
                    <a:lnTo>
                      <a:pt x="36" y="47"/>
                    </a:lnTo>
                    <a:lnTo>
                      <a:pt x="35" y="53"/>
                    </a:lnTo>
                    <a:lnTo>
                      <a:pt x="36" y="59"/>
                    </a:lnTo>
                    <a:lnTo>
                      <a:pt x="38" y="64"/>
                    </a:lnTo>
                    <a:lnTo>
                      <a:pt x="42" y="68"/>
                    </a:lnTo>
                    <a:lnTo>
                      <a:pt x="48" y="71"/>
                    </a:lnTo>
                    <a:lnTo>
                      <a:pt x="54" y="71"/>
                    </a:lnTo>
                    <a:lnTo>
                      <a:pt x="59" y="71"/>
                    </a:lnTo>
                    <a:lnTo>
                      <a:pt x="65" y="68"/>
                    </a:lnTo>
                    <a:lnTo>
                      <a:pt x="69" y="64"/>
                    </a:lnTo>
                    <a:lnTo>
                      <a:pt x="71" y="59"/>
                    </a:lnTo>
                    <a:lnTo>
                      <a:pt x="72" y="53"/>
                    </a:lnTo>
                    <a:lnTo>
                      <a:pt x="71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59" y="36"/>
                    </a:lnTo>
                    <a:lnTo>
                      <a:pt x="54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59" y="0"/>
                    </a:lnTo>
                    <a:lnTo>
                      <a:pt x="61" y="0"/>
                    </a:lnTo>
                    <a:lnTo>
                      <a:pt x="61" y="2"/>
                    </a:lnTo>
                    <a:lnTo>
                      <a:pt x="62" y="3"/>
                    </a:lnTo>
                    <a:lnTo>
                      <a:pt x="63" y="5"/>
                    </a:lnTo>
                    <a:lnTo>
                      <a:pt x="65" y="9"/>
                    </a:lnTo>
                    <a:lnTo>
                      <a:pt x="67" y="15"/>
                    </a:lnTo>
                    <a:lnTo>
                      <a:pt x="71" y="16"/>
                    </a:lnTo>
                    <a:lnTo>
                      <a:pt x="76" y="15"/>
                    </a:lnTo>
                    <a:lnTo>
                      <a:pt x="80" y="13"/>
                    </a:lnTo>
                    <a:lnTo>
                      <a:pt x="82" y="12"/>
                    </a:lnTo>
                    <a:lnTo>
                      <a:pt x="84" y="11"/>
                    </a:lnTo>
                    <a:lnTo>
                      <a:pt x="84" y="11"/>
                    </a:lnTo>
                    <a:lnTo>
                      <a:pt x="86" y="11"/>
                    </a:lnTo>
                    <a:lnTo>
                      <a:pt x="86" y="11"/>
                    </a:lnTo>
                    <a:lnTo>
                      <a:pt x="87" y="11"/>
                    </a:lnTo>
                    <a:lnTo>
                      <a:pt x="87" y="12"/>
                    </a:lnTo>
                    <a:lnTo>
                      <a:pt x="96" y="20"/>
                    </a:lnTo>
                    <a:lnTo>
                      <a:pt x="96" y="20"/>
                    </a:lnTo>
                    <a:lnTo>
                      <a:pt x="96" y="20"/>
                    </a:lnTo>
                    <a:lnTo>
                      <a:pt x="96" y="21"/>
                    </a:lnTo>
                    <a:lnTo>
                      <a:pt x="96" y="24"/>
                    </a:lnTo>
                    <a:lnTo>
                      <a:pt x="95" y="26"/>
                    </a:lnTo>
                    <a:lnTo>
                      <a:pt x="93" y="30"/>
                    </a:lnTo>
                    <a:lnTo>
                      <a:pt x="91" y="36"/>
                    </a:lnTo>
                    <a:lnTo>
                      <a:pt x="92" y="39"/>
                    </a:lnTo>
                    <a:lnTo>
                      <a:pt x="99" y="42"/>
                    </a:lnTo>
                    <a:lnTo>
                      <a:pt x="103" y="43"/>
                    </a:lnTo>
                    <a:lnTo>
                      <a:pt x="105" y="45"/>
                    </a:lnTo>
                    <a:lnTo>
                      <a:pt x="106" y="45"/>
                    </a:lnTo>
                    <a:lnTo>
                      <a:pt x="106" y="46"/>
                    </a:lnTo>
                    <a:lnTo>
                      <a:pt x="108" y="46"/>
                    </a:lnTo>
                    <a:lnTo>
                      <a:pt x="108" y="47"/>
                    </a:lnTo>
                    <a:lnTo>
                      <a:pt x="108" y="58"/>
                    </a:lnTo>
                    <a:lnTo>
                      <a:pt x="108" y="59"/>
                    </a:lnTo>
                    <a:lnTo>
                      <a:pt x="106" y="59"/>
                    </a:lnTo>
                    <a:lnTo>
                      <a:pt x="106" y="60"/>
                    </a:lnTo>
                    <a:lnTo>
                      <a:pt x="105" y="62"/>
                    </a:lnTo>
                    <a:lnTo>
                      <a:pt x="103" y="62"/>
                    </a:lnTo>
                    <a:lnTo>
                      <a:pt x="99" y="64"/>
                    </a:lnTo>
                    <a:lnTo>
                      <a:pt x="93" y="66"/>
                    </a:lnTo>
                    <a:lnTo>
                      <a:pt x="91" y="71"/>
                    </a:lnTo>
                    <a:lnTo>
                      <a:pt x="93" y="76"/>
                    </a:lnTo>
                    <a:lnTo>
                      <a:pt x="95" y="80"/>
                    </a:lnTo>
                    <a:lnTo>
                      <a:pt x="96" y="83"/>
                    </a:lnTo>
                    <a:lnTo>
                      <a:pt x="96" y="84"/>
                    </a:lnTo>
                    <a:lnTo>
                      <a:pt x="96" y="85"/>
                    </a:lnTo>
                    <a:lnTo>
                      <a:pt x="96" y="85"/>
                    </a:lnTo>
                    <a:lnTo>
                      <a:pt x="96" y="87"/>
                    </a:lnTo>
                    <a:lnTo>
                      <a:pt x="87" y="94"/>
                    </a:lnTo>
                    <a:lnTo>
                      <a:pt x="86" y="94"/>
                    </a:lnTo>
                    <a:lnTo>
                      <a:pt x="84" y="94"/>
                    </a:lnTo>
                    <a:lnTo>
                      <a:pt x="82" y="93"/>
                    </a:lnTo>
                    <a:lnTo>
                      <a:pt x="78" y="92"/>
                    </a:lnTo>
                    <a:lnTo>
                      <a:pt x="71" y="89"/>
                    </a:lnTo>
                    <a:lnTo>
                      <a:pt x="67" y="92"/>
                    </a:lnTo>
                    <a:lnTo>
                      <a:pt x="65" y="97"/>
                    </a:lnTo>
                    <a:lnTo>
                      <a:pt x="63" y="100"/>
                    </a:lnTo>
                    <a:lnTo>
                      <a:pt x="62" y="102"/>
                    </a:lnTo>
                    <a:lnTo>
                      <a:pt x="62" y="105"/>
                    </a:lnTo>
                    <a:lnTo>
                      <a:pt x="61" y="105"/>
                    </a:lnTo>
                    <a:lnTo>
                      <a:pt x="61" y="105"/>
                    </a:lnTo>
                    <a:lnTo>
                      <a:pt x="59" y="106"/>
                    </a:lnTo>
                    <a:lnTo>
                      <a:pt x="48" y="106"/>
                    </a:lnTo>
                    <a:lnTo>
                      <a:pt x="48" y="105"/>
                    </a:lnTo>
                    <a:lnTo>
                      <a:pt x="46" y="105"/>
                    </a:lnTo>
                    <a:lnTo>
                      <a:pt x="46" y="105"/>
                    </a:lnTo>
                    <a:lnTo>
                      <a:pt x="45" y="102"/>
                    </a:lnTo>
                    <a:lnTo>
                      <a:pt x="44" y="101"/>
                    </a:lnTo>
                    <a:lnTo>
                      <a:pt x="42" y="97"/>
                    </a:lnTo>
                    <a:lnTo>
                      <a:pt x="40" y="92"/>
                    </a:lnTo>
                    <a:lnTo>
                      <a:pt x="36" y="89"/>
                    </a:lnTo>
                    <a:lnTo>
                      <a:pt x="31" y="92"/>
                    </a:lnTo>
                    <a:lnTo>
                      <a:pt x="28" y="93"/>
                    </a:lnTo>
                    <a:lnTo>
                      <a:pt x="25" y="94"/>
                    </a:lnTo>
                    <a:lnTo>
                      <a:pt x="24" y="94"/>
                    </a:lnTo>
                    <a:lnTo>
                      <a:pt x="23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20" y="94"/>
                    </a:lnTo>
                    <a:lnTo>
                      <a:pt x="12" y="87"/>
                    </a:lnTo>
                    <a:lnTo>
                      <a:pt x="11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1" y="83"/>
                    </a:lnTo>
                    <a:lnTo>
                      <a:pt x="12" y="80"/>
                    </a:lnTo>
                    <a:lnTo>
                      <a:pt x="14" y="76"/>
                    </a:lnTo>
                    <a:lnTo>
                      <a:pt x="16" y="71"/>
                    </a:lnTo>
                    <a:lnTo>
                      <a:pt x="15" y="66"/>
                    </a:lnTo>
                    <a:lnTo>
                      <a:pt x="10" y="64"/>
                    </a:lnTo>
                    <a:lnTo>
                      <a:pt x="6" y="63"/>
                    </a:lnTo>
                    <a:lnTo>
                      <a:pt x="3" y="62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3" y="45"/>
                    </a:lnTo>
                    <a:lnTo>
                      <a:pt x="6" y="43"/>
                    </a:lnTo>
                    <a:lnTo>
                      <a:pt x="10" y="42"/>
                    </a:lnTo>
                    <a:lnTo>
                      <a:pt x="15" y="39"/>
                    </a:lnTo>
                    <a:lnTo>
                      <a:pt x="16" y="36"/>
                    </a:lnTo>
                    <a:lnTo>
                      <a:pt x="14" y="30"/>
                    </a:lnTo>
                    <a:lnTo>
                      <a:pt x="12" y="26"/>
                    </a:lnTo>
                    <a:lnTo>
                      <a:pt x="11" y="24"/>
                    </a:lnTo>
                    <a:lnTo>
                      <a:pt x="11" y="22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20" y="11"/>
                    </a:lnTo>
                    <a:lnTo>
                      <a:pt x="21" y="11"/>
                    </a:lnTo>
                    <a:lnTo>
                      <a:pt x="23" y="12"/>
                    </a:lnTo>
                    <a:lnTo>
                      <a:pt x="25" y="12"/>
                    </a:lnTo>
                    <a:lnTo>
                      <a:pt x="31" y="15"/>
                    </a:lnTo>
                    <a:lnTo>
                      <a:pt x="36" y="16"/>
                    </a:lnTo>
                    <a:lnTo>
                      <a:pt x="40" y="15"/>
                    </a:lnTo>
                    <a:lnTo>
                      <a:pt x="42" y="9"/>
                    </a:lnTo>
                    <a:lnTo>
                      <a:pt x="44" y="5"/>
                    </a:lnTo>
                    <a:lnTo>
                      <a:pt x="45" y="3"/>
                    </a:lnTo>
                    <a:lnTo>
                      <a:pt x="46" y="2"/>
                    </a:lnTo>
                    <a:lnTo>
                      <a:pt x="46" y="0"/>
                    </a:lnTo>
                    <a:lnTo>
                      <a:pt x="48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4" name="Freeform 38"/>
              <p:cNvSpPr>
                <a:spLocks noEditPoints="1"/>
              </p:cNvSpPr>
              <p:nvPr/>
            </p:nvSpPr>
            <p:spPr bwMode="auto">
              <a:xfrm rot="19386584" flipH="1">
                <a:off x="6790236" y="2169379"/>
                <a:ext cx="77152" cy="75710"/>
              </a:xfrm>
              <a:custGeom>
                <a:avLst/>
                <a:gdLst>
                  <a:gd name="T0" fmla="*/ 42 w 107"/>
                  <a:gd name="T1" fmla="*/ 38 h 105"/>
                  <a:gd name="T2" fmla="*/ 35 w 107"/>
                  <a:gd name="T3" fmla="*/ 52 h 105"/>
                  <a:gd name="T4" fmla="*/ 42 w 107"/>
                  <a:gd name="T5" fmla="*/ 68 h 105"/>
                  <a:gd name="T6" fmla="*/ 59 w 107"/>
                  <a:gd name="T7" fmla="*/ 71 h 105"/>
                  <a:gd name="T8" fmla="*/ 72 w 107"/>
                  <a:gd name="T9" fmla="*/ 59 h 105"/>
                  <a:gd name="T10" fmla="*/ 69 w 107"/>
                  <a:gd name="T11" fmla="*/ 42 h 105"/>
                  <a:gd name="T12" fmla="*/ 54 w 107"/>
                  <a:gd name="T13" fmla="*/ 34 h 105"/>
                  <a:gd name="T14" fmla="*/ 60 w 107"/>
                  <a:gd name="T15" fmla="*/ 0 h 105"/>
                  <a:gd name="T16" fmla="*/ 61 w 107"/>
                  <a:gd name="T17" fmla="*/ 3 h 105"/>
                  <a:gd name="T18" fmla="*/ 67 w 107"/>
                  <a:gd name="T19" fmla="*/ 15 h 105"/>
                  <a:gd name="T20" fmla="*/ 80 w 107"/>
                  <a:gd name="T21" fmla="*/ 13 h 105"/>
                  <a:gd name="T22" fmla="*/ 85 w 107"/>
                  <a:gd name="T23" fmla="*/ 11 h 105"/>
                  <a:gd name="T24" fmla="*/ 86 w 107"/>
                  <a:gd name="T25" fmla="*/ 11 h 105"/>
                  <a:gd name="T26" fmla="*/ 95 w 107"/>
                  <a:gd name="T27" fmla="*/ 20 h 105"/>
                  <a:gd name="T28" fmla="*/ 95 w 107"/>
                  <a:gd name="T29" fmla="*/ 24 h 105"/>
                  <a:gd name="T30" fmla="*/ 90 w 107"/>
                  <a:gd name="T31" fmla="*/ 35 h 105"/>
                  <a:gd name="T32" fmla="*/ 102 w 107"/>
                  <a:gd name="T33" fmla="*/ 43 h 105"/>
                  <a:gd name="T34" fmla="*/ 107 w 107"/>
                  <a:gd name="T35" fmla="*/ 46 h 105"/>
                  <a:gd name="T36" fmla="*/ 107 w 107"/>
                  <a:gd name="T37" fmla="*/ 58 h 105"/>
                  <a:gd name="T38" fmla="*/ 106 w 107"/>
                  <a:gd name="T39" fmla="*/ 60 h 105"/>
                  <a:gd name="T40" fmla="*/ 98 w 107"/>
                  <a:gd name="T41" fmla="*/ 64 h 105"/>
                  <a:gd name="T42" fmla="*/ 93 w 107"/>
                  <a:gd name="T43" fmla="*/ 76 h 105"/>
                  <a:gd name="T44" fmla="*/ 97 w 107"/>
                  <a:gd name="T45" fmla="*/ 84 h 105"/>
                  <a:gd name="T46" fmla="*/ 95 w 107"/>
                  <a:gd name="T47" fmla="*/ 87 h 105"/>
                  <a:gd name="T48" fmla="*/ 84 w 107"/>
                  <a:gd name="T49" fmla="*/ 94 h 105"/>
                  <a:gd name="T50" fmla="*/ 72 w 107"/>
                  <a:gd name="T51" fmla="*/ 89 h 105"/>
                  <a:gd name="T52" fmla="*/ 64 w 107"/>
                  <a:gd name="T53" fmla="*/ 100 h 105"/>
                  <a:gd name="T54" fmla="*/ 60 w 107"/>
                  <a:gd name="T55" fmla="*/ 105 h 105"/>
                  <a:gd name="T56" fmla="*/ 48 w 107"/>
                  <a:gd name="T57" fmla="*/ 105 h 105"/>
                  <a:gd name="T58" fmla="*/ 46 w 107"/>
                  <a:gd name="T59" fmla="*/ 105 h 105"/>
                  <a:gd name="T60" fmla="*/ 42 w 107"/>
                  <a:gd name="T61" fmla="*/ 97 h 105"/>
                  <a:gd name="T62" fmla="*/ 31 w 107"/>
                  <a:gd name="T63" fmla="*/ 92 h 105"/>
                  <a:gd name="T64" fmla="*/ 23 w 107"/>
                  <a:gd name="T65" fmla="*/ 94 h 105"/>
                  <a:gd name="T66" fmla="*/ 21 w 107"/>
                  <a:gd name="T67" fmla="*/ 94 h 105"/>
                  <a:gd name="T68" fmla="*/ 12 w 107"/>
                  <a:gd name="T69" fmla="*/ 87 h 105"/>
                  <a:gd name="T70" fmla="*/ 10 w 107"/>
                  <a:gd name="T71" fmla="*/ 84 h 105"/>
                  <a:gd name="T72" fmla="*/ 14 w 107"/>
                  <a:gd name="T73" fmla="*/ 76 h 105"/>
                  <a:gd name="T74" fmla="*/ 9 w 107"/>
                  <a:gd name="T75" fmla="*/ 64 h 105"/>
                  <a:gd name="T76" fmla="*/ 1 w 107"/>
                  <a:gd name="T77" fmla="*/ 60 h 105"/>
                  <a:gd name="T78" fmla="*/ 0 w 107"/>
                  <a:gd name="T79" fmla="*/ 59 h 105"/>
                  <a:gd name="T80" fmla="*/ 0 w 107"/>
                  <a:gd name="T81" fmla="*/ 46 h 105"/>
                  <a:gd name="T82" fmla="*/ 5 w 107"/>
                  <a:gd name="T83" fmla="*/ 43 h 105"/>
                  <a:gd name="T84" fmla="*/ 16 w 107"/>
                  <a:gd name="T85" fmla="*/ 35 h 105"/>
                  <a:gd name="T86" fmla="*/ 12 w 107"/>
                  <a:gd name="T87" fmla="*/ 24 h 105"/>
                  <a:gd name="T88" fmla="*/ 10 w 107"/>
                  <a:gd name="T89" fmla="*/ 20 h 105"/>
                  <a:gd name="T90" fmla="*/ 21 w 107"/>
                  <a:gd name="T91" fmla="*/ 11 h 105"/>
                  <a:gd name="T92" fmla="*/ 30 w 107"/>
                  <a:gd name="T93" fmla="*/ 15 h 105"/>
                  <a:gd name="T94" fmla="*/ 42 w 107"/>
                  <a:gd name="T95" fmla="*/ 9 h 105"/>
                  <a:gd name="T96" fmla="*/ 46 w 107"/>
                  <a:gd name="T97" fmla="*/ 1 h 105"/>
                  <a:gd name="T98" fmla="*/ 47 w 107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5">
                    <a:moveTo>
                      <a:pt x="54" y="34"/>
                    </a:moveTo>
                    <a:lnTo>
                      <a:pt x="47" y="35"/>
                    </a:lnTo>
                    <a:lnTo>
                      <a:pt x="42" y="38"/>
                    </a:lnTo>
                    <a:lnTo>
                      <a:pt x="38" y="42"/>
                    </a:lnTo>
                    <a:lnTo>
                      <a:pt x="35" y="47"/>
                    </a:lnTo>
                    <a:lnTo>
                      <a:pt x="35" y="52"/>
                    </a:lnTo>
                    <a:lnTo>
                      <a:pt x="35" y="59"/>
                    </a:lnTo>
                    <a:lnTo>
                      <a:pt x="38" y="63"/>
                    </a:lnTo>
                    <a:lnTo>
                      <a:pt x="42" y="68"/>
                    </a:lnTo>
                    <a:lnTo>
                      <a:pt x="47" y="71"/>
                    </a:lnTo>
                    <a:lnTo>
                      <a:pt x="54" y="71"/>
                    </a:lnTo>
                    <a:lnTo>
                      <a:pt x="59" y="71"/>
                    </a:lnTo>
                    <a:lnTo>
                      <a:pt x="64" y="68"/>
                    </a:lnTo>
                    <a:lnTo>
                      <a:pt x="69" y="63"/>
                    </a:lnTo>
                    <a:lnTo>
                      <a:pt x="72" y="59"/>
                    </a:lnTo>
                    <a:lnTo>
                      <a:pt x="72" y="52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4" y="38"/>
                    </a:lnTo>
                    <a:lnTo>
                      <a:pt x="59" y="35"/>
                    </a:lnTo>
                    <a:lnTo>
                      <a:pt x="54" y="34"/>
                    </a:lnTo>
                    <a:close/>
                    <a:moveTo>
                      <a:pt x="47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1" y="1"/>
                    </a:lnTo>
                    <a:lnTo>
                      <a:pt x="61" y="3"/>
                    </a:lnTo>
                    <a:lnTo>
                      <a:pt x="63" y="5"/>
                    </a:lnTo>
                    <a:lnTo>
                      <a:pt x="65" y="9"/>
                    </a:lnTo>
                    <a:lnTo>
                      <a:pt x="67" y="15"/>
                    </a:lnTo>
                    <a:lnTo>
                      <a:pt x="72" y="16"/>
                    </a:lnTo>
                    <a:lnTo>
                      <a:pt x="76" y="15"/>
                    </a:lnTo>
                    <a:lnTo>
                      <a:pt x="80" y="13"/>
                    </a:lnTo>
                    <a:lnTo>
                      <a:pt x="82" y="12"/>
                    </a:lnTo>
                    <a:lnTo>
                      <a:pt x="84" y="11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6" y="11"/>
                    </a:lnTo>
                    <a:lnTo>
                      <a:pt x="88" y="12"/>
                    </a:lnTo>
                    <a:lnTo>
                      <a:pt x="95" y="20"/>
                    </a:lnTo>
                    <a:lnTo>
                      <a:pt x="95" y="20"/>
                    </a:lnTo>
                    <a:lnTo>
                      <a:pt x="95" y="20"/>
                    </a:lnTo>
                    <a:lnTo>
                      <a:pt x="95" y="21"/>
                    </a:lnTo>
                    <a:lnTo>
                      <a:pt x="95" y="24"/>
                    </a:lnTo>
                    <a:lnTo>
                      <a:pt x="94" y="26"/>
                    </a:lnTo>
                    <a:lnTo>
                      <a:pt x="93" y="30"/>
                    </a:lnTo>
                    <a:lnTo>
                      <a:pt x="90" y="35"/>
                    </a:lnTo>
                    <a:lnTo>
                      <a:pt x="93" y="39"/>
                    </a:lnTo>
                    <a:lnTo>
                      <a:pt x="98" y="41"/>
                    </a:lnTo>
                    <a:lnTo>
                      <a:pt x="102" y="43"/>
                    </a:lnTo>
                    <a:lnTo>
                      <a:pt x="105" y="43"/>
                    </a:lnTo>
                    <a:lnTo>
                      <a:pt x="106" y="45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58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5" y="62"/>
                    </a:lnTo>
                    <a:lnTo>
                      <a:pt x="102" y="62"/>
                    </a:lnTo>
                    <a:lnTo>
                      <a:pt x="98" y="64"/>
                    </a:lnTo>
                    <a:lnTo>
                      <a:pt x="93" y="66"/>
                    </a:lnTo>
                    <a:lnTo>
                      <a:pt x="90" y="71"/>
                    </a:lnTo>
                    <a:lnTo>
                      <a:pt x="93" y="76"/>
                    </a:lnTo>
                    <a:lnTo>
                      <a:pt x="95" y="79"/>
                    </a:lnTo>
                    <a:lnTo>
                      <a:pt x="95" y="81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5" y="87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4" y="94"/>
                    </a:lnTo>
                    <a:lnTo>
                      <a:pt x="81" y="93"/>
                    </a:lnTo>
                    <a:lnTo>
                      <a:pt x="77" y="92"/>
                    </a:lnTo>
                    <a:lnTo>
                      <a:pt x="72" y="89"/>
                    </a:lnTo>
                    <a:lnTo>
                      <a:pt x="67" y="90"/>
                    </a:lnTo>
                    <a:lnTo>
                      <a:pt x="65" y="97"/>
                    </a:lnTo>
                    <a:lnTo>
                      <a:pt x="64" y="100"/>
                    </a:lnTo>
                    <a:lnTo>
                      <a:pt x="63" y="102"/>
                    </a:lnTo>
                    <a:lnTo>
                      <a:pt x="61" y="105"/>
                    </a:lnTo>
                    <a:lnTo>
                      <a:pt x="60" y="105"/>
                    </a:lnTo>
                    <a:lnTo>
                      <a:pt x="60" y="105"/>
                    </a:lnTo>
                    <a:lnTo>
                      <a:pt x="59" y="105"/>
                    </a:lnTo>
                    <a:lnTo>
                      <a:pt x="48" y="105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5"/>
                    </a:lnTo>
                    <a:lnTo>
                      <a:pt x="44" y="102"/>
                    </a:lnTo>
                    <a:lnTo>
                      <a:pt x="44" y="100"/>
                    </a:lnTo>
                    <a:lnTo>
                      <a:pt x="42" y="97"/>
                    </a:lnTo>
                    <a:lnTo>
                      <a:pt x="40" y="90"/>
                    </a:lnTo>
                    <a:lnTo>
                      <a:pt x="35" y="89"/>
                    </a:lnTo>
                    <a:lnTo>
                      <a:pt x="31" y="92"/>
                    </a:lnTo>
                    <a:lnTo>
                      <a:pt x="27" y="93"/>
                    </a:lnTo>
                    <a:lnTo>
                      <a:pt x="25" y="94"/>
                    </a:lnTo>
                    <a:lnTo>
                      <a:pt x="23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0" y="85"/>
                    </a:lnTo>
                    <a:lnTo>
                      <a:pt x="10" y="84"/>
                    </a:lnTo>
                    <a:lnTo>
                      <a:pt x="12" y="83"/>
                    </a:lnTo>
                    <a:lnTo>
                      <a:pt x="12" y="80"/>
                    </a:lnTo>
                    <a:lnTo>
                      <a:pt x="14" y="76"/>
                    </a:lnTo>
                    <a:lnTo>
                      <a:pt x="16" y="71"/>
                    </a:lnTo>
                    <a:lnTo>
                      <a:pt x="14" y="66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3" y="62"/>
                    </a:lnTo>
                    <a:lnTo>
                      <a:pt x="1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1" y="46"/>
                    </a:lnTo>
                    <a:lnTo>
                      <a:pt x="3" y="45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4" y="39"/>
                    </a:lnTo>
                    <a:lnTo>
                      <a:pt x="16" y="35"/>
                    </a:lnTo>
                    <a:lnTo>
                      <a:pt x="14" y="30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0" y="22"/>
                    </a:lnTo>
                    <a:lnTo>
                      <a:pt x="10" y="21"/>
                    </a:lnTo>
                    <a:lnTo>
                      <a:pt x="10" y="20"/>
                    </a:lnTo>
                    <a:lnTo>
                      <a:pt x="12" y="20"/>
                    </a:lnTo>
                    <a:lnTo>
                      <a:pt x="20" y="11"/>
                    </a:lnTo>
                    <a:lnTo>
                      <a:pt x="21" y="11"/>
                    </a:lnTo>
                    <a:lnTo>
                      <a:pt x="22" y="12"/>
                    </a:lnTo>
                    <a:lnTo>
                      <a:pt x="26" y="12"/>
                    </a:lnTo>
                    <a:lnTo>
                      <a:pt x="30" y="15"/>
                    </a:lnTo>
                    <a:lnTo>
                      <a:pt x="35" y="16"/>
                    </a:lnTo>
                    <a:lnTo>
                      <a:pt x="40" y="15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4" y="3"/>
                    </a:lnTo>
                    <a:lnTo>
                      <a:pt x="46" y="1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5" name="Freeform 39"/>
              <p:cNvSpPr>
                <a:spLocks noEditPoints="1"/>
              </p:cNvSpPr>
              <p:nvPr/>
            </p:nvSpPr>
            <p:spPr bwMode="auto">
              <a:xfrm rot="19386584" flipH="1">
                <a:off x="6979256" y="1862075"/>
                <a:ext cx="78594" cy="76431"/>
              </a:xfrm>
              <a:custGeom>
                <a:avLst/>
                <a:gdLst>
                  <a:gd name="T0" fmla="*/ 43 w 109"/>
                  <a:gd name="T1" fmla="*/ 38 h 106"/>
                  <a:gd name="T2" fmla="*/ 35 w 109"/>
                  <a:gd name="T3" fmla="*/ 52 h 106"/>
                  <a:gd name="T4" fmla="*/ 43 w 109"/>
                  <a:gd name="T5" fmla="*/ 68 h 106"/>
                  <a:gd name="T6" fmla="*/ 60 w 109"/>
                  <a:gd name="T7" fmla="*/ 71 h 106"/>
                  <a:gd name="T8" fmla="*/ 72 w 109"/>
                  <a:gd name="T9" fmla="*/ 59 h 106"/>
                  <a:gd name="T10" fmla="*/ 69 w 109"/>
                  <a:gd name="T11" fmla="*/ 42 h 106"/>
                  <a:gd name="T12" fmla="*/ 55 w 109"/>
                  <a:gd name="T13" fmla="*/ 34 h 106"/>
                  <a:gd name="T14" fmla="*/ 60 w 109"/>
                  <a:gd name="T15" fmla="*/ 0 h 106"/>
                  <a:gd name="T16" fmla="*/ 63 w 109"/>
                  <a:gd name="T17" fmla="*/ 2 h 106"/>
                  <a:gd name="T18" fmla="*/ 68 w 109"/>
                  <a:gd name="T19" fmla="*/ 14 h 106"/>
                  <a:gd name="T20" fmla="*/ 80 w 109"/>
                  <a:gd name="T21" fmla="*/ 13 h 106"/>
                  <a:gd name="T22" fmla="*/ 85 w 109"/>
                  <a:gd name="T23" fmla="*/ 10 h 106"/>
                  <a:gd name="T24" fmla="*/ 88 w 109"/>
                  <a:gd name="T25" fmla="*/ 10 h 106"/>
                  <a:gd name="T26" fmla="*/ 97 w 109"/>
                  <a:gd name="T27" fmla="*/ 19 h 106"/>
                  <a:gd name="T28" fmla="*/ 97 w 109"/>
                  <a:gd name="T29" fmla="*/ 23 h 106"/>
                  <a:gd name="T30" fmla="*/ 92 w 109"/>
                  <a:gd name="T31" fmla="*/ 35 h 106"/>
                  <a:gd name="T32" fmla="*/ 103 w 109"/>
                  <a:gd name="T33" fmla="*/ 43 h 106"/>
                  <a:gd name="T34" fmla="*/ 107 w 109"/>
                  <a:gd name="T35" fmla="*/ 46 h 106"/>
                  <a:gd name="T36" fmla="*/ 109 w 109"/>
                  <a:gd name="T37" fmla="*/ 57 h 106"/>
                  <a:gd name="T38" fmla="*/ 107 w 109"/>
                  <a:gd name="T39" fmla="*/ 60 h 106"/>
                  <a:gd name="T40" fmla="*/ 99 w 109"/>
                  <a:gd name="T41" fmla="*/ 64 h 106"/>
                  <a:gd name="T42" fmla="*/ 94 w 109"/>
                  <a:gd name="T43" fmla="*/ 76 h 106"/>
                  <a:gd name="T44" fmla="*/ 97 w 109"/>
                  <a:gd name="T45" fmla="*/ 84 h 106"/>
                  <a:gd name="T46" fmla="*/ 97 w 109"/>
                  <a:gd name="T47" fmla="*/ 86 h 106"/>
                  <a:gd name="T48" fmla="*/ 85 w 109"/>
                  <a:gd name="T49" fmla="*/ 94 h 106"/>
                  <a:gd name="T50" fmla="*/ 72 w 109"/>
                  <a:gd name="T51" fmla="*/ 89 h 106"/>
                  <a:gd name="T52" fmla="*/ 64 w 109"/>
                  <a:gd name="T53" fmla="*/ 101 h 106"/>
                  <a:gd name="T54" fmla="*/ 61 w 109"/>
                  <a:gd name="T55" fmla="*/ 105 h 106"/>
                  <a:gd name="T56" fmla="*/ 48 w 109"/>
                  <a:gd name="T57" fmla="*/ 106 h 106"/>
                  <a:gd name="T58" fmla="*/ 47 w 109"/>
                  <a:gd name="T59" fmla="*/ 105 h 106"/>
                  <a:gd name="T60" fmla="*/ 43 w 109"/>
                  <a:gd name="T61" fmla="*/ 97 h 106"/>
                  <a:gd name="T62" fmla="*/ 31 w 109"/>
                  <a:gd name="T63" fmla="*/ 91 h 106"/>
                  <a:gd name="T64" fmla="*/ 24 w 109"/>
                  <a:gd name="T65" fmla="*/ 94 h 106"/>
                  <a:gd name="T66" fmla="*/ 22 w 109"/>
                  <a:gd name="T67" fmla="*/ 95 h 106"/>
                  <a:gd name="T68" fmla="*/ 13 w 109"/>
                  <a:gd name="T69" fmla="*/ 86 h 106"/>
                  <a:gd name="T70" fmla="*/ 12 w 109"/>
                  <a:gd name="T71" fmla="*/ 84 h 106"/>
                  <a:gd name="T72" fmla="*/ 14 w 109"/>
                  <a:gd name="T73" fmla="*/ 76 h 106"/>
                  <a:gd name="T74" fmla="*/ 9 w 109"/>
                  <a:gd name="T75" fmla="*/ 64 h 106"/>
                  <a:gd name="T76" fmla="*/ 1 w 109"/>
                  <a:gd name="T77" fmla="*/ 60 h 106"/>
                  <a:gd name="T78" fmla="*/ 0 w 109"/>
                  <a:gd name="T79" fmla="*/ 59 h 106"/>
                  <a:gd name="T80" fmla="*/ 1 w 109"/>
                  <a:gd name="T81" fmla="*/ 46 h 106"/>
                  <a:gd name="T82" fmla="*/ 5 w 109"/>
                  <a:gd name="T83" fmla="*/ 43 h 106"/>
                  <a:gd name="T84" fmla="*/ 17 w 109"/>
                  <a:gd name="T85" fmla="*/ 35 h 106"/>
                  <a:gd name="T86" fmla="*/ 12 w 109"/>
                  <a:gd name="T87" fmla="*/ 23 h 106"/>
                  <a:gd name="T88" fmla="*/ 12 w 109"/>
                  <a:gd name="T89" fmla="*/ 19 h 106"/>
                  <a:gd name="T90" fmla="*/ 22 w 109"/>
                  <a:gd name="T91" fmla="*/ 12 h 106"/>
                  <a:gd name="T92" fmla="*/ 30 w 109"/>
                  <a:gd name="T93" fmla="*/ 14 h 106"/>
                  <a:gd name="T94" fmla="*/ 43 w 109"/>
                  <a:gd name="T95" fmla="*/ 9 h 106"/>
                  <a:gd name="T96" fmla="*/ 46 w 109"/>
                  <a:gd name="T97" fmla="*/ 1 h 106"/>
                  <a:gd name="T98" fmla="*/ 48 w 109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9" h="106">
                    <a:moveTo>
                      <a:pt x="55" y="34"/>
                    </a:moveTo>
                    <a:lnTo>
                      <a:pt x="48" y="35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7" y="47"/>
                    </a:lnTo>
                    <a:lnTo>
                      <a:pt x="35" y="52"/>
                    </a:lnTo>
                    <a:lnTo>
                      <a:pt x="37" y="59"/>
                    </a:lnTo>
                    <a:lnTo>
                      <a:pt x="39" y="64"/>
                    </a:lnTo>
                    <a:lnTo>
                      <a:pt x="43" y="68"/>
                    </a:lnTo>
                    <a:lnTo>
                      <a:pt x="48" y="71"/>
                    </a:lnTo>
                    <a:lnTo>
                      <a:pt x="55" y="72"/>
                    </a:lnTo>
                    <a:lnTo>
                      <a:pt x="60" y="71"/>
                    </a:lnTo>
                    <a:lnTo>
                      <a:pt x="65" y="68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3" y="52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5"/>
                    </a:lnTo>
                    <a:lnTo>
                      <a:pt x="55" y="34"/>
                    </a:lnTo>
                    <a:close/>
                    <a:moveTo>
                      <a:pt x="48" y="0"/>
                    </a:moveTo>
                    <a:lnTo>
                      <a:pt x="60" y="0"/>
                    </a:lnTo>
                    <a:lnTo>
                      <a:pt x="60" y="0"/>
                    </a:lnTo>
                    <a:lnTo>
                      <a:pt x="61" y="0"/>
                    </a:lnTo>
                    <a:lnTo>
                      <a:pt x="61" y="1"/>
                    </a:lnTo>
                    <a:lnTo>
                      <a:pt x="63" y="2"/>
                    </a:lnTo>
                    <a:lnTo>
                      <a:pt x="64" y="5"/>
                    </a:lnTo>
                    <a:lnTo>
                      <a:pt x="65" y="9"/>
                    </a:lnTo>
                    <a:lnTo>
                      <a:pt x="68" y="14"/>
                    </a:lnTo>
                    <a:lnTo>
                      <a:pt x="72" y="17"/>
                    </a:lnTo>
                    <a:lnTo>
                      <a:pt x="77" y="14"/>
                    </a:lnTo>
                    <a:lnTo>
                      <a:pt x="80" y="13"/>
                    </a:lnTo>
                    <a:lnTo>
                      <a:pt x="82" y="12"/>
                    </a:lnTo>
                    <a:lnTo>
                      <a:pt x="85" y="12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8" y="10"/>
                    </a:lnTo>
                    <a:lnTo>
                      <a:pt x="88" y="12"/>
                    </a:lnTo>
                    <a:lnTo>
                      <a:pt x="97" y="19"/>
                    </a:lnTo>
                    <a:lnTo>
                      <a:pt x="97" y="19"/>
                    </a:lnTo>
                    <a:lnTo>
                      <a:pt x="97" y="21"/>
                    </a:lnTo>
                    <a:lnTo>
                      <a:pt x="97" y="22"/>
                    </a:lnTo>
                    <a:lnTo>
                      <a:pt x="97" y="23"/>
                    </a:lnTo>
                    <a:lnTo>
                      <a:pt x="95" y="26"/>
                    </a:lnTo>
                    <a:lnTo>
                      <a:pt x="94" y="30"/>
                    </a:lnTo>
                    <a:lnTo>
                      <a:pt x="92" y="35"/>
                    </a:lnTo>
                    <a:lnTo>
                      <a:pt x="93" y="39"/>
                    </a:lnTo>
                    <a:lnTo>
                      <a:pt x="99" y="42"/>
                    </a:lnTo>
                    <a:lnTo>
                      <a:pt x="103" y="43"/>
                    </a:lnTo>
                    <a:lnTo>
                      <a:pt x="106" y="44"/>
                    </a:lnTo>
                    <a:lnTo>
                      <a:pt x="107" y="44"/>
                    </a:lnTo>
                    <a:lnTo>
                      <a:pt x="107" y="46"/>
                    </a:lnTo>
                    <a:lnTo>
                      <a:pt x="109" y="46"/>
                    </a:lnTo>
                    <a:lnTo>
                      <a:pt x="109" y="47"/>
                    </a:lnTo>
                    <a:lnTo>
                      <a:pt x="109" y="57"/>
                    </a:lnTo>
                    <a:lnTo>
                      <a:pt x="109" y="59"/>
                    </a:lnTo>
                    <a:lnTo>
                      <a:pt x="107" y="60"/>
                    </a:lnTo>
                    <a:lnTo>
                      <a:pt x="107" y="60"/>
                    </a:lnTo>
                    <a:lnTo>
                      <a:pt x="106" y="61"/>
                    </a:lnTo>
                    <a:lnTo>
                      <a:pt x="103" y="63"/>
                    </a:lnTo>
                    <a:lnTo>
                      <a:pt x="99" y="64"/>
                    </a:lnTo>
                    <a:lnTo>
                      <a:pt x="93" y="67"/>
                    </a:lnTo>
                    <a:lnTo>
                      <a:pt x="92" y="71"/>
                    </a:lnTo>
                    <a:lnTo>
                      <a:pt x="94" y="76"/>
                    </a:lnTo>
                    <a:lnTo>
                      <a:pt x="95" y="80"/>
                    </a:lnTo>
                    <a:lnTo>
                      <a:pt x="97" y="82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7" y="86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2" y="93"/>
                    </a:lnTo>
                    <a:lnTo>
                      <a:pt x="78" y="91"/>
                    </a:lnTo>
                    <a:lnTo>
                      <a:pt x="72" y="89"/>
                    </a:lnTo>
                    <a:lnTo>
                      <a:pt x="68" y="91"/>
                    </a:lnTo>
                    <a:lnTo>
                      <a:pt x="65" y="97"/>
                    </a:lnTo>
                    <a:lnTo>
                      <a:pt x="64" y="101"/>
                    </a:lnTo>
                    <a:lnTo>
                      <a:pt x="63" y="103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6"/>
                    </a:lnTo>
                    <a:lnTo>
                      <a:pt x="60" y="106"/>
                    </a:lnTo>
                    <a:lnTo>
                      <a:pt x="48" y="106"/>
                    </a:lnTo>
                    <a:lnTo>
                      <a:pt x="48" y="106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3"/>
                    </a:lnTo>
                    <a:lnTo>
                      <a:pt x="44" y="101"/>
                    </a:lnTo>
                    <a:lnTo>
                      <a:pt x="43" y="97"/>
                    </a:lnTo>
                    <a:lnTo>
                      <a:pt x="41" y="91"/>
                    </a:lnTo>
                    <a:lnTo>
                      <a:pt x="37" y="89"/>
                    </a:lnTo>
                    <a:lnTo>
                      <a:pt x="31" y="91"/>
                    </a:lnTo>
                    <a:lnTo>
                      <a:pt x="29" y="93"/>
                    </a:lnTo>
                    <a:lnTo>
                      <a:pt x="26" y="94"/>
                    </a:lnTo>
                    <a:lnTo>
                      <a:pt x="24" y="94"/>
                    </a:lnTo>
                    <a:lnTo>
                      <a:pt x="24" y="95"/>
                    </a:lnTo>
                    <a:lnTo>
                      <a:pt x="22" y="95"/>
                    </a:lnTo>
                    <a:lnTo>
                      <a:pt x="22" y="95"/>
                    </a:lnTo>
                    <a:lnTo>
                      <a:pt x="21" y="95"/>
                    </a:lnTo>
                    <a:lnTo>
                      <a:pt x="21" y="94"/>
                    </a:lnTo>
                    <a:lnTo>
                      <a:pt x="13" y="86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2" y="84"/>
                    </a:lnTo>
                    <a:lnTo>
                      <a:pt x="12" y="82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6" y="67"/>
                    </a:lnTo>
                    <a:lnTo>
                      <a:pt x="9" y="64"/>
                    </a:lnTo>
                    <a:lnTo>
                      <a:pt x="7" y="63"/>
                    </a:lnTo>
                    <a:lnTo>
                      <a:pt x="3" y="61"/>
                    </a:lnTo>
                    <a:lnTo>
                      <a:pt x="1" y="60"/>
                    </a:lnTo>
                    <a:lnTo>
                      <a:pt x="1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1" y="46"/>
                    </a:lnTo>
                    <a:lnTo>
                      <a:pt x="1" y="46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6" y="39"/>
                    </a:lnTo>
                    <a:lnTo>
                      <a:pt x="17" y="35"/>
                    </a:lnTo>
                    <a:lnTo>
                      <a:pt x="14" y="30"/>
                    </a:lnTo>
                    <a:lnTo>
                      <a:pt x="13" y="26"/>
                    </a:lnTo>
                    <a:lnTo>
                      <a:pt x="12" y="23"/>
                    </a:lnTo>
                    <a:lnTo>
                      <a:pt x="12" y="22"/>
                    </a:lnTo>
                    <a:lnTo>
                      <a:pt x="12" y="21"/>
                    </a:lnTo>
                    <a:lnTo>
                      <a:pt x="12" y="19"/>
                    </a:lnTo>
                    <a:lnTo>
                      <a:pt x="12" y="19"/>
                    </a:lnTo>
                    <a:lnTo>
                      <a:pt x="21" y="12"/>
                    </a:lnTo>
                    <a:lnTo>
                      <a:pt x="22" y="12"/>
                    </a:lnTo>
                    <a:lnTo>
                      <a:pt x="24" y="12"/>
                    </a:lnTo>
                    <a:lnTo>
                      <a:pt x="26" y="13"/>
                    </a:lnTo>
                    <a:lnTo>
                      <a:pt x="30" y="14"/>
                    </a:lnTo>
                    <a:lnTo>
                      <a:pt x="37" y="17"/>
                    </a:lnTo>
                    <a:lnTo>
                      <a:pt x="41" y="14"/>
                    </a:lnTo>
                    <a:lnTo>
                      <a:pt x="43" y="9"/>
                    </a:lnTo>
                    <a:lnTo>
                      <a:pt x="44" y="5"/>
                    </a:lnTo>
                    <a:lnTo>
                      <a:pt x="46" y="2"/>
                    </a:lnTo>
                    <a:lnTo>
                      <a:pt x="46" y="1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6" name="Freeform 40"/>
              <p:cNvSpPr>
                <a:spLocks noEditPoints="1"/>
              </p:cNvSpPr>
              <p:nvPr/>
            </p:nvSpPr>
            <p:spPr bwMode="auto">
              <a:xfrm rot="19386584" flipH="1">
                <a:off x="6671209" y="1406486"/>
                <a:ext cx="77873" cy="75710"/>
              </a:xfrm>
              <a:custGeom>
                <a:avLst/>
                <a:gdLst>
                  <a:gd name="T0" fmla="*/ 44 w 108"/>
                  <a:gd name="T1" fmla="*/ 38 h 105"/>
                  <a:gd name="T2" fmla="*/ 36 w 108"/>
                  <a:gd name="T3" fmla="*/ 52 h 105"/>
                  <a:gd name="T4" fmla="*/ 44 w 108"/>
                  <a:gd name="T5" fmla="*/ 67 h 105"/>
                  <a:gd name="T6" fmla="*/ 61 w 108"/>
                  <a:gd name="T7" fmla="*/ 69 h 105"/>
                  <a:gd name="T8" fmla="*/ 72 w 108"/>
                  <a:gd name="T9" fmla="*/ 58 h 105"/>
                  <a:gd name="T10" fmla="*/ 70 w 108"/>
                  <a:gd name="T11" fmla="*/ 42 h 105"/>
                  <a:gd name="T12" fmla="*/ 54 w 108"/>
                  <a:gd name="T13" fmla="*/ 33 h 105"/>
                  <a:gd name="T14" fmla="*/ 61 w 108"/>
                  <a:gd name="T15" fmla="*/ 0 h 105"/>
                  <a:gd name="T16" fmla="*/ 62 w 108"/>
                  <a:gd name="T17" fmla="*/ 3 h 105"/>
                  <a:gd name="T18" fmla="*/ 67 w 108"/>
                  <a:gd name="T19" fmla="*/ 14 h 105"/>
                  <a:gd name="T20" fmla="*/ 80 w 108"/>
                  <a:gd name="T21" fmla="*/ 12 h 105"/>
                  <a:gd name="T22" fmla="*/ 85 w 108"/>
                  <a:gd name="T23" fmla="*/ 10 h 105"/>
                  <a:gd name="T24" fmla="*/ 87 w 108"/>
                  <a:gd name="T25" fmla="*/ 10 h 105"/>
                  <a:gd name="T26" fmla="*/ 96 w 108"/>
                  <a:gd name="T27" fmla="*/ 20 h 105"/>
                  <a:gd name="T28" fmla="*/ 96 w 108"/>
                  <a:gd name="T29" fmla="*/ 22 h 105"/>
                  <a:gd name="T30" fmla="*/ 91 w 108"/>
                  <a:gd name="T31" fmla="*/ 34 h 105"/>
                  <a:gd name="T32" fmla="*/ 102 w 108"/>
                  <a:gd name="T33" fmla="*/ 42 h 105"/>
                  <a:gd name="T34" fmla="*/ 108 w 108"/>
                  <a:gd name="T35" fmla="*/ 46 h 105"/>
                  <a:gd name="T36" fmla="*/ 108 w 108"/>
                  <a:gd name="T37" fmla="*/ 58 h 105"/>
                  <a:gd name="T38" fmla="*/ 106 w 108"/>
                  <a:gd name="T39" fmla="*/ 60 h 105"/>
                  <a:gd name="T40" fmla="*/ 98 w 108"/>
                  <a:gd name="T41" fmla="*/ 64 h 105"/>
                  <a:gd name="T42" fmla="*/ 93 w 108"/>
                  <a:gd name="T43" fmla="*/ 75 h 105"/>
                  <a:gd name="T44" fmla="*/ 97 w 108"/>
                  <a:gd name="T45" fmla="*/ 84 h 105"/>
                  <a:gd name="T46" fmla="*/ 96 w 108"/>
                  <a:gd name="T47" fmla="*/ 85 h 105"/>
                  <a:gd name="T48" fmla="*/ 85 w 108"/>
                  <a:gd name="T49" fmla="*/ 94 h 105"/>
                  <a:gd name="T50" fmla="*/ 72 w 108"/>
                  <a:gd name="T51" fmla="*/ 89 h 105"/>
                  <a:gd name="T52" fmla="*/ 64 w 108"/>
                  <a:gd name="T53" fmla="*/ 99 h 105"/>
                  <a:gd name="T54" fmla="*/ 62 w 108"/>
                  <a:gd name="T55" fmla="*/ 105 h 105"/>
                  <a:gd name="T56" fmla="*/ 49 w 108"/>
                  <a:gd name="T57" fmla="*/ 105 h 105"/>
                  <a:gd name="T58" fmla="*/ 46 w 108"/>
                  <a:gd name="T59" fmla="*/ 103 h 105"/>
                  <a:gd name="T60" fmla="*/ 42 w 108"/>
                  <a:gd name="T61" fmla="*/ 96 h 105"/>
                  <a:gd name="T62" fmla="*/ 32 w 108"/>
                  <a:gd name="T63" fmla="*/ 90 h 105"/>
                  <a:gd name="T64" fmla="*/ 24 w 108"/>
                  <a:gd name="T65" fmla="*/ 94 h 105"/>
                  <a:gd name="T66" fmla="*/ 21 w 108"/>
                  <a:gd name="T67" fmla="*/ 94 h 105"/>
                  <a:gd name="T68" fmla="*/ 12 w 108"/>
                  <a:gd name="T69" fmla="*/ 86 h 105"/>
                  <a:gd name="T70" fmla="*/ 11 w 108"/>
                  <a:gd name="T71" fmla="*/ 84 h 105"/>
                  <a:gd name="T72" fmla="*/ 15 w 108"/>
                  <a:gd name="T73" fmla="*/ 76 h 105"/>
                  <a:gd name="T74" fmla="*/ 10 w 108"/>
                  <a:gd name="T75" fmla="*/ 64 h 105"/>
                  <a:gd name="T76" fmla="*/ 2 w 108"/>
                  <a:gd name="T77" fmla="*/ 60 h 105"/>
                  <a:gd name="T78" fmla="*/ 0 w 108"/>
                  <a:gd name="T79" fmla="*/ 58 h 105"/>
                  <a:gd name="T80" fmla="*/ 0 w 108"/>
                  <a:gd name="T81" fmla="*/ 46 h 105"/>
                  <a:gd name="T82" fmla="*/ 6 w 108"/>
                  <a:gd name="T83" fmla="*/ 43 h 105"/>
                  <a:gd name="T84" fmla="*/ 17 w 108"/>
                  <a:gd name="T85" fmla="*/ 35 h 105"/>
                  <a:gd name="T86" fmla="*/ 12 w 108"/>
                  <a:gd name="T87" fmla="*/ 24 h 105"/>
                  <a:gd name="T88" fmla="*/ 11 w 108"/>
                  <a:gd name="T89" fmla="*/ 20 h 105"/>
                  <a:gd name="T90" fmla="*/ 21 w 108"/>
                  <a:gd name="T91" fmla="*/ 10 h 105"/>
                  <a:gd name="T92" fmla="*/ 30 w 108"/>
                  <a:gd name="T93" fmla="*/ 13 h 105"/>
                  <a:gd name="T94" fmla="*/ 42 w 108"/>
                  <a:gd name="T95" fmla="*/ 9 h 105"/>
                  <a:gd name="T96" fmla="*/ 46 w 108"/>
                  <a:gd name="T97" fmla="*/ 1 h 105"/>
                  <a:gd name="T98" fmla="*/ 49 w 108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5">
                    <a:moveTo>
                      <a:pt x="54" y="33"/>
                    </a:moveTo>
                    <a:lnTo>
                      <a:pt x="47" y="35"/>
                    </a:lnTo>
                    <a:lnTo>
                      <a:pt x="44" y="38"/>
                    </a:lnTo>
                    <a:lnTo>
                      <a:pt x="38" y="42"/>
                    </a:lnTo>
                    <a:lnTo>
                      <a:pt x="36" y="47"/>
                    </a:lnTo>
                    <a:lnTo>
                      <a:pt x="36" y="52"/>
                    </a:lnTo>
                    <a:lnTo>
                      <a:pt x="36" y="58"/>
                    </a:lnTo>
                    <a:lnTo>
                      <a:pt x="38" y="63"/>
                    </a:lnTo>
                    <a:lnTo>
                      <a:pt x="44" y="67"/>
                    </a:lnTo>
                    <a:lnTo>
                      <a:pt x="47" y="69"/>
                    </a:lnTo>
                    <a:lnTo>
                      <a:pt x="54" y="71"/>
                    </a:lnTo>
                    <a:lnTo>
                      <a:pt x="61" y="69"/>
                    </a:lnTo>
                    <a:lnTo>
                      <a:pt x="64" y="67"/>
                    </a:lnTo>
                    <a:lnTo>
                      <a:pt x="70" y="63"/>
                    </a:lnTo>
                    <a:lnTo>
                      <a:pt x="72" y="58"/>
                    </a:lnTo>
                    <a:lnTo>
                      <a:pt x="72" y="52"/>
                    </a:lnTo>
                    <a:lnTo>
                      <a:pt x="72" y="47"/>
                    </a:lnTo>
                    <a:lnTo>
                      <a:pt x="70" y="42"/>
                    </a:lnTo>
                    <a:lnTo>
                      <a:pt x="64" y="38"/>
                    </a:lnTo>
                    <a:lnTo>
                      <a:pt x="61" y="35"/>
                    </a:lnTo>
                    <a:lnTo>
                      <a:pt x="54" y="33"/>
                    </a:lnTo>
                    <a:close/>
                    <a:moveTo>
                      <a:pt x="49" y="0"/>
                    </a:moveTo>
                    <a:lnTo>
                      <a:pt x="59" y="0"/>
                    </a:lnTo>
                    <a:lnTo>
                      <a:pt x="61" y="0"/>
                    </a:lnTo>
                    <a:lnTo>
                      <a:pt x="61" y="0"/>
                    </a:lnTo>
                    <a:lnTo>
                      <a:pt x="62" y="1"/>
                    </a:lnTo>
                    <a:lnTo>
                      <a:pt x="62" y="3"/>
                    </a:lnTo>
                    <a:lnTo>
                      <a:pt x="63" y="5"/>
                    </a:lnTo>
                    <a:lnTo>
                      <a:pt x="66" y="9"/>
                    </a:lnTo>
                    <a:lnTo>
                      <a:pt x="67" y="14"/>
                    </a:lnTo>
                    <a:lnTo>
                      <a:pt x="72" y="16"/>
                    </a:lnTo>
                    <a:lnTo>
                      <a:pt x="76" y="13"/>
                    </a:lnTo>
                    <a:lnTo>
                      <a:pt x="80" y="12"/>
                    </a:lnTo>
                    <a:lnTo>
                      <a:pt x="83" y="12"/>
                    </a:lnTo>
                    <a:lnTo>
                      <a:pt x="84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7" y="10"/>
                    </a:lnTo>
                    <a:lnTo>
                      <a:pt x="87" y="10"/>
                    </a:lnTo>
                    <a:lnTo>
                      <a:pt x="88" y="10"/>
                    </a:lnTo>
                    <a:lnTo>
                      <a:pt x="96" y="18"/>
                    </a:lnTo>
                    <a:lnTo>
                      <a:pt x="96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6" y="22"/>
                    </a:lnTo>
                    <a:lnTo>
                      <a:pt x="95" y="25"/>
                    </a:lnTo>
                    <a:lnTo>
                      <a:pt x="93" y="29"/>
                    </a:lnTo>
                    <a:lnTo>
                      <a:pt x="91" y="34"/>
                    </a:lnTo>
                    <a:lnTo>
                      <a:pt x="93" y="39"/>
                    </a:lnTo>
                    <a:lnTo>
                      <a:pt x="98" y="41"/>
                    </a:lnTo>
                    <a:lnTo>
                      <a:pt x="102" y="42"/>
                    </a:lnTo>
                    <a:lnTo>
                      <a:pt x="105" y="43"/>
                    </a:lnTo>
                    <a:lnTo>
                      <a:pt x="106" y="44"/>
                    </a:lnTo>
                    <a:lnTo>
                      <a:pt x="108" y="46"/>
                    </a:lnTo>
                    <a:lnTo>
                      <a:pt x="108" y="46"/>
                    </a:lnTo>
                    <a:lnTo>
                      <a:pt x="108" y="47"/>
                    </a:lnTo>
                    <a:lnTo>
                      <a:pt x="108" y="58"/>
                    </a:lnTo>
                    <a:lnTo>
                      <a:pt x="108" y="59"/>
                    </a:lnTo>
                    <a:lnTo>
                      <a:pt x="108" y="59"/>
                    </a:lnTo>
                    <a:lnTo>
                      <a:pt x="106" y="60"/>
                    </a:lnTo>
                    <a:lnTo>
                      <a:pt x="105" y="60"/>
                    </a:lnTo>
                    <a:lnTo>
                      <a:pt x="102" y="61"/>
                    </a:lnTo>
                    <a:lnTo>
                      <a:pt x="98" y="64"/>
                    </a:lnTo>
                    <a:lnTo>
                      <a:pt x="93" y="65"/>
                    </a:lnTo>
                    <a:lnTo>
                      <a:pt x="92" y="69"/>
                    </a:lnTo>
                    <a:lnTo>
                      <a:pt x="93" y="75"/>
                    </a:lnTo>
                    <a:lnTo>
                      <a:pt x="96" y="79"/>
                    </a:lnTo>
                    <a:lnTo>
                      <a:pt x="96" y="81"/>
                    </a:lnTo>
                    <a:lnTo>
                      <a:pt x="97" y="84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6" y="85"/>
                    </a:lnTo>
                    <a:lnTo>
                      <a:pt x="88" y="94"/>
                    </a:lnTo>
                    <a:lnTo>
                      <a:pt x="87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8" y="92"/>
                    </a:lnTo>
                    <a:lnTo>
                      <a:pt x="72" y="89"/>
                    </a:lnTo>
                    <a:lnTo>
                      <a:pt x="67" y="90"/>
                    </a:lnTo>
                    <a:lnTo>
                      <a:pt x="66" y="96"/>
                    </a:lnTo>
                    <a:lnTo>
                      <a:pt x="64" y="99"/>
                    </a:lnTo>
                    <a:lnTo>
                      <a:pt x="63" y="102"/>
                    </a:lnTo>
                    <a:lnTo>
                      <a:pt x="62" y="103"/>
                    </a:lnTo>
                    <a:lnTo>
                      <a:pt x="62" y="105"/>
                    </a:lnTo>
                    <a:lnTo>
                      <a:pt x="61" y="105"/>
                    </a:lnTo>
                    <a:lnTo>
                      <a:pt x="61" y="105"/>
                    </a:lnTo>
                    <a:lnTo>
                      <a:pt x="49" y="105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3"/>
                    </a:lnTo>
                    <a:lnTo>
                      <a:pt x="46" y="102"/>
                    </a:lnTo>
                    <a:lnTo>
                      <a:pt x="45" y="99"/>
                    </a:lnTo>
                    <a:lnTo>
                      <a:pt x="42" y="96"/>
                    </a:lnTo>
                    <a:lnTo>
                      <a:pt x="41" y="90"/>
                    </a:lnTo>
                    <a:lnTo>
                      <a:pt x="36" y="89"/>
                    </a:lnTo>
                    <a:lnTo>
                      <a:pt x="32" y="90"/>
                    </a:lnTo>
                    <a:lnTo>
                      <a:pt x="28" y="93"/>
                    </a:lnTo>
                    <a:lnTo>
                      <a:pt x="25" y="93"/>
                    </a:lnTo>
                    <a:lnTo>
                      <a:pt x="24" y="94"/>
                    </a:lnTo>
                    <a:lnTo>
                      <a:pt x="23" y="94"/>
                    </a:lnTo>
                    <a:lnTo>
                      <a:pt x="23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2" y="82"/>
                    </a:lnTo>
                    <a:lnTo>
                      <a:pt x="13" y="80"/>
                    </a:lnTo>
                    <a:lnTo>
                      <a:pt x="15" y="76"/>
                    </a:lnTo>
                    <a:lnTo>
                      <a:pt x="17" y="71"/>
                    </a:lnTo>
                    <a:lnTo>
                      <a:pt x="15" y="65"/>
                    </a:lnTo>
                    <a:lnTo>
                      <a:pt x="10" y="64"/>
                    </a:lnTo>
                    <a:lnTo>
                      <a:pt x="6" y="63"/>
                    </a:lnTo>
                    <a:lnTo>
                      <a:pt x="3" y="61"/>
                    </a:lnTo>
                    <a:lnTo>
                      <a:pt x="2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2" y="44"/>
                    </a:lnTo>
                    <a:lnTo>
                      <a:pt x="3" y="44"/>
                    </a:lnTo>
                    <a:lnTo>
                      <a:pt x="6" y="43"/>
                    </a:lnTo>
                    <a:lnTo>
                      <a:pt x="10" y="41"/>
                    </a:lnTo>
                    <a:lnTo>
                      <a:pt x="15" y="39"/>
                    </a:lnTo>
                    <a:lnTo>
                      <a:pt x="17" y="35"/>
                    </a:lnTo>
                    <a:lnTo>
                      <a:pt x="15" y="30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12" y="20"/>
                    </a:lnTo>
                    <a:lnTo>
                      <a:pt x="20" y="10"/>
                    </a:lnTo>
                    <a:lnTo>
                      <a:pt x="21" y="10"/>
                    </a:lnTo>
                    <a:lnTo>
                      <a:pt x="23" y="10"/>
                    </a:lnTo>
                    <a:lnTo>
                      <a:pt x="27" y="12"/>
                    </a:lnTo>
                    <a:lnTo>
                      <a:pt x="30" y="13"/>
                    </a:lnTo>
                    <a:lnTo>
                      <a:pt x="36" y="16"/>
                    </a:lnTo>
                    <a:lnTo>
                      <a:pt x="41" y="14"/>
                    </a:lnTo>
                    <a:lnTo>
                      <a:pt x="42" y="9"/>
                    </a:lnTo>
                    <a:lnTo>
                      <a:pt x="44" y="5"/>
                    </a:lnTo>
                    <a:lnTo>
                      <a:pt x="45" y="3"/>
                    </a:lnTo>
                    <a:lnTo>
                      <a:pt x="46" y="1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7" name="Freeform 41"/>
              <p:cNvSpPr>
                <a:spLocks noEditPoints="1"/>
              </p:cNvSpPr>
              <p:nvPr/>
            </p:nvSpPr>
            <p:spPr bwMode="auto">
              <a:xfrm rot="19386584" flipH="1">
                <a:off x="6867695" y="1210149"/>
                <a:ext cx="78594" cy="76431"/>
              </a:xfrm>
              <a:custGeom>
                <a:avLst/>
                <a:gdLst>
                  <a:gd name="T0" fmla="*/ 44 w 109"/>
                  <a:gd name="T1" fmla="*/ 38 h 106"/>
                  <a:gd name="T2" fmla="*/ 36 w 109"/>
                  <a:gd name="T3" fmla="*/ 54 h 106"/>
                  <a:gd name="T4" fmla="*/ 44 w 109"/>
                  <a:gd name="T5" fmla="*/ 68 h 106"/>
                  <a:gd name="T6" fmla="*/ 61 w 109"/>
                  <a:gd name="T7" fmla="*/ 71 h 106"/>
                  <a:gd name="T8" fmla="*/ 72 w 109"/>
                  <a:gd name="T9" fmla="*/ 59 h 106"/>
                  <a:gd name="T10" fmla="*/ 70 w 109"/>
                  <a:gd name="T11" fmla="*/ 42 h 106"/>
                  <a:gd name="T12" fmla="*/ 54 w 109"/>
                  <a:gd name="T13" fmla="*/ 36 h 106"/>
                  <a:gd name="T14" fmla="*/ 61 w 109"/>
                  <a:gd name="T15" fmla="*/ 0 h 106"/>
                  <a:gd name="T16" fmla="*/ 63 w 109"/>
                  <a:gd name="T17" fmla="*/ 3 h 106"/>
                  <a:gd name="T18" fmla="*/ 68 w 109"/>
                  <a:gd name="T19" fmla="*/ 15 h 106"/>
                  <a:gd name="T20" fmla="*/ 80 w 109"/>
                  <a:gd name="T21" fmla="*/ 13 h 106"/>
                  <a:gd name="T22" fmla="*/ 85 w 109"/>
                  <a:gd name="T23" fmla="*/ 12 h 106"/>
                  <a:gd name="T24" fmla="*/ 88 w 109"/>
                  <a:gd name="T25" fmla="*/ 12 h 106"/>
                  <a:gd name="T26" fmla="*/ 97 w 109"/>
                  <a:gd name="T27" fmla="*/ 20 h 106"/>
                  <a:gd name="T28" fmla="*/ 97 w 109"/>
                  <a:gd name="T29" fmla="*/ 24 h 106"/>
                  <a:gd name="T30" fmla="*/ 92 w 109"/>
                  <a:gd name="T31" fmla="*/ 36 h 106"/>
                  <a:gd name="T32" fmla="*/ 102 w 109"/>
                  <a:gd name="T33" fmla="*/ 43 h 106"/>
                  <a:gd name="T34" fmla="*/ 108 w 109"/>
                  <a:gd name="T35" fmla="*/ 46 h 106"/>
                  <a:gd name="T36" fmla="*/ 109 w 109"/>
                  <a:gd name="T37" fmla="*/ 59 h 106"/>
                  <a:gd name="T38" fmla="*/ 108 w 109"/>
                  <a:gd name="T39" fmla="*/ 61 h 106"/>
                  <a:gd name="T40" fmla="*/ 100 w 109"/>
                  <a:gd name="T41" fmla="*/ 64 h 106"/>
                  <a:gd name="T42" fmla="*/ 95 w 109"/>
                  <a:gd name="T43" fmla="*/ 76 h 106"/>
                  <a:gd name="T44" fmla="*/ 97 w 109"/>
                  <a:gd name="T45" fmla="*/ 84 h 106"/>
                  <a:gd name="T46" fmla="*/ 97 w 109"/>
                  <a:gd name="T47" fmla="*/ 87 h 106"/>
                  <a:gd name="T48" fmla="*/ 85 w 109"/>
                  <a:gd name="T49" fmla="*/ 95 h 106"/>
                  <a:gd name="T50" fmla="*/ 72 w 109"/>
                  <a:gd name="T51" fmla="*/ 91 h 106"/>
                  <a:gd name="T52" fmla="*/ 65 w 109"/>
                  <a:gd name="T53" fmla="*/ 101 h 106"/>
                  <a:gd name="T54" fmla="*/ 62 w 109"/>
                  <a:gd name="T55" fmla="*/ 106 h 106"/>
                  <a:gd name="T56" fmla="*/ 49 w 109"/>
                  <a:gd name="T57" fmla="*/ 106 h 106"/>
                  <a:gd name="T58" fmla="*/ 48 w 109"/>
                  <a:gd name="T59" fmla="*/ 105 h 106"/>
                  <a:gd name="T60" fmla="*/ 44 w 109"/>
                  <a:gd name="T61" fmla="*/ 97 h 106"/>
                  <a:gd name="T62" fmla="*/ 32 w 109"/>
                  <a:gd name="T63" fmla="*/ 92 h 106"/>
                  <a:gd name="T64" fmla="*/ 24 w 109"/>
                  <a:gd name="T65" fmla="*/ 96 h 106"/>
                  <a:gd name="T66" fmla="*/ 23 w 109"/>
                  <a:gd name="T67" fmla="*/ 96 h 106"/>
                  <a:gd name="T68" fmla="*/ 12 w 109"/>
                  <a:gd name="T69" fmla="*/ 87 h 106"/>
                  <a:gd name="T70" fmla="*/ 12 w 109"/>
                  <a:gd name="T71" fmla="*/ 85 h 106"/>
                  <a:gd name="T72" fmla="*/ 15 w 109"/>
                  <a:gd name="T73" fmla="*/ 76 h 106"/>
                  <a:gd name="T74" fmla="*/ 10 w 109"/>
                  <a:gd name="T75" fmla="*/ 64 h 106"/>
                  <a:gd name="T76" fmla="*/ 2 w 109"/>
                  <a:gd name="T77" fmla="*/ 62 h 106"/>
                  <a:gd name="T78" fmla="*/ 0 w 109"/>
                  <a:gd name="T79" fmla="*/ 59 h 106"/>
                  <a:gd name="T80" fmla="*/ 2 w 109"/>
                  <a:gd name="T81" fmla="*/ 47 h 106"/>
                  <a:gd name="T82" fmla="*/ 6 w 109"/>
                  <a:gd name="T83" fmla="*/ 43 h 106"/>
                  <a:gd name="T84" fmla="*/ 17 w 109"/>
                  <a:gd name="T85" fmla="*/ 36 h 106"/>
                  <a:gd name="T86" fmla="*/ 12 w 109"/>
                  <a:gd name="T87" fmla="*/ 24 h 106"/>
                  <a:gd name="T88" fmla="*/ 12 w 109"/>
                  <a:gd name="T89" fmla="*/ 21 h 106"/>
                  <a:gd name="T90" fmla="*/ 23 w 109"/>
                  <a:gd name="T91" fmla="*/ 12 h 106"/>
                  <a:gd name="T92" fmla="*/ 31 w 109"/>
                  <a:gd name="T93" fmla="*/ 15 h 106"/>
                  <a:gd name="T94" fmla="*/ 44 w 109"/>
                  <a:gd name="T95" fmla="*/ 9 h 106"/>
                  <a:gd name="T96" fmla="*/ 46 w 109"/>
                  <a:gd name="T97" fmla="*/ 2 h 106"/>
                  <a:gd name="T98" fmla="*/ 49 w 109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9" h="106">
                    <a:moveTo>
                      <a:pt x="54" y="36"/>
                    </a:moveTo>
                    <a:lnTo>
                      <a:pt x="49" y="36"/>
                    </a:lnTo>
                    <a:lnTo>
                      <a:pt x="44" y="38"/>
                    </a:lnTo>
                    <a:lnTo>
                      <a:pt x="40" y="42"/>
                    </a:lnTo>
                    <a:lnTo>
                      <a:pt x="37" y="47"/>
                    </a:lnTo>
                    <a:lnTo>
                      <a:pt x="36" y="54"/>
                    </a:lnTo>
                    <a:lnTo>
                      <a:pt x="37" y="59"/>
                    </a:lnTo>
                    <a:lnTo>
                      <a:pt x="40" y="64"/>
                    </a:lnTo>
                    <a:lnTo>
                      <a:pt x="44" y="68"/>
                    </a:lnTo>
                    <a:lnTo>
                      <a:pt x="49" y="71"/>
                    </a:lnTo>
                    <a:lnTo>
                      <a:pt x="54" y="72"/>
                    </a:lnTo>
                    <a:lnTo>
                      <a:pt x="61" y="71"/>
                    </a:lnTo>
                    <a:lnTo>
                      <a:pt x="66" y="68"/>
                    </a:lnTo>
                    <a:lnTo>
                      <a:pt x="70" y="64"/>
                    </a:lnTo>
                    <a:lnTo>
                      <a:pt x="72" y="59"/>
                    </a:lnTo>
                    <a:lnTo>
                      <a:pt x="74" y="54"/>
                    </a:lnTo>
                    <a:lnTo>
                      <a:pt x="72" y="47"/>
                    </a:lnTo>
                    <a:lnTo>
                      <a:pt x="70" y="42"/>
                    </a:lnTo>
                    <a:lnTo>
                      <a:pt x="66" y="38"/>
                    </a:lnTo>
                    <a:lnTo>
                      <a:pt x="61" y="36"/>
                    </a:lnTo>
                    <a:lnTo>
                      <a:pt x="54" y="36"/>
                    </a:lnTo>
                    <a:close/>
                    <a:moveTo>
                      <a:pt x="49" y="0"/>
                    </a:moveTo>
                    <a:lnTo>
                      <a:pt x="61" y="0"/>
                    </a:lnTo>
                    <a:lnTo>
                      <a:pt x="61" y="0"/>
                    </a:lnTo>
                    <a:lnTo>
                      <a:pt x="62" y="2"/>
                    </a:lnTo>
                    <a:lnTo>
                      <a:pt x="62" y="2"/>
                    </a:lnTo>
                    <a:lnTo>
                      <a:pt x="63" y="3"/>
                    </a:lnTo>
                    <a:lnTo>
                      <a:pt x="65" y="6"/>
                    </a:lnTo>
                    <a:lnTo>
                      <a:pt x="66" y="9"/>
                    </a:lnTo>
                    <a:lnTo>
                      <a:pt x="68" y="15"/>
                    </a:lnTo>
                    <a:lnTo>
                      <a:pt x="72" y="17"/>
                    </a:lnTo>
                    <a:lnTo>
                      <a:pt x="78" y="15"/>
                    </a:lnTo>
                    <a:lnTo>
                      <a:pt x="80" y="13"/>
                    </a:lnTo>
                    <a:lnTo>
                      <a:pt x="83" y="12"/>
                    </a:lnTo>
                    <a:lnTo>
                      <a:pt x="85" y="12"/>
                    </a:lnTo>
                    <a:lnTo>
                      <a:pt x="85" y="12"/>
                    </a:lnTo>
                    <a:lnTo>
                      <a:pt x="87" y="12"/>
                    </a:lnTo>
                    <a:lnTo>
                      <a:pt x="87" y="12"/>
                    </a:lnTo>
                    <a:lnTo>
                      <a:pt x="88" y="12"/>
                    </a:lnTo>
                    <a:lnTo>
                      <a:pt x="88" y="12"/>
                    </a:lnTo>
                    <a:lnTo>
                      <a:pt x="96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7" y="23"/>
                    </a:lnTo>
                    <a:lnTo>
                      <a:pt x="97" y="24"/>
                    </a:lnTo>
                    <a:lnTo>
                      <a:pt x="96" y="26"/>
                    </a:lnTo>
                    <a:lnTo>
                      <a:pt x="95" y="30"/>
                    </a:lnTo>
                    <a:lnTo>
                      <a:pt x="92" y="36"/>
                    </a:lnTo>
                    <a:lnTo>
                      <a:pt x="93" y="40"/>
                    </a:lnTo>
                    <a:lnTo>
                      <a:pt x="100" y="42"/>
                    </a:lnTo>
                    <a:lnTo>
                      <a:pt x="102" y="43"/>
                    </a:lnTo>
                    <a:lnTo>
                      <a:pt x="105" y="45"/>
                    </a:lnTo>
                    <a:lnTo>
                      <a:pt x="108" y="46"/>
                    </a:lnTo>
                    <a:lnTo>
                      <a:pt x="108" y="46"/>
                    </a:lnTo>
                    <a:lnTo>
                      <a:pt x="109" y="47"/>
                    </a:lnTo>
                    <a:lnTo>
                      <a:pt x="109" y="47"/>
                    </a:lnTo>
                    <a:lnTo>
                      <a:pt x="109" y="59"/>
                    </a:lnTo>
                    <a:lnTo>
                      <a:pt x="109" y="59"/>
                    </a:lnTo>
                    <a:lnTo>
                      <a:pt x="108" y="61"/>
                    </a:lnTo>
                    <a:lnTo>
                      <a:pt x="108" y="61"/>
                    </a:lnTo>
                    <a:lnTo>
                      <a:pt x="106" y="62"/>
                    </a:lnTo>
                    <a:lnTo>
                      <a:pt x="104" y="63"/>
                    </a:lnTo>
                    <a:lnTo>
                      <a:pt x="100" y="64"/>
                    </a:lnTo>
                    <a:lnTo>
                      <a:pt x="93" y="67"/>
                    </a:lnTo>
                    <a:lnTo>
                      <a:pt x="92" y="71"/>
                    </a:lnTo>
                    <a:lnTo>
                      <a:pt x="95" y="76"/>
                    </a:lnTo>
                    <a:lnTo>
                      <a:pt x="96" y="80"/>
                    </a:lnTo>
                    <a:lnTo>
                      <a:pt x="97" y="83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7"/>
                    </a:lnTo>
                    <a:lnTo>
                      <a:pt x="97" y="87"/>
                    </a:lnTo>
                    <a:lnTo>
                      <a:pt x="88" y="96"/>
                    </a:lnTo>
                    <a:lnTo>
                      <a:pt x="87" y="96"/>
                    </a:lnTo>
                    <a:lnTo>
                      <a:pt x="85" y="95"/>
                    </a:lnTo>
                    <a:lnTo>
                      <a:pt x="83" y="95"/>
                    </a:lnTo>
                    <a:lnTo>
                      <a:pt x="79" y="92"/>
                    </a:lnTo>
                    <a:lnTo>
                      <a:pt x="72" y="91"/>
                    </a:lnTo>
                    <a:lnTo>
                      <a:pt x="68" y="92"/>
                    </a:lnTo>
                    <a:lnTo>
                      <a:pt x="66" y="97"/>
                    </a:lnTo>
                    <a:lnTo>
                      <a:pt x="65" y="101"/>
                    </a:lnTo>
                    <a:lnTo>
                      <a:pt x="63" y="104"/>
                    </a:lnTo>
                    <a:lnTo>
                      <a:pt x="63" y="105"/>
                    </a:lnTo>
                    <a:lnTo>
                      <a:pt x="62" y="106"/>
                    </a:lnTo>
                    <a:lnTo>
                      <a:pt x="62" y="106"/>
                    </a:lnTo>
                    <a:lnTo>
                      <a:pt x="61" y="106"/>
                    </a:lnTo>
                    <a:lnTo>
                      <a:pt x="49" y="106"/>
                    </a:lnTo>
                    <a:lnTo>
                      <a:pt x="49" y="106"/>
                    </a:lnTo>
                    <a:lnTo>
                      <a:pt x="48" y="106"/>
                    </a:lnTo>
                    <a:lnTo>
                      <a:pt x="48" y="105"/>
                    </a:lnTo>
                    <a:lnTo>
                      <a:pt x="46" y="104"/>
                    </a:lnTo>
                    <a:lnTo>
                      <a:pt x="45" y="101"/>
                    </a:lnTo>
                    <a:lnTo>
                      <a:pt x="44" y="97"/>
                    </a:lnTo>
                    <a:lnTo>
                      <a:pt x="41" y="92"/>
                    </a:lnTo>
                    <a:lnTo>
                      <a:pt x="37" y="91"/>
                    </a:lnTo>
                    <a:lnTo>
                      <a:pt x="32" y="92"/>
                    </a:lnTo>
                    <a:lnTo>
                      <a:pt x="29" y="93"/>
                    </a:lnTo>
                    <a:lnTo>
                      <a:pt x="27" y="95"/>
                    </a:lnTo>
                    <a:lnTo>
                      <a:pt x="24" y="96"/>
                    </a:lnTo>
                    <a:lnTo>
                      <a:pt x="24" y="96"/>
                    </a:lnTo>
                    <a:lnTo>
                      <a:pt x="23" y="96"/>
                    </a:lnTo>
                    <a:lnTo>
                      <a:pt x="23" y="96"/>
                    </a:lnTo>
                    <a:lnTo>
                      <a:pt x="21" y="96"/>
                    </a:lnTo>
                    <a:lnTo>
                      <a:pt x="21" y="95"/>
                    </a:lnTo>
                    <a:lnTo>
                      <a:pt x="12" y="87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2" y="83"/>
                    </a:lnTo>
                    <a:lnTo>
                      <a:pt x="14" y="80"/>
                    </a:lnTo>
                    <a:lnTo>
                      <a:pt x="15" y="76"/>
                    </a:lnTo>
                    <a:lnTo>
                      <a:pt x="17" y="71"/>
                    </a:lnTo>
                    <a:lnTo>
                      <a:pt x="16" y="67"/>
                    </a:lnTo>
                    <a:lnTo>
                      <a:pt x="10" y="64"/>
                    </a:lnTo>
                    <a:lnTo>
                      <a:pt x="6" y="63"/>
                    </a:lnTo>
                    <a:lnTo>
                      <a:pt x="3" y="62"/>
                    </a:lnTo>
                    <a:lnTo>
                      <a:pt x="2" y="62"/>
                    </a:lnTo>
                    <a:lnTo>
                      <a:pt x="2" y="61"/>
                    </a:lnTo>
                    <a:lnTo>
                      <a:pt x="0" y="61"/>
                    </a:lnTo>
                    <a:lnTo>
                      <a:pt x="0" y="59"/>
                    </a:lnTo>
                    <a:lnTo>
                      <a:pt x="0" y="49"/>
                    </a:lnTo>
                    <a:lnTo>
                      <a:pt x="0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3" y="45"/>
                    </a:lnTo>
                    <a:lnTo>
                      <a:pt x="6" y="43"/>
                    </a:lnTo>
                    <a:lnTo>
                      <a:pt x="10" y="42"/>
                    </a:lnTo>
                    <a:lnTo>
                      <a:pt x="16" y="41"/>
                    </a:lnTo>
                    <a:lnTo>
                      <a:pt x="17" y="36"/>
                    </a:lnTo>
                    <a:lnTo>
                      <a:pt x="15" y="30"/>
                    </a:lnTo>
                    <a:lnTo>
                      <a:pt x="14" y="26"/>
                    </a:lnTo>
                    <a:lnTo>
                      <a:pt x="12" y="24"/>
                    </a:lnTo>
                    <a:lnTo>
                      <a:pt x="12" y="23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12" y="20"/>
                    </a:lnTo>
                    <a:lnTo>
                      <a:pt x="21" y="12"/>
                    </a:lnTo>
                    <a:lnTo>
                      <a:pt x="23" y="12"/>
                    </a:lnTo>
                    <a:lnTo>
                      <a:pt x="24" y="12"/>
                    </a:lnTo>
                    <a:lnTo>
                      <a:pt x="27" y="13"/>
                    </a:lnTo>
                    <a:lnTo>
                      <a:pt x="31" y="15"/>
                    </a:lnTo>
                    <a:lnTo>
                      <a:pt x="37" y="17"/>
                    </a:lnTo>
                    <a:lnTo>
                      <a:pt x="41" y="15"/>
                    </a:lnTo>
                    <a:lnTo>
                      <a:pt x="44" y="9"/>
                    </a:lnTo>
                    <a:lnTo>
                      <a:pt x="45" y="6"/>
                    </a:lnTo>
                    <a:lnTo>
                      <a:pt x="46" y="3"/>
                    </a:lnTo>
                    <a:lnTo>
                      <a:pt x="46" y="2"/>
                    </a:lnTo>
                    <a:lnTo>
                      <a:pt x="48" y="2"/>
                    </a:lnTo>
                    <a:lnTo>
                      <a:pt x="48" y="0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8" name="Freeform 42"/>
              <p:cNvSpPr>
                <a:spLocks noEditPoints="1"/>
              </p:cNvSpPr>
              <p:nvPr/>
            </p:nvSpPr>
            <p:spPr bwMode="auto">
              <a:xfrm rot="19386584" flipH="1">
                <a:off x="6777698" y="1178167"/>
                <a:ext cx="77152" cy="76431"/>
              </a:xfrm>
              <a:custGeom>
                <a:avLst/>
                <a:gdLst>
                  <a:gd name="T0" fmla="*/ 42 w 107"/>
                  <a:gd name="T1" fmla="*/ 38 h 106"/>
                  <a:gd name="T2" fmla="*/ 35 w 107"/>
                  <a:gd name="T3" fmla="*/ 54 h 106"/>
                  <a:gd name="T4" fmla="*/ 42 w 107"/>
                  <a:gd name="T5" fmla="*/ 68 h 106"/>
                  <a:gd name="T6" fmla="*/ 59 w 107"/>
                  <a:gd name="T7" fmla="*/ 71 h 106"/>
                  <a:gd name="T8" fmla="*/ 72 w 107"/>
                  <a:gd name="T9" fmla="*/ 59 h 106"/>
                  <a:gd name="T10" fmla="*/ 69 w 107"/>
                  <a:gd name="T11" fmla="*/ 42 h 106"/>
                  <a:gd name="T12" fmla="*/ 54 w 107"/>
                  <a:gd name="T13" fmla="*/ 35 h 106"/>
                  <a:gd name="T14" fmla="*/ 60 w 107"/>
                  <a:gd name="T15" fmla="*/ 1 h 106"/>
                  <a:gd name="T16" fmla="*/ 61 w 107"/>
                  <a:gd name="T17" fmla="*/ 4 h 106"/>
                  <a:gd name="T18" fmla="*/ 67 w 107"/>
                  <a:gd name="T19" fmla="*/ 14 h 106"/>
                  <a:gd name="T20" fmla="*/ 80 w 107"/>
                  <a:gd name="T21" fmla="*/ 13 h 106"/>
                  <a:gd name="T22" fmla="*/ 85 w 107"/>
                  <a:gd name="T23" fmla="*/ 12 h 106"/>
                  <a:gd name="T24" fmla="*/ 86 w 107"/>
                  <a:gd name="T25" fmla="*/ 12 h 106"/>
                  <a:gd name="T26" fmla="*/ 95 w 107"/>
                  <a:gd name="T27" fmla="*/ 21 h 106"/>
                  <a:gd name="T28" fmla="*/ 95 w 107"/>
                  <a:gd name="T29" fmla="*/ 24 h 106"/>
                  <a:gd name="T30" fmla="*/ 90 w 107"/>
                  <a:gd name="T31" fmla="*/ 35 h 106"/>
                  <a:gd name="T32" fmla="*/ 102 w 107"/>
                  <a:gd name="T33" fmla="*/ 43 h 106"/>
                  <a:gd name="T34" fmla="*/ 107 w 107"/>
                  <a:gd name="T35" fmla="*/ 46 h 106"/>
                  <a:gd name="T36" fmla="*/ 107 w 107"/>
                  <a:gd name="T37" fmla="*/ 59 h 106"/>
                  <a:gd name="T38" fmla="*/ 106 w 107"/>
                  <a:gd name="T39" fmla="*/ 60 h 106"/>
                  <a:gd name="T40" fmla="*/ 98 w 107"/>
                  <a:gd name="T41" fmla="*/ 64 h 106"/>
                  <a:gd name="T42" fmla="*/ 93 w 107"/>
                  <a:gd name="T43" fmla="*/ 76 h 106"/>
                  <a:gd name="T44" fmla="*/ 97 w 107"/>
                  <a:gd name="T45" fmla="*/ 84 h 106"/>
                  <a:gd name="T46" fmla="*/ 95 w 107"/>
                  <a:gd name="T47" fmla="*/ 86 h 106"/>
                  <a:gd name="T48" fmla="*/ 85 w 107"/>
                  <a:gd name="T49" fmla="*/ 94 h 106"/>
                  <a:gd name="T50" fmla="*/ 72 w 107"/>
                  <a:gd name="T51" fmla="*/ 90 h 106"/>
                  <a:gd name="T52" fmla="*/ 64 w 107"/>
                  <a:gd name="T53" fmla="*/ 101 h 106"/>
                  <a:gd name="T54" fmla="*/ 60 w 107"/>
                  <a:gd name="T55" fmla="*/ 106 h 106"/>
                  <a:gd name="T56" fmla="*/ 48 w 107"/>
                  <a:gd name="T57" fmla="*/ 106 h 106"/>
                  <a:gd name="T58" fmla="*/ 46 w 107"/>
                  <a:gd name="T59" fmla="*/ 105 h 106"/>
                  <a:gd name="T60" fmla="*/ 42 w 107"/>
                  <a:gd name="T61" fmla="*/ 97 h 106"/>
                  <a:gd name="T62" fmla="*/ 31 w 107"/>
                  <a:gd name="T63" fmla="*/ 92 h 106"/>
                  <a:gd name="T64" fmla="*/ 24 w 107"/>
                  <a:gd name="T65" fmla="*/ 96 h 106"/>
                  <a:gd name="T66" fmla="*/ 21 w 107"/>
                  <a:gd name="T67" fmla="*/ 96 h 106"/>
                  <a:gd name="T68" fmla="*/ 12 w 107"/>
                  <a:gd name="T69" fmla="*/ 86 h 106"/>
                  <a:gd name="T70" fmla="*/ 10 w 107"/>
                  <a:gd name="T71" fmla="*/ 85 h 106"/>
                  <a:gd name="T72" fmla="*/ 14 w 107"/>
                  <a:gd name="T73" fmla="*/ 76 h 106"/>
                  <a:gd name="T74" fmla="*/ 9 w 107"/>
                  <a:gd name="T75" fmla="*/ 65 h 106"/>
                  <a:gd name="T76" fmla="*/ 1 w 107"/>
                  <a:gd name="T77" fmla="*/ 62 h 106"/>
                  <a:gd name="T78" fmla="*/ 0 w 107"/>
                  <a:gd name="T79" fmla="*/ 59 h 106"/>
                  <a:gd name="T80" fmla="*/ 0 w 107"/>
                  <a:gd name="T81" fmla="*/ 47 h 106"/>
                  <a:gd name="T82" fmla="*/ 5 w 107"/>
                  <a:gd name="T83" fmla="*/ 45 h 106"/>
                  <a:gd name="T84" fmla="*/ 16 w 107"/>
                  <a:gd name="T85" fmla="*/ 35 h 106"/>
                  <a:gd name="T86" fmla="*/ 12 w 107"/>
                  <a:gd name="T87" fmla="*/ 24 h 106"/>
                  <a:gd name="T88" fmla="*/ 10 w 107"/>
                  <a:gd name="T89" fmla="*/ 21 h 106"/>
                  <a:gd name="T90" fmla="*/ 21 w 107"/>
                  <a:gd name="T91" fmla="*/ 12 h 106"/>
                  <a:gd name="T92" fmla="*/ 30 w 107"/>
                  <a:gd name="T93" fmla="*/ 14 h 106"/>
                  <a:gd name="T94" fmla="*/ 42 w 107"/>
                  <a:gd name="T95" fmla="*/ 9 h 106"/>
                  <a:gd name="T96" fmla="*/ 46 w 107"/>
                  <a:gd name="T97" fmla="*/ 1 h 106"/>
                  <a:gd name="T98" fmla="*/ 47 w 107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6">
                    <a:moveTo>
                      <a:pt x="54" y="35"/>
                    </a:moveTo>
                    <a:lnTo>
                      <a:pt x="47" y="35"/>
                    </a:lnTo>
                    <a:lnTo>
                      <a:pt x="42" y="38"/>
                    </a:lnTo>
                    <a:lnTo>
                      <a:pt x="38" y="42"/>
                    </a:lnTo>
                    <a:lnTo>
                      <a:pt x="35" y="47"/>
                    </a:lnTo>
                    <a:lnTo>
                      <a:pt x="35" y="54"/>
                    </a:lnTo>
                    <a:lnTo>
                      <a:pt x="35" y="59"/>
                    </a:lnTo>
                    <a:lnTo>
                      <a:pt x="38" y="64"/>
                    </a:lnTo>
                    <a:lnTo>
                      <a:pt x="42" y="68"/>
                    </a:lnTo>
                    <a:lnTo>
                      <a:pt x="47" y="71"/>
                    </a:lnTo>
                    <a:lnTo>
                      <a:pt x="54" y="72"/>
                    </a:lnTo>
                    <a:lnTo>
                      <a:pt x="59" y="71"/>
                    </a:lnTo>
                    <a:lnTo>
                      <a:pt x="64" y="68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2" y="54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4" y="38"/>
                    </a:lnTo>
                    <a:lnTo>
                      <a:pt x="59" y="35"/>
                    </a:lnTo>
                    <a:lnTo>
                      <a:pt x="54" y="35"/>
                    </a:lnTo>
                    <a:close/>
                    <a:moveTo>
                      <a:pt x="47" y="0"/>
                    </a:moveTo>
                    <a:lnTo>
                      <a:pt x="59" y="0"/>
                    </a:lnTo>
                    <a:lnTo>
                      <a:pt x="60" y="1"/>
                    </a:lnTo>
                    <a:lnTo>
                      <a:pt x="60" y="1"/>
                    </a:lnTo>
                    <a:lnTo>
                      <a:pt x="61" y="1"/>
                    </a:lnTo>
                    <a:lnTo>
                      <a:pt x="61" y="4"/>
                    </a:lnTo>
                    <a:lnTo>
                      <a:pt x="63" y="5"/>
                    </a:lnTo>
                    <a:lnTo>
                      <a:pt x="65" y="9"/>
                    </a:lnTo>
                    <a:lnTo>
                      <a:pt x="67" y="14"/>
                    </a:lnTo>
                    <a:lnTo>
                      <a:pt x="72" y="17"/>
                    </a:lnTo>
                    <a:lnTo>
                      <a:pt x="76" y="14"/>
                    </a:lnTo>
                    <a:lnTo>
                      <a:pt x="80" y="13"/>
                    </a:lnTo>
                    <a:lnTo>
                      <a:pt x="82" y="12"/>
                    </a:lnTo>
                    <a:lnTo>
                      <a:pt x="84" y="12"/>
                    </a:lnTo>
                    <a:lnTo>
                      <a:pt x="85" y="12"/>
                    </a:lnTo>
                    <a:lnTo>
                      <a:pt x="85" y="12"/>
                    </a:lnTo>
                    <a:lnTo>
                      <a:pt x="85" y="12"/>
                    </a:lnTo>
                    <a:lnTo>
                      <a:pt x="86" y="12"/>
                    </a:lnTo>
                    <a:lnTo>
                      <a:pt x="88" y="12"/>
                    </a:lnTo>
                    <a:lnTo>
                      <a:pt x="95" y="20"/>
                    </a:lnTo>
                    <a:lnTo>
                      <a:pt x="95" y="21"/>
                    </a:lnTo>
                    <a:lnTo>
                      <a:pt x="95" y="21"/>
                    </a:lnTo>
                    <a:lnTo>
                      <a:pt x="95" y="22"/>
                    </a:lnTo>
                    <a:lnTo>
                      <a:pt x="95" y="24"/>
                    </a:lnTo>
                    <a:lnTo>
                      <a:pt x="94" y="26"/>
                    </a:lnTo>
                    <a:lnTo>
                      <a:pt x="93" y="30"/>
                    </a:lnTo>
                    <a:lnTo>
                      <a:pt x="90" y="35"/>
                    </a:lnTo>
                    <a:lnTo>
                      <a:pt x="93" y="41"/>
                    </a:lnTo>
                    <a:lnTo>
                      <a:pt x="98" y="42"/>
                    </a:lnTo>
                    <a:lnTo>
                      <a:pt x="102" y="43"/>
                    </a:lnTo>
                    <a:lnTo>
                      <a:pt x="105" y="45"/>
                    </a:lnTo>
                    <a:lnTo>
                      <a:pt x="106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47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7" y="60"/>
                    </a:lnTo>
                    <a:lnTo>
                      <a:pt x="106" y="60"/>
                    </a:lnTo>
                    <a:lnTo>
                      <a:pt x="105" y="62"/>
                    </a:lnTo>
                    <a:lnTo>
                      <a:pt x="102" y="63"/>
                    </a:lnTo>
                    <a:lnTo>
                      <a:pt x="98" y="64"/>
                    </a:lnTo>
                    <a:lnTo>
                      <a:pt x="93" y="67"/>
                    </a:lnTo>
                    <a:lnTo>
                      <a:pt x="90" y="71"/>
                    </a:lnTo>
                    <a:lnTo>
                      <a:pt x="93" y="76"/>
                    </a:lnTo>
                    <a:lnTo>
                      <a:pt x="95" y="80"/>
                    </a:lnTo>
                    <a:lnTo>
                      <a:pt x="95" y="82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6"/>
                    </a:lnTo>
                    <a:lnTo>
                      <a:pt x="95" y="86"/>
                    </a:lnTo>
                    <a:lnTo>
                      <a:pt x="88" y="96"/>
                    </a:lnTo>
                    <a:lnTo>
                      <a:pt x="86" y="96"/>
                    </a:lnTo>
                    <a:lnTo>
                      <a:pt x="85" y="94"/>
                    </a:lnTo>
                    <a:lnTo>
                      <a:pt x="81" y="94"/>
                    </a:lnTo>
                    <a:lnTo>
                      <a:pt x="77" y="92"/>
                    </a:lnTo>
                    <a:lnTo>
                      <a:pt x="72" y="90"/>
                    </a:lnTo>
                    <a:lnTo>
                      <a:pt x="67" y="92"/>
                    </a:lnTo>
                    <a:lnTo>
                      <a:pt x="65" y="97"/>
                    </a:lnTo>
                    <a:lnTo>
                      <a:pt x="64" y="101"/>
                    </a:lnTo>
                    <a:lnTo>
                      <a:pt x="63" y="103"/>
                    </a:lnTo>
                    <a:lnTo>
                      <a:pt x="61" y="105"/>
                    </a:lnTo>
                    <a:lnTo>
                      <a:pt x="60" y="106"/>
                    </a:lnTo>
                    <a:lnTo>
                      <a:pt x="60" y="106"/>
                    </a:lnTo>
                    <a:lnTo>
                      <a:pt x="59" y="106"/>
                    </a:lnTo>
                    <a:lnTo>
                      <a:pt x="48" y="106"/>
                    </a:lnTo>
                    <a:lnTo>
                      <a:pt x="47" y="106"/>
                    </a:lnTo>
                    <a:lnTo>
                      <a:pt x="47" y="106"/>
                    </a:lnTo>
                    <a:lnTo>
                      <a:pt x="46" y="105"/>
                    </a:lnTo>
                    <a:lnTo>
                      <a:pt x="46" y="103"/>
                    </a:lnTo>
                    <a:lnTo>
                      <a:pt x="44" y="101"/>
                    </a:lnTo>
                    <a:lnTo>
                      <a:pt x="42" y="97"/>
                    </a:lnTo>
                    <a:lnTo>
                      <a:pt x="41" y="92"/>
                    </a:lnTo>
                    <a:lnTo>
                      <a:pt x="35" y="90"/>
                    </a:lnTo>
                    <a:lnTo>
                      <a:pt x="31" y="92"/>
                    </a:lnTo>
                    <a:lnTo>
                      <a:pt x="27" y="93"/>
                    </a:lnTo>
                    <a:lnTo>
                      <a:pt x="25" y="94"/>
                    </a:lnTo>
                    <a:lnTo>
                      <a:pt x="24" y="96"/>
                    </a:lnTo>
                    <a:lnTo>
                      <a:pt x="22" y="96"/>
                    </a:lnTo>
                    <a:lnTo>
                      <a:pt x="22" y="96"/>
                    </a:lnTo>
                    <a:lnTo>
                      <a:pt x="21" y="96"/>
                    </a:lnTo>
                    <a:lnTo>
                      <a:pt x="21" y="96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2" y="86"/>
                    </a:lnTo>
                    <a:lnTo>
                      <a:pt x="10" y="86"/>
                    </a:lnTo>
                    <a:lnTo>
                      <a:pt x="10" y="85"/>
                    </a:lnTo>
                    <a:lnTo>
                      <a:pt x="12" y="82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6" y="71"/>
                    </a:lnTo>
                    <a:lnTo>
                      <a:pt x="14" y="67"/>
                    </a:lnTo>
                    <a:lnTo>
                      <a:pt x="9" y="65"/>
                    </a:lnTo>
                    <a:lnTo>
                      <a:pt x="5" y="63"/>
                    </a:lnTo>
                    <a:lnTo>
                      <a:pt x="3" y="62"/>
                    </a:lnTo>
                    <a:lnTo>
                      <a:pt x="1" y="62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1" y="46"/>
                    </a:lnTo>
                    <a:lnTo>
                      <a:pt x="3" y="45"/>
                    </a:lnTo>
                    <a:lnTo>
                      <a:pt x="5" y="45"/>
                    </a:lnTo>
                    <a:lnTo>
                      <a:pt x="9" y="42"/>
                    </a:lnTo>
                    <a:lnTo>
                      <a:pt x="14" y="41"/>
                    </a:lnTo>
                    <a:lnTo>
                      <a:pt x="16" y="35"/>
                    </a:lnTo>
                    <a:lnTo>
                      <a:pt x="14" y="30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0" y="22"/>
                    </a:lnTo>
                    <a:lnTo>
                      <a:pt x="10" y="21"/>
                    </a:lnTo>
                    <a:lnTo>
                      <a:pt x="10" y="21"/>
                    </a:lnTo>
                    <a:lnTo>
                      <a:pt x="12" y="20"/>
                    </a:lnTo>
                    <a:lnTo>
                      <a:pt x="20" y="12"/>
                    </a:lnTo>
                    <a:lnTo>
                      <a:pt x="21" y="12"/>
                    </a:lnTo>
                    <a:lnTo>
                      <a:pt x="22" y="12"/>
                    </a:lnTo>
                    <a:lnTo>
                      <a:pt x="26" y="13"/>
                    </a:lnTo>
                    <a:lnTo>
                      <a:pt x="30" y="14"/>
                    </a:lnTo>
                    <a:lnTo>
                      <a:pt x="35" y="17"/>
                    </a:lnTo>
                    <a:lnTo>
                      <a:pt x="41" y="16"/>
                    </a:lnTo>
                    <a:lnTo>
                      <a:pt x="42" y="9"/>
                    </a:lnTo>
                    <a:lnTo>
                      <a:pt x="43" y="7"/>
                    </a:lnTo>
                    <a:lnTo>
                      <a:pt x="44" y="4"/>
                    </a:lnTo>
                    <a:lnTo>
                      <a:pt x="46" y="1"/>
                    </a:lnTo>
                    <a:lnTo>
                      <a:pt x="46" y="1"/>
                    </a:lnTo>
                    <a:lnTo>
                      <a:pt x="47" y="1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49" name="Freeform 43"/>
              <p:cNvSpPr>
                <a:spLocks noEditPoints="1"/>
              </p:cNvSpPr>
              <p:nvPr/>
            </p:nvSpPr>
            <p:spPr bwMode="auto">
              <a:xfrm rot="19386584" flipH="1">
                <a:off x="6644455" y="587319"/>
                <a:ext cx="77873" cy="76431"/>
              </a:xfrm>
              <a:custGeom>
                <a:avLst/>
                <a:gdLst>
                  <a:gd name="T0" fmla="*/ 43 w 108"/>
                  <a:gd name="T1" fmla="*/ 38 h 106"/>
                  <a:gd name="T2" fmla="*/ 35 w 108"/>
                  <a:gd name="T3" fmla="*/ 54 h 106"/>
                  <a:gd name="T4" fmla="*/ 43 w 108"/>
                  <a:gd name="T5" fmla="*/ 68 h 106"/>
                  <a:gd name="T6" fmla="*/ 60 w 108"/>
                  <a:gd name="T7" fmla="*/ 71 h 106"/>
                  <a:gd name="T8" fmla="*/ 72 w 108"/>
                  <a:gd name="T9" fmla="*/ 59 h 106"/>
                  <a:gd name="T10" fmla="*/ 69 w 108"/>
                  <a:gd name="T11" fmla="*/ 42 h 106"/>
                  <a:gd name="T12" fmla="*/ 53 w 108"/>
                  <a:gd name="T13" fmla="*/ 36 h 106"/>
                  <a:gd name="T14" fmla="*/ 60 w 108"/>
                  <a:gd name="T15" fmla="*/ 0 h 106"/>
                  <a:gd name="T16" fmla="*/ 62 w 108"/>
                  <a:gd name="T17" fmla="*/ 3 h 106"/>
                  <a:gd name="T18" fmla="*/ 68 w 108"/>
                  <a:gd name="T19" fmla="*/ 15 h 106"/>
                  <a:gd name="T20" fmla="*/ 79 w 108"/>
                  <a:gd name="T21" fmla="*/ 13 h 106"/>
                  <a:gd name="T22" fmla="*/ 85 w 108"/>
                  <a:gd name="T23" fmla="*/ 12 h 106"/>
                  <a:gd name="T24" fmla="*/ 87 w 108"/>
                  <a:gd name="T25" fmla="*/ 11 h 106"/>
                  <a:gd name="T26" fmla="*/ 96 w 108"/>
                  <a:gd name="T27" fmla="*/ 20 h 106"/>
                  <a:gd name="T28" fmla="*/ 96 w 108"/>
                  <a:gd name="T29" fmla="*/ 24 h 106"/>
                  <a:gd name="T30" fmla="*/ 91 w 108"/>
                  <a:gd name="T31" fmla="*/ 36 h 106"/>
                  <a:gd name="T32" fmla="*/ 102 w 108"/>
                  <a:gd name="T33" fmla="*/ 43 h 106"/>
                  <a:gd name="T34" fmla="*/ 107 w 108"/>
                  <a:gd name="T35" fmla="*/ 46 h 106"/>
                  <a:gd name="T36" fmla="*/ 108 w 108"/>
                  <a:gd name="T37" fmla="*/ 59 h 106"/>
                  <a:gd name="T38" fmla="*/ 107 w 108"/>
                  <a:gd name="T39" fmla="*/ 60 h 106"/>
                  <a:gd name="T40" fmla="*/ 98 w 108"/>
                  <a:gd name="T41" fmla="*/ 64 h 106"/>
                  <a:gd name="T42" fmla="*/ 94 w 108"/>
                  <a:gd name="T43" fmla="*/ 76 h 106"/>
                  <a:gd name="T44" fmla="*/ 96 w 108"/>
                  <a:gd name="T45" fmla="*/ 84 h 106"/>
                  <a:gd name="T46" fmla="*/ 96 w 108"/>
                  <a:gd name="T47" fmla="*/ 87 h 106"/>
                  <a:gd name="T48" fmla="*/ 85 w 108"/>
                  <a:gd name="T49" fmla="*/ 94 h 106"/>
                  <a:gd name="T50" fmla="*/ 72 w 108"/>
                  <a:gd name="T51" fmla="*/ 91 h 106"/>
                  <a:gd name="T52" fmla="*/ 64 w 108"/>
                  <a:gd name="T53" fmla="*/ 101 h 106"/>
                  <a:gd name="T54" fmla="*/ 61 w 108"/>
                  <a:gd name="T55" fmla="*/ 106 h 106"/>
                  <a:gd name="T56" fmla="*/ 48 w 108"/>
                  <a:gd name="T57" fmla="*/ 106 h 106"/>
                  <a:gd name="T58" fmla="*/ 47 w 108"/>
                  <a:gd name="T59" fmla="*/ 105 h 106"/>
                  <a:gd name="T60" fmla="*/ 43 w 108"/>
                  <a:gd name="T61" fmla="*/ 97 h 106"/>
                  <a:gd name="T62" fmla="*/ 31 w 108"/>
                  <a:gd name="T63" fmla="*/ 92 h 106"/>
                  <a:gd name="T64" fmla="*/ 23 w 108"/>
                  <a:gd name="T65" fmla="*/ 94 h 106"/>
                  <a:gd name="T66" fmla="*/ 22 w 108"/>
                  <a:gd name="T67" fmla="*/ 96 h 106"/>
                  <a:gd name="T68" fmla="*/ 11 w 108"/>
                  <a:gd name="T69" fmla="*/ 87 h 106"/>
                  <a:gd name="T70" fmla="*/ 11 w 108"/>
                  <a:gd name="T71" fmla="*/ 85 h 106"/>
                  <a:gd name="T72" fmla="*/ 14 w 108"/>
                  <a:gd name="T73" fmla="*/ 76 h 106"/>
                  <a:gd name="T74" fmla="*/ 9 w 108"/>
                  <a:gd name="T75" fmla="*/ 64 h 106"/>
                  <a:gd name="T76" fmla="*/ 1 w 108"/>
                  <a:gd name="T77" fmla="*/ 62 h 106"/>
                  <a:gd name="T78" fmla="*/ 0 w 108"/>
                  <a:gd name="T79" fmla="*/ 59 h 106"/>
                  <a:gd name="T80" fmla="*/ 1 w 108"/>
                  <a:gd name="T81" fmla="*/ 47 h 106"/>
                  <a:gd name="T82" fmla="*/ 5 w 108"/>
                  <a:gd name="T83" fmla="*/ 43 h 106"/>
                  <a:gd name="T84" fmla="*/ 17 w 108"/>
                  <a:gd name="T85" fmla="*/ 36 h 106"/>
                  <a:gd name="T86" fmla="*/ 11 w 108"/>
                  <a:gd name="T87" fmla="*/ 24 h 106"/>
                  <a:gd name="T88" fmla="*/ 11 w 108"/>
                  <a:gd name="T89" fmla="*/ 21 h 106"/>
                  <a:gd name="T90" fmla="*/ 22 w 108"/>
                  <a:gd name="T91" fmla="*/ 12 h 106"/>
                  <a:gd name="T92" fmla="*/ 30 w 108"/>
                  <a:gd name="T93" fmla="*/ 15 h 106"/>
                  <a:gd name="T94" fmla="*/ 43 w 108"/>
                  <a:gd name="T95" fmla="*/ 9 h 106"/>
                  <a:gd name="T96" fmla="*/ 45 w 108"/>
                  <a:gd name="T97" fmla="*/ 2 h 106"/>
                  <a:gd name="T98" fmla="*/ 48 w 108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6">
                    <a:moveTo>
                      <a:pt x="53" y="36"/>
                    </a:moveTo>
                    <a:lnTo>
                      <a:pt x="48" y="36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6" y="47"/>
                    </a:lnTo>
                    <a:lnTo>
                      <a:pt x="35" y="54"/>
                    </a:lnTo>
                    <a:lnTo>
                      <a:pt x="36" y="59"/>
                    </a:lnTo>
                    <a:lnTo>
                      <a:pt x="39" y="64"/>
                    </a:lnTo>
                    <a:lnTo>
                      <a:pt x="43" y="68"/>
                    </a:lnTo>
                    <a:lnTo>
                      <a:pt x="48" y="71"/>
                    </a:lnTo>
                    <a:lnTo>
                      <a:pt x="53" y="72"/>
                    </a:lnTo>
                    <a:lnTo>
                      <a:pt x="60" y="71"/>
                    </a:lnTo>
                    <a:lnTo>
                      <a:pt x="65" y="68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3" y="54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6"/>
                    </a:lnTo>
                    <a:lnTo>
                      <a:pt x="53" y="36"/>
                    </a:lnTo>
                    <a:close/>
                    <a:moveTo>
                      <a:pt x="48" y="0"/>
                    </a:moveTo>
                    <a:lnTo>
                      <a:pt x="60" y="0"/>
                    </a:lnTo>
                    <a:lnTo>
                      <a:pt x="60" y="0"/>
                    </a:lnTo>
                    <a:lnTo>
                      <a:pt x="61" y="2"/>
                    </a:lnTo>
                    <a:lnTo>
                      <a:pt x="61" y="2"/>
                    </a:lnTo>
                    <a:lnTo>
                      <a:pt x="62" y="3"/>
                    </a:lnTo>
                    <a:lnTo>
                      <a:pt x="64" y="5"/>
                    </a:lnTo>
                    <a:lnTo>
                      <a:pt x="65" y="9"/>
                    </a:lnTo>
                    <a:lnTo>
                      <a:pt x="68" y="15"/>
                    </a:lnTo>
                    <a:lnTo>
                      <a:pt x="72" y="17"/>
                    </a:lnTo>
                    <a:lnTo>
                      <a:pt x="77" y="15"/>
                    </a:lnTo>
                    <a:lnTo>
                      <a:pt x="79" y="13"/>
                    </a:lnTo>
                    <a:lnTo>
                      <a:pt x="82" y="12"/>
                    </a:lnTo>
                    <a:lnTo>
                      <a:pt x="83" y="12"/>
                    </a:lnTo>
                    <a:lnTo>
                      <a:pt x="85" y="12"/>
                    </a:lnTo>
                    <a:lnTo>
                      <a:pt x="86" y="12"/>
                    </a:lnTo>
                    <a:lnTo>
                      <a:pt x="86" y="11"/>
                    </a:lnTo>
                    <a:lnTo>
                      <a:pt x="87" y="11"/>
                    </a:lnTo>
                    <a:lnTo>
                      <a:pt x="87" y="12"/>
                    </a:lnTo>
                    <a:lnTo>
                      <a:pt x="95" y="20"/>
                    </a:lnTo>
                    <a:lnTo>
                      <a:pt x="96" y="20"/>
                    </a:lnTo>
                    <a:lnTo>
                      <a:pt x="96" y="21"/>
                    </a:lnTo>
                    <a:lnTo>
                      <a:pt x="96" y="22"/>
                    </a:lnTo>
                    <a:lnTo>
                      <a:pt x="96" y="24"/>
                    </a:lnTo>
                    <a:lnTo>
                      <a:pt x="95" y="26"/>
                    </a:lnTo>
                    <a:lnTo>
                      <a:pt x="94" y="30"/>
                    </a:lnTo>
                    <a:lnTo>
                      <a:pt x="91" y="36"/>
                    </a:lnTo>
                    <a:lnTo>
                      <a:pt x="93" y="39"/>
                    </a:lnTo>
                    <a:lnTo>
                      <a:pt x="98" y="42"/>
                    </a:lnTo>
                    <a:lnTo>
                      <a:pt x="102" y="43"/>
                    </a:lnTo>
                    <a:lnTo>
                      <a:pt x="104" y="45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8" y="47"/>
                    </a:lnTo>
                    <a:lnTo>
                      <a:pt x="108" y="47"/>
                    </a:lnTo>
                    <a:lnTo>
                      <a:pt x="108" y="59"/>
                    </a:lnTo>
                    <a:lnTo>
                      <a:pt x="108" y="59"/>
                    </a:lnTo>
                    <a:lnTo>
                      <a:pt x="107" y="60"/>
                    </a:lnTo>
                    <a:lnTo>
                      <a:pt x="107" y="60"/>
                    </a:lnTo>
                    <a:lnTo>
                      <a:pt x="104" y="62"/>
                    </a:lnTo>
                    <a:lnTo>
                      <a:pt x="102" y="63"/>
                    </a:lnTo>
                    <a:lnTo>
                      <a:pt x="98" y="64"/>
                    </a:lnTo>
                    <a:lnTo>
                      <a:pt x="93" y="67"/>
                    </a:lnTo>
                    <a:lnTo>
                      <a:pt x="91" y="71"/>
                    </a:lnTo>
                    <a:lnTo>
                      <a:pt x="94" y="76"/>
                    </a:lnTo>
                    <a:lnTo>
                      <a:pt x="95" y="80"/>
                    </a:lnTo>
                    <a:lnTo>
                      <a:pt x="96" y="83"/>
                    </a:lnTo>
                    <a:lnTo>
                      <a:pt x="96" y="84"/>
                    </a:lnTo>
                    <a:lnTo>
                      <a:pt x="96" y="85"/>
                    </a:lnTo>
                    <a:lnTo>
                      <a:pt x="96" y="87"/>
                    </a:lnTo>
                    <a:lnTo>
                      <a:pt x="96" y="87"/>
                    </a:lnTo>
                    <a:lnTo>
                      <a:pt x="87" y="96"/>
                    </a:lnTo>
                    <a:lnTo>
                      <a:pt x="86" y="96"/>
                    </a:lnTo>
                    <a:lnTo>
                      <a:pt x="85" y="94"/>
                    </a:lnTo>
                    <a:lnTo>
                      <a:pt x="82" y="94"/>
                    </a:lnTo>
                    <a:lnTo>
                      <a:pt x="77" y="92"/>
                    </a:lnTo>
                    <a:lnTo>
                      <a:pt x="72" y="91"/>
                    </a:lnTo>
                    <a:lnTo>
                      <a:pt x="68" y="92"/>
                    </a:lnTo>
                    <a:lnTo>
                      <a:pt x="65" y="97"/>
                    </a:lnTo>
                    <a:lnTo>
                      <a:pt x="64" y="101"/>
                    </a:lnTo>
                    <a:lnTo>
                      <a:pt x="62" y="104"/>
                    </a:lnTo>
                    <a:lnTo>
                      <a:pt x="62" y="105"/>
                    </a:lnTo>
                    <a:lnTo>
                      <a:pt x="61" y="106"/>
                    </a:lnTo>
                    <a:lnTo>
                      <a:pt x="60" y="106"/>
                    </a:lnTo>
                    <a:lnTo>
                      <a:pt x="60" y="106"/>
                    </a:lnTo>
                    <a:lnTo>
                      <a:pt x="48" y="106"/>
                    </a:lnTo>
                    <a:lnTo>
                      <a:pt x="48" y="106"/>
                    </a:lnTo>
                    <a:lnTo>
                      <a:pt x="47" y="106"/>
                    </a:lnTo>
                    <a:lnTo>
                      <a:pt x="47" y="105"/>
                    </a:lnTo>
                    <a:lnTo>
                      <a:pt x="45" y="104"/>
                    </a:lnTo>
                    <a:lnTo>
                      <a:pt x="44" y="101"/>
                    </a:lnTo>
                    <a:lnTo>
                      <a:pt x="43" y="97"/>
                    </a:lnTo>
                    <a:lnTo>
                      <a:pt x="40" y="92"/>
                    </a:lnTo>
                    <a:lnTo>
                      <a:pt x="36" y="91"/>
                    </a:lnTo>
                    <a:lnTo>
                      <a:pt x="31" y="92"/>
                    </a:lnTo>
                    <a:lnTo>
                      <a:pt x="28" y="93"/>
                    </a:lnTo>
                    <a:lnTo>
                      <a:pt x="26" y="94"/>
                    </a:lnTo>
                    <a:lnTo>
                      <a:pt x="23" y="94"/>
                    </a:lnTo>
                    <a:lnTo>
                      <a:pt x="23" y="96"/>
                    </a:lnTo>
                    <a:lnTo>
                      <a:pt x="22" y="96"/>
                    </a:lnTo>
                    <a:lnTo>
                      <a:pt x="22" y="96"/>
                    </a:lnTo>
                    <a:lnTo>
                      <a:pt x="21" y="96"/>
                    </a:lnTo>
                    <a:lnTo>
                      <a:pt x="21" y="94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1" y="85"/>
                    </a:lnTo>
                    <a:lnTo>
                      <a:pt x="11" y="85"/>
                    </a:lnTo>
                    <a:lnTo>
                      <a:pt x="11" y="83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5" y="67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2" y="62"/>
                    </a:lnTo>
                    <a:lnTo>
                      <a:pt x="1" y="62"/>
                    </a:lnTo>
                    <a:lnTo>
                      <a:pt x="1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49"/>
                    </a:lnTo>
                    <a:lnTo>
                      <a:pt x="0" y="47"/>
                    </a:lnTo>
                    <a:lnTo>
                      <a:pt x="1" y="47"/>
                    </a:lnTo>
                    <a:lnTo>
                      <a:pt x="1" y="46"/>
                    </a:lnTo>
                    <a:lnTo>
                      <a:pt x="2" y="45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5" y="41"/>
                    </a:lnTo>
                    <a:lnTo>
                      <a:pt x="17" y="36"/>
                    </a:lnTo>
                    <a:lnTo>
                      <a:pt x="14" y="30"/>
                    </a:lnTo>
                    <a:lnTo>
                      <a:pt x="13" y="26"/>
                    </a:lnTo>
                    <a:lnTo>
                      <a:pt x="11" y="24"/>
                    </a:lnTo>
                    <a:lnTo>
                      <a:pt x="11" y="22"/>
                    </a:lnTo>
                    <a:lnTo>
                      <a:pt x="11" y="21"/>
                    </a:lnTo>
                    <a:lnTo>
                      <a:pt x="11" y="21"/>
                    </a:lnTo>
                    <a:lnTo>
                      <a:pt x="11" y="20"/>
                    </a:lnTo>
                    <a:lnTo>
                      <a:pt x="21" y="12"/>
                    </a:lnTo>
                    <a:lnTo>
                      <a:pt x="22" y="12"/>
                    </a:lnTo>
                    <a:lnTo>
                      <a:pt x="23" y="12"/>
                    </a:lnTo>
                    <a:lnTo>
                      <a:pt x="26" y="13"/>
                    </a:lnTo>
                    <a:lnTo>
                      <a:pt x="30" y="15"/>
                    </a:lnTo>
                    <a:lnTo>
                      <a:pt x="36" y="17"/>
                    </a:lnTo>
                    <a:lnTo>
                      <a:pt x="40" y="15"/>
                    </a:lnTo>
                    <a:lnTo>
                      <a:pt x="43" y="9"/>
                    </a:lnTo>
                    <a:lnTo>
                      <a:pt x="44" y="5"/>
                    </a:lnTo>
                    <a:lnTo>
                      <a:pt x="45" y="3"/>
                    </a:lnTo>
                    <a:lnTo>
                      <a:pt x="45" y="2"/>
                    </a:lnTo>
                    <a:lnTo>
                      <a:pt x="47" y="2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0" name="Freeform 44"/>
              <p:cNvSpPr>
                <a:spLocks noEditPoints="1"/>
              </p:cNvSpPr>
              <p:nvPr/>
            </p:nvSpPr>
            <p:spPr bwMode="auto">
              <a:xfrm rot="19386584" flipH="1">
                <a:off x="6557906" y="518130"/>
                <a:ext cx="77152" cy="75710"/>
              </a:xfrm>
              <a:custGeom>
                <a:avLst/>
                <a:gdLst>
                  <a:gd name="T0" fmla="*/ 43 w 107"/>
                  <a:gd name="T1" fmla="*/ 38 h 105"/>
                  <a:gd name="T2" fmla="*/ 35 w 107"/>
                  <a:gd name="T3" fmla="*/ 52 h 105"/>
                  <a:gd name="T4" fmla="*/ 43 w 107"/>
                  <a:gd name="T5" fmla="*/ 68 h 105"/>
                  <a:gd name="T6" fmla="*/ 60 w 107"/>
                  <a:gd name="T7" fmla="*/ 71 h 105"/>
                  <a:gd name="T8" fmla="*/ 72 w 107"/>
                  <a:gd name="T9" fmla="*/ 59 h 105"/>
                  <a:gd name="T10" fmla="*/ 69 w 107"/>
                  <a:gd name="T11" fmla="*/ 42 h 105"/>
                  <a:gd name="T12" fmla="*/ 54 w 107"/>
                  <a:gd name="T13" fmla="*/ 34 h 105"/>
                  <a:gd name="T14" fmla="*/ 60 w 107"/>
                  <a:gd name="T15" fmla="*/ 0 h 105"/>
                  <a:gd name="T16" fmla="*/ 61 w 107"/>
                  <a:gd name="T17" fmla="*/ 3 h 105"/>
                  <a:gd name="T18" fmla="*/ 67 w 107"/>
                  <a:gd name="T19" fmla="*/ 14 h 105"/>
                  <a:gd name="T20" fmla="*/ 80 w 107"/>
                  <a:gd name="T21" fmla="*/ 13 h 105"/>
                  <a:gd name="T22" fmla="*/ 85 w 107"/>
                  <a:gd name="T23" fmla="*/ 10 h 105"/>
                  <a:gd name="T24" fmla="*/ 86 w 107"/>
                  <a:gd name="T25" fmla="*/ 10 h 105"/>
                  <a:gd name="T26" fmla="*/ 95 w 107"/>
                  <a:gd name="T27" fmla="*/ 20 h 105"/>
                  <a:gd name="T28" fmla="*/ 95 w 107"/>
                  <a:gd name="T29" fmla="*/ 24 h 105"/>
                  <a:gd name="T30" fmla="*/ 90 w 107"/>
                  <a:gd name="T31" fmla="*/ 35 h 105"/>
                  <a:gd name="T32" fmla="*/ 102 w 107"/>
                  <a:gd name="T33" fmla="*/ 43 h 105"/>
                  <a:gd name="T34" fmla="*/ 107 w 107"/>
                  <a:gd name="T35" fmla="*/ 46 h 105"/>
                  <a:gd name="T36" fmla="*/ 107 w 107"/>
                  <a:gd name="T37" fmla="*/ 58 h 105"/>
                  <a:gd name="T38" fmla="*/ 106 w 107"/>
                  <a:gd name="T39" fmla="*/ 60 h 105"/>
                  <a:gd name="T40" fmla="*/ 98 w 107"/>
                  <a:gd name="T41" fmla="*/ 64 h 105"/>
                  <a:gd name="T42" fmla="*/ 93 w 107"/>
                  <a:gd name="T43" fmla="*/ 76 h 105"/>
                  <a:gd name="T44" fmla="*/ 97 w 107"/>
                  <a:gd name="T45" fmla="*/ 84 h 105"/>
                  <a:gd name="T46" fmla="*/ 95 w 107"/>
                  <a:gd name="T47" fmla="*/ 86 h 105"/>
                  <a:gd name="T48" fmla="*/ 85 w 107"/>
                  <a:gd name="T49" fmla="*/ 94 h 105"/>
                  <a:gd name="T50" fmla="*/ 72 w 107"/>
                  <a:gd name="T51" fmla="*/ 89 h 105"/>
                  <a:gd name="T52" fmla="*/ 64 w 107"/>
                  <a:gd name="T53" fmla="*/ 99 h 105"/>
                  <a:gd name="T54" fmla="*/ 61 w 107"/>
                  <a:gd name="T55" fmla="*/ 105 h 105"/>
                  <a:gd name="T56" fmla="*/ 48 w 107"/>
                  <a:gd name="T57" fmla="*/ 105 h 105"/>
                  <a:gd name="T58" fmla="*/ 46 w 107"/>
                  <a:gd name="T59" fmla="*/ 105 h 105"/>
                  <a:gd name="T60" fmla="*/ 42 w 107"/>
                  <a:gd name="T61" fmla="*/ 97 h 105"/>
                  <a:gd name="T62" fmla="*/ 31 w 107"/>
                  <a:gd name="T63" fmla="*/ 92 h 105"/>
                  <a:gd name="T64" fmla="*/ 23 w 107"/>
                  <a:gd name="T65" fmla="*/ 94 h 105"/>
                  <a:gd name="T66" fmla="*/ 21 w 107"/>
                  <a:gd name="T67" fmla="*/ 94 h 105"/>
                  <a:gd name="T68" fmla="*/ 12 w 107"/>
                  <a:gd name="T69" fmla="*/ 86 h 105"/>
                  <a:gd name="T70" fmla="*/ 12 w 107"/>
                  <a:gd name="T71" fmla="*/ 84 h 105"/>
                  <a:gd name="T72" fmla="*/ 14 w 107"/>
                  <a:gd name="T73" fmla="*/ 76 h 105"/>
                  <a:gd name="T74" fmla="*/ 9 w 107"/>
                  <a:gd name="T75" fmla="*/ 64 h 105"/>
                  <a:gd name="T76" fmla="*/ 1 w 107"/>
                  <a:gd name="T77" fmla="*/ 60 h 105"/>
                  <a:gd name="T78" fmla="*/ 0 w 107"/>
                  <a:gd name="T79" fmla="*/ 59 h 105"/>
                  <a:gd name="T80" fmla="*/ 0 w 107"/>
                  <a:gd name="T81" fmla="*/ 46 h 105"/>
                  <a:gd name="T82" fmla="*/ 5 w 107"/>
                  <a:gd name="T83" fmla="*/ 43 h 105"/>
                  <a:gd name="T84" fmla="*/ 17 w 107"/>
                  <a:gd name="T85" fmla="*/ 35 h 105"/>
                  <a:gd name="T86" fmla="*/ 12 w 107"/>
                  <a:gd name="T87" fmla="*/ 24 h 105"/>
                  <a:gd name="T88" fmla="*/ 10 w 107"/>
                  <a:gd name="T89" fmla="*/ 20 h 105"/>
                  <a:gd name="T90" fmla="*/ 21 w 107"/>
                  <a:gd name="T91" fmla="*/ 10 h 105"/>
                  <a:gd name="T92" fmla="*/ 30 w 107"/>
                  <a:gd name="T93" fmla="*/ 14 h 105"/>
                  <a:gd name="T94" fmla="*/ 42 w 107"/>
                  <a:gd name="T95" fmla="*/ 9 h 105"/>
                  <a:gd name="T96" fmla="*/ 46 w 107"/>
                  <a:gd name="T97" fmla="*/ 1 h 105"/>
                  <a:gd name="T98" fmla="*/ 48 w 107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5">
                    <a:moveTo>
                      <a:pt x="54" y="34"/>
                    </a:moveTo>
                    <a:lnTo>
                      <a:pt x="48" y="35"/>
                    </a:lnTo>
                    <a:lnTo>
                      <a:pt x="43" y="38"/>
                    </a:lnTo>
                    <a:lnTo>
                      <a:pt x="38" y="42"/>
                    </a:lnTo>
                    <a:lnTo>
                      <a:pt x="35" y="47"/>
                    </a:lnTo>
                    <a:lnTo>
                      <a:pt x="35" y="52"/>
                    </a:lnTo>
                    <a:lnTo>
                      <a:pt x="35" y="59"/>
                    </a:lnTo>
                    <a:lnTo>
                      <a:pt x="38" y="63"/>
                    </a:lnTo>
                    <a:lnTo>
                      <a:pt x="43" y="68"/>
                    </a:lnTo>
                    <a:lnTo>
                      <a:pt x="48" y="71"/>
                    </a:lnTo>
                    <a:lnTo>
                      <a:pt x="54" y="71"/>
                    </a:lnTo>
                    <a:lnTo>
                      <a:pt x="60" y="71"/>
                    </a:lnTo>
                    <a:lnTo>
                      <a:pt x="65" y="68"/>
                    </a:lnTo>
                    <a:lnTo>
                      <a:pt x="69" y="63"/>
                    </a:lnTo>
                    <a:lnTo>
                      <a:pt x="72" y="59"/>
                    </a:lnTo>
                    <a:lnTo>
                      <a:pt x="72" y="52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5"/>
                    </a:lnTo>
                    <a:lnTo>
                      <a:pt x="54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1" y="1"/>
                    </a:lnTo>
                    <a:lnTo>
                      <a:pt x="61" y="3"/>
                    </a:lnTo>
                    <a:lnTo>
                      <a:pt x="63" y="5"/>
                    </a:lnTo>
                    <a:lnTo>
                      <a:pt x="65" y="9"/>
                    </a:lnTo>
                    <a:lnTo>
                      <a:pt x="67" y="14"/>
                    </a:lnTo>
                    <a:lnTo>
                      <a:pt x="72" y="16"/>
                    </a:lnTo>
                    <a:lnTo>
                      <a:pt x="76" y="14"/>
                    </a:lnTo>
                    <a:lnTo>
                      <a:pt x="80" y="13"/>
                    </a:lnTo>
                    <a:lnTo>
                      <a:pt x="82" y="12"/>
                    </a:lnTo>
                    <a:lnTo>
                      <a:pt x="84" y="10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8" y="10"/>
                    </a:lnTo>
                    <a:lnTo>
                      <a:pt x="95" y="18"/>
                    </a:lnTo>
                    <a:lnTo>
                      <a:pt x="95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5" y="24"/>
                    </a:lnTo>
                    <a:lnTo>
                      <a:pt x="94" y="26"/>
                    </a:lnTo>
                    <a:lnTo>
                      <a:pt x="93" y="30"/>
                    </a:lnTo>
                    <a:lnTo>
                      <a:pt x="90" y="35"/>
                    </a:lnTo>
                    <a:lnTo>
                      <a:pt x="93" y="39"/>
                    </a:lnTo>
                    <a:lnTo>
                      <a:pt x="98" y="41"/>
                    </a:lnTo>
                    <a:lnTo>
                      <a:pt x="102" y="43"/>
                    </a:lnTo>
                    <a:lnTo>
                      <a:pt x="105" y="43"/>
                    </a:lnTo>
                    <a:lnTo>
                      <a:pt x="106" y="44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58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5" y="60"/>
                    </a:lnTo>
                    <a:lnTo>
                      <a:pt x="102" y="61"/>
                    </a:lnTo>
                    <a:lnTo>
                      <a:pt x="98" y="64"/>
                    </a:lnTo>
                    <a:lnTo>
                      <a:pt x="93" y="65"/>
                    </a:lnTo>
                    <a:lnTo>
                      <a:pt x="91" y="71"/>
                    </a:lnTo>
                    <a:lnTo>
                      <a:pt x="93" y="76"/>
                    </a:lnTo>
                    <a:lnTo>
                      <a:pt x="95" y="79"/>
                    </a:lnTo>
                    <a:lnTo>
                      <a:pt x="95" y="81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5" y="86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7" y="92"/>
                    </a:lnTo>
                    <a:lnTo>
                      <a:pt x="72" y="89"/>
                    </a:lnTo>
                    <a:lnTo>
                      <a:pt x="67" y="90"/>
                    </a:lnTo>
                    <a:lnTo>
                      <a:pt x="65" y="96"/>
                    </a:lnTo>
                    <a:lnTo>
                      <a:pt x="64" y="99"/>
                    </a:lnTo>
                    <a:lnTo>
                      <a:pt x="63" y="102"/>
                    </a:lnTo>
                    <a:lnTo>
                      <a:pt x="61" y="105"/>
                    </a:lnTo>
                    <a:lnTo>
                      <a:pt x="61" y="105"/>
                    </a:lnTo>
                    <a:lnTo>
                      <a:pt x="60" y="105"/>
                    </a:lnTo>
                    <a:lnTo>
                      <a:pt x="60" y="105"/>
                    </a:lnTo>
                    <a:lnTo>
                      <a:pt x="48" y="105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5"/>
                    </a:lnTo>
                    <a:lnTo>
                      <a:pt x="46" y="102"/>
                    </a:lnTo>
                    <a:lnTo>
                      <a:pt x="44" y="99"/>
                    </a:lnTo>
                    <a:lnTo>
                      <a:pt x="42" y="97"/>
                    </a:lnTo>
                    <a:lnTo>
                      <a:pt x="40" y="90"/>
                    </a:lnTo>
                    <a:lnTo>
                      <a:pt x="35" y="89"/>
                    </a:lnTo>
                    <a:lnTo>
                      <a:pt x="31" y="92"/>
                    </a:lnTo>
                    <a:lnTo>
                      <a:pt x="27" y="93"/>
                    </a:lnTo>
                    <a:lnTo>
                      <a:pt x="25" y="94"/>
                    </a:lnTo>
                    <a:lnTo>
                      <a:pt x="23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0" y="85"/>
                    </a:lnTo>
                    <a:lnTo>
                      <a:pt x="12" y="84"/>
                    </a:lnTo>
                    <a:lnTo>
                      <a:pt x="12" y="82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4" y="65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3" y="61"/>
                    </a:lnTo>
                    <a:lnTo>
                      <a:pt x="1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1" y="44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4" y="39"/>
                    </a:lnTo>
                    <a:lnTo>
                      <a:pt x="17" y="35"/>
                    </a:lnTo>
                    <a:lnTo>
                      <a:pt x="14" y="30"/>
                    </a:lnTo>
                    <a:lnTo>
                      <a:pt x="12" y="26"/>
                    </a:lnTo>
                    <a:lnTo>
                      <a:pt x="12" y="24"/>
                    </a:lnTo>
                    <a:lnTo>
                      <a:pt x="10" y="21"/>
                    </a:lnTo>
                    <a:lnTo>
                      <a:pt x="10" y="21"/>
                    </a:lnTo>
                    <a:lnTo>
                      <a:pt x="10" y="20"/>
                    </a:lnTo>
                    <a:lnTo>
                      <a:pt x="12" y="20"/>
                    </a:lnTo>
                    <a:lnTo>
                      <a:pt x="20" y="10"/>
                    </a:lnTo>
                    <a:lnTo>
                      <a:pt x="21" y="10"/>
                    </a:lnTo>
                    <a:lnTo>
                      <a:pt x="22" y="10"/>
                    </a:lnTo>
                    <a:lnTo>
                      <a:pt x="26" y="12"/>
                    </a:lnTo>
                    <a:lnTo>
                      <a:pt x="30" y="14"/>
                    </a:lnTo>
                    <a:lnTo>
                      <a:pt x="35" y="16"/>
                    </a:lnTo>
                    <a:lnTo>
                      <a:pt x="40" y="14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4" y="3"/>
                    </a:lnTo>
                    <a:lnTo>
                      <a:pt x="46" y="1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1" name="Freeform 45"/>
              <p:cNvSpPr>
                <a:spLocks noEditPoints="1"/>
              </p:cNvSpPr>
              <p:nvPr/>
            </p:nvSpPr>
            <p:spPr bwMode="auto">
              <a:xfrm rot="19386584" flipH="1">
                <a:off x="6309301" y="345096"/>
                <a:ext cx="77152" cy="76431"/>
              </a:xfrm>
              <a:custGeom>
                <a:avLst/>
                <a:gdLst>
                  <a:gd name="T0" fmla="*/ 43 w 107"/>
                  <a:gd name="T1" fmla="*/ 38 h 106"/>
                  <a:gd name="T2" fmla="*/ 35 w 107"/>
                  <a:gd name="T3" fmla="*/ 52 h 106"/>
                  <a:gd name="T4" fmla="*/ 43 w 107"/>
                  <a:gd name="T5" fmla="*/ 68 h 106"/>
                  <a:gd name="T6" fmla="*/ 60 w 107"/>
                  <a:gd name="T7" fmla="*/ 70 h 106"/>
                  <a:gd name="T8" fmla="*/ 72 w 107"/>
                  <a:gd name="T9" fmla="*/ 59 h 106"/>
                  <a:gd name="T10" fmla="*/ 69 w 107"/>
                  <a:gd name="T11" fmla="*/ 42 h 106"/>
                  <a:gd name="T12" fmla="*/ 54 w 107"/>
                  <a:gd name="T13" fmla="*/ 34 h 106"/>
                  <a:gd name="T14" fmla="*/ 60 w 107"/>
                  <a:gd name="T15" fmla="*/ 0 h 106"/>
                  <a:gd name="T16" fmla="*/ 63 w 107"/>
                  <a:gd name="T17" fmla="*/ 2 h 106"/>
                  <a:gd name="T18" fmla="*/ 68 w 107"/>
                  <a:gd name="T19" fmla="*/ 14 h 106"/>
                  <a:gd name="T20" fmla="*/ 80 w 107"/>
                  <a:gd name="T21" fmla="*/ 13 h 106"/>
                  <a:gd name="T22" fmla="*/ 85 w 107"/>
                  <a:gd name="T23" fmla="*/ 10 h 106"/>
                  <a:gd name="T24" fmla="*/ 86 w 107"/>
                  <a:gd name="T25" fmla="*/ 10 h 106"/>
                  <a:gd name="T26" fmla="*/ 97 w 107"/>
                  <a:gd name="T27" fmla="*/ 19 h 106"/>
                  <a:gd name="T28" fmla="*/ 96 w 107"/>
                  <a:gd name="T29" fmla="*/ 23 h 106"/>
                  <a:gd name="T30" fmla="*/ 92 w 107"/>
                  <a:gd name="T31" fmla="*/ 35 h 106"/>
                  <a:gd name="T32" fmla="*/ 102 w 107"/>
                  <a:gd name="T33" fmla="*/ 43 h 106"/>
                  <a:gd name="T34" fmla="*/ 107 w 107"/>
                  <a:gd name="T35" fmla="*/ 46 h 106"/>
                  <a:gd name="T36" fmla="*/ 107 w 107"/>
                  <a:gd name="T37" fmla="*/ 57 h 106"/>
                  <a:gd name="T38" fmla="*/ 106 w 107"/>
                  <a:gd name="T39" fmla="*/ 60 h 106"/>
                  <a:gd name="T40" fmla="*/ 98 w 107"/>
                  <a:gd name="T41" fmla="*/ 64 h 106"/>
                  <a:gd name="T42" fmla="*/ 94 w 107"/>
                  <a:gd name="T43" fmla="*/ 76 h 106"/>
                  <a:gd name="T44" fmla="*/ 97 w 107"/>
                  <a:gd name="T45" fmla="*/ 83 h 106"/>
                  <a:gd name="T46" fmla="*/ 96 w 107"/>
                  <a:gd name="T47" fmla="*/ 86 h 106"/>
                  <a:gd name="T48" fmla="*/ 85 w 107"/>
                  <a:gd name="T49" fmla="*/ 94 h 106"/>
                  <a:gd name="T50" fmla="*/ 72 w 107"/>
                  <a:gd name="T51" fmla="*/ 89 h 106"/>
                  <a:gd name="T52" fmla="*/ 64 w 107"/>
                  <a:gd name="T53" fmla="*/ 100 h 106"/>
                  <a:gd name="T54" fmla="*/ 62 w 107"/>
                  <a:gd name="T55" fmla="*/ 104 h 106"/>
                  <a:gd name="T56" fmla="*/ 48 w 107"/>
                  <a:gd name="T57" fmla="*/ 106 h 106"/>
                  <a:gd name="T58" fmla="*/ 46 w 107"/>
                  <a:gd name="T59" fmla="*/ 104 h 106"/>
                  <a:gd name="T60" fmla="*/ 43 w 107"/>
                  <a:gd name="T61" fmla="*/ 97 h 106"/>
                  <a:gd name="T62" fmla="*/ 31 w 107"/>
                  <a:gd name="T63" fmla="*/ 91 h 106"/>
                  <a:gd name="T64" fmla="*/ 24 w 107"/>
                  <a:gd name="T65" fmla="*/ 94 h 106"/>
                  <a:gd name="T66" fmla="*/ 22 w 107"/>
                  <a:gd name="T67" fmla="*/ 94 h 106"/>
                  <a:gd name="T68" fmla="*/ 12 w 107"/>
                  <a:gd name="T69" fmla="*/ 86 h 106"/>
                  <a:gd name="T70" fmla="*/ 12 w 107"/>
                  <a:gd name="T71" fmla="*/ 83 h 106"/>
                  <a:gd name="T72" fmla="*/ 14 w 107"/>
                  <a:gd name="T73" fmla="*/ 76 h 106"/>
                  <a:gd name="T74" fmla="*/ 9 w 107"/>
                  <a:gd name="T75" fmla="*/ 64 h 106"/>
                  <a:gd name="T76" fmla="*/ 1 w 107"/>
                  <a:gd name="T77" fmla="*/ 60 h 106"/>
                  <a:gd name="T78" fmla="*/ 0 w 107"/>
                  <a:gd name="T79" fmla="*/ 59 h 106"/>
                  <a:gd name="T80" fmla="*/ 0 w 107"/>
                  <a:gd name="T81" fmla="*/ 46 h 106"/>
                  <a:gd name="T82" fmla="*/ 5 w 107"/>
                  <a:gd name="T83" fmla="*/ 43 h 106"/>
                  <a:gd name="T84" fmla="*/ 17 w 107"/>
                  <a:gd name="T85" fmla="*/ 35 h 106"/>
                  <a:gd name="T86" fmla="*/ 12 w 107"/>
                  <a:gd name="T87" fmla="*/ 23 h 106"/>
                  <a:gd name="T88" fmla="*/ 12 w 107"/>
                  <a:gd name="T89" fmla="*/ 19 h 106"/>
                  <a:gd name="T90" fmla="*/ 21 w 107"/>
                  <a:gd name="T91" fmla="*/ 10 h 106"/>
                  <a:gd name="T92" fmla="*/ 30 w 107"/>
                  <a:gd name="T93" fmla="*/ 14 h 106"/>
                  <a:gd name="T94" fmla="*/ 42 w 107"/>
                  <a:gd name="T95" fmla="*/ 9 h 106"/>
                  <a:gd name="T96" fmla="*/ 46 w 107"/>
                  <a:gd name="T97" fmla="*/ 1 h 106"/>
                  <a:gd name="T98" fmla="*/ 48 w 107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6">
                    <a:moveTo>
                      <a:pt x="54" y="34"/>
                    </a:moveTo>
                    <a:lnTo>
                      <a:pt x="48" y="35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7" y="47"/>
                    </a:lnTo>
                    <a:lnTo>
                      <a:pt x="35" y="52"/>
                    </a:lnTo>
                    <a:lnTo>
                      <a:pt x="37" y="59"/>
                    </a:lnTo>
                    <a:lnTo>
                      <a:pt x="39" y="64"/>
                    </a:lnTo>
                    <a:lnTo>
                      <a:pt x="43" y="68"/>
                    </a:lnTo>
                    <a:lnTo>
                      <a:pt x="48" y="70"/>
                    </a:lnTo>
                    <a:lnTo>
                      <a:pt x="54" y="70"/>
                    </a:lnTo>
                    <a:lnTo>
                      <a:pt x="60" y="70"/>
                    </a:lnTo>
                    <a:lnTo>
                      <a:pt x="65" y="68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3" y="52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5"/>
                    </a:lnTo>
                    <a:lnTo>
                      <a:pt x="54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2" y="1"/>
                    </a:lnTo>
                    <a:lnTo>
                      <a:pt x="63" y="2"/>
                    </a:lnTo>
                    <a:lnTo>
                      <a:pt x="64" y="5"/>
                    </a:lnTo>
                    <a:lnTo>
                      <a:pt x="65" y="9"/>
                    </a:lnTo>
                    <a:lnTo>
                      <a:pt x="68" y="14"/>
                    </a:lnTo>
                    <a:lnTo>
                      <a:pt x="72" y="15"/>
                    </a:lnTo>
                    <a:lnTo>
                      <a:pt x="76" y="14"/>
                    </a:lnTo>
                    <a:lnTo>
                      <a:pt x="80" y="13"/>
                    </a:lnTo>
                    <a:lnTo>
                      <a:pt x="82" y="11"/>
                    </a:lnTo>
                    <a:lnTo>
                      <a:pt x="84" y="10"/>
                    </a:lnTo>
                    <a:lnTo>
                      <a:pt x="85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88" y="11"/>
                    </a:lnTo>
                    <a:lnTo>
                      <a:pt x="96" y="19"/>
                    </a:lnTo>
                    <a:lnTo>
                      <a:pt x="97" y="19"/>
                    </a:lnTo>
                    <a:lnTo>
                      <a:pt x="97" y="21"/>
                    </a:lnTo>
                    <a:lnTo>
                      <a:pt x="97" y="21"/>
                    </a:lnTo>
                    <a:lnTo>
                      <a:pt x="96" y="23"/>
                    </a:lnTo>
                    <a:lnTo>
                      <a:pt x="96" y="26"/>
                    </a:lnTo>
                    <a:lnTo>
                      <a:pt x="93" y="30"/>
                    </a:lnTo>
                    <a:lnTo>
                      <a:pt x="92" y="35"/>
                    </a:lnTo>
                    <a:lnTo>
                      <a:pt x="93" y="39"/>
                    </a:lnTo>
                    <a:lnTo>
                      <a:pt x="98" y="42"/>
                    </a:lnTo>
                    <a:lnTo>
                      <a:pt x="102" y="43"/>
                    </a:lnTo>
                    <a:lnTo>
                      <a:pt x="105" y="44"/>
                    </a:lnTo>
                    <a:lnTo>
                      <a:pt x="106" y="44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57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5" y="61"/>
                    </a:lnTo>
                    <a:lnTo>
                      <a:pt x="102" y="63"/>
                    </a:lnTo>
                    <a:lnTo>
                      <a:pt x="98" y="64"/>
                    </a:lnTo>
                    <a:lnTo>
                      <a:pt x="93" y="65"/>
                    </a:lnTo>
                    <a:lnTo>
                      <a:pt x="92" y="70"/>
                    </a:lnTo>
                    <a:lnTo>
                      <a:pt x="94" y="76"/>
                    </a:lnTo>
                    <a:lnTo>
                      <a:pt x="96" y="80"/>
                    </a:lnTo>
                    <a:lnTo>
                      <a:pt x="97" y="82"/>
                    </a:lnTo>
                    <a:lnTo>
                      <a:pt x="97" y="83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6" y="86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2" y="93"/>
                    </a:lnTo>
                    <a:lnTo>
                      <a:pt x="77" y="91"/>
                    </a:lnTo>
                    <a:lnTo>
                      <a:pt x="72" y="89"/>
                    </a:lnTo>
                    <a:lnTo>
                      <a:pt x="68" y="91"/>
                    </a:lnTo>
                    <a:lnTo>
                      <a:pt x="65" y="97"/>
                    </a:lnTo>
                    <a:lnTo>
                      <a:pt x="64" y="100"/>
                    </a:lnTo>
                    <a:lnTo>
                      <a:pt x="63" y="103"/>
                    </a:lnTo>
                    <a:lnTo>
                      <a:pt x="62" y="104"/>
                    </a:lnTo>
                    <a:lnTo>
                      <a:pt x="62" y="104"/>
                    </a:lnTo>
                    <a:lnTo>
                      <a:pt x="60" y="106"/>
                    </a:lnTo>
                    <a:lnTo>
                      <a:pt x="60" y="106"/>
                    </a:lnTo>
                    <a:lnTo>
                      <a:pt x="48" y="106"/>
                    </a:lnTo>
                    <a:lnTo>
                      <a:pt x="48" y="106"/>
                    </a:lnTo>
                    <a:lnTo>
                      <a:pt x="47" y="104"/>
                    </a:lnTo>
                    <a:lnTo>
                      <a:pt x="46" y="104"/>
                    </a:lnTo>
                    <a:lnTo>
                      <a:pt x="46" y="103"/>
                    </a:lnTo>
                    <a:lnTo>
                      <a:pt x="45" y="100"/>
                    </a:lnTo>
                    <a:lnTo>
                      <a:pt x="43" y="97"/>
                    </a:lnTo>
                    <a:lnTo>
                      <a:pt x="41" y="91"/>
                    </a:lnTo>
                    <a:lnTo>
                      <a:pt x="35" y="89"/>
                    </a:lnTo>
                    <a:lnTo>
                      <a:pt x="31" y="91"/>
                    </a:lnTo>
                    <a:lnTo>
                      <a:pt x="28" y="93"/>
                    </a:lnTo>
                    <a:lnTo>
                      <a:pt x="25" y="94"/>
                    </a:lnTo>
                    <a:lnTo>
                      <a:pt x="24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2" y="83"/>
                    </a:lnTo>
                    <a:lnTo>
                      <a:pt x="12" y="82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0"/>
                    </a:lnTo>
                    <a:lnTo>
                      <a:pt x="14" y="66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3" y="61"/>
                    </a:lnTo>
                    <a:lnTo>
                      <a:pt x="1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1" y="46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4" y="39"/>
                    </a:lnTo>
                    <a:lnTo>
                      <a:pt x="17" y="35"/>
                    </a:lnTo>
                    <a:lnTo>
                      <a:pt x="14" y="30"/>
                    </a:lnTo>
                    <a:lnTo>
                      <a:pt x="13" y="26"/>
                    </a:lnTo>
                    <a:lnTo>
                      <a:pt x="12" y="23"/>
                    </a:lnTo>
                    <a:lnTo>
                      <a:pt x="10" y="22"/>
                    </a:lnTo>
                    <a:lnTo>
                      <a:pt x="10" y="21"/>
                    </a:lnTo>
                    <a:lnTo>
                      <a:pt x="12" y="19"/>
                    </a:lnTo>
                    <a:lnTo>
                      <a:pt x="12" y="19"/>
                    </a:lnTo>
                    <a:lnTo>
                      <a:pt x="21" y="10"/>
                    </a:lnTo>
                    <a:lnTo>
                      <a:pt x="21" y="10"/>
                    </a:lnTo>
                    <a:lnTo>
                      <a:pt x="24" y="11"/>
                    </a:lnTo>
                    <a:lnTo>
                      <a:pt x="26" y="11"/>
                    </a:lnTo>
                    <a:lnTo>
                      <a:pt x="30" y="14"/>
                    </a:lnTo>
                    <a:lnTo>
                      <a:pt x="35" y="15"/>
                    </a:lnTo>
                    <a:lnTo>
                      <a:pt x="41" y="14"/>
                    </a:lnTo>
                    <a:lnTo>
                      <a:pt x="42" y="9"/>
                    </a:lnTo>
                    <a:lnTo>
                      <a:pt x="45" y="5"/>
                    </a:lnTo>
                    <a:lnTo>
                      <a:pt x="45" y="2"/>
                    </a:lnTo>
                    <a:lnTo>
                      <a:pt x="46" y="1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2" name="Freeform 46"/>
              <p:cNvSpPr>
                <a:spLocks noEditPoints="1"/>
              </p:cNvSpPr>
              <p:nvPr/>
            </p:nvSpPr>
            <p:spPr bwMode="auto">
              <a:xfrm rot="19386584" flipH="1">
                <a:off x="5909890" y="274071"/>
                <a:ext cx="77873" cy="76431"/>
              </a:xfrm>
              <a:custGeom>
                <a:avLst/>
                <a:gdLst>
                  <a:gd name="T0" fmla="*/ 42 w 108"/>
                  <a:gd name="T1" fmla="*/ 38 h 106"/>
                  <a:gd name="T2" fmla="*/ 36 w 108"/>
                  <a:gd name="T3" fmla="*/ 52 h 106"/>
                  <a:gd name="T4" fmla="*/ 42 w 108"/>
                  <a:gd name="T5" fmla="*/ 68 h 106"/>
                  <a:gd name="T6" fmla="*/ 60 w 108"/>
                  <a:gd name="T7" fmla="*/ 70 h 106"/>
                  <a:gd name="T8" fmla="*/ 72 w 108"/>
                  <a:gd name="T9" fmla="*/ 59 h 106"/>
                  <a:gd name="T10" fmla="*/ 70 w 108"/>
                  <a:gd name="T11" fmla="*/ 42 h 106"/>
                  <a:gd name="T12" fmla="*/ 54 w 108"/>
                  <a:gd name="T13" fmla="*/ 34 h 106"/>
                  <a:gd name="T14" fmla="*/ 60 w 108"/>
                  <a:gd name="T15" fmla="*/ 0 h 106"/>
                  <a:gd name="T16" fmla="*/ 62 w 108"/>
                  <a:gd name="T17" fmla="*/ 2 h 106"/>
                  <a:gd name="T18" fmla="*/ 67 w 108"/>
                  <a:gd name="T19" fmla="*/ 14 h 106"/>
                  <a:gd name="T20" fmla="*/ 80 w 108"/>
                  <a:gd name="T21" fmla="*/ 13 h 106"/>
                  <a:gd name="T22" fmla="*/ 85 w 108"/>
                  <a:gd name="T23" fmla="*/ 10 h 106"/>
                  <a:gd name="T24" fmla="*/ 87 w 108"/>
                  <a:gd name="T25" fmla="*/ 10 h 106"/>
                  <a:gd name="T26" fmla="*/ 96 w 108"/>
                  <a:gd name="T27" fmla="*/ 19 h 106"/>
                  <a:gd name="T28" fmla="*/ 96 w 108"/>
                  <a:gd name="T29" fmla="*/ 23 h 106"/>
                  <a:gd name="T30" fmla="*/ 91 w 108"/>
                  <a:gd name="T31" fmla="*/ 35 h 106"/>
                  <a:gd name="T32" fmla="*/ 102 w 108"/>
                  <a:gd name="T33" fmla="*/ 43 h 106"/>
                  <a:gd name="T34" fmla="*/ 108 w 108"/>
                  <a:gd name="T35" fmla="*/ 45 h 106"/>
                  <a:gd name="T36" fmla="*/ 108 w 108"/>
                  <a:gd name="T37" fmla="*/ 57 h 106"/>
                  <a:gd name="T38" fmla="*/ 106 w 108"/>
                  <a:gd name="T39" fmla="*/ 60 h 106"/>
                  <a:gd name="T40" fmla="*/ 98 w 108"/>
                  <a:gd name="T41" fmla="*/ 64 h 106"/>
                  <a:gd name="T42" fmla="*/ 93 w 108"/>
                  <a:gd name="T43" fmla="*/ 76 h 106"/>
                  <a:gd name="T44" fmla="*/ 97 w 108"/>
                  <a:gd name="T45" fmla="*/ 83 h 106"/>
                  <a:gd name="T46" fmla="*/ 96 w 108"/>
                  <a:gd name="T47" fmla="*/ 86 h 106"/>
                  <a:gd name="T48" fmla="*/ 85 w 108"/>
                  <a:gd name="T49" fmla="*/ 94 h 106"/>
                  <a:gd name="T50" fmla="*/ 72 w 108"/>
                  <a:gd name="T51" fmla="*/ 89 h 106"/>
                  <a:gd name="T52" fmla="*/ 64 w 108"/>
                  <a:gd name="T53" fmla="*/ 100 h 106"/>
                  <a:gd name="T54" fmla="*/ 62 w 108"/>
                  <a:gd name="T55" fmla="*/ 104 h 106"/>
                  <a:gd name="T56" fmla="*/ 49 w 108"/>
                  <a:gd name="T57" fmla="*/ 106 h 106"/>
                  <a:gd name="T58" fmla="*/ 46 w 108"/>
                  <a:gd name="T59" fmla="*/ 104 h 106"/>
                  <a:gd name="T60" fmla="*/ 42 w 108"/>
                  <a:gd name="T61" fmla="*/ 97 h 106"/>
                  <a:gd name="T62" fmla="*/ 32 w 108"/>
                  <a:gd name="T63" fmla="*/ 91 h 106"/>
                  <a:gd name="T64" fmla="*/ 24 w 108"/>
                  <a:gd name="T65" fmla="*/ 94 h 106"/>
                  <a:gd name="T66" fmla="*/ 21 w 108"/>
                  <a:gd name="T67" fmla="*/ 95 h 106"/>
                  <a:gd name="T68" fmla="*/ 12 w 108"/>
                  <a:gd name="T69" fmla="*/ 86 h 106"/>
                  <a:gd name="T70" fmla="*/ 11 w 108"/>
                  <a:gd name="T71" fmla="*/ 83 h 106"/>
                  <a:gd name="T72" fmla="*/ 15 w 108"/>
                  <a:gd name="T73" fmla="*/ 76 h 106"/>
                  <a:gd name="T74" fmla="*/ 9 w 108"/>
                  <a:gd name="T75" fmla="*/ 64 h 106"/>
                  <a:gd name="T76" fmla="*/ 2 w 108"/>
                  <a:gd name="T77" fmla="*/ 60 h 106"/>
                  <a:gd name="T78" fmla="*/ 0 w 108"/>
                  <a:gd name="T79" fmla="*/ 59 h 106"/>
                  <a:gd name="T80" fmla="*/ 0 w 108"/>
                  <a:gd name="T81" fmla="*/ 45 h 106"/>
                  <a:gd name="T82" fmla="*/ 5 w 108"/>
                  <a:gd name="T83" fmla="*/ 43 h 106"/>
                  <a:gd name="T84" fmla="*/ 16 w 108"/>
                  <a:gd name="T85" fmla="*/ 35 h 106"/>
                  <a:gd name="T86" fmla="*/ 12 w 108"/>
                  <a:gd name="T87" fmla="*/ 23 h 106"/>
                  <a:gd name="T88" fmla="*/ 11 w 108"/>
                  <a:gd name="T89" fmla="*/ 19 h 106"/>
                  <a:gd name="T90" fmla="*/ 21 w 108"/>
                  <a:gd name="T91" fmla="*/ 10 h 106"/>
                  <a:gd name="T92" fmla="*/ 30 w 108"/>
                  <a:gd name="T93" fmla="*/ 14 h 106"/>
                  <a:gd name="T94" fmla="*/ 42 w 108"/>
                  <a:gd name="T95" fmla="*/ 9 h 106"/>
                  <a:gd name="T96" fmla="*/ 46 w 108"/>
                  <a:gd name="T97" fmla="*/ 1 h 106"/>
                  <a:gd name="T98" fmla="*/ 47 w 108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8" h="106">
                    <a:moveTo>
                      <a:pt x="54" y="34"/>
                    </a:moveTo>
                    <a:lnTo>
                      <a:pt x="47" y="35"/>
                    </a:lnTo>
                    <a:lnTo>
                      <a:pt x="42" y="38"/>
                    </a:lnTo>
                    <a:lnTo>
                      <a:pt x="38" y="42"/>
                    </a:lnTo>
                    <a:lnTo>
                      <a:pt x="36" y="47"/>
                    </a:lnTo>
                    <a:lnTo>
                      <a:pt x="36" y="52"/>
                    </a:lnTo>
                    <a:lnTo>
                      <a:pt x="36" y="59"/>
                    </a:lnTo>
                    <a:lnTo>
                      <a:pt x="38" y="64"/>
                    </a:lnTo>
                    <a:lnTo>
                      <a:pt x="42" y="68"/>
                    </a:lnTo>
                    <a:lnTo>
                      <a:pt x="47" y="70"/>
                    </a:lnTo>
                    <a:lnTo>
                      <a:pt x="54" y="70"/>
                    </a:lnTo>
                    <a:lnTo>
                      <a:pt x="60" y="70"/>
                    </a:lnTo>
                    <a:lnTo>
                      <a:pt x="64" y="68"/>
                    </a:lnTo>
                    <a:lnTo>
                      <a:pt x="70" y="64"/>
                    </a:lnTo>
                    <a:lnTo>
                      <a:pt x="72" y="59"/>
                    </a:lnTo>
                    <a:lnTo>
                      <a:pt x="72" y="52"/>
                    </a:lnTo>
                    <a:lnTo>
                      <a:pt x="72" y="47"/>
                    </a:lnTo>
                    <a:lnTo>
                      <a:pt x="70" y="42"/>
                    </a:lnTo>
                    <a:lnTo>
                      <a:pt x="64" y="38"/>
                    </a:lnTo>
                    <a:lnTo>
                      <a:pt x="60" y="35"/>
                    </a:lnTo>
                    <a:lnTo>
                      <a:pt x="54" y="34"/>
                    </a:lnTo>
                    <a:close/>
                    <a:moveTo>
                      <a:pt x="47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2" y="1"/>
                    </a:lnTo>
                    <a:lnTo>
                      <a:pt x="62" y="2"/>
                    </a:lnTo>
                    <a:lnTo>
                      <a:pt x="63" y="5"/>
                    </a:lnTo>
                    <a:lnTo>
                      <a:pt x="66" y="9"/>
                    </a:lnTo>
                    <a:lnTo>
                      <a:pt x="67" y="14"/>
                    </a:lnTo>
                    <a:lnTo>
                      <a:pt x="72" y="15"/>
                    </a:lnTo>
                    <a:lnTo>
                      <a:pt x="76" y="14"/>
                    </a:lnTo>
                    <a:lnTo>
                      <a:pt x="80" y="13"/>
                    </a:lnTo>
                    <a:lnTo>
                      <a:pt x="83" y="11"/>
                    </a:lnTo>
                    <a:lnTo>
                      <a:pt x="84" y="11"/>
                    </a:lnTo>
                    <a:lnTo>
                      <a:pt x="85" y="10"/>
                    </a:lnTo>
                    <a:lnTo>
                      <a:pt x="85" y="10"/>
                    </a:lnTo>
                    <a:lnTo>
                      <a:pt x="87" y="10"/>
                    </a:lnTo>
                    <a:lnTo>
                      <a:pt x="87" y="10"/>
                    </a:lnTo>
                    <a:lnTo>
                      <a:pt x="88" y="11"/>
                    </a:lnTo>
                    <a:lnTo>
                      <a:pt x="96" y="19"/>
                    </a:lnTo>
                    <a:lnTo>
                      <a:pt x="96" y="19"/>
                    </a:lnTo>
                    <a:lnTo>
                      <a:pt x="97" y="21"/>
                    </a:lnTo>
                    <a:lnTo>
                      <a:pt x="96" y="21"/>
                    </a:lnTo>
                    <a:lnTo>
                      <a:pt x="96" y="23"/>
                    </a:lnTo>
                    <a:lnTo>
                      <a:pt x="94" y="26"/>
                    </a:lnTo>
                    <a:lnTo>
                      <a:pt x="93" y="30"/>
                    </a:lnTo>
                    <a:lnTo>
                      <a:pt x="91" y="35"/>
                    </a:lnTo>
                    <a:lnTo>
                      <a:pt x="93" y="39"/>
                    </a:lnTo>
                    <a:lnTo>
                      <a:pt x="98" y="42"/>
                    </a:lnTo>
                    <a:lnTo>
                      <a:pt x="102" y="43"/>
                    </a:lnTo>
                    <a:lnTo>
                      <a:pt x="105" y="44"/>
                    </a:lnTo>
                    <a:lnTo>
                      <a:pt x="106" y="44"/>
                    </a:lnTo>
                    <a:lnTo>
                      <a:pt x="108" y="45"/>
                    </a:lnTo>
                    <a:lnTo>
                      <a:pt x="108" y="45"/>
                    </a:lnTo>
                    <a:lnTo>
                      <a:pt x="108" y="47"/>
                    </a:lnTo>
                    <a:lnTo>
                      <a:pt x="108" y="57"/>
                    </a:lnTo>
                    <a:lnTo>
                      <a:pt x="108" y="59"/>
                    </a:lnTo>
                    <a:lnTo>
                      <a:pt x="108" y="59"/>
                    </a:lnTo>
                    <a:lnTo>
                      <a:pt x="106" y="60"/>
                    </a:lnTo>
                    <a:lnTo>
                      <a:pt x="105" y="61"/>
                    </a:lnTo>
                    <a:lnTo>
                      <a:pt x="102" y="62"/>
                    </a:lnTo>
                    <a:lnTo>
                      <a:pt x="98" y="64"/>
                    </a:lnTo>
                    <a:lnTo>
                      <a:pt x="93" y="66"/>
                    </a:lnTo>
                    <a:lnTo>
                      <a:pt x="91" y="70"/>
                    </a:lnTo>
                    <a:lnTo>
                      <a:pt x="93" y="76"/>
                    </a:lnTo>
                    <a:lnTo>
                      <a:pt x="96" y="79"/>
                    </a:lnTo>
                    <a:lnTo>
                      <a:pt x="96" y="82"/>
                    </a:lnTo>
                    <a:lnTo>
                      <a:pt x="97" y="83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6" y="86"/>
                    </a:lnTo>
                    <a:lnTo>
                      <a:pt x="88" y="94"/>
                    </a:lnTo>
                    <a:lnTo>
                      <a:pt x="87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7" y="91"/>
                    </a:lnTo>
                    <a:lnTo>
                      <a:pt x="72" y="89"/>
                    </a:lnTo>
                    <a:lnTo>
                      <a:pt x="67" y="91"/>
                    </a:lnTo>
                    <a:lnTo>
                      <a:pt x="66" y="97"/>
                    </a:lnTo>
                    <a:lnTo>
                      <a:pt x="64" y="100"/>
                    </a:lnTo>
                    <a:lnTo>
                      <a:pt x="63" y="103"/>
                    </a:lnTo>
                    <a:lnTo>
                      <a:pt x="62" y="104"/>
                    </a:lnTo>
                    <a:lnTo>
                      <a:pt x="62" y="104"/>
                    </a:lnTo>
                    <a:lnTo>
                      <a:pt x="60" y="106"/>
                    </a:lnTo>
                    <a:lnTo>
                      <a:pt x="59" y="106"/>
                    </a:lnTo>
                    <a:lnTo>
                      <a:pt x="49" y="106"/>
                    </a:lnTo>
                    <a:lnTo>
                      <a:pt x="47" y="106"/>
                    </a:lnTo>
                    <a:lnTo>
                      <a:pt x="47" y="104"/>
                    </a:lnTo>
                    <a:lnTo>
                      <a:pt x="46" y="104"/>
                    </a:lnTo>
                    <a:lnTo>
                      <a:pt x="46" y="103"/>
                    </a:lnTo>
                    <a:lnTo>
                      <a:pt x="45" y="100"/>
                    </a:lnTo>
                    <a:lnTo>
                      <a:pt x="42" y="97"/>
                    </a:lnTo>
                    <a:lnTo>
                      <a:pt x="41" y="91"/>
                    </a:lnTo>
                    <a:lnTo>
                      <a:pt x="36" y="89"/>
                    </a:lnTo>
                    <a:lnTo>
                      <a:pt x="32" y="91"/>
                    </a:lnTo>
                    <a:lnTo>
                      <a:pt x="28" y="93"/>
                    </a:lnTo>
                    <a:lnTo>
                      <a:pt x="25" y="94"/>
                    </a:lnTo>
                    <a:lnTo>
                      <a:pt x="24" y="94"/>
                    </a:lnTo>
                    <a:lnTo>
                      <a:pt x="23" y="94"/>
                    </a:lnTo>
                    <a:lnTo>
                      <a:pt x="23" y="95"/>
                    </a:lnTo>
                    <a:lnTo>
                      <a:pt x="21" y="95"/>
                    </a:lnTo>
                    <a:lnTo>
                      <a:pt x="21" y="95"/>
                    </a:lnTo>
                    <a:lnTo>
                      <a:pt x="20" y="94"/>
                    </a:lnTo>
                    <a:lnTo>
                      <a:pt x="12" y="86"/>
                    </a:lnTo>
                    <a:lnTo>
                      <a:pt x="12" y="86"/>
                    </a:lnTo>
                    <a:lnTo>
                      <a:pt x="11" y="85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3" y="79"/>
                    </a:lnTo>
                    <a:lnTo>
                      <a:pt x="15" y="76"/>
                    </a:lnTo>
                    <a:lnTo>
                      <a:pt x="17" y="70"/>
                    </a:lnTo>
                    <a:lnTo>
                      <a:pt x="15" y="66"/>
                    </a:lnTo>
                    <a:lnTo>
                      <a:pt x="9" y="64"/>
                    </a:lnTo>
                    <a:lnTo>
                      <a:pt x="5" y="62"/>
                    </a:lnTo>
                    <a:lnTo>
                      <a:pt x="3" y="61"/>
                    </a:lnTo>
                    <a:lnTo>
                      <a:pt x="2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5"/>
                    </a:lnTo>
                    <a:lnTo>
                      <a:pt x="2" y="45"/>
                    </a:lnTo>
                    <a:lnTo>
                      <a:pt x="3" y="44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5" y="39"/>
                    </a:lnTo>
                    <a:lnTo>
                      <a:pt x="16" y="35"/>
                    </a:lnTo>
                    <a:lnTo>
                      <a:pt x="15" y="30"/>
                    </a:lnTo>
                    <a:lnTo>
                      <a:pt x="12" y="26"/>
                    </a:lnTo>
                    <a:lnTo>
                      <a:pt x="12" y="23"/>
                    </a:lnTo>
                    <a:lnTo>
                      <a:pt x="11" y="22"/>
                    </a:lnTo>
                    <a:lnTo>
                      <a:pt x="11" y="21"/>
                    </a:lnTo>
                    <a:lnTo>
                      <a:pt x="11" y="19"/>
                    </a:lnTo>
                    <a:lnTo>
                      <a:pt x="12" y="19"/>
                    </a:lnTo>
                    <a:lnTo>
                      <a:pt x="20" y="11"/>
                    </a:lnTo>
                    <a:lnTo>
                      <a:pt x="21" y="10"/>
                    </a:lnTo>
                    <a:lnTo>
                      <a:pt x="23" y="11"/>
                    </a:lnTo>
                    <a:lnTo>
                      <a:pt x="26" y="13"/>
                    </a:lnTo>
                    <a:lnTo>
                      <a:pt x="30" y="14"/>
                    </a:lnTo>
                    <a:lnTo>
                      <a:pt x="36" y="17"/>
                    </a:lnTo>
                    <a:lnTo>
                      <a:pt x="41" y="14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5" y="2"/>
                    </a:lnTo>
                    <a:lnTo>
                      <a:pt x="46" y="1"/>
                    </a:lnTo>
                    <a:lnTo>
                      <a:pt x="46" y="0"/>
                    </a:lnTo>
                    <a:lnTo>
                      <a:pt x="47" y="0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3" name="Freeform 47"/>
              <p:cNvSpPr>
                <a:spLocks noEditPoints="1"/>
              </p:cNvSpPr>
              <p:nvPr/>
            </p:nvSpPr>
            <p:spPr bwMode="auto">
              <a:xfrm rot="19386584" flipH="1">
                <a:off x="5451284" y="410295"/>
                <a:ext cx="77152" cy="76431"/>
              </a:xfrm>
              <a:custGeom>
                <a:avLst/>
                <a:gdLst>
                  <a:gd name="T0" fmla="*/ 43 w 107"/>
                  <a:gd name="T1" fmla="*/ 38 h 106"/>
                  <a:gd name="T2" fmla="*/ 35 w 107"/>
                  <a:gd name="T3" fmla="*/ 53 h 106"/>
                  <a:gd name="T4" fmla="*/ 43 w 107"/>
                  <a:gd name="T5" fmla="*/ 68 h 106"/>
                  <a:gd name="T6" fmla="*/ 60 w 107"/>
                  <a:gd name="T7" fmla="*/ 71 h 106"/>
                  <a:gd name="T8" fmla="*/ 72 w 107"/>
                  <a:gd name="T9" fmla="*/ 59 h 106"/>
                  <a:gd name="T10" fmla="*/ 69 w 107"/>
                  <a:gd name="T11" fmla="*/ 42 h 106"/>
                  <a:gd name="T12" fmla="*/ 53 w 107"/>
                  <a:gd name="T13" fmla="*/ 34 h 106"/>
                  <a:gd name="T14" fmla="*/ 60 w 107"/>
                  <a:gd name="T15" fmla="*/ 0 h 106"/>
                  <a:gd name="T16" fmla="*/ 63 w 107"/>
                  <a:gd name="T17" fmla="*/ 3 h 106"/>
                  <a:gd name="T18" fmla="*/ 67 w 107"/>
                  <a:gd name="T19" fmla="*/ 15 h 106"/>
                  <a:gd name="T20" fmla="*/ 80 w 107"/>
                  <a:gd name="T21" fmla="*/ 13 h 106"/>
                  <a:gd name="T22" fmla="*/ 85 w 107"/>
                  <a:gd name="T23" fmla="*/ 11 h 106"/>
                  <a:gd name="T24" fmla="*/ 86 w 107"/>
                  <a:gd name="T25" fmla="*/ 11 h 106"/>
                  <a:gd name="T26" fmla="*/ 95 w 107"/>
                  <a:gd name="T27" fmla="*/ 20 h 106"/>
                  <a:gd name="T28" fmla="*/ 95 w 107"/>
                  <a:gd name="T29" fmla="*/ 24 h 106"/>
                  <a:gd name="T30" fmla="*/ 91 w 107"/>
                  <a:gd name="T31" fmla="*/ 36 h 106"/>
                  <a:gd name="T32" fmla="*/ 102 w 107"/>
                  <a:gd name="T33" fmla="*/ 43 h 106"/>
                  <a:gd name="T34" fmla="*/ 107 w 107"/>
                  <a:gd name="T35" fmla="*/ 46 h 106"/>
                  <a:gd name="T36" fmla="*/ 107 w 107"/>
                  <a:gd name="T37" fmla="*/ 58 h 106"/>
                  <a:gd name="T38" fmla="*/ 106 w 107"/>
                  <a:gd name="T39" fmla="*/ 60 h 106"/>
                  <a:gd name="T40" fmla="*/ 98 w 107"/>
                  <a:gd name="T41" fmla="*/ 64 h 106"/>
                  <a:gd name="T42" fmla="*/ 93 w 107"/>
                  <a:gd name="T43" fmla="*/ 76 h 106"/>
                  <a:gd name="T44" fmla="*/ 97 w 107"/>
                  <a:gd name="T45" fmla="*/ 84 h 106"/>
                  <a:gd name="T46" fmla="*/ 95 w 107"/>
                  <a:gd name="T47" fmla="*/ 87 h 106"/>
                  <a:gd name="T48" fmla="*/ 85 w 107"/>
                  <a:gd name="T49" fmla="*/ 94 h 106"/>
                  <a:gd name="T50" fmla="*/ 72 w 107"/>
                  <a:gd name="T51" fmla="*/ 89 h 106"/>
                  <a:gd name="T52" fmla="*/ 64 w 107"/>
                  <a:gd name="T53" fmla="*/ 100 h 106"/>
                  <a:gd name="T54" fmla="*/ 61 w 107"/>
                  <a:gd name="T55" fmla="*/ 105 h 106"/>
                  <a:gd name="T56" fmla="*/ 48 w 107"/>
                  <a:gd name="T57" fmla="*/ 106 h 106"/>
                  <a:gd name="T58" fmla="*/ 46 w 107"/>
                  <a:gd name="T59" fmla="*/ 105 h 106"/>
                  <a:gd name="T60" fmla="*/ 42 w 107"/>
                  <a:gd name="T61" fmla="*/ 97 h 106"/>
                  <a:gd name="T62" fmla="*/ 31 w 107"/>
                  <a:gd name="T63" fmla="*/ 92 h 106"/>
                  <a:gd name="T64" fmla="*/ 23 w 107"/>
                  <a:gd name="T65" fmla="*/ 94 h 106"/>
                  <a:gd name="T66" fmla="*/ 22 w 107"/>
                  <a:gd name="T67" fmla="*/ 94 h 106"/>
                  <a:gd name="T68" fmla="*/ 12 w 107"/>
                  <a:gd name="T69" fmla="*/ 87 h 106"/>
                  <a:gd name="T70" fmla="*/ 12 w 107"/>
                  <a:gd name="T71" fmla="*/ 84 h 106"/>
                  <a:gd name="T72" fmla="*/ 14 w 107"/>
                  <a:gd name="T73" fmla="*/ 76 h 106"/>
                  <a:gd name="T74" fmla="*/ 9 w 107"/>
                  <a:gd name="T75" fmla="*/ 64 h 106"/>
                  <a:gd name="T76" fmla="*/ 1 w 107"/>
                  <a:gd name="T77" fmla="*/ 60 h 106"/>
                  <a:gd name="T78" fmla="*/ 0 w 107"/>
                  <a:gd name="T79" fmla="*/ 59 h 106"/>
                  <a:gd name="T80" fmla="*/ 0 w 107"/>
                  <a:gd name="T81" fmla="*/ 46 h 106"/>
                  <a:gd name="T82" fmla="*/ 5 w 107"/>
                  <a:gd name="T83" fmla="*/ 43 h 106"/>
                  <a:gd name="T84" fmla="*/ 17 w 107"/>
                  <a:gd name="T85" fmla="*/ 36 h 106"/>
                  <a:gd name="T86" fmla="*/ 12 w 107"/>
                  <a:gd name="T87" fmla="*/ 24 h 106"/>
                  <a:gd name="T88" fmla="*/ 12 w 107"/>
                  <a:gd name="T89" fmla="*/ 20 h 106"/>
                  <a:gd name="T90" fmla="*/ 21 w 107"/>
                  <a:gd name="T91" fmla="*/ 11 h 106"/>
                  <a:gd name="T92" fmla="*/ 30 w 107"/>
                  <a:gd name="T93" fmla="*/ 15 h 106"/>
                  <a:gd name="T94" fmla="*/ 42 w 107"/>
                  <a:gd name="T95" fmla="*/ 9 h 106"/>
                  <a:gd name="T96" fmla="*/ 46 w 107"/>
                  <a:gd name="T97" fmla="*/ 2 h 106"/>
                  <a:gd name="T98" fmla="*/ 48 w 107"/>
                  <a:gd name="T9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" h="106">
                    <a:moveTo>
                      <a:pt x="53" y="34"/>
                    </a:moveTo>
                    <a:lnTo>
                      <a:pt x="48" y="36"/>
                    </a:lnTo>
                    <a:lnTo>
                      <a:pt x="43" y="38"/>
                    </a:lnTo>
                    <a:lnTo>
                      <a:pt x="39" y="42"/>
                    </a:lnTo>
                    <a:lnTo>
                      <a:pt x="35" y="47"/>
                    </a:lnTo>
                    <a:lnTo>
                      <a:pt x="35" y="53"/>
                    </a:lnTo>
                    <a:lnTo>
                      <a:pt x="35" y="59"/>
                    </a:lnTo>
                    <a:lnTo>
                      <a:pt x="39" y="64"/>
                    </a:lnTo>
                    <a:lnTo>
                      <a:pt x="43" y="68"/>
                    </a:lnTo>
                    <a:lnTo>
                      <a:pt x="48" y="71"/>
                    </a:lnTo>
                    <a:lnTo>
                      <a:pt x="53" y="71"/>
                    </a:lnTo>
                    <a:lnTo>
                      <a:pt x="60" y="71"/>
                    </a:lnTo>
                    <a:lnTo>
                      <a:pt x="65" y="68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3" y="53"/>
                    </a:lnTo>
                    <a:lnTo>
                      <a:pt x="72" y="47"/>
                    </a:lnTo>
                    <a:lnTo>
                      <a:pt x="69" y="42"/>
                    </a:lnTo>
                    <a:lnTo>
                      <a:pt x="65" y="38"/>
                    </a:lnTo>
                    <a:lnTo>
                      <a:pt x="60" y="36"/>
                    </a:lnTo>
                    <a:lnTo>
                      <a:pt x="53" y="34"/>
                    </a:lnTo>
                    <a:close/>
                    <a:moveTo>
                      <a:pt x="48" y="0"/>
                    </a:moveTo>
                    <a:lnTo>
                      <a:pt x="59" y="0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61" y="2"/>
                    </a:lnTo>
                    <a:lnTo>
                      <a:pt x="63" y="3"/>
                    </a:lnTo>
                    <a:lnTo>
                      <a:pt x="64" y="5"/>
                    </a:lnTo>
                    <a:lnTo>
                      <a:pt x="65" y="9"/>
                    </a:lnTo>
                    <a:lnTo>
                      <a:pt x="67" y="15"/>
                    </a:lnTo>
                    <a:lnTo>
                      <a:pt x="72" y="16"/>
                    </a:lnTo>
                    <a:lnTo>
                      <a:pt x="76" y="15"/>
                    </a:lnTo>
                    <a:lnTo>
                      <a:pt x="80" y="13"/>
                    </a:lnTo>
                    <a:lnTo>
                      <a:pt x="82" y="12"/>
                    </a:lnTo>
                    <a:lnTo>
                      <a:pt x="84" y="11"/>
                    </a:lnTo>
                    <a:lnTo>
                      <a:pt x="85" y="11"/>
                    </a:lnTo>
                    <a:lnTo>
                      <a:pt x="85" y="11"/>
                    </a:lnTo>
                    <a:lnTo>
                      <a:pt x="86" y="11"/>
                    </a:lnTo>
                    <a:lnTo>
                      <a:pt x="86" y="11"/>
                    </a:lnTo>
                    <a:lnTo>
                      <a:pt x="87" y="12"/>
                    </a:lnTo>
                    <a:lnTo>
                      <a:pt x="95" y="20"/>
                    </a:lnTo>
                    <a:lnTo>
                      <a:pt x="95" y="20"/>
                    </a:lnTo>
                    <a:lnTo>
                      <a:pt x="97" y="20"/>
                    </a:lnTo>
                    <a:lnTo>
                      <a:pt x="97" y="21"/>
                    </a:lnTo>
                    <a:lnTo>
                      <a:pt x="95" y="24"/>
                    </a:lnTo>
                    <a:lnTo>
                      <a:pt x="95" y="26"/>
                    </a:lnTo>
                    <a:lnTo>
                      <a:pt x="93" y="30"/>
                    </a:lnTo>
                    <a:lnTo>
                      <a:pt x="91" y="36"/>
                    </a:lnTo>
                    <a:lnTo>
                      <a:pt x="93" y="40"/>
                    </a:lnTo>
                    <a:lnTo>
                      <a:pt x="98" y="41"/>
                    </a:lnTo>
                    <a:lnTo>
                      <a:pt x="102" y="43"/>
                    </a:lnTo>
                    <a:lnTo>
                      <a:pt x="104" y="45"/>
                    </a:lnTo>
                    <a:lnTo>
                      <a:pt x="106" y="45"/>
                    </a:lnTo>
                    <a:lnTo>
                      <a:pt x="107" y="46"/>
                    </a:lnTo>
                    <a:lnTo>
                      <a:pt x="107" y="46"/>
                    </a:lnTo>
                    <a:lnTo>
                      <a:pt x="107" y="47"/>
                    </a:lnTo>
                    <a:lnTo>
                      <a:pt x="107" y="58"/>
                    </a:lnTo>
                    <a:lnTo>
                      <a:pt x="107" y="59"/>
                    </a:lnTo>
                    <a:lnTo>
                      <a:pt x="107" y="59"/>
                    </a:lnTo>
                    <a:lnTo>
                      <a:pt x="106" y="60"/>
                    </a:lnTo>
                    <a:lnTo>
                      <a:pt x="104" y="62"/>
                    </a:lnTo>
                    <a:lnTo>
                      <a:pt x="102" y="62"/>
                    </a:lnTo>
                    <a:lnTo>
                      <a:pt x="98" y="64"/>
                    </a:lnTo>
                    <a:lnTo>
                      <a:pt x="93" y="66"/>
                    </a:lnTo>
                    <a:lnTo>
                      <a:pt x="91" y="71"/>
                    </a:lnTo>
                    <a:lnTo>
                      <a:pt x="93" y="76"/>
                    </a:lnTo>
                    <a:lnTo>
                      <a:pt x="95" y="80"/>
                    </a:lnTo>
                    <a:lnTo>
                      <a:pt x="97" y="83"/>
                    </a:lnTo>
                    <a:lnTo>
                      <a:pt x="97" y="84"/>
                    </a:lnTo>
                    <a:lnTo>
                      <a:pt x="97" y="85"/>
                    </a:lnTo>
                    <a:lnTo>
                      <a:pt x="97" y="85"/>
                    </a:lnTo>
                    <a:lnTo>
                      <a:pt x="95" y="87"/>
                    </a:lnTo>
                    <a:lnTo>
                      <a:pt x="87" y="94"/>
                    </a:lnTo>
                    <a:lnTo>
                      <a:pt x="86" y="94"/>
                    </a:lnTo>
                    <a:lnTo>
                      <a:pt x="85" y="94"/>
                    </a:lnTo>
                    <a:lnTo>
                      <a:pt x="81" y="93"/>
                    </a:lnTo>
                    <a:lnTo>
                      <a:pt x="77" y="92"/>
                    </a:lnTo>
                    <a:lnTo>
                      <a:pt x="72" y="89"/>
                    </a:lnTo>
                    <a:lnTo>
                      <a:pt x="68" y="91"/>
                    </a:lnTo>
                    <a:lnTo>
                      <a:pt x="65" y="97"/>
                    </a:lnTo>
                    <a:lnTo>
                      <a:pt x="64" y="100"/>
                    </a:lnTo>
                    <a:lnTo>
                      <a:pt x="63" y="102"/>
                    </a:lnTo>
                    <a:lnTo>
                      <a:pt x="61" y="105"/>
                    </a:lnTo>
                    <a:lnTo>
                      <a:pt x="61" y="105"/>
                    </a:lnTo>
                    <a:lnTo>
                      <a:pt x="60" y="105"/>
                    </a:lnTo>
                    <a:lnTo>
                      <a:pt x="60" y="106"/>
                    </a:lnTo>
                    <a:lnTo>
                      <a:pt x="48" y="106"/>
                    </a:lnTo>
                    <a:lnTo>
                      <a:pt x="47" y="105"/>
                    </a:lnTo>
                    <a:lnTo>
                      <a:pt x="47" y="105"/>
                    </a:lnTo>
                    <a:lnTo>
                      <a:pt x="46" y="105"/>
                    </a:lnTo>
                    <a:lnTo>
                      <a:pt x="46" y="102"/>
                    </a:lnTo>
                    <a:lnTo>
                      <a:pt x="44" y="101"/>
                    </a:lnTo>
                    <a:lnTo>
                      <a:pt x="42" y="97"/>
                    </a:lnTo>
                    <a:lnTo>
                      <a:pt x="40" y="92"/>
                    </a:lnTo>
                    <a:lnTo>
                      <a:pt x="35" y="89"/>
                    </a:lnTo>
                    <a:lnTo>
                      <a:pt x="31" y="92"/>
                    </a:lnTo>
                    <a:lnTo>
                      <a:pt x="27" y="93"/>
                    </a:lnTo>
                    <a:lnTo>
                      <a:pt x="25" y="94"/>
                    </a:lnTo>
                    <a:lnTo>
                      <a:pt x="23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2" y="94"/>
                    </a:lnTo>
                    <a:lnTo>
                      <a:pt x="21" y="94"/>
                    </a:lnTo>
                    <a:lnTo>
                      <a:pt x="19" y="94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2" y="84"/>
                    </a:lnTo>
                    <a:lnTo>
                      <a:pt x="12" y="83"/>
                    </a:lnTo>
                    <a:lnTo>
                      <a:pt x="13" y="80"/>
                    </a:lnTo>
                    <a:lnTo>
                      <a:pt x="14" y="76"/>
                    </a:lnTo>
                    <a:lnTo>
                      <a:pt x="17" y="71"/>
                    </a:lnTo>
                    <a:lnTo>
                      <a:pt x="14" y="66"/>
                    </a:lnTo>
                    <a:lnTo>
                      <a:pt x="9" y="64"/>
                    </a:lnTo>
                    <a:lnTo>
                      <a:pt x="5" y="63"/>
                    </a:lnTo>
                    <a:lnTo>
                      <a:pt x="2" y="62"/>
                    </a:lnTo>
                    <a:lnTo>
                      <a:pt x="1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1" y="46"/>
                    </a:lnTo>
                    <a:lnTo>
                      <a:pt x="2" y="45"/>
                    </a:lnTo>
                    <a:lnTo>
                      <a:pt x="5" y="43"/>
                    </a:lnTo>
                    <a:lnTo>
                      <a:pt x="9" y="42"/>
                    </a:lnTo>
                    <a:lnTo>
                      <a:pt x="14" y="40"/>
                    </a:lnTo>
                    <a:lnTo>
                      <a:pt x="17" y="36"/>
                    </a:lnTo>
                    <a:lnTo>
                      <a:pt x="14" y="30"/>
                    </a:lnTo>
                    <a:lnTo>
                      <a:pt x="13" y="26"/>
                    </a:lnTo>
                    <a:lnTo>
                      <a:pt x="12" y="24"/>
                    </a:lnTo>
                    <a:lnTo>
                      <a:pt x="10" y="22"/>
                    </a:lnTo>
                    <a:lnTo>
                      <a:pt x="10" y="21"/>
                    </a:lnTo>
                    <a:lnTo>
                      <a:pt x="12" y="20"/>
                    </a:lnTo>
                    <a:lnTo>
                      <a:pt x="12" y="20"/>
                    </a:lnTo>
                    <a:lnTo>
                      <a:pt x="21" y="11"/>
                    </a:lnTo>
                    <a:lnTo>
                      <a:pt x="21" y="11"/>
                    </a:lnTo>
                    <a:lnTo>
                      <a:pt x="23" y="12"/>
                    </a:lnTo>
                    <a:lnTo>
                      <a:pt x="26" y="12"/>
                    </a:lnTo>
                    <a:lnTo>
                      <a:pt x="30" y="15"/>
                    </a:lnTo>
                    <a:lnTo>
                      <a:pt x="35" y="16"/>
                    </a:lnTo>
                    <a:lnTo>
                      <a:pt x="40" y="15"/>
                    </a:lnTo>
                    <a:lnTo>
                      <a:pt x="42" y="9"/>
                    </a:lnTo>
                    <a:lnTo>
                      <a:pt x="43" y="5"/>
                    </a:lnTo>
                    <a:lnTo>
                      <a:pt x="44" y="3"/>
                    </a:lnTo>
                    <a:lnTo>
                      <a:pt x="46" y="2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4" name="Freeform 48"/>
              <p:cNvSpPr>
                <a:spLocks noEditPoints="1"/>
              </p:cNvSpPr>
              <p:nvPr/>
            </p:nvSpPr>
            <p:spPr bwMode="auto">
              <a:xfrm rot="19386584" flipH="1">
                <a:off x="6866840" y="2237557"/>
                <a:ext cx="107436" cy="104551"/>
              </a:xfrm>
              <a:custGeom>
                <a:avLst/>
                <a:gdLst>
                  <a:gd name="T0" fmla="*/ 53 w 149"/>
                  <a:gd name="T1" fmla="*/ 59 h 145"/>
                  <a:gd name="T2" fmla="*/ 62 w 149"/>
                  <a:gd name="T3" fmla="*/ 94 h 145"/>
                  <a:gd name="T4" fmla="*/ 97 w 149"/>
                  <a:gd name="T5" fmla="*/ 85 h 145"/>
                  <a:gd name="T6" fmla="*/ 88 w 149"/>
                  <a:gd name="T7" fmla="*/ 50 h 145"/>
                  <a:gd name="T8" fmla="*/ 83 w 149"/>
                  <a:gd name="T9" fmla="*/ 0 h 145"/>
                  <a:gd name="T10" fmla="*/ 85 w 149"/>
                  <a:gd name="T11" fmla="*/ 0 h 145"/>
                  <a:gd name="T12" fmla="*/ 89 w 149"/>
                  <a:gd name="T13" fmla="*/ 8 h 145"/>
                  <a:gd name="T14" fmla="*/ 100 w 149"/>
                  <a:gd name="T15" fmla="*/ 22 h 145"/>
                  <a:gd name="T16" fmla="*/ 113 w 149"/>
                  <a:gd name="T17" fmla="*/ 16 h 145"/>
                  <a:gd name="T18" fmla="*/ 118 w 149"/>
                  <a:gd name="T19" fmla="*/ 14 h 145"/>
                  <a:gd name="T20" fmla="*/ 121 w 149"/>
                  <a:gd name="T21" fmla="*/ 14 h 145"/>
                  <a:gd name="T22" fmla="*/ 134 w 149"/>
                  <a:gd name="T23" fmla="*/ 28 h 145"/>
                  <a:gd name="T24" fmla="*/ 130 w 149"/>
                  <a:gd name="T25" fmla="*/ 38 h 145"/>
                  <a:gd name="T26" fmla="*/ 135 w 149"/>
                  <a:gd name="T27" fmla="*/ 56 h 145"/>
                  <a:gd name="T28" fmla="*/ 147 w 149"/>
                  <a:gd name="T29" fmla="*/ 60 h 145"/>
                  <a:gd name="T30" fmla="*/ 149 w 149"/>
                  <a:gd name="T31" fmla="*/ 63 h 145"/>
                  <a:gd name="T32" fmla="*/ 149 w 149"/>
                  <a:gd name="T33" fmla="*/ 80 h 145"/>
                  <a:gd name="T34" fmla="*/ 147 w 149"/>
                  <a:gd name="T35" fmla="*/ 83 h 145"/>
                  <a:gd name="T36" fmla="*/ 135 w 149"/>
                  <a:gd name="T37" fmla="*/ 88 h 145"/>
                  <a:gd name="T38" fmla="*/ 131 w 149"/>
                  <a:gd name="T39" fmla="*/ 106 h 145"/>
                  <a:gd name="T40" fmla="*/ 134 w 149"/>
                  <a:gd name="T41" fmla="*/ 117 h 145"/>
                  <a:gd name="T42" fmla="*/ 119 w 149"/>
                  <a:gd name="T43" fmla="*/ 130 h 145"/>
                  <a:gd name="T44" fmla="*/ 111 w 149"/>
                  <a:gd name="T45" fmla="*/ 127 h 145"/>
                  <a:gd name="T46" fmla="*/ 93 w 149"/>
                  <a:gd name="T47" fmla="*/ 124 h 145"/>
                  <a:gd name="T48" fmla="*/ 88 w 149"/>
                  <a:gd name="T49" fmla="*/ 140 h 145"/>
                  <a:gd name="T50" fmla="*/ 84 w 149"/>
                  <a:gd name="T51" fmla="*/ 144 h 145"/>
                  <a:gd name="T52" fmla="*/ 67 w 149"/>
                  <a:gd name="T53" fmla="*/ 145 h 145"/>
                  <a:gd name="T54" fmla="*/ 64 w 149"/>
                  <a:gd name="T55" fmla="*/ 144 h 145"/>
                  <a:gd name="T56" fmla="*/ 60 w 149"/>
                  <a:gd name="T57" fmla="*/ 136 h 145"/>
                  <a:gd name="T58" fmla="*/ 50 w 149"/>
                  <a:gd name="T59" fmla="*/ 123 h 145"/>
                  <a:gd name="T60" fmla="*/ 37 w 149"/>
                  <a:gd name="T61" fmla="*/ 128 h 145"/>
                  <a:gd name="T62" fmla="*/ 32 w 149"/>
                  <a:gd name="T63" fmla="*/ 130 h 145"/>
                  <a:gd name="T64" fmla="*/ 29 w 149"/>
                  <a:gd name="T65" fmla="*/ 130 h 145"/>
                  <a:gd name="T66" fmla="*/ 16 w 149"/>
                  <a:gd name="T67" fmla="*/ 118 h 145"/>
                  <a:gd name="T68" fmla="*/ 20 w 149"/>
                  <a:gd name="T69" fmla="*/ 106 h 145"/>
                  <a:gd name="T70" fmla="*/ 15 w 149"/>
                  <a:gd name="T71" fmla="*/ 88 h 145"/>
                  <a:gd name="T72" fmla="*/ 3 w 149"/>
                  <a:gd name="T73" fmla="*/ 84 h 145"/>
                  <a:gd name="T74" fmla="*/ 0 w 149"/>
                  <a:gd name="T75" fmla="*/ 81 h 145"/>
                  <a:gd name="T76" fmla="*/ 0 w 149"/>
                  <a:gd name="T77" fmla="*/ 64 h 145"/>
                  <a:gd name="T78" fmla="*/ 3 w 149"/>
                  <a:gd name="T79" fmla="*/ 62 h 145"/>
                  <a:gd name="T80" fmla="*/ 15 w 149"/>
                  <a:gd name="T81" fmla="*/ 56 h 145"/>
                  <a:gd name="T82" fmla="*/ 19 w 149"/>
                  <a:gd name="T83" fmla="*/ 38 h 145"/>
                  <a:gd name="T84" fmla="*/ 16 w 149"/>
                  <a:gd name="T85" fmla="*/ 28 h 145"/>
                  <a:gd name="T86" fmla="*/ 30 w 149"/>
                  <a:gd name="T87" fmla="*/ 14 h 145"/>
                  <a:gd name="T88" fmla="*/ 38 w 149"/>
                  <a:gd name="T89" fmla="*/ 17 h 145"/>
                  <a:gd name="T90" fmla="*/ 57 w 149"/>
                  <a:gd name="T91" fmla="*/ 20 h 145"/>
                  <a:gd name="T92" fmla="*/ 62 w 149"/>
                  <a:gd name="T93" fmla="*/ 4 h 145"/>
                  <a:gd name="T94" fmla="*/ 66 w 149"/>
                  <a:gd name="T95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49" h="145">
                    <a:moveTo>
                      <a:pt x="75" y="47"/>
                    </a:moveTo>
                    <a:lnTo>
                      <a:pt x="62" y="50"/>
                    </a:lnTo>
                    <a:lnTo>
                      <a:pt x="53" y="59"/>
                    </a:lnTo>
                    <a:lnTo>
                      <a:pt x="49" y="72"/>
                    </a:lnTo>
                    <a:lnTo>
                      <a:pt x="53" y="85"/>
                    </a:lnTo>
                    <a:lnTo>
                      <a:pt x="62" y="94"/>
                    </a:lnTo>
                    <a:lnTo>
                      <a:pt x="75" y="98"/>
                    </a:lnTo>
                    <a:lnTo>
                      <a:pt x="88" y="94"/>
                    </a:lnTo>
                    <a:lnTo>
                      <a:pt x="97" y="85"/>
                    </a:lnTo>
                    <a:lnTo>
                      <a:pt x="101" y="72"/>
                    </a:lnTo>
                    <a:lnTo>
                      <a:pt x="97" y="59"/>
                    </a:lnTo>
                    <a:lnTo>
                      <a:pt x="88" y="50"/>
                    </a:lnTo>
                    <a:lnTo>
                      <a:pt x="75" y="47"/>
                    </a:lnTo>
                    <a:close/>
                    <a:moveTo>
                      <a:pt x="67" y="0"/>
                    </a:moveTo>
                    <a:lnTo>
                      <a:pt x="83" y="0"/>
                    </a:lnTo>
                    <a:lnTo>
                      <a:pt x="83" y="0"/>
                    </a:lnTo>
                    <a:lnTo>
                      <a:pt x="84" y="0"/>
                    </a:lnTo>
                    <a:lnTo>
                      <a:pt x="85" y="0"/>
                    </a:lnTo>
                    <a:lnTo>
                      <a:pt x="85" y="3"/>
                    </a:lnTo>
                    <a:lnTo>
                      <a:pt x="87" y="4"/>
                    </a:lnTo>
                    <a:lnTo>
                      <a:pt x="89" y="8"/>
                    </a:lnTo>
                    <a:lnTo>
                      <a:pt x="91" y="13"/>
                    </a:lnTo>
                    <a:lnTo>
                      <a:pt x="93" y="20"/>
                    </a:lnTo>
                    <a:lnTo>
                      <a:pt x="100" y="22"/>
                    </a:lnTo>
                    <a:lnTo>
                      <a:pt x="105" y="20"/>
                    </a:lnTo>
                    <a:lnTo>
                      <a:pt x="110" y="17"/>
                    </a:lnTo>
                    <a:lnTo>
                      <a:pt x="113" y="16"/>
                    </a:lnTo>
                    <a:lnTo>
                      <a:pt x="115" y="16"/>
                    </a:lnTo>
                    <a:lnTo>
                      <a:pt x="117" y="14"/>
                    </a:lnTo>
                    <a:lnTo>
                      <a:pt x="118" y="14"/>
                    </a:lnTo>
                    <a:lnTo>
                      <a:pt x="119" y="14"/>
                    </a:lnTo>
                    <a:lnTo>
                      <a:pt x="119" y="14"/>
                    </a:lnTo>
                    <a:lnTo>
                      <a:pt x="121" y="14"/>
                    </a:lnTo>
                    <a:lnTo>
                      <a:pt x="122" y="16"/>
                    </a:lnTo>
                    <a:lnTo>
                      <a:pt x="132" y="26"/>
                    </a:lnTo>
                    <a:lnTo>
                      <a:pt x="134" y="28"/>
                    </a:lnTo>
                    <a:lnTo>
                      <a:pt x="134" y="29"/>
                    </a:lnTo>
                    <a:lnTo>
                      <a:pt x="132" y="33"/>
                    </a:lnTo>
                    <a:lnTo>
                      <a:pt x="130" y="38"/>
                    </a:lnTo>
                    <a:lnTo>
                      <a:pt x="126" y="47"/>
                    </a:lnTo>
                    <a:lnTo>
                      <a:pt x="128" y="54"/>
                    </a:lnTo>
                    <a:lnTo>
                      <a:pt x="135" y="56"/>
                    </a:lnTo>
                    <a:lnTo>
                      <a:pt x="140" y="58"/>
                    </a:lnTo>
                    <a:lnTo>
                      <a:pt x="144" y="60"/>
                    </a:lnTo>
                    <a:lnTo>
                      <a:pt x="147" y="60"/>
                    </a:lnTo>
                    <a:lnTo>
                      <a:pt x="148" y="62"/>
                    </a:lnTo>
                    <a:lnTo>
                      <a:pt x="148" y="63"/>
                    </a:lnTo>
                    <a:lnTo>
                      <a:pt x="149" y="63"/>
                    </a:lnTo>
                    <a:lnTo>
                      <a:pt x="149" y="64"/>
                    </a:lnTo>
                    <a:lnTo>
                      <a:pt x="149" y="80"/>
                    </a:lnTo>
                    <a:lnTo>
                      <a:pt x="149" y="80"/>
                    </a:lnTo>
                    <a:lnTo>
                      <a:pt x="148" y="81"/>
                    </a:lnTo>
                    <a:lnTo>
                      <a:pt x="148" y="83"/>
                    </a:lnTo>
                    <a:lnTo>
                      <a:pt x="147" y="83"/>
                    </a:lnTo>
                    <a:lnTo>
                      <a:pt x="144" y="84"/>
                    </a:lnTo>
                    <a:lnTo>
                      <a:pt x="140" y="86"/>
                    </a:lnTo>
                    <a:lnTo>
                      <a:pt x="135" y="88"/>
                    </a:lnTo>
                    <a:lnTo>
                      <a:pt x="128" y="90"/>
                    </a:lnTo>
                    <a:lnTo>
                      <a:pt x="126" y="97"/>
                    </a:lnTo>
                    <a:lnTo>
                      <a:pt x="131" y="106"/>
                    </a:lnTo>
                    <a:lnTo>
                      <a:pt x="132" y="111"/>
                    </a:lnTo>
                    <a:lnTo>
                      <a:pt x="134" y="115"/>
                    </a:lnTo>
                    <a:lnTo>
                      <a:pt x="134" y="117"/>
                    </a:lnTo>
                    <a:lnTo>
                      <a:pt x="132" y="118"/>
                    </a:lnTo>
                    <a:lnTo>
                      <a:pt x="121" y="130"/>
                    </a:lnTo>
                    <a:lnTo>
                      <a:pt x="119" y="130"/>
                    </a:lnTo>
                    <a:lnTo>
                      <a:pt x="118" y="130"/>
                    </a:lnTo>
                    <a:lnTo>
                      <a:pt x="115" y="128"/>
                    </a:lnTo>
                    <a:lnTo>
                      <a:pt x="111" y="127"/>
                    </a:lnTo>
                    <a:lnTo>
                      <a:pt x="106" y="126"/>
                    </a:lnTo>
                    <a:lnTo>
                      <a:pt x="100" y="123"/>
                    </a:lnTo>
                    <a:lnTo>
                      <a:pt x="93" y="124"/>
                    </a:lnTo>
                    <a:lnTo>
                      <a:pt x="91" y="131"/>
                    </a:lnTo>
                    <a:lnTo>
                      <a:pt x="89" y="136"/>
                    </a:lnTo>
                    <a:lnTo>
                      <a:pt x="88" y="140"/>
                    </a:lnTo>
                    <a:lnTo>
                      <a:pt x="87" y="143"/>
                    </a:lnTo>
                    <a:lnTo>
                      <a:pt x="85" y="144"/>
                    </a:lnTo>
                    <a:lnTo>
                      <a:pt x="84" y="144"/>
                    </a:lnTo>
                    <a:lnTo>
                      <a:pt x="84" y="145"/>
                    </a:lnTo>
                    <a:lnTo>
                      <a:pt x="83" y="145"/>
                    </a:lnTo>
                    <a:lnTo>
                      <a:pt x="67" y="145"/>
                    </a:lnTo>
                    <a:lnTo>
                      <a:pt x="67" y="145"/>
                    </a:lnTo>
                    <a:lnTo>
                      <a:pt x="66" y="144"/>
                    </a:lnTo>
                    <a:lnTo>
                      <a:pt x="64" y="144"/>
                    </a:lnTo>
                    <a:lnTo>
                      <a:pt x="64" y="143"/>
                    </a:lnTo>
                    <a:lnTo>
                      <a:pt x="63" y="140"/>
                    </a:lnTo>
                    <a:lnTo>
                      <a:pt x="60" y="136"/>
                    </a:lnTo>
                    <a:lnTo>
                      <a:pt x="59" y="132"/>
                    </a:lnTo>
                    <a:lnTo>
                      <a:pt x="57" y="126"/>
                    </a:lnTo>
                    <a:lnTo>
                      <a:pt x="50" y="123"/>
                    </a:lnTo>
                    <a:lnTo>
                      <a:pt x="45" y="126"/>
                    </a:lnTo>
                    <a:lnTo>
                      <a:pt x="40" y="127"/>
                    </a:lnTo>
                    <a:lnTo>
                      <a:pt x="37" y="128"/>
                    </a:lnTo>
                    <a:lnTo>
                      <a:pt x="34" y="130"/>
                    </a:lnTo>
                    <a:lnTo>
                      <a:pt x="33" y="130"/>
                    </a:lnTo>
                    <a:lnTo>
                      <a:pt x="32" y="130"/>
                    </a:lnTo>
                    <a:lnTo>
                      <a:pt x="30" y="130"/>
                    </a:lnTo>
                    <a:lnTo>
                      <a:pt x="30" y="130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17" y="118"/>
                    </a:lnTo>
                    <a:lnTo>
                      <a:pt x="16" y="118"/>
                    </a:lnTo>
                    <a:lnTo>
                      <a:pt x="16" y="115"/>
                    </a:lnTo>
                    <a:lnTo>
                      <a:pt x="17" y="113"/>
                    </a:lnTo>
                    <a:lnTo>
                      <a:pt x="20" y="106"/>
                    </a:lnTo>
                    <a:lnTo>
                      <a:pt x="24" y="97"/>
                    </a:lnTo>
                    <a:lnTo>
                      <a:pt x="21" y="90"/>
                    </a:lnTo>
                    <a:lnTo>
                      <a:pt x="15" y="88"/>
                    </a:lnTo>
                    <a:lnTo>
                      <a:pt x="9" y="86"/>
                    </a:lnTo>
                    <a:lnTo>
                      <a:pt x="6" y="85"/>
                    </a:lnTo>
                    <a:lnTo>
                      <a:pt x="3" y="84"/>
                    </a:lnTo>
                    <a:lnTo>
                      <a:pt x="2" y="83"/>
                    </a:lnTo>
                    <a:lnTo>
                      <a:pt x="2" y="81"/>
                    </a:lnTo>
                    <a:lnTo>
                      <a:pt x="0" y="81"/>
                    </a:lnTo>
                    <a:lnTo>
                      <a:pt x="0" y="80"/>
                    </a:lnTo>
                    <a:lnTo>
                      <a:pt x="0" y="66"/>
                    </a:lnTo>
                    <a:lnTo>
                      <a:pt x="0" y="64"/>
                    </a:lnTo>
                    <a:lnTo>
                      <a:pt x="2" y="63"/>
                    </a:lnTo>
                    <a:lnTo>
                      <a:pt x="2" y="63"/>
                    </a:lnTo>
                    <a:lnTo>
                      <a:pt x="3" y="62"/>
                    </a:lnTo>
                    <a:lnTo>
                      <a:pt x="6" y="60"/>
                    </a:lnTo>
                    <a:lnTo>
                      <a:pt x="9" y="59"/>
                    </a:lnTo>
                    <a:lnTo>
                      <a:pt x="15" y="56"/>
                    </a:lnTo>
                    <a:lnTo>
                      <a:pt x="21" y="54"/>
                    </a:lnTo>
                    <a:lnTo>
                      <a:pt x="24" y="48"/>
                    </a:lnTo>
                    <a:lnTo>
                      <a:pt x="19" y="38"/>
                    </a:lnTo>
                    <a:lnTo>
                      <a:pt x="17" y="33"/>
                    </a:lnTo>
                    <a:lnTo>
                      <a:pt x="16" y="29"/>
                    </a:lnTo>
                    <a:lnTo>
                      <a:pt x="16" y="28"/>
                    </a:lnTo>
                    <a:lnTo>
                      <a:pt x="17" y="26"/>
                    </a:lnTo>
                    <a:lnTo>
                      <a:pt x="29" y="14"/>
                    </a:lnTo>
                    <a:lnTo>
                      <a:pt x="30" y="14"/>
                    </a:lnTo>
                    <a:lnTo>
                      <a:pt x="32" y="14"/>
                    </a:lnTo>
                    <a:lnTo>
                      <a:pt x="34" y="16"/>
                    </a:lnTo>
                    <a:lnTo>
                      <a:pt x="38" y="17"/>
                    </a:lnTo>
                    <a:lnTo>
                      <a:pt x="43" y="20"/>
                    </a:lnTo>
                    <a:lnTo>
                      <a:pt x="50" y="22"/>
                    </a:lnTo>
                    <a:lnTo>
                      <a:pt x="57" y="20"/>
                    </a:lnTo>
                    <a:lnTo>
                      <a:pt x="59" y="13"/>
                    </a:lnTo>
                    <a:lnTo>
                      <a:pt x="60" y="8"/>
                    </a:lnTo>
                    <a:lnTo>
                      <a:pt x="62" y="4"/>
                    </a:lnTo>
                    <a:lnTo>
                      <a:pt x="63" y="3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5" name="Freeform 49"/>
              <p:cNvSpPr>
                <a:spLocks noEditPoints="1"/>
              </p:cNvSpPr>
              <p:nvPr/>
            </p:nvSpPr>
            <p:spPr bwMode="auto">
              <a:xfrm rot="19386584" flipH="1">
                <a:off x="5721797" y="303180"/>
                <a:ext cx="168724" cy="166561"/>
              </a:xfrm>
              <a:custGeom>
                <a:avLst/>
                <a:gdLst>
                  <a:gd name="T0" fmla="*/ 101 w 234"/>
                  <a:gd name="T1" fmla="*/ 79 h 231"/>
                  <a:gd name="T2" fmla="*/ 80 w 234"/>
                  <a:gd name="T3" fmla="*/ 100 h 231"/>
                  <a:gd name="T4" fmla="*/ 80 w 234"/>
                  <a:gd name="T5" fmla="*/ 131 h 231"/>
                  <a:gd name="T6" fmla="*/ 101 w 234"/>
                  <a:gd name="T7" fmla="*/ 152 h 231"/>
                  <a:gd name="T8" fmla="*/ 134 w 234"/>
                  <a:gd name="T9" fmla="*/ 152 h 231"/>
                  <a:gd name="T10" fmla="*/ 155 w 234"/>
                  <a:gd name="T11" fmla="*/ 131 h 231"/>
                  <a:gd name="T12" fmla="*/ 155 w 234"/>
                  <a:gd name="T13" fmla="*/ 100 h 231"/>
                  <a:gd name="T14" fmla="*/ 134 w 234"/>
                  <a:gd name="T15" fmla="*/ 79 h 231"/>
                  <a:gd name="T16" fmla="*/ 105 w 234"/>
                  <a:gd name="T17" fmla="*/ 0 h 231"/>
                  <a:gd name="T18" fmla="*/ 131 w 234"/>
                  <a:gd name="T19" fmla="*/ 0 h 231"/>
                  <a:gd name="T20" fmla="*/ 136 w 234"/>
                  <a:gd name="T21" fmla="*/ 7 h 231"/>
                  <a:gd name="T22" fmla="*/ 147 w 234"/>
                  <a:gd name="T23" fmla="*/ 32 h 231"/>
                  <a:gd name="T24" fmla="*/ 170 w 234"/>
                  <a:gd name="T25" fmla="*/ 29 h 231"/>
                  <a:gd name="T26" fmla="*/ 183 w 234"/>
                  <a:gd name="T27" fmla="*/ 24 h 231"/>
                  <a:gd name="T28" fmla="*/ 187 w 234"/>
                  <a:gd name="T29" fmla="*/ 24 h 231"/>
                  <a:gd name="T30" fmla="*/ 191 w 234"/>
                  <a:gd name="T31" fmla="*/ 25 h 231"/>
                  <a:gd name="T32" fmla="*/ 209 w 234"/>
                  <a:gd name="T33" fmla="*/ 44 h 231"/>
                  <a:gd name="T34" fmla="*/ 209 w 234"/>
                  <a:gd name="T35" fmla="*/ 49 h 231"/>
                  <a:gd name="T36" fmla="*/ 204 w 234"/>
                  <a:gd name="T37" fmla="*/ 63 h 231"/>
                  <a:gd name="T38" fmla="*/ 203 w 234"/>
                  <a:gd name="T39" fmla="*/ 87 h 231"/>
                  <a:gd name="T40" fmla="*/ 228 w 234"/>
                  <a:gd name="T41" fmla="*/ 96 h 231"/>
                  <a:gd name="T42" fmla="*/ 234 w 234"/>
                  <a:gd name="T43" fmla="*/ 101 h 231"/>
                  <a:gd name="T44" fmla="*/ 234 w 234"/>
                  <a:gd name="T45" fmla="*/ 127 h 231"/>
                  <a:gd name="T46" fmla="*/ 233 w 234"/>
                  <a:gd name="T47" fmla="*/ 131 h 231"/>
                  <a:gd name="T48" fmla="*/ 219 w 234"/>
                  <a:gd name="T49" fmla="*/ 138 h 231"/>
                  <a:gd name="T50" fmla="*/ 199 w 234"/>
                  <a:gd name="T51" fmla="*/ 154 h 231"/>
                  <a:gd name="T52" fmla="*/ 208 w 234"/>
                  <a:gd name="T53" fmla="*/ 176 h 231"/>
                  <a:gd name="T54" fmla="*/ 211 w 234"/>
                  <a:gd name="T55" fmla="*/ 185 h 231"/>
                  <a:gd name="T56" fmla="*/ 209 w 234"/>
                  <a:gd name="T57" fmla="*/ 188 h 231"/>
                  <a:gd name="T58" fmla="*/ 189 w 234"/>
                  <a:gd name="T59" fmla="*/ 206 h 231"/>
                  <a:gd name="T60" fmla="*/ 173 w 234"/>
                  <a:gd name="T61" fmla="*/ 202 h 231"/>
                  <a:gd name="T62" fmla="*/ 147 w 234"/>
                  <a:gd name="T63" fmla="*/ 199 h 231"/>
                  <a:gd name="T64" fmla="*/ 138 w 234"/>
                  <a:gd name="T65" fmla="*/ 224 h 231"/>
                  <a:gd name="T66" fmla="*/ 132 w 234"/>
                  <a:gd name="T67" fmla="*/ 231 h 231"/>
                  <a:gd name="T68" fmla="*/ 106 w 234"/>
                  <a:gd name="T69" fmla="*/ 231 h 231"/>
                  <a:gd name="T70" fmla="*/ 101 w 234"/>
                  <a:gd name="T71" fmla="*/ 228 h 231"/>
                  <a:gd name="T72" fmla="*/ 94 w 234"/>
                  <a:gd name="T73" fmla="*/ 214 h 231"/>
                  <a:gd name="T74" fmla="*/ 79 w 234"/>
                  <a:gd name="T75" fmla="*/ 196 h 231"/>
                  <a:gd name="T76" fmla="*/ 56 w 234"/>
                  <a:gd name="T77" fmla="*/ 205 h 231"/>
                  <a:gd name="T78" fmla="*/ 49 w 234"/>
                  <a:gd name="T79" fmla="*/ 207 h 231"/>
                  <a:gd name="T80" fmla="*/ 45 w 234"/>
                  <a:gd name="T81" fmla="*/ 207 h 231"/>
                  <a:gd name="T82" fmla="*/ 26 w 234"/>
                  <a:gd name="T83" fmla="*/ 189 h 231"/>
                  <a:gd name="T84" fmla="*/ 25 w 234"/>
                  <a:gd name="T85" fmla="*/ 185 h 231"/>
                  <a:gd name="T86" fmla="*/ 26 w 234"/>
                  <a:gd name="T87" fmla="*/ 176 h 231"/>
                  <a:gd name="T88" fmla="*/ 37 w 234"/>
                  <a:gd name="T89" fmla="*/ 154 h 231"/>
                  <a:gd name="T90" fmla="*/ 17 w 234"/>
                  <a:gd name="T91" fmla="*/ 139 h 231"/>
                  <a:gd name="T92" fmla="*/ 3 w 234"/>
                  <a:gd name="T93" fmla="*/ 133 h 231"/>
                  <a:gd name="T94" fmla="*/ 0 w 234"/>
                  <a:gd name="T95" fmla="*/ 127 h 231"/>
                  <a:gd name="T96" fmla="*/ 0 w 234"/>
                  <a:gd name="T97" fmla="*/ 101 h 231"/>
                  <a:gd name="T98" fmla="*/ 7 w 234"/>
                  <a:gd name="T99" fmla="*/ 97 h 231"/>
                  <a:gd name="T100" fmla="*/ 32 w 234"/>
                  <a:gd name="T101" fmla="*/ 87 h 231"/>
                  <a:gd name="T102" fmla="*/ 30 w 234"/>
                  <a:gd name="T103" fmla="*/ 65 h 231"/>
                  <a:gd name="T104" fmla="*/ 24 w 234"/>
                  <a:gd name="T105" fmla="*/ 50 h 231"/>
                  <a:gd name="T106" fmla="*/ 24 w 234"/>
                  <a:gd name="T107" fmla="*/ 44 h 231"/>
                  <a:gd name="T108" fmla="*/ 45 w 234"/>
                  <a:gd name="T109" fmla="*/ 24 h 231"/>
                  <a:gd name="T110" fmla="*/ 53 w 234"/>
                  <a:gd name="T111" fmla="*/ 25 h 231"/>
                  <a:gd name="T112" fmla="*/ 77 w 234"/>
                  <a:gd name="T113" fmla="*/ 36 h 231"/>
                  <a:gd name="T114" fmla="*/ 93 w 234"/>
                  <a:gd name="T115" fmla="*/ 16 h 231"/>
                  <a:gd name="T116" fmla="*/ 101 w 234"/>
                  <a:gd name="T117" fmla="*/ 3 h 231"/>
                  <a:gd name="T118" fmla="*/ 105 w 234"/>
                  <a:gd name="T119" fmla="*/ 0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34" h="231">
                    <a:moveTo>
                      <a:pt x="118" y="75"/>
                    </a:moveTo>
                    <a:lnTo>
                      <a:pt x="101" y="79"/>
                    </a:lnTo>
                    <a:lnTo>
                      <a:pt x="88" y="87"/>
                    </a:lnTo>
                    <a:lnTo>
                      <a:pt x="80" y="100"/>
                    </a:lnTo>
                    <a:lnTo>
                      <a:pt x="76" y="116"/>
                    </a:lnTo>
                    <a:lnTo>
                      <a:pt x="80" y="131"/>
                    </a:lnTo>
                    <a:lnTo>
                      <a:pt x="88" y="144"/>
                    </a:lnTo>
                    <a:lnTo>
                      <a:pt x="101" y="152"/>
                    </a:lnTo>
                    <a:lnTo>
                      <a:pt x="118" y="156"/>
                    </a:lnTo>
                    <a:lnTo>
                      <a:pt x="134" y="152"/>
                    </a:lnTo>
                    <a:lnTo>
                      <a:pt x="147" y="144"/>
                    </a:lnTo>
                    <a:lnTo>
                      <a:pt x="155" y="131"/>
                    </a:lnTo>
                    <a:lnTo>
                      <a:pt x="158" y="116"/>
                    </a:lnTo>
                    <a:lnTo>
                      <a:pt x="155" y="100"/>
                    </a:lnTo>
                    <a:lnTo>
                      <a:pt x="147" y="87"/>
                    </a:lnTo>
                    <a:lnTo>
                      <a:pt x="134" y="79"/>
                    </a:lnTo>
                    <a:lnTo>
                      <a:pt x="118" y="75"/>
                    </a:lnTo>
                    <a:close/>
                    <a:moveTo>
                      <a:pt x="105" y="0"/>
                    </a:moveTo>
                    <a:lnTo>
                      <a:pt x="130" y="0"/>
                    </a:lnTo>
                    <a:lnTo>
                      <a:pt x="131" y="0"/>
                    </a:lnTo>
                    <a:lnTo>
                      <a:pt x="134" y="3"/>
                    </a:lnTo>
                    <a:lnTo>
                      <a:pt x="136" y="7"/>
                    </a:lnTo>
                    <a:lnTo>
                      <a:pt x="140" y="16"/>
                    </a:lnTo>
                    <a:lnTo>
                      <a:pt x="147" y="32"/>
                    </a:lnTo>
                    <a:lnTo>
                      <a:pt x="157" y="36"/>
                    </a:lnTo>
                    <a:lnTo>
                      <a:pt x="170" y="29"/>
                    </a:lnTo>
                    <a:lnTo>
                      <a:pt x="178" y="27"/>
                    </a:lnTo>
                    <a:lnTo>
                      <a:pt x="183" y="24"/>
                    </a:lnTo>
                    <a:lnTo>
                      <a:pt x="186" y="24"/>
                    </a:lnTo>
                    <a:lnTo>
                      <a:pt x="187" y="24"/>
                    </a:lnTo>
                    <a:lnTo>
                      <a:pt x="190" y="24"/>
                    </a:lnTo>
                    <a:lnTo>
                      <a:pt x="191" y="25"/>
                    </a:lnTo>
                    <a:lnTo>
                      <a:pt x="208" y="42"/>
                    </a:lnTo>
                    <a:lnTo>
                      <a:pt x="209" y="44"/>
                    </a:lnTo>
                    <a:lnTo>
                      <a:pt x="211" y="45"/>
                    </a:lnTo>
                    <a:lnTo>
                      <a:pt x="209" y="49"/>
                    </a:lnTo>
                    <a:lnTo>
                      <a:pt x="208" y="54"/>
                    </a:lnTo>
                    <a:lnTo>
                      <a:pt x="204" y="63"/>
                    </a:lnTo>
                    <a:lnTo>
                      <a:pt x="199" y="76"/>
                    </a:lnTo>
                    <a:lnTo>
                      <a:pt x="203" y="87"/>
                    </a:lnTo>
                    <a:lnTo>
                      <a:pt x="219" y="92"/>
                    </a:lnTo>
                    <a:lnTo>
                      <a:pt x="228" y="96"/>
                    </a:lnTo>
                    <a:lnTo>
                      <a:pt x="233" y="99"/>
                    </a:lnTo>
                    <a:lnTo>
                      <a:pt x="234" y="101"/>
                    </a:lnTo>
                    <a:lnTo>
                      <a:pt x="234" y="103"/>
                    </a:lnTo>
                    <a:lnTo>
                      <a:pt x="234" y="127"/>
                    </a:lnTo>
                    <a:lnTo>
                      <a:pt x="234" y="129"/>
                    </a:lnTo>
                    <a:lnTo>
                      <a:pt x="233" y="131"/>
                    </a:lnTo>
                    <a:lnTo>
                      <a:pt x="228" y="134"/>
                    </a:lnTo>
                    <a:lnTo>
                      <a:pt x="219" y="138"/>
                    </a:lnTo>
                    <a:lnTo>
                      <a:pt x="203" y="144"/>
                    </a:lnTo>
                    <a:lnTo>
                      <a:pt x="199" y="154"/>
                    </a:lnTo>
                    <a:lnTo>
                      <a:pt x="204" y="167"/>
                    </a:lnTo>
                    <a:lnTo>
                      <a:pt x="208" y="176"/>
                    </a:lnTo>
                    <a:lnTo>
                      <a:pt x="211" y="181"/>
                    </a:lnTo>
                    <a:lnTo>
                      <a:pt x="211" y="185"/>
                    </a:lnTo>
                    <a:lnTo>
                      <a:pt x="211" y="186"/>
                    </a:lnTo>
                    <a:lnTo>
                      <a:pt x="209" y="188"/>
                    </a:lnTo>
                    <a:lnTo>
                      <a:pt x="191" y="206"/>
                    </a:lnTo>
                    <a:lnTo>
                      <a:pt x="189" y="206"/>
                    </a:lnTo>
                    <a:lnTo>
                      <a:pt x="183" y="205"/>
                    </a:lnTo>
                    <a:lnTo>
                      <a:pt x="173" y="202"/>
                    </a:lnTo>
                    <a:lnTo>
                      <a:pt x="157" y="196"/>
                    </a:lnTo>
                    <a:lnTo>
                      <a:pt x="147" y="199"/>
                    </a:lnTo>
                    <a:lnTo>
                      <a:pt x="141" y="214"/>
                    </a:lnTo>
                    <a:lnTo>
                      <a:pt x="138" y="224"/>
                    </a:lnTo>
                    <a:lnTo>
                      <a:pt x="135" y="228"/>
                    </a:lnTo>
                    <a:lnTo>
                      <a:pt x="132" y="231"/>
                    </a:lnTo>
                    <a:lnTo>
                      <a:pt x="130" y="231"/>
                    </a:lnTo>
                    <a:lnTo>
                      <a:pt x="106" y="231"/>
                    </a:lnTo>
                    <a:lnTo>
                      <a:pt x="104" y="231"/>
                    </a:lnTo>
                    <a:lnTo>
                      <a:pt x="101" y="228"/>
                    </a:lnTo>
                    <a:lnTo>
                      <a:pt x="98" y="224"/>
                    </a:lnTo>
                    <a:lnTo>
                      <a:pt x="94" y="214"/>
                    </a:lnTo>
                    <a:lnTo>
                      <a:pt x="88" y="199"/>
                    </a:lnTo>
                    <a:lnTo>
                      <a:pt x="79" y="196"/>
                    </a:lnTo>
                    <a:lnTo>
                      <a:pt x="64" y="201"/>
                    </a:lnTo>
                    <a:lnTo>
                      <a:pt x="56" y="205"/>
                    </a:lnTo>
                    <a:lnTo>
                      <a:pt x="51" y="206"/>
                    </a:lnTo>
                    <a:lnTo>
                      <a:pt x="49" y="207"/>
                    </a:lnTo>
                    <a:lnTo>
                      <a:pt x="47" y="207"/>
                    </a:lnTo>
                    <a:lnTo>
                      <a:pt x="45" y="207"/>
                    </a:lnTo>
                    <a:lnTo>
                      <a:pt x="43" y="206"/>
                    </a:lnTo>
                    <a:lnTo>
                      <a:pt x="26" y="189"/>
                    </a:lnTo>
                    <a:lnTo>
                      <a:pt x="25" y="188"/>
                    </a:lnTo>
                    <a:lnTo>
                      <a:pt x="25" y="185"/>
                    </a:lnTo>
                    <a:lnTo>
                      <a:pt x="25" y="182"/>
                    </a:lnTo>
                    <a:lnTo>
                      <a:pt x="26" y="176"/>
                    </a:lnTo>
                    <a:lnTo>
                      <a:pt x="30" y="167"/>
                    </a:lnTo>
                    <a:lnTo>
                      <a:pt x="37" y="154"/>
                    </a:lnTo>
                    <a:lnTo>
                      <a:pt x="32" y="144"/>
                    </a:lnTo>
                    <a:lnTo>
                      <a:pt x="17" y="139"/>
                    </a:lnTo>
                    <a:lnTo>
                      <a:pt x="7" y="135"/>
                    </a:lnTo>
                    <a:lnTo>
                      <a:pt x="3" y="133"/>
                    </a:lnTo>
                    <a:lnTo>
                      <a:pt x="0" y="130"/>
                    </a:lnTo>
                    <a:lnTo>
                      <a:pt x="0" y="127"/>
                    </a:lnTo>
                    <a:lnTo>
                      <a:pt x="0" y="104"/>
                    </a:lnTo>
                    <a:lnTo>
                      <a:pt x="0" y="101"/>
                    </a:lnTo>
                    <a:lnTo>
                      <a:pt x="3" y="100"/>
                    </a:lnTo>
                    <a:lnTo>
                      <a:pt x="7" y="97"/>
                    </a:lnTo>
                    <a:lnTo>
                      <a:pt x="16" y="92"/>
                    </a:lnTo>
                    <a:lnTo>
                      <a:pt x="32" y="87"/>
                    </a:lnTo>
                    <a:lnTo>
                      <a:pt x="36" y="78"/>
                    </a:lnTo>
                    <a:lnTo>
                      <a:pt x="30" y="65"/>
                    </a:lnTo>
                    <a:lnTo>
                      <a:pt x="26" y="55"/>
                    </a:lnTo>
                    <a:lnTo>
                      <a:pt x="24" y="50"/>
                    </a:lnTo>
                    <a:lnTo>
                      <a:pt x="24" y="46"/>
                    </a:lnTo>
                    <a:lnTo>
                      <a:pt x="24" y="44"/>
                    </a:lnTo>
                    <a:lnTo>
                      <a:pt x="25" y="42"/>
                    </a:lnTo>
                    <a:lnTo>
                      <a:pt x="45" y="24"/>
                    </a:lnTo>
                    <a:lnTo>
                      <a:pt x="46" y="24"/>
                    </a:lnTo>
                    <a:lnTo>
                      <a:pt x="53" y="25"/>
                    </a:lnTo>
                    <a:lnTo>
                      <a:pt x="63" y="29"/>
                    </a:lnTo>
                    <a:lnTo>
                      <a:pt x="77" y="36"/>
                    </a:lnTo>
                    <a:lnTo>
                      <a:pt x="88" y="32"/>
                    </a:lnTo>
                    <a:lnTo>
                      <a:pt x="93" y="16"/>
                    </a:lnTo>
                    <a:lnTo>
                      <a:pt x="97" y="7"/>
                    </a:lnTo>
                    <a:lnTo>
                      <a:pt x="101" y="3"/>
                    </a:lnTo>
                    <a:lnTo>
                      <a:pt x="102" y="0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6" name="Freeform 50"/>
              <p:cNvSpPr>
                <a:spLocks noEditPoints="1"/>
              </p:cNvSpPr>
              <p:nvPr/>
            </p:nvSpPr>
            <p:spPr bwMode="auto">
              <a:xfrm rot="19386584" flipH="1">
                <a:off x="6762188" y="1315298"/>
                <a:ext cx="168724" cy="165119"/>
              </a:xfrm>
              <a:custGeom>
                <a:avLst/>
                <a:gdLst>
                  <a:gd name="T0" fmla="*/ 100 w 234"/>
                  <a:gd name="T1" fmla="*/ 77 h 229"/>
                  <a:gd name="T2" fmla="*/ 79 w 234"/>
                  <a:gd name="T3" fmla="*/ 99 h 229"/>
                  <a:gd name="T4" fmla="*/ 79 w 234"/>
                  <a:gd name="T5" fmla="*/ 131 h 229"/>
                  <a:gd name="T6" fmla="*/ 100 w 234"/>
                  <a:gd name="T7" fmla="*/ 152 h 229"/>
                  <a:gd name="T8" fmla="*/ 133 w 234"/>
                  <a:gd name="T9" fmla="*/ 152 h 229"/>
                  <a:gd name="T10" fmla="*/ 154 w 234"/>
                  <a:gd name="T11" fmla="*/ 131 h 229"/>
                  <a:gd name="T12" fmla="*/ 154 w 234"/>
                  <a:gd name="T13" fmla="*/ 99 h 229"/>
                  <a:gd name="T14" fmla="*/ 133 w 234"/>
                  <a:gd name="T15" fmla="*/ 77 h 229"/>
                  <a:gd name="T16" fmla="*/ 104 w 234"/>
                  <a:gd name="T17" fmla="*/ 0 h 229"/>
                  <a:gd name="T18" fmla="*/ 130 w 234"/>
                  <a:gd name="T19" fmla="*/ 0 h 229"/>
                  <a:gd name="T20" fmla="*/ 136 w 234"/>
                  <a:gd name="T21" fmla="*/ 7 h 229"/>
                  <a:gd name="T22" fmla="*/ 146 w 234"/>
                  <a:gd name="T23" fmla="*/ 31 h 229"/>
                  <a:gd name="T24" fmla="*/ 170 w 234"/>
                  <a:gd name="T25" fmla="*/ 29 h 229"/>
                  <a:gd name="T26" fmla="*/ 183 w 234"/>
                  <a:gd name="T27" fmla="*/ 24 h 229"/>
                  <a:gd name="T28" fmla="*/ 187 w 234"/>
                  <a:gd name="T29" fmla="*/ 22 h 229"/>
                  <a:gd name="T30" fmla="*/ 191 w 234"/>
                  <a:gd name="T31" fmla="*/ 25 h 229"/>
                  <a:gd name="T32" fmla="*/ 209 w 234"/>
                  <a:gd name="T33" fmla="*/ 43 h 229"/>
                  <a:gd name="T34" fmla="*/ 209 w 234"/>
                  <a:gd name="T35" fmla="*/ 48 h 229"/>
                  <a:gd name="T36" fmla="*/ 204 w 234"/>
                  <a:gd name="T37" fmla="*/ 63 h 229"/>
                  <a:gd name="T38" fmla="*/ 202 w 234"/>
                  <a:gd name="T39" fmla="*/ 85 h 229"/>
                  <a:gd name="T40" fmla="*/ 227 w 234"/>
                  <a:gd name="T41" fmla="*/ 96 h 229"/>
                  <a:gd name="T42" fmla="*/ 234 w 234"/>
                  <a:gd name="T43" fmla="*/ 99 h 229"/>
                  <a:gd name="T44" fmla="*/ 234 w 234"/>
                  <a:gd name="T45" fmla="*/ 126 h 229"/>
                  <a:gd name="T46" fmla="*/ 232 w 234"/>
                  <a:gd name="T47" fmla="*/ 131 h 229"/>
                  <a:gd name="T48" fmla="*/ 218 w 234"/>
                  <a:gd name="T49" fmla="*/ 137 h 229"/>
                  <a:gd name="T50" fmla="*/ 198 w 234"/>
                  <a:gd name="T51" fmla="*/ 153 h 229"/>
                  <a:gd name="T52" fmla="*/ 208 w 234"/>
                  <a:gd name="T53" fmla="*/ 175 h 229"/>
                  <a:gd name="T54" fmla="*/ 210 w 234"/>
                  <a:gd name="T55" fmla="*/ 183 h 229"/>
                  <a:gd name="T56" fmla="*/ 209 w 234"/>
                  <a:gd name="T57" fmla="*/ 187 h 229"/>
                  <a:gd name="T58" fmla="*/ 188 w 234"/>
                  <a:gd name="T59" fmla="*/ 205 h 229"/>
                  <a:gd name="T60" fmla="*/ 172 w 234"/>
                  <a:gd name="T61" fmla="*/ 200 h 229"/>
                  <a:gd name="T62" fmla="*/ 146 w 234"/>
                  <a:gd name="T63" fmla="*/ 198 h 229"/>
                  <a:gd name="T64" fmla="*/ 137 w 234"/>
                  <a:gd name="T65" fmla="*/ 223 h 229"/>
                  <a:gd name="T66" fmla="*/ 132 w 234"/>
                  <a:gd name="T67" fmla="*/ 229 h 229"/>
                  <a:gd name="T68" fmla="*/ 106 w 234"/>
                  <a:gd name="T69" fmla="*/ 229 h 229"/>
                  <a:gd name="T70" fmla="*/ 100 w 234"/>
                  <a:gd name="T71" fmla="*/ 228 h 229"/>
                  <a:gd name="T72" fmla="*/ 94 w 234"/>
                  <a:gd name="T73" fmla="*/ 213 h 229"/>
                  <a:gd name="T74" fmla="*/ 78 w 234"/>
                  <a:gd name="T75" fmla="*/ 194 h 229"/>
                  <a:gd name="T76" fmla="*/ 56 w 234"/>
                  <a:gd name="T77" fmla="*/ 204 h 229"/>
                  <a:gd name="T78" fmla="*/ 48 w 234"/>
                  <a:gd name="T79" fmla="*/ 207 h 229"/>
                  <a:gd name="T80" fmla="*/ 45 w 234"/>
                  <a:gd name="T81" fmla="*/ 207 h 229"/>
                  <a:gd name="T82" fmla="*/ 26 w 234"/>
                  <a:gd name="T83" fmla="*/ 187 h 229"/>
                  <a:gd name="T84" fmla="*/ 24 w 234"/>
                  <a:gd name="T85" fmla="*/ 185 h 229"/>
                  <a:gd name="T86" fmla="*/ 26 w 234"/>
                  <a:gd name="T87" fmla="*/ 175 h 229"/>
                  <a:gd name="T88" fmla="*/ 36 w 234"/>
                  <a:gd name="T89" fmla="*/ 153 h 229"/>
                  <a:gd name="T90" fmla="*/ 17 w 234"/>
                  <a:gd name="T91" fmla="*/ 137 h 229"/>
                  <a:gd name="T92" fmla="*/ 2 w 234"/>
                  <a:gd name="T93" fmla="*/ 131 h 229"/>
                  <a:gd name="T94" fmla="*/ 0 w 234"/>
                  <a:gd name="T95" fmla="*/ 127 h 229"/>
                  <a:gd name="T96" fmla="*/ 0 w 234"/>
                  <a:gd name="T97" fmla="*/ 101 h 229"/>
                  <a:gd name="T98" fmla="*/ 6 w 234"/>
                  <a:gd name="T99" fmla="*/ 96 h 229"/>
                  <a:gd name="T100" fmla="*/ 31 w 234"/>
                  <a:gd name="T101" fmla="*/ 85 h 229"/>
                  <a:gd name="T102" fmla="*/ 30 w 234"/>
                  <a:gd name="T103" fmla="*/ 63 h 229"/>
                  <a:gd name="T104" fmla="*/ 23 w 234"/>
                  <a:gd name="T105" fmla="*/ 48 h 229"/>
                  <a:gd name="T106" fmla="*/ 23 w 234"/>
                  <a:gd name="T107" fmla="*/ 43 h 229"/>
                  <a:gd name="T108" fmla="*/ 44 w 234"/>
                  <a:gd name="T109" fmla="*/ 24 h 229"/>
                  <a:gd name="T110" fmla="*/ 52 w 234"/>
                  <a:gd name="T111" fmla="*/ 25 h 229"/>
                  <a:gd name="T112" fmla="*/ 77 w 234"/>
                  <a:gd name="T113" fmla="*/ 35 h 229"/>
                  <a:gd name="T114" fmla="*/ 92 w 234"/>
                  <a:gd name="T115" fmla="*/ 16 h 229"/>
                  <a:gd name="T116" fmla="*/ 100 w 234"/>
                  <a:gd name="T117" fmla="*/ 1 h 229"/>
                  <a:gd name="T118" fmla="*/ 104 w 234"/>
                  <a:gd name="T119" fmla="*/ 0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34" h="229">
                    <a:moveTo>
                      <a:pt x="117" y="75"/>
                    </a:moveTo>
                    <a:lnTo>
                      <a:pt x="100" y="77"/>
                    </a:lnTo>
                    <a:lnTo>
                      <a:pt x="87" y="86"/>
                    </a:lnTo>
                    <a:lnTo>
                      <a:pt x="79" y="99"/>
                    </a:lnTo>
                    <a:lnTo>
                      <a:pt x="75" y="115"/>
                    </a:lnTo>
                    <a:lnTo>
                      <a:pt x="79" y="131"/>
                    </a:lnTo>
                    <a:lnTo>
                      <a:pt x="87" y="143"/>
                    </a:lnTo>
                    <a:lnTo>
                      <a:pt x="100" y="152"/>
                    </a:lnTo>
                    <a:lnTo>
                      <a:pt x="117" y="154"/>
                    </a:lnTo>
                    <a:lnTo>
                      <a:pt x="133" y="152"/>
                    </a:lnTo>
                    <a:lnTo>
                      <a:pt x="146" y="143"/>
                    </a:lnTo>
                    <a:lnTo>
                      <a:pt x="154" y="131"/>
                    </a:lnTo>
                    <a:lnTo>
                      <a:pt x="158" y="115"/>
                    </a:lnTo>
                    <a:lnTo>
                      <a:pt x="154" y="99"/>
                    </a:lnTo>
                    <a:lnTo>
                      <a:pt x="146" y="86"/>
                    </a:lnTo>
                    <a:lnTo>
                      <a:pt x="133" y="77"/>
                    </a:lnTo>
                    <a:lnTo>
                      <a:pt x="117" y="75"/>
                    </a:lnTo>
                    <a:close/>
                    <a:moveTo>
                      <a:pt x="104" y="0"/>
                    </a:moveTo>
                    <a:lnTo>
                      <a:pt x="129" y="0"/>
                    </a:lnTo>
                    <a:lnTo>
                      <a:pt x="130" y="0"/>
                    </a:lnTo>
                    <a:lnTo>
                      <a:pt x="133" y="1"/>
                    </a:lnTo>
                    <a:lnTo>
                      <a:pt x="136" y="7"/>
                    </a:lnTo>
                    <a:lnTo>
                      <a:pt x="140" y="16"/>
                    </a:lnTo>
                    <a:lnTo>
                      <a:pt x="146" y="31"/>
                    </a:lnTo>
                    <a:lnTo>
                      <a:pt x="157" y="35"/>
                    </a:lnTo>
                    <a:lnTo>
                      <a:pt x="170" y="29"/>
                    </a:lnTo>
                    <a:lnTo>
                      <a:pt x="178" y="25"/>
                    </a:lnTo>
                    <a:lnTo>
                      <a:pt x="183" y="24"/>
                    </a:lnTo>
                    <a:lnTo>
                      <a:pt x="185" y="24"/>
                    </a:lnTo>
                    <a:lnTo>
                      <a:pt x="187" y="22"/>
                    </a:lnTo>
                    <a:lnTo>
                      <a:pt x="189" y="22"/>
                    </a:lnTo>
                    <a:lnTo>
                      <a:pt x="191" y="25"/>
                    </a:lnTo>
                    <a:lnTo>
                      <a:pt x="208" y="42"/>
                    </a:lnTo>
                    <a:lnTo>
                      <a:pt x="209" y="43"/>
                    </a:lnTo>
                    <a:lnTo>
                      <a:pt x="210" y="44"/>
                    </a:lnTo>
                    <a:lnTo>
                      <a:pt x="209" y="48"/>
                    </a:lnTo>
                    <a:lnTo>
                      <a:pt x="208" y="54"/>
                    </a:lnTo>
                    <a:lnTo>
                      <a:pt x="204" y="63"/>
                    </a:lnTo>
                    <a:lnTo>
                      <a:pt x="198" y="76"/>
                    </a:lnTo>
                    <a:lnTo>
                      <a:pt x="202" y="85"/>
                    </a:lnTo>
                    <a:lnTo>
                      <a:pt x="218" y="92"/>
                    </a:lnTo>
                    <a:lnTo>
                      <a:pt x="227" y="96"/>
                    </a:lnTo>
                    <a:lnTo>
                      <a:pt x="232" y="98"/>
                    </a:lnTo>
                    <a:lnTo>
                      <a:pt x="234" y="99"/>
                    </a:lnTo>
                    <a:lnTo>
                      <a:pt x="234" y="102"/>
                    </a:lnTo>
                    <a:lnTo>
                      <a:pt x="234" y="126"/>
                    </a:lnTo>
                    <a:lnTo>
                      <a:pt x="234" y="128"/>
                    </a:lnTo>
                    <a:lnTo>
                      <a:pt x="232" y="131"/>
                    </a:lnTo>
                    <a:lnTo>
                      <a:pt x="227" y="133"/>
                    </a:lnTo>
                    <a:lnTo>
                      <a:pt x="218" y="137"/>
                    </a:lnTo>
                    <a:lnTo>
                      <a:pt x="202" y="144"/>
                    </a:lnTo>
                    <a:lnTo>
                      <a:pt x="198" y="153"/>
                    </a:lnTo>
                    <a:lnTo>
                      <a:pt x="204" y="166"/>
                    </a:lnTo>
                    <a:lnTo>
                      <a:pt x="208" y="175"/>
                    </a:lnTo>
                    <a:lnTo>
                      <a:pt x="210" y="181"/>
                    </a:lnTo>
                    <a:lnTo>
                      <a:pt x="210" y="183"/>
                    </a:lnTo>
                    <a:lnTo>
                      <a:pt x="210" y="186"/>
                    </a:lnTo>
                    <a:lnTo>
                      <a:pt x="209" y="187"/>
                    </a:lnTo>
                    <a:lnTo>
                      <a:pt x="191" y="205"/>
                    </a:lnTo>
                    <a:lnTo>
                      <a:pt x="188" y="205"/>
                    </a:lnTo>
                    <a:lnTo>
                      <a:pt x="183" y="204"/>
                    </a:lnTo>
                    <a:lnTo>
                      <a:pt x="172" y="200"/>
                    </a:lnTo>
                    <a:lnTo>
                      <a:pt x="157" y="194"/>
                    </a:lnTo>
                    <a:lnTo>
                      <a:pt x="146" y="198"/>
                    </a:lnTo>
                    <a:lnTo>
                      <a:pt x="141" y="213"/>
                    </a:lnTo>
                    <a:lnTo>
                      <a:pt x="137" y="223"/>
                    </a:lnTo>
                    <a:lnTo>
                      <a:pt x="134" y="228"/>
                    </a:lnTo>
                    <a:lnTo>
                      <a:pt x="132" y="229"/>
                    </a:lnTo>
                    <a:lnTo>
                      <a:pt x="129" y="229"/>
                    </a:lnTo>
                    <a:lnTo>
                      <a:pt x="106" y="229"/>
                    </a:lnTo>
                    <a:lnTo>
                      <a:pt x="103" y="229"/>
                    </a:lnTo>
                    <a:lnTo>
                      <a:pt x="100" y="228"/>
                    </a:lnTo>
                    <a:lnTo>
                      <a:pt x="98" y="223"/>
                    </a:lnTo>
                    <a:lnTo>
                      <a:pt x="94" y="213"/>
                    </a:lnTo>
                    <a:lnTo>
                      <a:pt x="87" y="199"/>
                    </a:lnTo>
                    <a:lnTo>
                      <a:pt x="78" y="194"/>
                    </a:lnTo>
                    <a:lnTo>
                      <a:pt x="64" y="200"/>
                    </a:lnTo>
                    <a:lnTo>
                      <a:pt x="56" y="204"/>
                    </a:lnTo>
                    <a:lnTo>
                      <a:pt x="51" y="205"/>
                    </a:lnTo>
                    <a:lnTo>
                      <a:pt x="48" y="207"/>
                    </a:lnTo>
                    <a:lnTo>
                      <a:pt x="47" y="207"/>
                    </a:lnTo>
                    <a:lnTo>
                      <a:pt x="45" y="207"/>
                    </a:lnTo>
                    <a:lnTo>
                      <a:pt x="43" y="205"/>
                    </a:lnTo>
                    <a:lnTo>
                      <a:pt x="26" y="187"/>
                    </a:lnTo>
                    <a:lnTo>
                      <a:pt x="24" y="186"/>
                    </a:lnTo>
                    <a:lnTo>
                      <a:pt x="24" y="185"/>
                    </a:lnTo>
                    <a:lnTo>
                      <a:pt x="24" y="181"/>
                    </a:lnTo>
                    <a:lnTo>
                      <a:pt x="26" y="175"/>
                    </a:lnTo>
                    <a:lnTo>
                      <a:pt x="30" y="166"/>
                    </a:lnTo>
                    <a:lnTo>
                      <a:pt x="36" y="153"/>
                    </a:lnTo>
                    <a:lnTo>
                      <a:pt x="32" y="144"/>
                    </a:lnTo>
                    <a:lnTo>
                      <a:pt x="17" y="137"/>
                    </a:lnTo>
                    <a:lnTo>
                      <a:pt x="6" y="133"/>
                    </a:lnTo>
                    <a:lnTo>
                      <a:pt x="2" y="131"/>
                    </a:lnTo>
                    <a:lnTo>
                      <a:pt x="0" y="130"/>
                    </a:lnTo>
                    <a:lnTo>
                      <a:pt x="0" y="127"/>
                    </a:lnTo>
                    <a:lnTo>
                      <a:pt x="0" y="103"/>
                    </a:lnTo>
                    <a:lnTo>
                      <a:pt x="0" y="101"/>
                    </a:lnTo>
                    <a:lnTo>
                      <a:pt x="2" y="99"/>
                    </a:lnTo>
                    <a:lnTo>
                      <a:pt x="6" y="96"/>
                    </a:lnTo>
                    <a:lnTo>
                      <a:pt x="15" y="92"/>
                    </a:lnTo>
                    <a:lnTo>
                      <a:pt x="31" y="85"/>
                    </a:lnTo>
                    <a:lnTo>
                      <a:pt x="35" y="76"/>
                    </a:lnTo>
                    <a:lnTo>
                      <a:pt x="30" y="63"/>
                    </a:lnTo>
                    <a:lnTo>
                      <a:pt x="26" y="55"/>
                    </a:lnTo>
                    <a:lnTo>
                      <a:pt x="23" y="48"/>
                    </a:lnTo>
                    <a:lnTo>
                      <a:pt x="23" y="46"/>
                    </a:lnTo>
                    <a:lnTo>
                      <a:pt x="23" y="43"/>
                    </a:lnTo>
                    <a:lnTo>
                      <a:pt x="24" y="42"/>
                    </a:lnTo>
                    <a:lnTo>
                      <a:pt x="44" y="24"/>
                    </a:lnTo>
                    <a:lnTo>
                      <a:pt x="47" y="24"/>
                    </a:lnTo>
                    <a:lnTo>
                      <a:pt x="52" y="25"/>
                    </a:lnTo>
                    <a:lnTo>
                      <a:pt x="62" y="29"/>
                    </a:lnTo>
                    <a:lnTo>
                      <a:pt x="77" y="35"/>
                    </a:lnTo>
                    <a:lnTo>
                      <a:pt x="87" y="31"/>
                    </a:lnTo>
                    <a:lnTo>
                      <a:pt x="92" y="16"/>
                    </a:lnTo>
                    <a:lnTo>
                      <a:pt x="96" y="7"/>
                    </a:lnTo>
                    <a:lnTo>
                      <a:pt x="100" y="1"/>
                    </a:lnTo>
                    <a:lnTo>
                      <a:pt x="102" y="0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7" name="Freeform 51"/>
              <p:cNvSpPr>
                <a:spLocks noEditPoints="1"/>
              </p:cNvSpPr>
              <p:nvPr/>
            </p:nvSpPr>
            <p:spPr bwMode="auto">
              <a:xfrm rot="19386584" flipH="1">
                <a:off x="6352822" y="419981"/>
                <a:ext cx="168724" cy="165840"/>
              </a:xfrm>
              <a:custGeom>
                <a:avLst/>
                <a:gdLst>
                  <a:gd name="T0" fmla="*/ 101 w 234"/>
                  <a:gd name="T1" fmla="*/ 77 h 230"/>
                  <a:gd name="T2" fmla="*/ 79 w 234"/>
                  <a:gd name="T3" fmla="*/ 99 h 230"/>
                  <a:gd name="T4" fmla="*/ 79 w 234"/>
                  <a:gd name="T5" fmla="*/ 131 h 230"/>
                  <a:gd name="T6" fmla="*/ 101 w 234"/>
                  <a:gd name="T7" fmla="*/ 152 h 230"/>
                  <a:gd name="T8" fmla="*/ 132 w 234"/>
                  <a:gd name="T9" fmla="*/ 152 h 230"/>
                  <a:gd name="T10" fmla="*/ 155 w 234"/>
                  <a:gd name="T11" fmla="*/ 131 h 230"/>
                  <a:gd name="T12" fmla="*/ 155 w 234"/>
                  <a:gd name="T13" fmla="*/ 99 h 230"/>
                  <a:gd name="T14" fmla="*/ 132 w 234"/>
                  <a:gd name="T15" fmla="*/ 77 h 230"/>
                  <a:gd name="T16" fmla="*/ 104 w 234"/>
                  <a:gd name="T17" fmla="*/ 0 h 230"/>
                  <a:gd name="T18" fmla="*/ 131 w 234"/>
                  <a:gd name="T19" fmla="*/ 0 h 230"/>
                  <a:gd name="T20" fmla="*/ 136 w 234"/>
                  <a:gd name="T21" fmla="*/ 7 h 230"/>
                  <a:gd name="T22" fmla="*/ 147 w 234"/>
                  <a:gd name="T23" fmla="*/ 31 h 230"/>
                  <a:gd name="T24" fmla="*/ 169 w 234"/>
                  <a:gd name="T25" fmla="*/ 29 h 230"/>
                  <a:gd name="T26" fmla="*/ 183 w 234"/>
                  <a:gd name="T27" fmla="*/ 24 h 230"/>
                  <a:gd name="T28" fmla="*/ 187 w 234"/>
                  <a:gd name="T29" fmla="*/ 22 h 230"/>
                  <a:gd name="T30" fmla="*/ 191 w 234"/>
                  <a:gd name="T31" fmla="*/ 25 h 230"/>
                  <a:gd name="T32" fmla="*/ 210 w 234"/>
                  <a:gd name="T33" fmla="*/ 43 h 230"/>
                  <a:gd name="T34" fmla="*/ 210 w 234"/>
                  <a:gd name="T35" fmla="*/ 48 h 230"/>
                  <a:gd name="T36" fmla="*/ 204 w 234"/>
                  <a:gd name="T37" fmla="*/ 63 h 230"/>
                  <a:gd name="T38" fmla="*/ 202 w 234"/>
                  <a:gd name="T39" fmla="*/ 85 h 230"/>
                  <a:gd name="T40" fmla="*/ 228 w 234"/>
                  <a:gd name="T41" fmla="*/ 96 h 230"/>
                  <a:gd name="T42" fmla="*/ 234 w 234"/>
                  <a:gd name="T43" fmla="*/ 99 h 230"/>
                  <a:gd name="T44" fmla="*/ 234 w 234"/>
                  <a:gd name="T45" fmla="*/ 126 h 230"/>
                  <a:gd name="T46" fmla="*/ 232 w 234"/>
                  <a:gd name="T47" fmla="*/ 131 h 230"/>
                  <a:gd name="T48" fmla="*/ 217 w 234"/>
                  <a:gd name="T49" fmla="*/ 137 h 230"/>
                  <a:gd name="T50" fmla="*/ 198 w 234"/>
                  <a:gd name="T51" fmla="*/ 153 h 230"/>
                  <a:gd name="T52" fmla="*/ 208 w 234"/>
                  <a:gd name="T53" fmla="*/ 175 h 230"/>
                  <a:gd name="T54" fmla="*/ 211 w 234"/>
                  <a:gd name="T55" fmla="*/ 183 h 230"/>
                  <a:gd name="T56" fmla="*/ 210 w 234"/>
                  <a:gd name="T57" fmla="*/ 187 h 230"/>
                  <a:gd name="T58" fmla="*/ 187 w 234"/>
                  <a:gd name="T59" fmla="*/ 206 h 230"/>
                  <a:gd name="T60" fmla="*/ 172 w 234"/>
                  <a:gd name="T61" fmla="*/ 200 h 230"/>
                  <a:gd name="T62" fmla="*/ 147 w 234"/>
                  <a:gd name="T63" fmla="*/ 198 h 230"/>
                  <a:gd name="T64" fmla="*/ 136 w 234"/>
                  <a:gd name="T65" fmla="*/ 223 h 230"/>
                  <a:gd name="T66" fmla="*/ 132 w 234"/>
                  <a:gd name="T67" fmla="*/ 229 h 230"/>
                  <a:gd name="T68" fmla="*/ 105 w 234"/>
                  <a:gd name="T69" fmla="*/ 230 h 230"/>
                  <a:gd name="T70" fmla="*/ 101 w 234"/>
                  <a:gd name="T71" fmla="*/ 228 h 230"/>
                  <a:gd name="T72" fmla="*/ 94 w 234"/>
                  <a:gd name="T73" fmla="*/ 213 h 230"/>
                  <a:gd name="T74" fmla="*/ 77 w 234"/>
                  <a:gd name="T75" fmla="*/ 195 h 230"/>
                  <a:gd name="T76" fmla="*/ 55 w 234"/>
                  <a:gd name="T77" fmla="*/ 204 h 230"/>
                  <a:gd name="T78" fmla="*/ 47 w 234"/>
                  <a:gd name="T79" fmla="*/ 207 h 230"/>
                  <a:gd name="T80" fmla="*/ 45 w 234"/>
                  <a:gd name="T81" fmla="*/ 207 h 230"/>
                  <a:gd name="T82" fmla="*/ 25 w 234"/>
                  <a:gd name="T83" fmla="*/ 189 h 230"/>
                  <a:gd name="T84" fmla="*/ 24 w 234"/>
                  <a:gd name="T85" fmla="*/ 185 h 230"/>
                  <a:gd name="T86" fmla="*/ 26 w 234"/>
                  <a:gd name="T87" fmla="*/ 175 h 230"/>
                  <a:gd name="T88" fmla="*/ 36 w 234"/>
                  <a:gd name="T89" fmla="*/ 153 h 230"/>
                  <a:gd name="T90" fmla="*/ 16 w 234"/>
                  <a:gd name="T91" fmla="*/ 139 h 230"/>
                  <a:gd name="T92" fmla="*/ 2 w 234"/>
                  <a:gd name="T93" fmla="*/ 131 h 230"/>
                  <a:gd name="T94" fmla="*/ 0 w 234"/>
                  <a:gd name="T95" fmla="*/ 127 h 230"/>
                  <a:gd name="T96" fmla="*/ 0 w 234"/>
                  <a:gd name="T97" fmla="*/ 101 h 230"/>
                  <a:gd name="T98" fmla="*/ 7 w 234"/>
                  <a:gd name="T99" fmla="*/ 96 h 230"/>
                  <a:gd name="T100" fmla="*/ 32 w 234"/>
                  <a:gd name="T101" fmla="*/ 85 h 230"/>
                  <a:gd name="T102" fmla="*/ 29 w 234"/>
                  <a:gd name="T103" fmla="*/ 63 h 230"/>
                  <a:gd name="T104" fmla="*/ 24 w 234"/>
                  <a:gd name="T105" fmla="*/ 48 h 230"/>
                  <a:gd name="T106" fmla="*/ 24 w 234"/>
                  <a:gd name="T107" fmla="*/ 43 h 230"/>
                  <a:gd name="T108" fmla="*/ 43 w 234"/>
                  <a:gd name="T109" fmla="*/ 24 h 230"/>
                  <a:gd name="T110" fmla="*/ 51 w 234"/>
                  <a:gd name="T111" fmla="*/ 25 h 230"/>
                  <a:gd name="T112" fmla="*/ 77 w 234"/>
                  <a:gd name="T113" fmla="*/ 35 h 230"/>
                  <a:gd name="T114" fmla="*/ 93 w 234"/>
                  <a:gd name="T115" fmla="*/ 16 h 230"/>
                  <a:gd name="T116" fmla="*/ 100 w 234"/>
                  <a:gd name="T117" fmla="*/ 1 h 230"/>
                  <a:gd name="T118" fmla="*/ 104 w 234"/>
                  <a:gd name="T119" fmla="*/ 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34" h="230">
                    <a:moveTo>
                      <a:pt x="117" y="75"/>
                    </a:moveTo>
                    <a:lnTo>
                      <a:pt x="101" y="77"/>
                    </a:lnTo>
                    <a:lnTo>
                      <a:pt x="88" y="86"/>
                    </a:lnTo>
                    <a:lnTo>
                      <a:pt x="79" y="99"/>
                    </a:lnTo>
                    <a:lnTo>
                      <a:pt x="76" y="115"/>
                    </a:lnTo>
                    <a:lnTo>
                      <a:pt x="79" y="131"/>
                    </a:lnTo>
                    <a:lnTo>
                      <a:pt x="88" y="143"/>
                    </a:lnTo>
                    <a:lnTo>
                      <a:pt x="101" y="152"/>
                    </a:lnTo>
                    <a:lnTo>
                      <a:pt x="117" y="154"/>
                    </a:lnTo>
                    <a:lnTo>
                      <a:pt x="132" y="152"/>
                    </a:lnTo>
                    <a:lnTo>
                      <a:pt x="145" y="143"/>
                    </a:lnTo>
                    <a:lnTo>
                      <a:pt x="155" y="131"/>
                    </a:lnTo>
                    <a:lnTo>
                      <a:pt x="159" y="115"/>
                    </a:lnTo>
                    <a:lnTo>
                      <a:pt x="155" y="99"/>
                    </a:lnTo>
                    <a:lnTo>
                      <a:pt x="145" y="86"/>
                    </a:lnTo>
                    <a:lnTo>
                      <a:pt x="132" y="77"/>
                    </a:lnTo>
                    <a:lnTo>
                      <a:pt x="117" y="75"/>
                    </a:lnTo>
                    <a:close/>
                    <a:moveTo>
                      <a:pt x="104" y="0"/>
                    </a:moveTo>
                    <a:lnTo>
                      <a:pt x="128" y="0"/>
                    </a:lnTo>
                    <a:lnTo>
                      <a:pt x="131" y="0"/>
                    </a:lnTo>
                    <a:lnTo>
                      <a:pt x="132" y="1"/>
                    </a:lnTo>
                    <a:lnTo>
                      <a:pt x="136" y="7"/>
                    </a:lnTo>
                    <a:lnTo>
                      <a:pt x="140" y="16"/>
                    </a:lnTo>
                    <a:lnTo>
                      <a:pt x="147" y="31"/>
                    </a:lnTo>
                    <a:lnTo>
                      <a:pt x="156" y="35"/>
                    </a:lnTo>
                    <a:lnTo>
                      <a:pt x="169" y="29"/>
                    </a:lnTo>
                    <a:lnTo>
                      <a:pt x="178" y="25"/>
                    </a:lnTo>
                    <a:lnTo>
                      <a:pt x="183" y="24"/>
                    </a:lnTo>
                    <a:lnTo>
                      <a:pt x="186" y="24"/>
                    </a:lnTo>
                    <a:lnTo>
                      <a:pt x="187" y="22"/>
                    </a:lnTo>
                    <a:lnTo>
                      <a:pt x="189" y="22"/>
                    </a:lnTo>
                    <a:lnTo>
                      <a:pt x="191" y="25"/>
                    </a:lnTo>
                    <a:lnTo>
                      <a:pt x="208" y="42"/>
                    </a:lnTo>
                    <a:lnTo>
                      <a:pt x="210" y="43"/>
                    </a:lnTo>
                    <a:lnTo>
                      <a:pt x="210" y="45"/>
                    </a:lnTo>
                    <a:lnTo>
                      <a:pt x="210" y="48"/>
                    </a:lnTo>
                    <a:lnTo>
                      <a:pt x="207" y="54"/>
                    </a:lnTo>
                    <a:lnTo>
                      <a:pt x="204" y="63"/>
                    </a:lnTo>
                    <a:lnTo>
                      <a:pt x="198" y="76"/>
                    </a:lnTo>
                    <a:lnTo>
                      <a:pt x="202" y="85"/>
                    </a:lnTo>
                    <a:lnTo>
                      <a:pt x="217" y="92"/>
                    </a:lnTo>
                    <a:lnTo>
                      <a:pt x="228" y="96"/>
                    </a:lnTo>
                    <a:lnTo>
                      <a:pt x="232" y="98"/>
                    </a:lnTo>
                    <a:lnTo>
                      <a:pt x="234" y="99"/>
                    </a:lnTo>
                    <a:lnTo>
                      <a:pt x="234" y="102"/>
                    </a:lnTo>
                    <a:lnTo>
                      <a:pt x="234" y="126"/>
                    </a:lnTo>
                    <a:lnTo>
                      <a:pt x="234" y="128"/>
                    </a:lnTo>
                    <a:lnTo>
                      <a:pt x="232" y="131"/>
                    </a:lnTo>
                    <a:lnTo>
                      <a:pt x="228" y="134"/>
                    </a:lnTo>
                    <a:lnTo>
                      <a:pt x="217" y="137"/>
                    </a:lnTo>
                    <a:lnTo>
                      <a:pt x="202" y="144"/>
                    </a:lnTo>
                    <a:lnTo>
                      <a:pt x="198" y="153"/>
                    </a:lnTo>
                    <a:lnTo>
                      <a:pt x="204" y="166"/>
                    </a:lnTo>
                    <a:lnTo>
                      <a:pt x="208" y="175"/>
                    </a:lnTo>
                    <a:lnTo>
                      <a:pt x="210" y="181"/>
                    </a:lnTo>
                    <a:lnTo>
                      <a:pt x="211" y="183"/>
                    </a:lnTo>
                    <a:lnTo>
                      <a:pt x="210" y="186"/>
                    </a:lnTo>
                    <a:lnTo>
                      <a:pt x="210" y="187"/>
                    </a:lnTo>
                    <a:lnTo>
                      <a:pt x="190" y="206"/>
                    </a:lnTo>
                    <a:lnTo>
                      <a:pt x="187" y="206"/>
                    </a:lnTo>
                    <a:lnTo>
                      <a:pt x="182" y="204"/>
                    </a:lnTo>
                    <a:lnTo>
                      <a:pt x="172" y="200"/>
                    </a:lnTo>
                    <a:lnTo>
                      <a:pt x="156" y="194"/>
                    </a:lnTo>
                    <a:lnTo>
                      <a:pt x="147" y="198"/>
                    </a:lnTo>
                    <a:lnTo>
                      <a:pt x="140" y="213"/>
                    </a:lnTo>
                    <a:lnTo>
                      <a:pt x="136" y="223"/>
                    </a:lnTo>
                    <a:lnTo>
                      <a:pt x="134" y="228"/>
                    </a:lnTo>
                    <a:lnTo>
                      <a:pt x="132" y="229"/>
                    </a:lnTo>
                    <a:lnTo>
                      <a:pt x="130" y="230"/>
                    </a:lnTo>
                    <a:lnTo>
                      <a:pt x="105" y="230"/>
                    </a:lnTo>
                    <a:lnTo>
                      <a:pt x="104" y="229"/>
                    </a:lnTo>
                    <a:lnTo>
                      <a:pt x="101" y="228"/>
                    </a:lnTo>
                    <a:lnTo>
                      <a:pt x="98" y="223"/>
                    </a:lnTo>
                    <a:lnTo>
                      <a:pt x="94" y="213"/>
                    </a:lnTo>
                    <a:lnTo>
                      <a:pt x="88" y="199"/>
                    </a:lnTo>
                    <a:lnTo>
                      <a:pt x="77" y="195"/>
                    </a:lnTo>
                    <a:lnTo>
                      <a:pt x="64" y="200"/>
                    </a:lnTo>
                    <a:lnTo>
                      <a:pt x="55" y="204"/>
                    </a:lnTo>
                    <a:lnTo>
                      <a:pt x="50" y="206"/>
                    </a:lnTo>
                    <a:lnTo>
                      <a:pt x="47" y="207"/>
                    </a:lnTo>
                    <a:lnTo>
                      <a:pt x="47" y="207"/>
                    </a:lnTo>
                    <a:lnTo>
                      <a:pt x="45" y="207"/>
                    </a:lnTo>
                    <a:lnTo>
                      <a:pt x="43" y="206"/>
                    </a:lnTo>
                    <a:lnTo>
                      <a:pt x="25" y="189"/>
                    </a:lnTo>
                    <a:lnTo>
                      <a:pt x="25" y="187"/>
                    </a:lnTo>
                    <a:lnTo>
                      <a:pt x="24" y="185"/>
                    </a:lnTo>
                    <a:lnTo>
                      <a:pt x="25" y="181"/>
                    </a:lnTo>
                    <a:lnTo>
                      <a:pt x="26" y="175"/>
                    </a:lnTo>
                    <a:lnTo>
                      <a:pt x="30" y="166"/>
                    </a:lnTo>
                    <a:lnTo>
                      <a:pt x="36" y="153"/>
                    </a:lnTo>
                    <a:lnTo>
                      <a:pt x="32" y="144"/>
                    </a:lnTo>
                    <a:lnTo>
                      <a:pt x="16" y="139"/>
                    </a:lnTo>
                    <a:lnTo>
                      <a:pt x="7" y="135"/>
                    </a:lnTo>
                    <a:lnTo>
                      <a:pt x="2" y="131"/>
                    </a:lnTo>
                    <a:lnTo>
                      <a:pt x="0" y="130"/>
                    </a:lnTo>
                    <a:lnTo>
                      <a:pt x="0" y="127"/>
                    </a:lnTo>
                    <a:lnTo>
                      <a:pt x="0" y="103"/>
                    </a:lnTo>
                    <a:lnTo>
                      <a:pt x="0" y="101"/>
                    </a:lnTo>
                    <a:lnTo>
                      <a:pt x="2" y="99"/>
                    </a:lnTo>
                    <a:lnTo>
                      <a:pt x="7" y="96"/>
                    </a:lnTo>
                    <a:lnTo>
                      <a:pt x="16" y="92"/>
                    </a:lnTo>
                    <a:lnTo>
                      <a:pt x="32" y="85"/>
                    </a:lnTo>
                    <a:lnTo>
                      <a:pt x="36" y="76"/>
                    </a:lnTo>
                    <a:lnTo>
                      <a:pt x="29" y="63"/>
                    </a:lnTo>
                    <a:lnTo>
                      <a:pt x="26" y="55"/>
                    </a:lnTo>
                    <a:lnTo>
                      <a:pt x="24" y="48"/>
                    </a:lnTo>
                    <a:lnTo>
                      <a:pt x="24" y="46"/>
                    </a:lnTo>
                    <a:lnTo>
                      <a:pt x="24" y="43"/>
                    </a:lnTo>
                    <a:lnTo>
                      <a:pt x="25" y="42"/>
                    </a:lnTo>
                    <a:lnTo>
                      <a:pt x="43" y="24"/>
                    </a:lnTo>
                    <a:lnTo>
                      <a:pt x="46" y="24"/>
                    </a:lnTo>
                    <a:lnTo>
                      <a:pt x="51" y="25"/>
                    </a:lnTo>
                    <a:lnTo>
                      <a:pt x="62" y="29"/>
                    </a:lnTo>
                    <a:lnTo>
                      <a:pt x="77" y="35"/>
                    </a:lnTo>
                    <a:lnTo>
                      <a:pt x="88" y="31"/>
                    </a:lnTo>
                    <a:lnTo>
                      <a:pt x="93" y="16"/>
                    </a:lnTo>
                    <a:lnTo>
                      <a:pt x="97" y="7"/>
                    </a:lnTo>
                    <a:lnTo>
                      <a:pt x="100" y="1"/>
                    </a:lnTo>
                    <a:lnTo>
                      <a:pt x="102" y="0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  <p:sp>
            <p:nvSpPr>
              <p:cNvPr id="58" name="Freeform 52"/>
              <p:cNvSpPr/>
              <p:nvPr/>
            </p:nvSpPr>
            <p:spPr bwMode="auto">
              <a:xfrm rot="19386584" flipH="1">
                <a:off x="6637406" y="2373638"/>
                <a:ext cx="861646" cy="651102"/>
              </a:xfrm>
              <a:custGeom>
                <a:avLst/>
                <a:gdLst>
                  <a:gd name="T0" fmla="*/ 1053 w 1195"/>
                  <a:gd name="T1" fmla="*/ 1 h 903"/>
                  <a:gd name="T2" fmla="*/ 1148 w 1195"/>
                  <a:gd name="T3" fmla="*/ 8 h 903"/>
                  <a:gd name="T4" fmla="*/ 1191 w 1195"/>
                  <a:gd name="T5" fmla="*/ 51 h 903"/>
                  <a:gd name="T6" fmla="*/ 1182 w 1195"/>
                  <a:gd name="T7" fmla="*/ 112 h 903"/>
                  <a:gd name="T8" fmla="*/ 1127 w 1195"/>
                  <a:gd name="T9" fmla="*/ 140 h 903"/>
                  <a:gd name="T10" fmla="*/ 1127 w 1195"/>
                  <a:gd name="T11" fmla="*/ 191 h 903"/>
                  <a:gd name="T12" fmla="*/ 1182 w 1195"/>
                  <a:gd name="T13" fmla="*/ 218 h 903"/>
                  <a:gd name="T14" fmla="*/ 1191 w 1195"/>
                  <a:gd name="T15" fmla="*/ 280 h 903"/>
                  <a:gd name="T16" fmla="*/ 1148 w 1195"/>
                  <a:gd name="T17" fmla="*/ 323 h 903"/>
                  <a:gd name="T18" fmla="*/ 1123 w 1195"/>
                  <a:gd name="T19" fmla="*/ 377 h 903"/>
                  <a:gd name="T20" fmla="*/ 1166 w 1195"/>
                  <a:gd name="T21" fmla="*/ 390 h 903"/>
                  <a:gd name="T22" fmla="*/ 1195 w 1195"/>
                  <a:gd name="T23" fmla="*/ 445 h 903"/>
                  <a:gd name="T24" fmla="*/ 1166 w 1195"/>
                  <a:gd name="T25" fmla="*/ 500 h 903"/>
                  <a:gd name="T26" fmla="*/ 1123 w 1195"/>
                  <a:gd name="T27" fmla="*/ 513 h 903"/>
                  <a:gd name="T28" fmla="*/ 1111 w 1195"/>
                  <a:gd name="T29" fmla="*/ 611 h 903"/>
                  <a:gd name="T30" fmla="*/ 1062 w 1195"/>
                  <a:gd name="T31" fmla="*/ 650 h 903"/>
                  <a:gd name="T32" fmla="*/ 1030 w 1195"/>
                  <a:gd name="T33" fmla="*/ 661 h 903"/>
                  <a:gd name="T34" fmla="*/ 986 w 1195"/>
                  <a:gd name="T35" fmla="*/ 700 h 903"/>
                  <a:gd name="T36" fmla="*/ 917 w 1195"/>
                  <a:gd name="T37" fmla="*/ 758 h 903"/>
                  <a:gd name="T38" fmla="*/ 835 w 1195"/>
                  <a:gd name="T39" fmla="*/ 819 h 903"/>
                  <a:gd name="T40" fmla="*/ 753 w 1195"/>
                  <a:gd name="T41" fmla="*/ 872 h 903"/>
                  <a:gd name="T42" fmla="*/ 684 w 1195"/>
                  <a:gd name="T43" fmla="*/ 900 h 903"/>
                  <a:gd name="T44" fmla="*/ 600 w 1195"/>
                  <a:gd name="T45" fmla="*/ 903 h 903"/>
                  <a:gd name="T46" fmla="*/ 510 w 1195"/>
                  <a:gd name="T47" fmla="*/ 900 h 903"/>
                  <a:gd name="T48" fmla="*/ 440 w 1195"/>
                  <a:gd name="T49" fmla="*/ 872 h 903"/>
                  <a:gd name="T50" fmla="*/ 359 w 1195"/>
                  <a:gd name="T51" fmla="*/ 819 h 903"/>
                  <a:gd name="T52" fmla="*/ 277 w 1195"/>
                  <a:gd name="T53" fmla="*/ 758 h 903"/>
                  <a:gd name="T54" fmla="*/ 209 w 1195"/>
                  <a:gd name="T55" fmla="*/ 700 h 903"/>
                  <a:gd name="T56" fmla="*/ 164 w 1195"/>
                  <a:gd name="T57" fmla="*/ 661 h 903"/>
                  <a:gd name="T58" fmla="*/ 132 w 1195"/>
                  <a:gd name="T59" fmla="*/ 650 h 903"/>
                  <a:gd name="T60" fmla="*/ 82 w 1195"/>
                  <a:gd name="T61" fmla="*/ 611 h 903"/>
                  <a:gd name="T62" fmla="*/ 70 w 1195"/>
                  <a:gd name="T63" fmla="*/ 513 h 903"/>
                  <a:gd name="T64" fmla="*/ 27 w 1195"/>
                  <a:gd name="T65" fmla="*/ 500 h 903"/>
                  <a:gd name="T66" fmla="*/ 0 w 1195"/>
                  <a:gd name="T67" fmla="*/ 445 h 903"/>
                  <a:gd name="T68" fmla="*/ 27 w 1195"/>
                  <a:gd name="T69" fmla="*/ 390 h 903"/>
                  <a:gd name="T70" fmla="*/ 70 w 1195"/>
                  <a:gd name="T71" fmla="*/ 377 h 903"/>
                  <a:gd name="T72" fmla="*/ 45 w 1195"/>
                  <a:gd name="T73" fmla="*/ 323 h 903"/>
                  <a:gd name="T74" fmla="*/ 2 w 1195"/>
                  <a:gd name="T75" fmla="*/ 280 h 903"/>
                  <a:gd name="T76" fmla="*/ 13 w 1195"/>
                  <a:gd name="T77" fmla="*/ 218 h 903"/>
                  <a:gd name="T78" fmla="*/ 68 w 1195"/>
                  <a:gd name="T79" fmla="*/ 191 h 903"/>
                  <a:gd name="T80" fmla="*/ 68 w 1195"/>
                  <a:gd name="T81" fmla="*/ 140 h 903"/>
                  <a:gd name="T82" fmla="*/ 13 w 1195"/>
                  <a:gd name="T83" fmla="*/ 112 h 903"/>
                  <a:gd name="T84" fmla="*/ 2 w 1195"/>
                  <a:gd name="T85" fmla="*/ 51 h 903"/>
                  <a:gd name="T86" fmla="*/ 45 w 1195"/>
                  <a:gd name="T87" fmla="*/ 8 h 903"/>
                  <a:gd name="T88" fmla="*/ 141 w 1195"/>
                  <a:gd name="T89" fmla="*/ 1 h 9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95" h="903">
                    <a:moveTo>
                      <a:pt x="155" y="0"/>
                    </a:moveTo>
                    <a:lnTo>
                      <a:pt x="1040" y="0"/>
                    </a:lnTo>
                    <a:lnTo>
                      <a:pt x="1053" y="1"/>
                    </a:lnTo>
                    <a:lnTo>
                      <a:pt x="1066" y="5"/>
                    </a:lnTo>
                    <a:lnTo>
                      <a:pt x="1127" y="5"/>
                    </a:lnTo>
                    <a:lnTo>
                      <a:pt x="1148" y="8"/>
                    </a:lnTo>
                    <a:lnTo>
                      <a:pt x="1166" y="18"/>
                    </a:lnTo>
                    <a:lnTo>
                      <a:pt x="1182" y="32"/>
                    </a:lnTo>
                    <a:lnTo>
                      <a:pt x="1191" y="51"/>
                    </a:lnTo>
                    <a:lnTo>
                      <a:pt x="1195" y="73"/>
                    </a:lnTo>
                    <a:lnTo>
                      <a:pt x="1191" y="94"/>
                    </a:lnTo>
                    <a:lnTo>
                      <a:pt x="1182" y="112"/>
                    </a:lnTo>
                    <a:lnTo>
                      <a:pt x="1166" y="127"/>
                    </a:lnTo>
                    <a:lnTo>
                      <a:pt x="1148" y="137"/>
                    </a:lnTo>
                    <a:lnTo>
                      <a:pt x="1127" y="140"/>
                    </a:lnTo>
                    <a:lnTo>
                      <a:pt x="1123" y="140"/>
                    </a:lnTo>
                    <a:lnTo>
                      <a:pt x="1123" y="191"/>
                    </a:lnTo>
                    <a:lnTo>
                      <a:pt x="1127" y="191"/>
                    </a:lnTo>
                    <a:lnTo>
                      <a:pt x="1148" y="195"/>
                    </a:lnTo>
                    <a:lnTo>
                      <a:pt x="1166" y="204"/>
                    </a:lnTo>
                    <a:lnTo>
                      <a:pt x="1182" y="218"/>
                    </a:lnTo>
                    <a:lnTo>
                      <a:pt x="1191" y="237"/>
                    </a:lnTo>
                    <a:lnTo>
                      <a:pt x="1195" y="259"/>
                    </a:lnTo>
                    <a:lnTo>
                      <a:pt x="1191" y="280"/>
                    </a:lnTo>
                    <a:lnTo>
                      <a:pt x="1182" y="298"/>
                    </a:lnTo>
                    <a:lnTo>
                      <a:pt x="1166" y="314"/>
                    </a:lnTo>
                    <a:lnTo>
                      <a:pt x="1148" y="323"/>
                    </a:lnTo>
                    <a:lnTo>
                      <a:pt x="1127" y="327"/>
                    </a:lnTo>
                    <a:lnTo>
                      <a:pt x="1123" y="327"/>
                    </a:lnTo>
                    <a:lnTo>
                      <a:pt x="1123" y="377"/>
                    </a:lnTo>
                    <a:lnTo>
                      <a:pt x="1127" y="377"/>
                    </a:lnTo>
                    <a:lnTo>
                      <a:pt x="1148" y="381"/>
                    </a:lnTo>
                    <a:lnTo>
                      <a:pt x="1166" y="390"/>
                    </a:lnTo>
                    <a:lnTo>
                      <a:pt x="1182" y="404"/>
                    </a:lnTo>
                    <a:lnTo>
                      <a:pt x="1191" y="424"/>
                    </a:lnTo>
                    <a:lnTo>
                      <a:pt x="1195" y="445"/>
                    </a:lnTo>
                    <a:lnTo>
                      <a:pt x="1191" y="466"/>
                    </a:lnTo>
                    <a:lnTo>
                      <a:pt x="1182" y="485"/>
                    </a:lnTo>
                    <a:lnTo>
                      <a:pt x="1166" y="500"/>
                    </a:lnTo>
                    <a:lnTo>
                      <a:pt x="1148" y="509"/>
                    </a:lnTo>
                    <a:lnTo>
                      <a:pt x="1127" y="513"/>
                    </a:lnTo>
                    <a:lnTo>
                      <a:pt x="1123" y="513"/>
                    </a:lnTo>
                    <a:lnTo>
                      <a:pt x="1123" y="569"/>
                    </a:lnTo>
                    <a:lnTo>
                      <a:pt x="1121" y="591"/>
                    </a:lnTo>
                    <a:lnTo>
                      <a:pt x="1111" y="611"/>
                    </a:lnTo>
                    <a:lnTo>
                      <a:pt x="1098" y="628"/>
                    </a:lnTo>
                    <a:lnTo>
                      <a:pt x="1081" y="641"/>
                    </a:lnTo>
                    <a:lnTo>
                      <a:pt x="1062" y="650"/>
                    </a:lnTo>
                    <a:lnTo>
                      <a:pt x="1040" y="653"/>
                    </a:lnTo>
                    <a:lnTo>
                      <a:pt x="1037" y="656"/>
                    </a:lnTo>
                    <a:lnTo>
                      <a:pt x="1030" y="661"/>
                    </a:lnTo>
                    <a:lnTo>
                      <a:pt x="1019" y="671"/>
                    </a:lnTo>
                    <a:lnTo>
                      <a:pt x="1004" y="684"/>
                    </a:lnTo>
                    <a:lnTo>
                      <a:pt x="986" y="700"/>
                    </a:lnTo>
                    <a:lnTo>
                      <a:pt x="965" y="717"/>
                    </a:lnTo>
                    <a:lnTo>
                      <a:pt x="941" y="737"/>
                    </a:lnTo>
                    <a:lnTo>
                      <a:pt x="917" y="758"/>
                    </a:lnTo>
                    <a:lnTo>
                      <a:pt x="890" y="777"/>
                    </a:lnTo>
                    <a:lnTo>
                      <a:pt x="863" y="798"/>
                    </a:lnTo>
                    <a:lnTo>
                      <a:pt x="835" y="819"/>
                    </a:lnTo>
                    <a:lnTo>
                      <a:pt x="807" y="838"/>
                    </a:lnTo>
                    <a:lnTo>
                      <a:pt x="779" y="856"/>
                    </a:lnTo>
                    <a:lnTo>
                      <a:pt x="753" y="872"/>
                    </a:lnTo>
                    <a:lnTo>
                      <a:pt x="728" y="885"/>
                    </a:lnTo>
                    <a:lnTo>
                      <a:pt x="705" y="894"/>
                    </a:lnTo>
                    <a:lnTo>
                      <a:pt x="684" y="900"/>
                    </a:lnTo>
                    <a:lnTo>
                      <a:pt x="665" y="903"/>
                    </a:lnTo>
                    <a:lnTo>
                      <a:pt x="601" y="903"/>
                    </a:lnTo>
                    <a:lnTo>
                      <a:pt x="600" y="903"/>
                    </a:lnTo>
                    <a:lnTo>
                      <a:pt x="597" y="903"/>
                    </a:lnTo>
                    <a:lnTo>
                      <a:pt x="528" y="903"/>
                    </a:lnTo>
                    <a:lnTo>
                      <a:pt x="510" y="900"/>
                    </a:lnTo>
                    <a:lnTo>
                      <a:pt x="489" y="894"/>
                    </a:lnTo>
                    <a:lnTo>
                      <a:pt x="465" y="885"/>
                    </a:lnTo>
                    <a:lnTo>
                      <a:pt x="440" y="872"/>
                    </a:lnTo>
                    <a:lnTo>
                      <a:pt x="414" y="856"/>
                    </a:lnTo>
                    <a:lnTo>
                      <a:pt x="387" y="838"/>
                    </a:lnTo>
                    <a:lnTo>
                      <a:pt x="359" y="819"/>
                    </a:lnTo>
                    <a:lnTo>
                      <a:pt x="331" y="798"/>
                    </a:lnTo>
                    <a:lnTo>
                      <a:pt x="304" y="777"/>
                    </a:lnTo>
                    <a:lnTo>
                      <a:pt x="277" y="758"/>
                    </a:lnTo>
                    <a:lnTo>
                      <a:pt x="252" y="737"/>
                    </a:lnTo>
                    <a:lnTo>
                      <a:pt x="230" y="717"/>
                    </a:lnTo>
                    <a:lnTo>
                      <a:pt x="209" y="700"/>
                    </a:lnTo>
                    <a:lnTo>
                      <a:pt x="191" y="684"/>
                    </a:lnTo>
                    <a:lnTo>
                      <a:pt x="175" y="671"/>
                    </a:lnTo>
                    <a:lnTo>
                      <a:pt x="164" y="661"/>
                    </a:lnTo>
                    <a:lnTo>
                      <a:pt x="157" y="656"/>
                    </a:lnTo>
                    <a:lnTo>
                      <a:pt x="155" y="653"/>
                    </a:lnTo>
                    <a:lnTo>
                      <a:pt x="132" y="650"/>
                    </a:lnTo>
                    <a:lnTo>
                      <a:pt x="112" y="641"/>
                    </a:lnTo>
                    <a:lnTo>
                      <a:pt x="95" y="628"/>
                    </a:lnTo>
                    <a:lnTo>
                      <a:pt x="82" y="611"/>
                    </a:lnTo>
                    <a:lnTo>
                      <a:pt x="73" y="591"/>
                    </a:lnTo>
                    <a:lnTo>
                      <a:pt x="70" y="569"/>
                    </a:lnTo>
                    <a:lnTo>
                      <a:pt x="70" y="513"/>
                    </a:lnTo>
                    <a:lnTo>
                      <a:pt x="68" y="513"/>
                    </a:lnTo>
                    <a:lnTo>
                      <a:pt x="45" y="509"/>
                    </a:lnTo>
                    <a:lnTo>
                      <a:pt x="27" y="500"/>
                    </a:lnTo>
                    <a:lnTo>
                      <a:pt x="13" y="485"/>
                    </a:lnTo>
                    <a:lnTo>
                      <a:pt x="2" y="466"/>
                    </a:lnTo>
                    <a:lnTo>
                      <a:pt x="0" y="445"/>
                    </a:lnTo>
                    <a:lnTo>
                      <a:pt x="2" y="424"/>
                    </a:lnTo>
                    <a:lnTo>
                      <a:pt x="13" y="404"/>
                    </a:lnTo>
                    <a:lnTo>
                      <a:pt x="27" y="390"/>
                    </a:lnTo>
                    <a:lnTo>
                      <a:pt x="45" y="381"/>
                    </a:lnTo>
                    <a:lnTo>
                      <a:pt x="68" y="377"/>
                    </a:lnTo>
                    <a:lnTo>
                      <a:pt x="70" y="377"/>
                    </a:lnTo>
                    <a:lnTo>
                      <a:pt x="70" y="327"/>
                    </a:lnTo>
                    <a:lnTo>
                      <a:pt x="68" y="327"/>
                    </a:lnTo>
                    <a:lnTo>
                      <a:pt x="45" y="323"/>
                    </a:lnTo>
                    <a:lnTo>
                      <a:pt x="27" y="314"/>
                    </a:lnTo>
                    <a:lnTo>
                      <a:pt x="13" y="298"/>
                    </a:lnTo>
                    <a:lnTo>
                      <a:pt x="2" y="280"/>
                    </a:lnTo>
                    <a:lnTo>
                      <a:pt x="0" y="259"/>
                    </a:lnTo>
                    <a:lnTo>
                      <a:pt x="2" y="237"/>
                    </a:lnTo>
                    <a:lnTo>
                      <a:pt x="13" y="218"/>
                    </a:lnTo>
                    <a:lnTo>
                      <a:pt x="27" y="204"/>
                    </a:lnTo>
                    <a:lnTo>
                      <a:pt x="45" y="195"/>
                    </a:lnTo>
                    <a:lnTo>
                      <a:pt x="68" y="191"/>
                    </a:lnTo>
                    <a:lnTo>
                      <a:pt x="70" y="191"/>
                    </a:lnTo>
                    <a:lnTo>
                      <a:pt x="70" y="140"/>
                    </a:lnTo>
                    <a:lnTo>
                      <a:pt x="68" y="140"/>
                    </a:lnTo>
                    <a:lnTo>
                      <a:pt x="45" y="137"/>
                    </a:lnTo>
                    <a:lnTo>
                      <a:pt x="27" y="127"/>
                    </a:lnTo>
                    <a:lnTo>
                      <a:pt x="13" y="112"/>
                    </a:lnTo>
                    <a:lnTo>
                      <a:pt x="2" y="94"/>
                    </a:lnTo>
                    <a:lnTo>
                      <a:pt x="0" y="73"/>
                    </a:lnTo>
                    <a:lnTo>
                      <a:pt x="2" y="51"/>
                    </a:lnTo>
                    <a:lnTo>
                      <a:pt x="13" y="32"/>
                    </a:lnTo>
                    <a:lnTo>
                      <a:pt x="27" y="18"/>
                    </a:lnTo>
                    <a:lnTo>
                      <a:pt x="45" y="8"/>
                    </a:lnTo>
                    <a:lnTo>
                      <a:pt x="68" y="5"/>
                    </a:lnTo>
                    <a:lnTo>
                      <a:pt x="129" y="5"/>
                    </a:lnTo>
                    <a:lnTo>
                      <a:pt x="141" y="1"/>
                    </a:lnTo>
                    <a:lnTo>
                      <a:pt x="15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a楷体" panose="02000500000000000000" pitchFamily="2" charset="-122"/>
                  <a:ea typeface="+mn-ea"/>
                  <a:cs typeface="+mn-cs"/>
                </a:endParaRPr>
              </a:p>
            </p:txBody>
          </p:sp>
        </p:grpSp>
      </p:grpSp>
      <p:sp>
        <p:nvSpPr>
          <p:cNvPr id="65" name="Title 1"/>
          <p:cNvSpPr txBox="1"/>
          <p:nvPr/>
        </p:nvSpPr>
        <p:spPr>
          <a:xfrm>
            <a:off x="786924" y="1634396"/>
            <a:ext cx="5882341" cy="15385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r" defTabSz="913765">
              <a:spcBef>
                <a:spcPct val="0"/>
              </a:spcBef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pitchFamily="50" charset="0"/>
                <a:ea typeface="Roboto Light" panose="02000000000000000000" pitchFamily="2" charset="0"/>
                <a:cs typeface="Lato Light" panose="020F0402020204030203" pitchFamily="34" charset="0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</a:rPr>
              <a:t>Join with us and we’ll make the world in our hand. It’s using to make your look good.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532111" y="3531865"/>
            <a:ext cx="213090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</a:rPr>
              <a:t>48%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</a:rPr>
              <a:t>BUSINESS MODELS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oboto" panose="02000000000000000000" pitchFamily="2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78495"/>
                </a:solidFill>
                <a:effectLst/>
                <a:uLnTx/>
                <a:uFillTx/>
                <a:latin typeface="Aa楷体" panose="02000500000000000000" pitchFamily="2" charset="-122"/>
                <a:ea typeface="Roboto" panose="02000000000000000000" pitchFamily="2" charset="0"/>
                <a:cs typeface="Aa楷体" panose="02000500000000000000" pitchFamily="2" charset="-122"/>
              </a:rPr>
              <a:t>Conveniently 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oboto" panose="02000000000000000000" pitchFamily="2" charset="0"/>
                <a:cs typeface="Aa楷体" panose="02000500000000000000" pitchFamily="2" charset="-122"/>
              </a:rPr>
              <a:t>terate top-line alignments for wireless metrics.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oboto" panose="02000000000000000000" pitchFamily="2" charset="0"/>
              <a:cs typeface="Aa楷体" panose="02000500000000000000" pitchFamily="2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377588" y="3531865"/>
            <a:ext cx="213090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</a:rPr>
              <a:t>88%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</a:rPr>
              <a:t>TARGET MARKET 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oboto" panose="02000000000000000000" pitchFamily="2" charset="0"/>
              <a:cs typeface="Aa楷体" panose="02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Roboto" panose="02000000000000000000" pitchFamily="2" charset="0"/>
                <a:cs typeface="Aa楷体" panose="02000500000000000000" pitchFamily="2" charset="-122"/>
              </a:rPr>
              <a:t>Conveniently iterate top-line alignments for wireless metrics.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Roboto" panose="02000000000000000000" pitchFamily="2" charset="0"/>
              <a:cs typeface="Aa楷体" panose="02000500000000000000" pitchFamily="2" charset="-122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4685124" y="3916878"/>
            <a:ext cx="527050" cy="527050"/>
            <a:chOff x="1360488" y="595313"/>
            <a:chExt cx="527050" cy="527050"/>
          </a:xfrm>
          <a:solidFill>
            <a:schemeClr val="accent1"/>
          </a:solidFill>
        </p:grpSpPr>
        <p:sp>
          <p:nvSpPr>
            <p:cNvPr id="70" name="Freeform 197"/>
            <p:cNvSpPr/>
            <p:nvPr/>
          </p:nvSpPr>
          <p:spPr bwMode="auto">
            <a:xfrm>
              <a:off x="1360488" y="595313"/>
              <a:ext cx="527050" cy="527050"/>
            </a:xfrm>
            <a:custGeom>
              <a:avLst/>
              <a:gdLst>
                <a:gd name="T0" fmla="*/ 22 w 332"/>
                <a:gd name="T1" fmla="*/ 310 h 332"/>
                <a:gd name="T2" fmla="*/ 22 w 332"/>
                <a:gd name="T3" fmla="*/ 0 h 332"/>
                <a:gd name="T4" fmla="*/ 0 w 332"/>
                <a:gd name="T5" fmla="*/ 0 h 332"/>
                <a:gd name="T6" fmla="*/ 0 w 332"/>
                <a:gd name="T7" fmla="*/ 332 h 332"/>
                <a:gd name="T8" fmla="*/ 332 w 332"/>
                <a:gd name="T9" fmla="*/ 332 h 332"/>
                <a:gd name="T10" fmla="*/ 332 w 332"/>
                <a:gd name="T11" fmla="*/ 310 h 332"/>
                <a:gd name="T12" fmla="*/ 22 w 332"/>
                <a:gd name="T13" fmla="*/ 31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2" h="332">
                  <a:moveTo>
                    <a:pt x="22" y="310"/>
                  </a:moveTo>
                  <a:lnTo>
                    <a:pt x="22" y="0"/>
                  </a:lnTo>
                  <a:lnTo>
                    <a:pt x="0" y="0"/>
                  </a:lnTo>
                  <a:lnTo>
                    <a:pt x="0" y="332"/>
                  </a:lnTo>
                  <a:lnTo>
                    <a:pt x="332" y="332"/>
                  </a:lnTo>
                  <a:lnTo>
                    <a:pt x="332" y="310"/>
                  </a:lnTo>
                  <a:lnTo>
                    <a:pt x="22" y="3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1" name="Freeform 198"/>
            <p:cNvSpPr/>
            <p:nvPr/>
          </p:nvSpPr>
          <p:spPr bwMode="auto">
            <a:xfrm>
              <a:off x="1420813" y="674688"/>
              <a:ext cx="433388" cy="222250"/>
            </a:xfrm>
            <a:custGeom>
              <a:avLst/>
              <a:gdLst>
                <a:gd name="T0" fmla="*/ 273 w 273"/>
                <a:gd name="T1" fmla="*/ 0 h 140"/>
                <a:gd name="T2" fmla="*/ 169 w 273"/>
                <a:gd name="T3" fmla="*/ 0 h 140"/>
                <a:gd name="T4" fmla="*/ 208 w 273"/>
                <a:gd name="T5" fmla="*/ 40 h 140"/>
                <a:gd name="T6" fmla="*/ 162 w 273"/>
                <a:gd name="T7" fmla="*/ 84 h 140"/>
                <a:gd name="T8" fmla="*/ 100 w 273"/>
                <a:gd name="T9" fmla="*/ 21 h 140"/>
                <a:gd name="T10" fmla="*/ 100 w 273"/>
                <a:gd name="T11" fmla="*/ 21 h 140"/>
                <a:gd name="T12" fmla="*/ 100 w 273"/>
                <a:gd name="T13" fmla="*/ 21 h 140"/>
                <a:gd name="T14" fmla="*/ 99 w 273"/>
                <a:gd name="T15" fmla="*/ 21 h 140"/>
                <a:gd name="T16" fmla="*/ 99 w 273"/>
                <a:gd name="T17" fmla="*/ 21 h 140"/>
                <a:gd name="T18" fmla="*/ 96 w 273"/>
                <a:gd name="T19" fmla="*/ 19 h 140"/>
                <a:gd name="T20" fmla="*/ 94 w 273"/>
                <a:gd name="T21" fmla="*/ 19 h 140"/>
                <a:gd name="T22" fmla="*/ 94 w 273"/>
                <a:gd name="T23" fmla="*/ 19 h 140"/>
                <a:gd name="T24" fmla="*/ 92 w 273"/>
                <a:gd name="T25" fmla="*/ 19 h 140"/>
                <a:gd name="T26" fmla="*/ 90 w 273"/>
                <a:gd name="T27" fmla="*/ 21 h 140"/>
                <a:gd name="T28" fmla="*/ 1 w 273"/>
                <a:gd name="T29" fmla="*/ 109 h 140"/>
                <a:gd name="T30" fmla="*/ 1 w 273"/>
                <a:gd name="T31" fmla="*/ 109 h 140"/>
                <a:gd name="T32" fmla="*/ 0 w 273"/>
                <a:gd name="T33" fmla="*/ 111 h 140"/>
                <a:gd name="T34" fmla="*/ 0 w 273"/>
                <a:gd name="T35" fmla="*/ 114 h 140"/>
                <a:gd name="T36" fmla="*/ 0 w 273"/>
                <a:gd name="T37" fmla="*/ 116 h 140"/>
                <a:gd name="T38" fmla="*/ 1 w 273"/>
                <a:gd name="T39" fmla="*/ 118 h 140"/>
                <a:gd name="T40" fmla="*/ 21 w 273"/>
                <a:gd name="T41" fmla="*/ 139 h 140"/>
                <a:gd name="T42" fmla="*/ 21 w 273"/>
                <a:gd name="T43" fmla="*/ 139 h 140"/>
                <a:gd name="T44" fmla="*/ 24 w 273"/>
                <a:gd name="T45" fmla="*/ 140 h 140"/>
                <a:gd name="T46" fmla="*/ 26 w 273"/>
                <a:gd name="T47" fmla="*/ 140 h 140"/>
                <a:gd name="T48" fmla="*/ 28 w 273"/>
                <a:gd name="T49" fmla="*/ 140 h 140"/>
                <a:gd name="T50" fmla="*/ 30 w 273"/>
                <a:gd name="T51" fmla="*/ 139 h 140"/>
                <a:gd name="T52" fmla="*/ 94 w 273"/>
                <a:gd name="T53" fmla="*/ 75 h 140"/>
                <a:gd name="T54" fmla="*/ 158 w 273"/>
                <a:gd name="T55" fmla="*/ 139 h 140"/>
                <a:gd name="T56" fmla="*/ 158 w 273"/>
                <a:gd name="T57" fmla="*/ 139 h 140"/>
                <a:gd name="T58" fmla="*/ 160 w 273"/>
                <a:gd name="T59" fmla="*/ 140 h 140"/>
                <a:gd name="T60" fmla="*/ 160 w 273"/>
                <a:gd name="T61" fmla="*/ 140 h 140"/>
                <a:gd name="T62" fmla="*/ 165 w 273"/>
                <a:gd name="T63" fmla="*/ 140 h 140"/>
                <a:gd name="T64" fmla="*/ 168 w 273"/>
                <a:gd name="T65" fmla="*/ 139 h 140"/>
                <a:gd name="T66" fmla="*/ 187 w 273"/>
                <a:gd name="T67" fmla="*/ 118 h 140"/>
                <a:gd name="T68" fmla="*/ 237 w 273"/>
                <a:gd name="T69" fmla="*/ 69 h 140"/>
                <a:gd name="T70" fmla="*/ 273 w 273"/>
                <a:gd name="T71" fmla="*/ 105 h 140"/>
                <a:gd name="T72" fmla="*/ 273 w 273"/>
                <a:gd name="T73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73" h="140">
                  <a:moveTo>
                    <a:pt x="273" y="0"/>
                  </a:moveTo>
                  <a:lnTo>
                    <a:pt x="169" y="0"/>
                  </a:lnTo>
                  <a:lnTo>
                    <a:pt x="208" y="40"/>
                  </a:lnTo>
                  <a:lnTo>
                    <a:pt x="162" y="84"/>
                  </a:lnTo>
                  <a:lnTo>
                    <a:pt x="100" y="21"/>
                  </a:lnTo>
                  <a:lnTo>
                    <a:pt x="100" y="21"/>
                  </a:lnTo>
                  <a:lnTo>
                    <a:pt x="100" y="21"/>
                  </a:lnTo>
                  <a:lnTo>
                    <a:pt x="99" y="21"/>
                  </a:lnTo>
                  <a:lnTo>
                    <a:pt x="99" y="21"/>
                  </a:lnTo>
                  <a:lnTo>
                    <a:pt x="96" y="19"/>
                  </a:lnTo>
                  <a:lnTo>
                    <a:pt x="94" y="19"/>
                  </a:lnTo>
                  <a:lnTo>
                    <a:pt x="94" y="19"/>
                  </a:lnTo>
                  <a:lnTo>
                    <a:pt x="92" y="19"/>
                  </a:lnTo>
                  <a:lnTo>
                    <a:pt x="90" y="21"/>
                  </a:lnTo>
                  <a:lnTo>
                    <a:pt x="1" y="109"/>
                  </a:lnTo>
                  <a:lnTo>
                    <a:pt x="1" y="109"/>
                  </a:lnTo>
                  <a:lnTo>
                    <a:pt x="0" y="111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1" y="118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24" y="140"/>
                  </a:lnTo>
                  <a:lnTo>
                    <a:pt x="26" y="140"/>
                  </a:lnTo>
                  <a:lnTo>
                    <a:pt x="28" y="140"/>
                  </a:lnTo>
                  <a:lnTo>
                    <a:pt x="30" y="139"/>
                  </a:lnTo>
                  <a:lnTo>
                    <a:pt x="94" y="75"/>
                  </a:lnTo>
                  <a:lnTo>
                    <a:pt x="158" y="139"/>
                  </a:lnTo>
                  <a:lnTo>
                    <a:pt x="158" y="139"/>
                  </a:lnTo>
                  <a:lnTo>
                    <a:pt x="160" y="140"/>
                  </a:lnTo>
                  <a:lnTo>
                    <a:pt x="160" y="140"/>
                  </a:lnTo>
                  <a:lnTo>
                    <a:pt x="165" y="140"/>
                  </a:lnTo>
                  <a:lnTo>
                    <a:pt x="168" y="139"/>
                  </a:lnTo>
                  <a:lnTo>
                    <a:pt x="187" y="118"/>
                  </a:lnTo>
                  <a:lnTo>
                    <a:pt x="237" y="69"/>
                  </a:lnTo>
                  <a:lnTo>
                    <a:pt x="273" y="105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2" name="Freeform 199"/>
            <p:cNvSpPr/>
            <p:nvPr/>
          </p:nvSpPr>
          <p:spPr bwMode="auto">
            <a:xfrm>
              <a:off x="1436688" y="906463"/>
              <a:ext cx="53975" cy="161925"/>
            </a:xfrm>
            <a:custGeom>
              <a:avLst/>
              <a:gdLst>
                <a:gd name="T0" fmla="*/ 34 w 34"/>
                <a:gd name="T1" fmla="*/ 102 h 102"/>
                <a:gd name="T2" fmla="*/ 34 w 34"/>
                <a:gd name="T3" fmla="*/ 0 h 102"/>
                <a:gd name="T4" fmla="*/ 20 w 34"/>
                <a:gd name="T5" fmla="*/ 13 h 102"/>
                <a:gd name="T6" fmla="*/ 20 w 34"/>
                <a:gd name="T7" fmla="*/ 13 h 102"/>
                <a:gd name="T8" fmla="*/ 18 w 34"/>
                <a:gd name="T9" fmla="*/ 14 h 102"/>
                <a:gd name="T10" fmla="*/ 16 w 34"/>
                <a:gd name="T11" fmla="*/ 16 h 102"/>
                <a:gd name="T12" fmla="*/ 14 w 34"/>
                <a:gd name="T13" fmla="*/ 14 h 102"/>
                <a:gd name="T14" fmla="*/ 11 w 34"/>
                <a:gd name="T15" fmla="*/ 13 h 102"/>
                <a:gd name="T16" fmla="*/ 0 w 34"/>
                <a:gd name="T17" fmla="*/ 2 h 102"/>
                <a:gd name="T18" fmla="*/ 0 w 34"/>
                <a:gd name="T19" fmla="*/ 102 h 102"/>
                <a:gd name="T20" fmla="*/ 34 w 34"/>
                <a:gd name="T21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102">
                  <a:moveTo>
                    <a:pt x="34" y="102"/>
                  </a:moveTo>
                  <a:lnTo>
                    <a:pt x="34" y="0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18" y="14"/>
                  </a:lnTo>
                  <a:lnTo>
                    <a:pt x="16" y="16"/>
                  </a:lnTo>
                  <a:lnTo>
                    <a:pt x="14" y="14"/>
                  </a:lnTo>
                  <a:lnTo>
                    <a:pt x="11" y="13"/>
                  </a:lnTo>
                  <a:lnTo>
                    <a:pt x="0" y="2"/>
                  </a:lnTo>
                  <a:lnTo>
                    <a:pt x="0" y="102"/>
                  </a:lnTo>
                  <a:lnTo>
                    <a:pt x="34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3" name="Freeform 200"/>
            <p:cNvSpPr/>
            <p:nvPr/>
          </p:nvSpPr>
          <p:spPr bwMode="auto">
            <a:xfrm>
              <a:off x="1527176" y="827088"/>
              <a:ext cx="53975" cy="241300"/>
            </a:xfrm>
            <a:custGeom>
              <a:avLst/>
              <a:gdLst>
                <a:gd name="T0" fmla="*/ 34 w 34"/>
                <a:gd name="T1" fmla="*/ 152 h 152"/>
                <a:gd name="T2" fmla="*/ 34 w 34"/>
                <a:gd name="T3" fmla="*/ 6 h 152"/>
                <a:gd name="T4" fmla="*/ 27 w 34"/>
                <a:gd name="T5" fmla="*/ 0 h 152"/>
                <a:gd name="T6" fmla="*/ 0 w 34"/>
                <a:gd name="T7" fmla="*/ 27 h 152"/>
                <a:gd name="T8" fmla="*/ 0 w 34"/>
                <a:gd name="T9" fmla="*/ 152 h 152"/>
                <a:gd name="T10" fmla="*/ 34 w 34"/>
                <a:gd name="T11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152">
                  <a:moveTo>
                    <a:pt x="34" y="152"/>
                  </a:moveTo>
                  <a:lnTo>
                    <a:pt x="34" y="6"/>
                  </a:lnTo>
                  <a:lnTo>
                    <a:pt x="27" y="0"/>
                  </a:lnTo>
                  <a:lnTo>
                    <a:pt x="0" y="27"/>
                  </a:lnTo>
                  <a:lnTo>
                    <a:pt x="0" y="152"/>
                  </a:lnTo>
                  <a:lnTo>
                    <a:pt x="34" y="1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4" name="Freeform 201"/>
            <p:cNvSpPr/>
            <p:nvPr/>
          </p:nvSpPr>
          <p:spPr bwMode="auto">
            <a:xfrm>
              <a:off x="1617663" y="873126"/>
              <a:ext cx="55563" cy="195263"/>
            </a:xfrm>
            <a:custGeom>
              <a:avLst/>
              <a:gdLst>
                <a:gd name="T0" fmla="*/ 35 w 35"/>
                <a:gd name="T1" fmla="*/ 123 h 123"/>
                <a:gd name="T2" fmla="*/ 35 w 35"/>
                <a:gd name="T3" fmla="*/ 34 h 123"/>
                <a:gd name="T4" fmla="*/ 35 w 35"/>
                <a:gd name="T5" fmla="*/ 34 h 123"/>
                <a:gd name="T6" fmla="*/ 34 w 35"/>
                <a:gd name="T7" fmla="*/ 34 h 123"/>
                <a:gd name="T8" fmla="*/ 0 w 35"/>
                <a:gd name="T9" fmla="*/ 0 h 123"/>
                <a:gd name="T10" fmla="*/ 0 w 35"/>
                <a:gd name="T11" fmla="*/ 123 h 123"/>
                <a:gd name="T12" fmla="*/ 35 w 35"/>
                <a:gd name="T13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123">
                  <a:moveTo>
                    <a:pt x="35" y="123"/>
                  </a:moveTo>
                  <a:lnTo>
                    <a:pt x="35" y="34"/>
                  </a:lnTo>
                  <a:lnTo>
                    <a:pt x="35" y="34"/>
                  </a:lnTo>
                  <a:lnTo>
                    <a:pt x="34" y="34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35" y="1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5" name="Freeform 202"/>
            <p:cNvSpPr/>
            <p:nvPr/>
          </p:nvSpPr>
          <p:spPr bwMode="auto">
            <a:xfrm>
              <a:off x="1709738" y="850901"/>
              <a:ext cx="53975" cy="217488"/>
            </a:xfrm>
            <a:custGeom>
              <a:avLst/>
              <a:gdLst>
                <a:gd name="T0" fmla="*/ 34 w 34"/>
                <a:gd name="T1" fmla="*/ 137 h 137"/>
                <a:gd name="T2" fmla="*/ 34 w 34"/>
                <a:gd name="T3" fmla="*/ 0 h 137"/>
                <a:gd name="T4" fmla="*/ 5 w 34"/>
                <a:gd name="T5" fmla="*/ 29 h 137"/>
                <a:gd name="T6" fmla="*/ 0 w 34"/>
                <a:gd name="T7" fmla="*/ 35 h 137"/>
                <a:gd name="T8" fmla="*/ 0 w 34"/>
                <a:gd name="T9" fmla="*/ 137 h 137"/>
                <a:gd name="T10" fmla="*/ 34 w 34"/>
                <a:gd name="T11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137">
                  <a:moveTo>
                    <a:pt x="34" y="137"/>
                  </a:moveTo>
                  <a:lnTo>
                    <a:pt x="34" y="0"/>
                  </a:lnTo>
                  <a:lnTo>
                    <a:pt x="5" y="29"/>
                  </a:lnTo>
                  <a:lnTo>
                    <a:pt x="0" y="35"/>
                  </a:lnTo>
                  <a:lnTo>
                    <a:pt x="0" y="137"/>
                  </a:lnTo>
                  <a:lnTo>
                    <a:pt x="34" y="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76" name="Freeform 203"/>
            <p:cNvSpPr/>
            <p:nvPr/>
          </p:nvSpPr>
          <p:spPr bwMode="auto">
            <a:xfrm>
              <a:off x="1800226" y="819151"/>
              <a:ext cx="53975" cy="249238"/>
            </a:xfrm>
            <a:custGeom>
              <a:avLst/>
              <a:gdLst>
                <a:gd name="T0" fmla="*/ 34 w 34"/>
                <a:gd name="T1" fmla="*/ 157 h 157"/>
                <a:gd name="T2" fmla="*/ 34 w 34"/>
                <a:gd name="T3" fmla="*/ 34 h 157"/>
                <a:gd name="T4" fmla="*/ 0 w 34"/>
                <a:gd name="T5" fmla="*/ 0 h 157"/>
                <a:gd name="T6" fmla="*/ 0 w 34"/>
                <a:gd name="T7" fmla="*/ 157 h 157"/>
                <a:gd name="T8" fmla="*/ 34 w 34"/>
                <a:gd name="T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57">
                  <a:moveTo>
                    <a:pt x="34" y="157"/>
                  </a:moveTo>
                  <a:lnTo>
                    <a:pt x="34" y="34"/>
                  </a:lnTo>
                  <a:lnTo>
                    <a:pt x="0" y="0"/>
                  </a:lnTo>
                  <a:lnTo>
                    <a:pt x="0" y="157"/>
                  </a:lnTo>
                  <a:lnTo>
                    <a:pt x="34" y="1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77" name="Freeform 177"/>
          <p:cNvSpPr>
            <a:spLocks noEditPoints="1"/>
          </p:cNvSpPr>
          <p:nvPr/>
        </p:nvSpPr>
        <p:spPr bwMode="auto">
          <a:xfrm>
            <a:off x="870820" y="3941153"/>
            <a:ext cx="475250" cy="478501"/>
          </a:xfrm>
          <a:custGeom>
            <a:avLst/>
            <a:gdLst>
              <a:gd name="T0" fmla="*/ 146 w 146"/>
              <a:gd name="T1" fmla="*/ 1 h 147"/>
              <a:gd name="T2" fmla="*/ 129 w 146"/>
              <a:gd name="T3" fmla="*/ 7 h 147"/>
              <a:gd name="T4" fmla="*/ 110 w 146"/>
              <a:gd name="T5" fmla="*/ 9 h 147"/>
              <a:gd name="T6" fmla="*/ 100 w 146"/>
              <a:gd name="T7" fmla="*/ 8 h 147"/>
              <a:gd name="T8" fmla="*/ 82 w 146"/>
              <a:gd name="T9" fmla="*/ 3 h 147"/>
              <a:gd name="T10" fmla="*/ 73 w 146"/>
              <a:gd name="T11" fmla="*/ 0 h 147"/>
              <a:gd name="T12" fmla="*/ 55 w 146"/>
              <a:gd name="T13" fmla="*/ 7 h 147"/>
              <a:gd name="T14" fmla="*/ 35 w 146"/>
              <a:gd name="T15" fmla="*/ 9 h 147"/>
              <a:gd name="T16" fmla="*/ 26 w 146"/>
              <a:gd name="T17" fmla="*/ 8 h 147"/>
              <a:gd name="T18" fmla="*/ 8 w 146"/>
              <a:gd name="T19" fmla="*/ 4 h 147"/>
              <a:gd name="T20" fmla="*/ 0 w 146"/>
              <a:gd name="T21" fmla="*/ 1 h 147"/>
              <a:gd name="T22" fmla="*/ 1 w 146"/>
              <a:gd name="T23" fmla="*/ 21 h 147"/>
              <a:gd name="T24" fmla="*/ 3 w 146"/>
              <a:gd name="T25" fmla="*/ 44 h 147"/>
              <a:gd name="T26" fmla="*/ 4 w 146"/>
              <a:gd name="T27" fmla="*/ 56 h 147"/>
              <a:gd name="T28" fmla="*/ 9 w 146"/>
              <a:gd name="T29" fmla="*/ 78 h 147"/>
              <a:gd name="T30" fmla="*/ 16 w 146"/>
              <a:gd name="T31" fmla="*/ 98 h 147"/>
              <a:gd name="T32" fmla="*/ 26 w 146"/>
              <a:gd name="T33" fmla="*/ 114 h 147"/>
              <a:gd name="T34" fmla="*/ 43 w 146"/>
              <a:gd name="T35" fmla="*/ 132 h 147"/>
              <a:gd name="T36" fmla="*/ 65 w 146"/>
              <a:gd name="T37" fmla="*/ 144 h 147"/>
              <a:gd name="T38" fmla="*/ 73 w 146"/>
              <a:gd name="T39" fmla="*/ 147 h 147"/>
              <a:gd name="T40" fmla="*/ 81 w 146"/>
              <a:gd name="T41" fmla="*/ 144 h 147"/>
              <a:gd name="T42" fmla="*/ 102 w 146"/>
              <a:gd name="T43" fmla="*/ 132 h 147"/>
              <a:gd name="T44" fmla="*/ 118 w 146"/>
              <a:gd name="T45" fmla="*/ 115 h 147"/>
              <a:gd name="T46" fmla="*/ 128 w 146"/>
              <a:gd name="T47" fmla="*/ 99 h 147"/>
              <a:gd name="T48" fmla="*/ 136 w 146"/>
              <a:gd name="T49" fmla="*/ 79 h 147"/>
              <a:gd name="T50" fmla="*/ 141 w 146"/>
              <a:gd name="T51" fmla="*/ 57 h 147"/>
              <a:gd name="T52" fmla="*/ 142 w 146"/>
              <a:gd name="T53" fmla="*/ 44 h 147"/>
              <a:gd name="T54" fmla="*/ 144 w 146"/>
              <a:gd name="T55" fmla="*/ 21 h 147"/>
              <a:gd name="T56" fmla="*/ 146 w 146"/>
              <a:gd name="T57" fmla="*/ 1 h 147"/>
              <a:gd name="T58" fmla="*/ 29 w 146"/>
              <a:gd name="T59" fmla="*/ 74 h 147"/>
              <a:gd name="T60" fmla="*/ 63 w 146"/>
              <a:gd name="T61" fmla="*/ 79 h 147"/>
              <a:gd name="T62" fmla="*/ 116 w 146"/>
              <a:gd name="T63" fmla="*/ 53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46" h="147">
                <a:moveTo>
                  <a:pt x="146" y="1"/>
                </a:moveTo>
                <a:lnTo>
                  <a:pt x="146" y="1"/>
                </a:lnTo>
                <a:lnTo>
                  <a:pt x="137" y="4"/>
                </a:lnTo>
                <a:lnTo>
                  <a:pt x="129" y="7"/>
                </a:lnTo>
                <a:lnTo>
                  <a:pt x="120" y="8"/>
                </a:lnTo>
                <a:lnTo>
                  <a:pt x="110" y="9"/>
                </a:lnTo>
                <a:lnTo>
                  <a:pt x="110" y="9"/>
                </a:lnTo>
                <a:lnTo>
                  <a:pt x="100" y="8"/>
                </a:lnTo>
                <a:lnTo>
                  <a:pt x="91" y="7"/>
                </a:lnTo>
                <a:lnTo>
                  <a:pt x="82" y="3"/>
                </a:lnTo>
                <a:lnTo>
                  <a:pt x="73" y="0"/>
                </a:lnTo>
                <a:lnTo>
                  <a:pt x="73" y="0"/>
                </a:lnTo>
                <a:lnTo>
                  <a:pt x="65" y="3"/>
                </a:lnTo>
                <a:lnTo>
                  <a:pt x="55" y="7"/>
                </a:lnTo>
                <a:lnTo>
                  <a:pt x="45" y="8"/>
                </a:lnTo>
                <a:lnTo>
                  <a:pt x="35" y="9"/>
                </a:lnTo>
                <a:lnTo>
                  <a:pt x="35" y="9"/>
                </a:lnTo>
                <a:lnTo>
                  <a:pt x="26" y="8"/>
                </a:lnTo>
                <a:lnTo>
                  <a:pt x="17" y="7"/>
                </a:lnTo>
                <a:lnTo>
                  <a:pt x="8" y="4"/>
                </a:lnTo>
                <a:lnTo>
                  <a:pt x="0" y="1"/>
                </a:lnTo>
                <a:lnTo>
                  <a:pt x="0" y="1"/>
                </a:lnTo>
                <a:lnTo>
                  <a:pt x="0" y="11"/>
                </a:lnTo>
                <a:lnTo>
                  <a:pt x="1" y="21"/>
                </a:lnTo>
                <a:lnTo>
                  <a:pt x="3" y="33"/>
                </a:lnTo>
                <a:lnTo>
                  <a:pt x="3" y="44"/>
                </a:lnTo>
                <a:lnTo>
                  <a:pt x="3" y="44"/>
                </a:lnTo>
                <a:lnTo>
                  <a:pt x="4" y="56"/>
                </a:lnTo>
                <a:lnTo>
                  <a:pt x="5" y="68"/>
                </a:lnTo>
                <a:lnTo>
                  <a:pt x="9" y="78"/>
                </a:lnTo>
                <a:lnTo>
                  <a:pt x="12" y="89"/>
                </a:lnTo>
                <a:lnTo>
                  <a:pt x="16" y="98"/>
                </a:lnTo>
                <a:lnTo>
                  <a:pt x="20" y="106"/>
                </a:lnTo>
                <a:lnTo>
                  <a:pt x="26" y="114"/>
                </a:lnTo>
                <a:lnTo>
                  <a:pt x="32" y="120"/>
                </a:lnTo>
                <a:lnTo>
                  <a:pt x="43" y="132"/>
                </a:lnTo>
                <a:lnTo>
                  <a:pt x="54" y="140"/>
                </a:lnTo>
                <a:lnTo>
                  <a:pt x="65" y="144"/>
                </a:lnTo>
                <a:lnTo>
                  <a:pt x="69" y="145"/>
                </a:lnTo>
                <a:lnTo>
                  <a:pt x="73" y="147"/>
                </a:lnTo>
                <a:lnTo>
                  <a:pt x="73" y="147"/>
                </a:lnTo>
                <a:lnTo>
                  <a:pt x="81" y="144"/>
                </a:lnTo>
                <a:lnTo>
                  <a:pt x="91" y="140"/>
                </a:lnTo>
                <a:lnTo>
                  <a:pt x="102" y="132"/>
                </a:lnTo>
                <a:lnTo>
                  <a:pt x="113" y="122"/>
                </a:lnTo>
                <a:lnTo>
                  <a:pt x="118" y="115"/>
                </a:lnTo>
                <a:lnTo>
                  <a:pt x="124" y="107"/>
                </a:lnTo>
                <a:lnTo>
                  <a:pt x="128" y="99"/>
                </a:lnTo>
                <a:lnTo>
                  <a:pt x="133" y="90"/>
                </a:lnTo>
                <a:lnTo>
                  <a:pt x="136" y="79"/>
                </a:lnTo>
                <a:lnTo>
                  <a:pt x="139" y="68"/>
                </a:lnTo>
                <a:lnTo>
                  <a:pt x="141" y="57"/>
                </a:lnTo>
                <a:lnTo>
                  <a:pt x="142" y="44"/>
                </a:lnTo>
                <a:lnTo>
                  <a:pt x="142" y="44"/>
                </a:lnTo>
                <a:lnTo>
                  <a:pt x="143" y="33"/>
                </a:lnTo>
                <a:lnTo>
                  <a:pt x="144" y="21"/>
                </a:lnTo>
                <a:lnTo>
                  <a:pt x="146" y="11"/>
                </a:lnTo>
                <a:lnTo>
                  <a:pt x="146" y="1"/>
                </a:lnTo>
                <a:close/>
                <a:moveTo>
                  <a:pt x="63" y="107"/>
                </a:moveTo>
                <a:lnTo>
                  <a:pt x="29" y="74"/>
                </a:lnTo>
                <a:lnTo>
                  <a:pt x="43" y="59"/>
                </a:lnTo>
                <a:lnTo>
                  <a:pt x="63" y="79"/>
                </a:lnTo>
                <a:lnTo>
                  <a:pt x="102" y="40"/>
                </a:lnTo>
                <a:lnTo>
                  <a:pt x="116" y="53"/>
                </a:lnTo>
                <a:lnTo>
                  <a:pt x="63" y="1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cxnSp>
        <p:nvCxnSpPr>
          <p:cNvPr id="82" name="Straight Connector 81"/>
          <p:cNvCxnSpPr/>
          <p:nvPr/>
        </p:nvCxnSpPr>
        <p:spPr>
          <a:xfrm>
            <a:off x="870820" y="3294522"/>
            <a:ext cx="6121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904902" y="644336"/>
            <a:ext cx="4352898" cy="64633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anose="020B0604020202020204" pitchFamily="34" charset="0"/>
                <a:sym typeface="Calibri" panose="020F050202020403020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-151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Our </a:t>
            </a:r>
            <a:r>
              <a:rPr kumimoji="0" lang="en-US" sz="3600" b="0" i="0" u="none" strike="noStrike" kern="0" cap="none" spc="-151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Solution </a:t>
            </a:r>
            <a:endParaRPr kumimoji="0" lang="en-US" sz="3600" b="0" i="0" u="none" strike="noStrike" kern="0" cap="none" spc="-151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  <a:sym typeface="Calibri" panose="020F050202020403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58692" y="1290667"/>
            <a:ext cx="215601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Insert  Your Great Subtitle Here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F62417-4A12-46BB-B530-A96D3E44AF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Shape 22337"/>
          <p:cNvSpPr/>
          <p:nvPr/>
        </p:nvSpPr>
        <p:spPr>
          <a:xfrm>
            <a:off x="10539669" y="2759530"/>
            <a:ext cx="360681" cy="360681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7" name="Shape 22338"/>
          <p:cNvSpPr/>
          <p:nvPr/>
        </p:nvSpPr>
        <p:spPr>
          <a:xfrm>
            <a:off x="10417679" y="2639449"/>
            <a:ext cx="600844" cy="600844"/>
          </a:xfrm>
          <a:prstGeom prst="ellipse">
            <a:avLst/>
          </a:prstGeom>
          <a:noFill/>
          <a:ln w="28575" cap="flat">
            <a:solidFill>
              <a:schemeClr val="bg1">
                <a:lumMod val="65000"/>
              </a:schemeClr>
            </a:solidFill>
            <a:prstDash val="sysDot"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FFFFFF"/>
                </a:solidFill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grpSp>
        <p:nvGrpSpPr>
          <p:cNvPr id="8" name="Group 22360"/>
          <p:cNvGrpSpPr/>
          <p:nvPr/>
        </p:nvGrpSpPr>
        <p:grpSpPr>
          <a:xfrm>
            <a:off x="5357778" y="3185531"/>
            <a:ext cx="5840201" cy="3338157"/>
            <a:chOff x="0" y="0"/>
            <a:chExt cx="11680402" cy="6676313"/>
          </a:xfrm>
        </p:grpSpPr>
        <p:sp>
          <p:nvSpPr>
            <p:cNvPr id="9" name="Shape 22352"/>
            <p:cNvSpPr/>
            <p:nvPr/>
          </p:nvSpPr>
          <p:spPr>
            <a:xfrm>
              <a:off x="1" y="0"/>
              <a:ext cx="11677467" cy="6676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914" y="0"/>
                  </a:moveTo>
                  <a:lnTo>
                    <a:pt x="13765" y="4257"/>
                  </a:lnTo>
                  <a:lnTo>
                    <a:pt x="13628" y="8254"/>
                  </a:lnTo>
                  <a:lnTo>
                    <a:pt x="15343" y="8154"/>
                  </a:lnTo>
                  <a:lnTo>
                    <a:pt x="13892" y="11524"/>
                  </a:lnTo>
                  <a:lnTo>
                    <a:pt x="10088" y="6375"/>
                  </a:lnTo>
                  <a:lnTo>
                    <a:pt x="6530" y="13627"/>
                  </a:lnTo>
                  <a:lnTo>
                    <a:pt x="3757" y="11324"/>
                  </a:lnTo>
                  <a:lnTo>
                    <a:pt x="137" y="17603"/>
                  </a:lnTo>
                  <a:lnTo>
                    <a:pt x="0" y="21600"/>
                  </a:lnTo>
                  <a:lnTo>
                    <a:pt x="3814" y="17004"/>
                  </a:lnTo>
                  <a:lnTo>
                    <a:pt x="6701" y="20309"/>
                  </a:lnTo>
                  <a:lnTo>
                    <a:pt x="10341" y="13742"/>
                  </a:lnTo>
                  <a:lnTo>
                    <a:pt x="14239" y="19704"/>
                  </a:lnTo>
                  <a:lnTo>
                    <a:pt x="19175" y="8944"/>
                  </a:lnTo>
                  <a:lnTo>
                    <a:pt x="21463" y="11786"/>
                  </a:lnTo>
                  <a:lnTo>
                    <a:pt x="21600" y="7789"/>
                  </a:lnTo>
                  <a:cubicBezTo>
                    <a:pt x="21600" y="7789"/>
                    <a:pt x="19914" y="0"/>
                    <a:pt x="1991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  <a:tileRect/>
            </a:gradFill>
            <a:ln w="12700" cap="flat">
              <a:noFill/>
              <a:miter lim="4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0" name="Shape 22353"/>
            <p:cNvSpPr/>
            <p:nvPr/>
          </p:nvSpPr>
          <p:spPr>
            <a:xfrm>
              <a:off x="10369284" y="1530118"/>
              <a:ext cx="1311118" cy="21139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8976"/>
                  </a:moveTo>
                  <a:lnTo>
                    <a:pt x="20382" y="21600"/>
                  </a:lnTo>
                  <a:lnTo>
                    <a:pt x="0" y="12624"/>
                  </a:lnTo>
                  <a:lnTo>
                    <a:pt x="1217" y="0"/>
                  </a:lnTo>
                  <a:cubicBezTo>
                    <a:pt x="1217" y="0"/>
                    <a:pt x="21600" y="8976"/>
                    <a:pt x="21600" y="8976"/>
                  </a:cubicBezTo>
                  <a:close/>
                </a:path>
              </a:pathLst>
            </a:custGeom>
            <a:solidFill>
              <a:srgbClr val="000000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1" name="Shape 22354"/>
            <p:cNvSpPr/>
            <p:nvPr/>
          </p:nvSpPr>
          <p:spPr>
            <a:xfrm>
              <a:off x="7705238" y="1530118"/>
              <a:ext cx="2742495" cy="4561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018" y="5851"/>
                  </a:lnTo>
                  <a:lnTo>
                    <a:pt x="0" y="21600"/>
                  </a:lnTo>
                  <a:lnTo>
                    <a:pt x="582" y="15749"/>
                  </a:lnTo>
                  <a:cubicBezTo>
                    <a:pt x="582" y="15749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2" name="Shape 22355"/>
            <p:cNvSpPr/>
            <p:nvPr/>
          </p:nvSpPr>
          <p:spPr>
            <a:xfrm>
              <a:off x="5587664" y="3005589"/>
              <a:ext cx="2181322" cy="30782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930"/>
                  </a:moveTo>
                  <a:lnTo>
                    <a:pt x="20868" y="21600"/>
                  </a:lnTo>
                  <a:lnTo>
                    <a:pt x="0" y="8670"/>
                  </a:lnTo>
                  <a:lnTo>
                    <a:pt x="732" y="0"/>
                  </a:lnTo>
                  <a:cubicBezTo>
                    <a:pt x="732" y="0"/>
                    <a:pt x="21600" y="12930"/>
                    <a:pt x="21600" y="12930"/>
                  </a:cubicBezTo>
                  <a:close/>
                </a:path>
              </a:pathLst>
            </a:custGeom>
            <a:solidFill>
              <a:srgbClr val="000000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3" name="Shape 22356"/>
            <p:cNvSpPr/>
            <p:nvPr/>
          </p:nvSpPr>
          <p:spPr>
            <a:xfrm>
              <a:off x="3620369" y="3005589"/>
              <a:ext cx="2041596" cy="32654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0818" y="8172"/>
                  </a:lnTo>
                  <a:lnTo>
                    <a:pt x="0" y="21600"/>
                  </a:lnTo>
                  <a:lnTo>
                    <a:pt x="782" y="13428"/>
                  </a:lnTo>
                  <a:cubicBezTo>
                    <a:pt x="782" y="13428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4" name="Shape 22357"/>
            <p:cNvSpPr/>
            <p:nvPr/>
          </p:nvSpPr>
          <p:spPr>
            <a:xfrm>
              <a:off x="2062927" y="4016560"/>
              <a:ext cx="1634771" cy="22570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9776"/>
                  </a:moveTo>
                  <a:lnTo>
                    <a:pt x="20624" y="21600"/>
                  </a:lnTo>
                  <a:lnTo>
                    <a:pt x="0" y="11824"/>
                  </a:lnTo>
                  <a:lnTo>
                    <a:pt x="977" y="0"/>
                  </a:lnTo>
                  <a:cubicBezTo>
                    <a:pt x="977" y="0"/>
                    <a:pt x="21600" y="9776"/>
                    <a:pt x="21600" y="9776"/>
                  </a:cubicBezTo>
                  <a:close/>
                </a:path>
              </a:pathLst>
            </a:custGeom>
            <a:solidFill>
              <a:srgbClr val="000000">
                <a:alpha val="5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5" name="Shape 22358"/>
            <p:cNvSpPr/>
            <p:nvPr/>
          </p:nvSpPr>
          <p:spPr>
            <a:xfrm>
              <a:off x="0" y="4016560"/>
              <a:ext cx="2135707" cy="2655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0852" y="10048"/>
                  </a:lnTo>
                  <a:lnTo>
                    <a:pt x="0" y="21600"/>
                  </a:lnTo>
                  <a:lnTo>
                    <a:pt x="747" y="11552"/>
                  </a:lnTo>
                  <a:cubicBezTo>
                    <a:pt x="747" y="11552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  <p:sp>
          <p:nvSpPr>
            <p:cNvPr id="16" name="Shape 22359"/>
            <p:cNvSpPr/>
            <p:nvPr/>
          </p:nvSpPr>
          <p:spPr>
            <a:xfrm>
              <a:off x="7377356" y="1256882"/>
              <a:ext cx="1879829" cy="129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9" y="1007"/>
                  </a:moveTo>
                  <a:lnTo>
                    <a:pt x="0" y="21600"/>
                  </a:lnTo>
                  <a:lnTo>
                    <a:pt x="10655" y="21083"/>
                  </a:lnTo>
                  <a:lnTo>
                    <a:pt x="21600" y="0"/>
                  </a:lnTo>
                  <a:cubicBezTo>
                    <a:pt x="21600" y="0"/>
                    <a:pt x="849" y="1007"/>
                    <a:pt x="849" y="1007"/>
                  </a:cubicBezTo>
                  <a:close/>
                </a:path>
              </a:pathLst>
            </a:custGeom>
            <a:solidFill>
              <a:srgbClr val="000000">
                <a:alpha val="3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a楷体" panose="02000500000000000000" pitchFamily="2" charset="-122"/>
                <a:ea typeface="Aa楷体" panose="02000500000000000000" pitchFamily="2" charset="-122"/>
                <a:cs typeface="Aa楷体" panose="02000500000000000000" pitchFamily="2" charset="-122"/>
                <a:sym typeface="Gill Sans"/>
              </a:endParaRPr>
            </a:p>
          </p:txBody>
        </p:sp>
      </p:grpSp>
      <p:sp>
        <p:nvSpPr>
          <p:cNvPr id="18" name="Shape 22361"/>
          <p:cNvSpPr/>
          <p:nvPr/>
        </p:nvSpPr>
        <p:spPr>
          <a:xfrm>
            <a:off x="6153097" y="1986804"/>
            <a:ext cx="2035664" cy="974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15000" b="1">
                <a:solidFill>
                  <a:srgbClr val="82165D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/>
            </a:pPr>
            <a:r>
              <a:rPr kumimoji="0" sz="6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  <a:sym typeface="Helvetica"/>
              </a:rPr>
              <a:t>85%</a:t>
            </a:r>
            <a:endParaRPr kumimoji="0" sz="6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  <a:sym typeface="Helvetica"/>
            </a:endParaRPr>
          </a:p>
        </p:txBody>
      </p:sp>
      <p:sp>
        <p:nvSpPr>
          <p:cNvPr id="20" name="Shape 22380"/>
          <p:cNvSpPr/>
          <p:nvPr/>
        </p:nvSpPr>
        <p:spPr>
          <a:xfrm>
            <a:off x="8190715" y="2244878"/>
            <a:ext cx="2536038" cy="3814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</a:path>
            </a:pathLst>
          </a:custGeom>
          <a:ln w="28575">
            <a:solidFill>
              <a:schemeClr val="bg1">
                <a:lumMod val="65000"/>
              </a:schemeClr>
            </a:solidFill>
            <a:prstDash val="sysDot"/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642100" y="2996007"/>
            <a:ext cx="24028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 consectetur adipiscing elit. Nunc enim sem commodo a rhoncus sit amet, 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 flipH="1">
            <a:off x="4912039" y="2143144"/>
            <a:ext cx="1477203" cy="1701359"/>
            <a:chOff x="5059363" y="1522413"/>
            <a:chExt cx="638175" cy="735013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36" name="Freeform 34"/>
            <p:cNvSpPr>
              <a:spLocks noEditPoints="1"/>
            </p:cNvSpPr>
            <p:nvPr/>
          </p:nvSpPr>
          <p:spPr bwMode="auto">
            <a:xfrm>
              <a:off x="5202238" y="1522413"/>
              <a:ext cx="495300" cy="728663"/>
            </a:xfrm>
            <a:custGeom>
              <a:avLst/>
              <a:gdLst>
                <a:gd name="T0" fmla="*/ 9 w 312"/>
                <a:gd name="T1" fmla="*/ 455 h 459"/>
                <a:gd name="T2" fmla="*/ 19 w 312"/>
                <a:gd name="T3" fmla="*/ 455 h 459"/>
                <a:gd name="T4" fmla="*/ 26 w 312"/>
                <a:gd name="T5" fmla="*/ 450 h 459"/>
                <a:gd name="T6" fmla="*/ 30 w 312"/>
                <a:gd name="T7" fmla="*/ 441 h 459"/>
                <a:gd name="T8" fmla="*/ 74 w 312"/>
                <a:gd name="T9" fmla="*/ 431 h 459"/>
                <a:gd name="T10" fmla="*/ 309 w 312"/>
                <a:gd name="T11" fmla="*/ 447 h 459"/>
                <a:gd name="T12" fmla="*/ 312 w 312"/>
                <a:gd name="T13" fmla="*/ 407 h 459"/>
                <a:gd name="T14" fmla="*/ 310 w 312"/>
                <a:gd name="T15" fmla="*/ 368 h 459"/>
                <a:gd name="T16" fmla="*/ 311 w 312"/>
                <a:gd name="T17" fmla="*/ 344 h 459"/>
                <a:gd name="T18" fmla="*/ 303 w 312"/>
                <a:gd name="T19" fmla="*/ 323 h 459"/>
                <a:gd name="T20" fmla="*/ 307 w 312"/>
                <a:gd name="T21" fmla="*/ 295 h 459"/>
                <a:gd name="T22" fmla="*/ 298 w 312"/>
                <a:gd name="T23" fmla="*/ 266 h 459"/>
                <a:gd name="T24" fmla="*/ 298 w 312"/>
                <a:gd name="T25" fmla="*/ 244 h 459"/>
                <a:gd name="T26" fmla="*/ 291 w 312"/>
                <a:gd name="T27" fmla="*/ 213 h 459"/>
                <a:gd name="T28" fmla="*/ 254 w 312"/>
                <a:gd name="T29" fmla="*/ 152 h 459"/>
                <a:gd name="T30" fmla="*/ 232 w 312"/>
                <a:gd name="T31" fmla="*/ 139 h 459"/>
                <a:gd name="T32" fmla="*/ 223 w 312"/>
                <a:gd name="T33" fmla="*/ 125 h 459"/>
                <a:gd name="T34" fmla="*/ 202 w 312"/>
                <a:gd name="T35" fmla="*/ 137 h 459"/>
                <a:gd name="T36" fmla="*/ 154 w 312"/>
                <a:gd name="T37" fmla="*/ 208 h 459"/>
                <a:gd name="T38" fmla="*/ 162 w 312"/>
                <a:gd name="T39" fmla="*/ 182 h 459"/>
                <a:gd name="T40" fmla="*/ 162 w 312"/>
                <a:gd name="T41" fmla="*/ 170 h 459"/>
                <a:gd name="T42" fmla="*/ 172 w 312"/>
                <a:gd name="T43" fmla="*/ 145 h 459"/>
                <a:gd name="T44" fmla="*/ 214 w 312"/>
                <a:gd name="T45" fmla="*/ 117 h 459"/>
                <a:gd name="T46" fmla="*/ 225 w 312"/>
                <a:gd name="T47" fmla="*/ 110 h 459"/>
                <a:gd name="T48" fmla="*/ 230 w 312"/>
                <a:gd name="T49" fmla="*/ 97 h 459"/>
                <a:gd name="T50" fmla="*/ 242 w 312"/>
                <a:gd name="T51" fmla="*/ 45 h 459"/>
                <a:gd name="T52" fmla="*/ 228 w 312"/>
                <a:gd name="T53" fmla="*/ 16 h 459"/>
                <a:gd name="T54" fmla="*/ 189 w 312"/>
                <a:gd name="T55" fmla="*/ 0 h 459"/>
                <a:gd name="T56" fmla="*/ 142 w 312"/>
                <a:gd name="T57" fmla="*/ 9 h 459"/>
                <a:gd name="T58" fmla="*/ 134 w 312"/>
                <a:gd name="T59" fmla="*/ 25 h 459"/>
                <a:gd name="T60" fmla="*/ 135 w 312"/>
                <a:gd name="T61" fmla="*/ 44 h 459"/>
                <a:gd name="T62" fmla="*/ 132 w 312"/>
                <a:gd name="T63" fmla="*/ 61 h 459"/>
                <a:gd name="T64" fmla="*/ 123 w 312"/>
                <a:gd name="T65" fmla="*/ 74 h 459"/>
                <a:gd name="T66" fmla="*/ 119 w 312"/>
                <a:gd name="T67" fmla="*/ 85 h 459"/>
                <a:gd name="T68" fmla="*/ 126 w 312"/>
                <a:gd name="T69" fmla="*/ 91 h 459"/>
                <a:gd name="T70" fmla="*/ 125 w 312"/>
                <a:gd name="T71" fmla="*/ 102 h 459"/>
                <a:gd name="T72" fmla="*/ 126 w 312"/>
                <a:gd name="T73" fmla="*/ 110 h 459"/>
                <a:gd name="T74" fmla="*/ 127 w 312"/>
                <a:gd name="T75" fmla="*/ 120 h 459"/>
                <a:gd name="T76" fmla="*/ 141 w 312"/>
                <a:gd name="T77" fmla="*/ 133 h 459"/>
                <a:gd name="T78" fmla="*/ 155 w 312"/>
                <a:gd name="T79" fmla="*/ 135 h 459"/>
                <a:gd name="T80" fmla="*/ 160 w 312"/>
                <a:gd name="T81" fmla="*/ 151 h 459"/>
                <a:gd name="T82" fmla="*/ 152 w 312"/>
                <a:gd name="T83" fmla="*/ 179 h 459"/>
                <a:gd name="T84" fmla="*/ 140 w 312"/>
                <a:gd name="T85" fmla="*/ 211 h 459"/>
                <a:gd name="T86" fmla="*/ 129 w 312"/>
                <a:gd name="T87" fmla="*/ 228 h 459"/>
                <a:gd name="T88" fmla="*/ 111 w 312"/>
                <a:gd name="T89" fmla="*/ 272 h 459"/>
                <a:gd name="T90" fmla="*/ 93 w 312"/>
                <a:gd name="T91" fmla="*/ 336 h 459"/>
                <a:gd name="T92" fmla="*/ 85 w 312"/>
                <a:gd name="T93" fmla="*/ 356 h 459"/>
                <a:gd name="T94" fmla="*/ 68 w 312"/>
                <a:gd name="T95" fmla="*/ 375 h 459"/>
                <a:gd name="T96" fmla="*/ 13 w 312"/>
                <a:gd name="T97" fmla="*/ 413 h 459"/>
                <a:gd name="T98" fmla="*/ 4 w 312"/>
                <a:gd name="T99" fmla="*/ 420 h 459"/>
                <a:gd name="T100" fmla="*/ 3 w 312"/>
                <a:gd name="T101" fmla="*/ 435 h 459"/>
                <a:gd name="T102" fmla="*/ 5 w 312"/>
                <a:gd name="T103" fmla="*/ 447 h 459"/>
                <a:gd name="T104" fmla="*/ 155 w 312"/>
                <a:gd name="T105" fmla="*/ 173 h 459"/>
                <a:gd name="T106" fmla="*/ 114 w 312"/>
                <a:gd name="T107" fmla="*/ 401 h 459"/>
                <a:gd name="T108" fmla="*/ 114 w 312"/>
                <a:gd name="T109" fmla="*/ 376 h 459"/>
                <a:gd name="T110" fmla="*/ 120 w 312"/>
                <a:gd name="T111" fmla="*/ 360 h 459"/>
                <a:gd name="T112" fmla="*/ 114 w 312"/>
                <a:gd name="T113" fmla="*/ 410 h 459"/>
                <a:gd name="T114" fmla="*/ 114 w 312"/>
                <a:gd name="T115" fmla="*/ 402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12" h="459">
                  <a:moveTo>
                    <a:pt x="5" y="447"/>
                  </a:moveTo>
                  <a:lnTo>
                    <a:pt x="9" y="454"/>
                  </a:lnTo>
                  <a:lnTo>
                    <a:pt x="9" y="454"/>
                  </a:lnTo>
                  <a:lnTo>
                    <a:pt x="10" y="452"/>
                  </a:lnTo>
                  <a:lnTo>
                    <a:pt x="9" y="455"/>
                  </a:lnTo>
                  <a:lnTo>
                    <a:pt x="9" y="455"/>
                  </a:lnTo>
                  <a:lnTo>
                    <a:pt x="9" y="457"/>
                  </a:lnTo>
                  <a:lnTo>
                    <a:pt x="10" y="458"/>
                  </a:lnTo>
                  <a:lnTo>
                    <a:pt x="14" y="458"/>
                  </a:lnTo>
                  <a:lnTo>
                    <a:pt x="19" y="455"/>
                  </a:lnTo>
                  <a:lnTo>
                    <a:pt x="19" y="455"/>
                  </a:lnTo>
                  <a:lnTo>
                    <a:pt x="24" y="453"/>
                  </a:lnTo>
                  <a:lnTo>
                    <a:pt x="25" y="452"/>
                  </a:lnTo>
                  <a:lnTo>
                    <a:pt x="26" y="450"/>
                  </a:lnTo>
                  <a:lnTo>
                    <a:pt x="26" y="450"/>
                  </a:lnTo>
                  <a:lnTo>
                    <a:pt x="28" y="449"/>
                  </a:lnTo>
                  <a:lnTo>
                    <a:pt x="29" y="446"/>
                  </a:lnTo>
                  <a:lnTo>
                    <a:pt x="30" y="442"/>
                  </a:lnTo>
                  <a:lnTo>
                    <a:pt x="30" y="442"/>
                  </a:lnTo>
                  <a:lnTo>
                    <a:pt x="30" y="441"/>
                  </a:lnTo>
                  <a:lnTo>
                    <a:pt x="32" y="440"/>
                  </a:lnTo>
                  <a:lnTo>
                    <a:pt x="35" y="440"/>
                  </a:lnTo>
                  <a:lnTo>
                    <a:pt x="43" y="452"/>
                  </a:lnTo>
                  <a:lnTo>
                    <a:pt x="74" y="431"/>
                  </a:lnTo>
                  <a:lnTo>
                    <a:pt x="74" y="431"/>
                  </a:lnTo>
                  <a:lnTo>
                    <a:pt x="70" y="459"/>
                  </a:lnTo>
                  <a:lnTo>
                    <a:pt x="312" y="459"/>
                  </a:lnTo>
                  <a:lnTo>
                    <a:pt x="312" y="459"/>
                  </a:lnTo>
                  <a:lnTo>
                    <a:pt x="309" y="447"/>
                  </a:lnTo>
                  <a:lnTo>
                    <a:pt x="309" y="447"/>
                  </a:lnTo>
                  <a:lnTo>
                    <a:pt x="308" y="442"/>
                  </a:lnTo>
                  <a:lnTo>
                    <a:pt x="308" y="436"/>
                  </a:lnTo>
                  <a:lnTo>
                    <a:pt x="311" y="419"/>
                  </a:lnTo>
                  <a:lnTo>
                    <a:pt x="311" y="419"/>
                  </a:lnTo>
                  <a:lnTo>
                    <a:pt x="312" y="407"/>
                  </a:lnTo>
                  <a:lnTo>
                    <a:pt x="312" y="397"/>
                  </a:lnTo>
                  <a:lnTo>
                    <a:pt x="309" y="379"/>
                  </a:lnTo>
                  <a:lnTo>
                    <a:pt x="309" y="379"/>
                  </a:lnTo>
                  <a:lnTo>
                    <a:pt x="309" y="373"/>
                  </a:lnTo>
                  <a:lnTo>
                    <a:pt x="310" y="368"/>
                  </a:lnTo>
                  <a:lnTo>
                    <a:pt x="312" y="362"/>
                  </a:lnTo>
                  <a:lnTo>
                    <a:pt x="312" y="356"/>
                  </a:lnTo>
                  <a:lnTo>
                    <a:pt x="312" y="356"/>
                  </a:lnTo>
                  <a:lnTo>
                    <a:pt x="312" y="350"/>
                  </a:lnTo>
                  <a:lnTo>
                    <a:pt x="311" y="344"/>
                  </a:lnTo>
                  <a:lnTo>
                    <a:pt x="310" y="338"/>
                  </a:lnTo>
                  <a:lnTo>
                    <a:pt x="306" y="331"/>
                  </a:lnTo>
                  <a:lnTo>
                    <a:pt x="306" y="331"/>
                  </a:lnTo>
                  <a:lnTo>
                    <a:pt x="303" y="325"/>
                  </a:lnTo>
                  <a:lnTo>
                    <a:pt x="303" y="323"/>
                  </a:lnTo>
                  <a:lnTo>
                    <a:pt x="305" y="320"/>
                  </a:lnTo>
                  <a:lnTo>
                    <a:pt x="307" y="315"/>
                  </a:lnTo>
                  <a:lnTo>
                    <a:pt x="307" y="315"/>
                  </a:lnTo>
                  <a:lnTo>
                    <a:pt x="308" y="305"/>
                  </a:lnTo>
                  <a:lnTo>
                    <a:pt x="307" y="295"/>
                  </a:lnTo>
                  <a:lnTo>
                    <a:pt x="306" y="285"/>
                  </a:lnTo>
                  <a:lnTo>
                    <a:pt x="303" y="276"/>
                  </a:lnTo>
                  <a:lnTo>
                    <a:pt x="303" y="276"/>
                  </a:lnTo>
                  <a:lnTo>
                    <a:pt x="300" y="269"/>
                  </a:lnTo>
                  <a:lnTo>
                    <a:pt x="298" y="266"/>
                  </a:lnTo>
                  <a:lnTo>
                    <a:pt x="298" y="262"/>
                  </a:lnTo>
                  <a:lnTo>
                    <a:pt x="298" y="255"/>
                  </a:lnTo>
                  <a:lnTo>
                    <a:pt x="298" y="255"/>
                  </a:lnTo>
                  <a:lnTo>
                    <a:pt x="298" y="248"/>
                  </a:lnTo>
                  <a:lnTo>
                    <a:pt x="298" y="244"/>
                  </a:lnTo>
                  <a:lnTo>
                    <a:pt x="298" y="238"/>
                  </a:lnTo>
                  <a:lnTo>
                    <a:pt x="297" y="228"/>
                  </a:lnTo>
                  <a:lnTo>
                    <a:pt x="297" y="228"/>
                  </a:lnTo>
                  <a:lnTo>
                    <a:pt x="294" y="221"/>
                  </a:lnTo>
                  <a:lnTo>
                    <a:pt x="291" y="213"/>
                  </a:lnTo>
                  <a:lnTo>
                    <a:pt x="282" y="194"/>
                  </a:lnTo>
                  <a:lnTo>
                    <a:pt x="262" y="161"/>
                  </a:lnTo>
                  <a:lnTo>
                    <a:pt x="262" y="161"/>
                  </a:lnTo>
                  <a:lnTo>
                    <a:pt x="258" y="156"/>
                  </a:lnTo>
                  <a:lnTo>
                    <a:pt x="254" y="152"/>
                  </a:lnTo>
                  <a:lnTo>
                    <a:pt x="250" y="149"/>
                  </a:lnTo>
                  <a:lnTo>
                    <a:pt x="246" y="147"/>
                  </a:lnTo>
                  <a:lnTo>
                    <a:pt x="239" y="142"/>
                  </a:lnTo>
                  <a:lnTo>
                    <a:pt x="232" y="139"/>
                  </a:lnTo>
                  <a:lnTo>
                    <a:pt x="232" y="139"/>
                  </a:lnTo>
                  <a:lnTo>
                    <a:pt x="230" y="137"/>
                  </a:lnTo>
                  <a:lnTo>
                    <a:pt x="228" y="134"/>
                  </a:lnTo>
                  <a:lnTo>
                    <a:pt x="224" y="125"/>
                  </a:lnTo>
                  <a:lnTo>
                    <a:pt x="221" y="115"/>
                  </a:lnTo>
                  <a:lnTo>
                    <a:pt x="223" y="125"/>
                  </a:lnTo>
                  <a:lnTo>
                    <a:pt x="223" y="125"/>
                  </a:lnTo>
                  <a:lnTo>
                    <a:pt x="218" y="125"/>
                  </a:lnTo>
                  <a:lnTo>
                    <a:pt x="213" y="128"/>
                  </a:lnTo>
                  <a:lnTo>
                    <a:pt x="208" y="132"/>
                  </a:lnTo>
                  <a:lnTo>
                    <a:pt x="202" y="137"/>
                  </a:lnTo>
                  <a:lnTo>
                    <a:pt x="190" y="151"/>
                  </a:lnTo>
                  <a:lnTo>
                    <a:pt x="179" y="166"/>
                  </a:lnTo>
                  <a:lnTo>
                    <a:pt x="169" y="181"/>
                  </a:lnTo>
                  <a:lnTo>
                    <a:pt x="161" y="195"/>
                  </a:lnTo>
                  <a:lnTo>
                    <a:pt x="154" y="208"/>
                  </a:lnTo>
                  <a:lnTo>
                    <a:pt x="156" y="200"/>
                  </a:lnTo>
                  <a:lnTo>
                    <a:pt x="156" y="200"/>
                  </a:lnTo>
                  <a:lnTo>
                    <a:pt x="160" y="191"/>
                  </a:lnTo>
                  <a:lnTo>
                    <a:pt x="162" y="185"/>
                  </a:lnTo>
                  <a:lnTo>
                    <a:pt x="162" y="182"/>
                  </a:lnTo>
                  <a:lnTo>
                    <a:pt x="161" y="181"/>
                  </a:lnTo>
                  <a:lnTo>
                    <a:pt x="165" y="180"/>
                  </a:lnTo>
                  <a:lnTo>
                    <a:pt x="165" y="180"/>
                  </a:lnTo>
                  <a:lnTo>
                    <a:pt x="163" y="175"/>
                  </a:lnTo>
                  <a:lnTo>
                    <a:pt x="162" y="170"/>
                  </a:lnTo>
                  <a:lnTo>
                    <a:pt x="162" y="166"/>
                  </a:lnTo>
                  <a:lnTo>
                    <a:pt x="162" y="166"/>
                  </a:lnTo>
                  <a:lnTo>
                    <a:pt x="165" y="158"/>
                  </a:lnTo>
                  <a:lnTo>
                    <a:pt x="168" y="152"/>
                  </a:lnTo>
                  <a:lnTo>
                    <a:pt x="172" y="145"/>
                  </a:lnTo>
                  <a:lnTo>
                    <a:pt x="177" y="140"/>
                  </a:lnTo>
                  <a:lnTo>
                    <a:pt x="187" y="131"/>
                  </a:lnTo>
                  <a:lnTo>
                    <a:pt x="197" y="125"/>
                  </a:lnTo>
                  <a:lnTo>
                    <a:pt x="206" y="120"/>
                  </a:lnTo>
                  <a:lnTo>
                    <a:pt x="214" y="117"/>
                  </a:lnTo>
                  <a:lnTo>
                    <a:pt x="221" y="115"/>
                  </a:lnTo>
                  <a:lnTo>
                    <a:pt x="221" y="115"/>
                  </a:lnTo>
                  <a:lnTo>
                    <a:pt x="223" y="114"/>
                  </a:lnTo>
                  <a:lnTo>
                    <a:pt x="224" y="112"/>
                  </a:lnTo>
                  <a:lnTo>
                    <a:pt x="225" y="110"/>
                  </a:lnTo>
                  <a:lnTo>
                    <a:pt x="225" y="110"/>
                  </a:lnTo>
                  <a:lnTo>
                    <a:pt x="225" y="106"/>
                  </a:lnTo>
                  <a:lnTo>
                    <a:pt x="227" y="102"/>
                  </a:lnTo>
                  <a:lnTo>
                    <a:pt x="230" y="97"/>
                  </a:lnTo>
                  <a:lnTo>
                    <a:pt x="230" y="97"/>
                  </a:lnTo>
                  <a:lnTo>
                    <a:pt x="236" y="84"/>
                  </a:lnTo>
                  <a:lnTo>
                    <a:pt x="239" y="72"/>
                  </a:lnTo>
                  <a:lnTo>
                    <a:pt x="241" y="62"/>
                  </a:lnTo>
                  <a:lnTo>
                    <a:pt x="242" y="53"/>
                  </a:lnTo>
                  <a:lnTo>
                    <a:pt x="242" y="45"/>
                  </a:lnTo>
                  <a:lnTo>
                    <a:pt x="241" y="39"/>
                  </a:lnTo>
                  <a:lnTo>
                    <a:pt x="240" y="34"/>
                  </a:lnTo>
                  <a:lnTo>
                    <a:pt x="240" y="34"/>
                  </a:lnTo>
                  <a:lnTo>
                    <a:pt x="234" y="25"/>
                  </a:lnTo>
                  <a:lnTo>
                    <a:pt x="228" y="16"/>
                  </a:lnTo>
                  <a:lnTo>
                    <a:pt x="221" y="10"/>
                  </a:lnTo>
                  <a:lnTo>
                    <a:pt x="214" y="5"/>
                  </a:lnTo>
                  <a:lnTo>
                    <a:pt x="206" y="2"/>
                  </a:lnTo>
                  <a:lnTo>
                    <a:pt x="198" y="0"/>
                  </a:lnTo>
                  <a:lnTo>
                    <a:pt x="189" y="0"/>
                  </a:lnTo>
                  <a:lnTo>
                    <a:pt x="182" y="0"/>
                  </a:lnTo>
                  <a:lnTo>
                    <a:pt x="174" y="0"/>
                  </a:lnTo>
                  <a:lnTo>
                    <a:pt x="167" y="2"/>
                  </a:lnTo>
                  <a:lnTo>
                    <a:pt x="154" y="5"/>
                  </a:lnTo>
                  <a:lnTo>
                    <a:pt x="142" y="9"/>
                  </a:lnTo>
                  <a:lnTo>
                    <a:pt x="142" y="9"/>
                  </a:lnTo>
                  <a:lnTo>
                    <a:pt x="137" y="13"/>
                  </a:lnTo>
                  <a:lnTo>
                    <a:pt x="134" y="17"/>
                  </a:lnTo>
                  <a:lnTo>
                    <a:pt x="133" y="21"/>
                  </a:lnTo>
                  <a:lnTo>
                    <a:pt x="134" y="25"/>
                  </a:lnTo>
                  <a:lnTo>
                    <a:pt x="135" y="29"/>
                  </a:lnTo>
                  <a:lnTo>
                    <a:pt x="137" y="31"/>
                  </a:lnTo>
                  <a:lnTo>
                    <a:pt x="139" y="33"/>
                  </a:lnTo>
                  <a:lnTo>
                    <a:pt x="139" y="33"/>
                  </a:lnTo>
                  <a:lnTo>
                    <a:pt x="135" y="44"/>
                  </a:lnTo>
                  <a:lnTo>
                    <a:pt x="132" y="50"/>
                  </a:lnTo>
                  <a:lnTo>
                    <a:pt x="132" y="50"/>
                  </a:lnTo>
                  <a:lnTo>
                    <a:pt x="131" y="54"/>
                  </a:lnTo>
                  <a:lnTo>
                    <a:pt x="131" y="58"/>
                  </a:lnTo>
                  <a:lnTo>
                    <a:pt x="132" y="61"/>
                  </a:lnTo>
                  <a:lnTo>
                    <a:pt x="132" y="61"/>
                  </a:lnTo>
                  <a:lnTo>
                    <a:pt x="132" y="63"/>
                  </a:lnTo>
                  <a:lnTo>
                    <a:pt x="132" y="65"/>
                  </a:lnTo>
                  <a:lnTo>
                    <a:pt x="128" y="70"/>
                  </a:lnTo>
                  <a:lnTo>
                    <a:pt x="123" y="74"/>
                  </a:lnTo>
                  <a:lnTo>
                    <a:pt x="123" y="74"/>
                  </a:lnTo>
                  <a:lnTo>
                    <a:pt x="119" y="77"/>
                  </a:lnTo>
                  <a:lnTo>
                    <a:pt x="118" y="80"/>
                  </a:lnTo>
                  <a:lnTo>
                    <a:pt x="118" y="83"/>
                  </a:lnTo>
                  <a:lnTo>
                    <a:pt x="119" y="85"/>
                  </a:lnTo>
                  <a:lnTo>
                    <a:pt x="122" y="88"/>
                  </a:lnTo>
                  <a:lnTo>
                    <a:pt x="124" y="89"/>
                  </a:lnTo>
                  <a:lnTo>
                    <a:pt x="124" y="89"/>
                  </a:lnTo>
                  <a:lnTo>
                    <a:pt x="125" y="90"/>
                  </a:lnTo>
                  <a:lnTo>
                    <a:pt x="126" y="91"/>
                  </a:lnTo>
                  <a:lnTo>
                    <a:pt x="126" y="93"/>
                  </a:lnTo>
                  <a:lnTo>
                    <a:pt x="125" y="97"/>
                  </a:lnTo>
                  <a:lnTo>
                    <a:pt x="125" y="97"/>
                  </a:lnTo>
                  <a:lnTo>
                    <a:pt x="124" y="100"/>
                  </a:lnTo>
                  <a:lnTo>
                    <a:pt x="125" y="102"/>
                  </a:lnTo>
                  <a:lnTo>
                    <a:pt x="127" y="103"/>
                  </a:lnTo>
                  <a:lnTo>
                    <a:pt x="127" y="103"/>
                  </a:lnTo>
                  <a:lnTo>
                    <a:pt x="126" y="104"/>
                  </a:lnTo>
                  <a:lnTo>
                    <a:pt x="125" y="106"/>
                  </a:lnTo>
                  <a:lnTo>
                    <a:pt x="126" y="110"/>
                  </a:lnTo>
                  <a:lnTo>
                    <a:pt x="127" y="113"/>
                  </a:lnTo>
                  <a:lnTo>
                    <a:pt x="128" y="115"/>
                  </a:lnTo>
                  <a:lnTo>
                    <a:pt x="128" y="115"/>
                  </a:lnTo>
                  <a:lnTo>
                    <a:pt x="127" y="118"/>
                  </a:lnTo>
                  <a:lnTo>
                    <a:pt x="127" y="120"/>
                  </a:lnTo>
                  <a:lnTo>
                    <a:pt x="127" y="123"/>
                  </a:lnTo>
                  <a:lnTo>
                    <a:pt x="128" y="125"/>
                  </a:lnTo>
                  <a:lnTo>
                    <a:pt x="131" y="128"/>
                  </a:lnTo>
                  <a:lnTo>
                    <a:pt x="136" y="131"/>
                  </a:lnTo>
                  <a:lnTo>
                    <a:pt x="141" y="133"/>
                  </a:lnTo>
                  <a:lnTo>
                    <a:pt x="146" y="134"/>
                  </a:lnTo>
                  <a:lnTo>
                    <a:pt x="151" y="135"/>
                  </a:lnTo>
                  <a:lnTo>
                    <a:pt x="151" y="135"/>
                  </a:lnTo>
                  <a:lnTo>
                    <a:pt x="153" y="135"/>
                  </a:lnTo>
                  <a:lnTo>
                    <a:pt x="155" y="135"/>
                  </a:lnTo>
                  <a:lnTo>
                    <a:pt x="157" y="138"/>
                  </a:lnTo>
                  <a:lnTo>
                    <a:pt x="158" y="142"/>
                  </a:lnTo>
                  <a:lnTo>
                    <a:pt x="158" y="142"/>
                  </a:lnTo>
                  <a:lnTo>
                    <a:pt x="159" y="147"/>
                  </a:lnTo>
                  <a:lnTo>
                    <a:pt x="160" y="151"/>
                  </a:lnTo>
                  <a:lnTo>
                    <a:pt x="163" y="155"/>
                  </a:lnTo>
                  <a:lnTo>
                    <a:pt x="163" y="155"/>
                  </a:lnTo>
                  <a:lnTo>
                    <a:pt x="160" y="158"/>
                  </a:lnTo>
                  <a:lnTo>
                    <a:pt x="158" y="164"/>
                  </a:lnTo>
                  <a:lnTo>
                    <a:pt x="152" y="179"/>
                  </a:lnTo>
                  <a:lnTo>
                    <a:pt x="152" y="179"/>
                  </a:lnTo>
                  <a:lnTo>
                    <a:pt x="149" y="188"/>
                  </a:lnTo>
                  <a:lnTo>
                    <a:pt x="146" y="199"/>
                  </a:lnTo>
                  <a:lnTo>
                    <a:pt x="142" y="207"/>
                  </a:lnTo>
                  <a:lnTo>
                    <a:pt x="140" y="211"/>
                  </a:lnTo>
                  <a:lnTo>
                    <a:pt x="138" y="213"/>
                  </a:lnTo>
                  <a:lnTo>
                    <a:pt x="138" y="213"/>
                  </a:lnTo>
                  <a:lnTo>
                    <a:pt x="136" y="215"/>
                  </a:lnTo>
                  <a:lnTo>
                    <a:pt x="134" y="219"/>
                  </a:lnTo>
                  <a:lnTo>
                    <a:pt x="129" y="228"/>
                  </a:lnTo>
                  <a:lnTo>
                    <a:pt x="123" y="245"/>
                  </a:lnTo>
                  <a:lnTo>
                    <a:pt x="123" y="245"/>
                  </a:lnTo>
                  <a:lnTo>
                    <a:pt x="118" y="257"/>
                  </a:lnTo>
                  <a:lnTo>
                    <a:pt x="111" y="272"/>
                  </a:lnTo>
                  <a:lnTo>
                    <a:pt x="111" y="272"/>
                  </a:lnTo>
                  <a:lnTo>
                    <a:pt x="108" y="280"/>
                  </a:lnTo>
                  <a:lnTo>
                    <a:pt x="104" y="292"/>
                  </a:lnTo>
                  <a:lnTo>
                    <a:pt x="98" y="315"/>
                  </a:lnTo>
                  <a:lnTo>
                    <a:pt x="98" y="315"/>
                  </a:lnTo>
                  <a:lnTo>
                    <a:pt x="93" y="336"/>
                  </a:lnTo>
                  <a:lnTo>
                    <a:pt x="91" y="345"/>
                  </a:lnTo>
                  <a:lnTo>
                    <a:pt x="88" y="350"/>
                  </a:lnTo>
                  <a:lnTo>
                    <a:pt x="88" y="350"/>
                  </a:lnTo>
                  <a:lnTo>
                    <a:pt x="86" y="353"/>
                  </a:lnTo>
                  <a:lnTo>
                    <a:pt x="85" y="356"/>
                  </a:lnTo>
                  <a:lnTo>
                    <a:pt x="84" y="363"/>
                  </a:lnTo>
                  <a:lnTo>
                    <a:pt x="84" y="363"/>
                  </a:lnTo>
                  <a:lnTo>
                    <a:pt x="82" y="366"/>
                  </a:lnTo>
                  <a:lnTo>
                    <a:pt x="78" y="369"/>
                  </a:lnTo>
                  <a:lnTo>
                    <a:pt x="68" y="375"/>
                  </a:lnTo>
                  <a:lnTo>
                    <a:pt x="50" y="385"/>
                  </a:lnTo>
                  <a:lnTo>
                    <a:pt x="50" y="385"/>
                  </a:lnTo>
                  <a:lnTo>
                    <a:pt x="25" y="407"/>
                  </a:lnTo>
                  <a:lnTo>
                    <a:pt x="13" y="413"/>
                  </a:lnTo>
                  <a:lnTo>
                    <a:pt x="13" y="413"/>
                  </a:lnTo>
                  <a:lnTo>
                    <a:pt x="8" y="415"/>
                  </a:lnTo>
                  <a:lnTo>
                    <a:pt x="5" y="418"/>
                  </a:lnTo>
                  <a:lnTo>
                    <a:pt x="4" y="419"/>
                  </a:lnTo>
                  <a:lnTo>
                    <a:pt x="4" y="420"/>
                  </a:lnTo>
                  <a:lnTo>
                    <a:pt x="4" y="420"/>
                  </a:lnTo>
                  <a:lnTo>
                    <a:pt x="2" y="423"/>
                  </a:lnTo>
                  <a:lnTo>
                    <a:pt x="0" y="425"/>
                  </a:lnTo>
                  <a:lnTo>
                    <a:pt x="0" y="428"/>
                  </a:lnTo>
                  <a:lnTo>
                    <a:pt x="1" y="431"/>
                  </a:lnTo>
                  <a:lnTo>
                    <a:pt x="3" y="435"/>
                  </a:lnTo>
                  <a:lnTo>
                    <a:pt x="4" y="436"/>
                  </a:lnTo>
                  <a:lnTo>
                    <a:pt x="4" y="436"/>
                  </a:lnTo>
                  <a:lnTo>
                    <a:pt x="3" y="440"/>
                  </a:lnTo>
                  <a:lnTo>
                    <a:pt x="4" y="443"/>
                  </a:lnTo>
                  <a:lnTo>
                    <a:pt x="5" y="447"/>
                  </a:lnTo>
                  <a:lnTo>
                    <a:pt x="5" y="447"/>
                  </a:lnTo>
                  <a:close/>
                  <a:moveTo>
                    <a:pt x="162" y="157"/>
                  </a:moveTo>
                  <a:lnTo>
                    <a:pt x="160" y="166"/>
                  </a:lnTo>
                  <a:lnTo>
                    <a:pt x="155" y="173"/>
                  </a:lnTo>
                  <a:lnTo>
                    <a:pt x="155" y="173"/>
                  </a:lnTo>
                  <a:lnTo>
                    <a:pt x="158" y="166"/>
                  </a:lnTo>
                  <a:lnTo>
                    <a:pt x="162" y="157"/>
                  </a:lnTo>
                  <a:lnTo>
                    <a:pt x="162" y="157"/>
                  </a:lnTo>
                  <a:close/>
                  <a:moveTo>
                    <a:pt x="114" y="401"/>
                  </a:moveTo>
                  <a:lnTo>
                    <a:pt x="114" y="401"/>
                  </a:lnTo>
                  <a:lnTo>
                    <a:pt x="115" y="396"/>
                  </a:lnTo>
                  <a:lnTo>
                    <a:pt x="115" y="388"/>
                  </a:lnTo>
                  <a:lnTo>
                    <a:pt x="115" y="380"/>
                  </a:lnTo>
                  <a:lnTo>
                    <a:pt x="115" y="380"/>
                  </a:lnTo>
                  <a:lnTo>
                    <a:pt x="114" y="376"/>
                  </a:lnTo>
                  <a:lnTo>
                    <a:pt x="114" y="372"/>
                  </a:lnTo>
                  <a:lnTo>
                    <a:pt x="115" y="366"/>
                  </a:lnTo>
                  <a:lnTo>
                    <a:pt x="117" y="363"/>
                  </a:lnTo>
                  <a:lnTo>
                    <a:pt x="119" y="361"/>
                  </a:lnTo>
                  <a:lnTo>
                    <a:pt x="120" y="360"/>
                  </a:lnTo>
                  <a:lnTo>
                    <a:pt x="120" y="360"/>
                  </a:lnTo>
                  <a:lnTo>
                    <a:pt x="120" y="370"/>
                  </a:lnTo>
                  <a:lnTo>
                    <a:pt x="120" y="388"/>
                  </a:lnTo>
                  <a:lnTo>
                    <a:pt x="120" y="412"/>
                  </a:lnTo>
                  <a:lnTo>
                    <a:pt x="114" y="410"/>
                  </a:lnTo>
                  <a:lnTo>
                    <a:pt x="114" y="410"/>
                  </a:lnTo>
                  <a:lnTo>
                    <a:pt x="113" y="408"/>
                  </a:lnTo>
                  <a:lnTo>
                    <a:pt x="113" y="405"/>
                  </a:lnTo>
                  <a:lnTo>
                    <a:pt x="114" y="402"/>
                  </a:lnTo>
                  <a:lnTo>
                    <a:pt x="114" y="402"/>
                  </a:lnTo>
                  <a:lnTo>
                    <a:pt x="114" y="401"/>
                  </a:lnTo>
                  <a:lnTo>
                    <a:pt x="114" y="4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7" name="Freeform 35"/>
            <p:cNvSpPr/>
            <p:nvPr/>
          </p:nvSpPr>
          <p:spPr bwMode="auto">
            <a:xfrm>
              <a:off x="5300663" y="1684338"/>
              <a:ext cx="63500" cy="65088"/>
            </a:xfrm>
            <a:custGeom>
              <a:avLst/>
              <a:gdLst>
                <a:gd name="T0" fmla="*/ 0 w 40"/>
                <a:gd name="T1" fmla="*/ 17 h 41"/>
                <a:gd name="T2" fmla="*/ 17 w 40"/>
                <a:gd name="T3" fmla="*/ 41 h 41"/>
                <a:gd name="T4" fmla="*/ 17 w 40"/>
                <a:gd name="T5" fmla="*/ 41 h 41"/>
                <a:gd name="T6" fmla="*/ 21 w 40"/>
                <a:gd name="T7" fmla="*/ 41 h 41"/>
                <a:gd name="T8" fmla="*/ 24 w 40"/>
                <a:gd name="T9" fmla="*/ 41 h 41"/>
                <a:gd name="T10" fmla="*/ 28 w 40"/>
                <a:gd name="T11" fmla="*/ 40 h 41"/>
                <a:gd name="T12" fmla="*/ 31 w 40"/>
                <a:gd name="T13" fmla="*/ 38 h 41"/>
                <a:gd name="T14" fmla="*/ 34 w 40"/>
                <a:gd name="T15" fmla="*/ 36 h 41"/>
                <a:gd name="T16" fmla="*/ 37 w 40"/>
                <a:gd name="T17" fmla="*/ 33 h 41"/>
                <a:gd name="T18" fmla="*/ 39 w 40"/>
                <a:gd name="T19" fmla="*/ 29 h 41"/>
                <a:gd name="T20" fmla="*/ 40 w 40"/>
                <a:gd name="T21" fmla="*/ 26 h 41"/>
                <a:gd name="T22" fmla="*/ 40 w 40"/>
                <a:gd name="T23" fmla="*/ 26 h 41"/>
                <a:gd name="T24" fmla="*/ 40 w 40"/>
                <a:gd name="T25" fmla="*/ 22 h 41"/>
                <a:gd name="T26" fmla="*/ 40 w 40"/>
                <a:gd name="T27" fmla="*/ 18 h 41"/>
                <a:gd name="T28" fmla="*/ 39 w 40"/>
                <a:gd name="T29" fmla="*/ 14 h 41"/>
                <a:gd name="T30" fmla="*/ 38 w 40"/>
                <a:gd name="T31" fmla="*/ 10 h 41"/>
                <a:gd name="T32" fmla="*/ 35 w 40"/>
                <a:gd name="T33" fmla="*/ 7 h 41"/>
                <a:gd name="T34" fmla="*/ 32 w 40"/>
                <a:gd name="T35" fmla="*/ 4 h 41"/>
                <a:gd name="T36" fmla="*/ 29 w 40"/>
                <a:gd name="T37" fmla="*/ 2 h 41"/>
                <a:gd name="T38" fmla="*/ 25 w 40"/>
                <a:gd name="T39" fmla="*/ 1 h 41"/>
                <a:gd name="T40" fmla="*/ 25 w 40"/>
                <a:gd name="T41" fmla="*/ 1 h 41"/>
                <a:gd name="T42" fmla="*/ 21 w 40"/>
                <a:gd name="T43" fmla="*/ 0 h 41"/>
                <a:gd name="T44" fmla="*/ 17 w 40"/>
                <a:gd name="T45" fmla="*/ 0 h 41"/>
                <a:gd name="T46" fmla="*/ 13 w 40"/>
                <a:gd name="T47" fmla="*/ 1 h 41"/>
                <a:gd name="T48" fmla="*/ 9 w 40"/>
                <a:gd name="T49" fmla="*/ 3 h 41"/>
                <a:gd name="T50" fmla="*/ 6 w 40"/>
                <a:gd name="T51" fmla="*/ 5 h 41"/>
                <a:gd name="T52" fmla="*/ 4 w 40"/>
                <a:gd name="T53" fmla="*/ 8 h 41"/>
                <a:gd name="T54" fmla="*/ 1 w 40"/>
                <a:gd name="T55" fmla="*/ 12 h 41"/>
                <a:gd name="T56" fmla="*/ 0 w 40"/>
                <a:gd name="T57" fmla="*/ 16 h 41"/>
                <a:gd name="T58" fmla="*/ 0 w 40"/>
                <a:gd name="T59" fmla="*/ 16 h 41"/>
                <a:gd name="T60" fmla="*/ 0 w 40"/>
                <a:gd name="T61" fmla="*/ 17 h 41"/>
                <a:gd name="T62" fmla="*/ 0 w 40"/>
                <a:gd name="T63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" h="41">
                  <a:moveTo>
                    <a:pt x="0" y="17"/>
                  </a:moveTo>
                  <a:lnTo>
                    <a:pt x="17" y="41"/>
                  </a:lnTo>
                  <a:lnTo>
                    <a:pt x="17" y="41"/>
                  </a:lnTo>
                  <a:lnTo>
                    <a:pt x="21" y="41"/>
                  </a:lnTo>
                  <a:lnTo>
                    <a:pt x="24" y="41"/>
                  </a:lnTo>
                  <a:lnTo>
                    <a:pt x="28" y="40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7" y="33"/>
                  </a:lnTo>
                  <a:lnTo>
                    <a:pt x="39" y="29"/>
                  </a:lnTo>
                  <a:lnTo>
                    <a:pt x="40" y="26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18"/>
                  </a:lnTo>
                  <a:lnTo>
                    <a:pt x="39" y="14"/>
                  </a:lnTo>
                  <a:lnTo>
                    <a:pt x="38" y="10"/>
                  </a:lnTo>
                  <a:lnTo>
                    <a:pt x="35" y="7"/>
                  </a:lnTo>
                  <a:lnTo>
                    <a:pt x="32" y="4"/>
                  </a:lnTo>
                  <a:lnTo>
                    <a:pt x="29" y="2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1" y="0"/>
                  </a:lnTo>
                  <a:lnTo>
                    <a:pt x="17" y="0"/>
                  </a:lnTo>
                  <a:lnTo>
                    <a:pt x="13" y="1"/>
                  </a:lnTo>
                  <a:lnTo>
                    <a:pt x="9" y="3"/>
                  </a:lnTo>
                  <a:lnTo>
                    <a:pt x="6" y="5"/>
                  </a:lnTo>
                  <a:lnTo>
                    <a:pt x="4" y="8"/>
                  </a:lnTo>
                  <a:lnTo>
                    <a:pt x="1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5205413" y="1722438"/>
              <a:ext cx="111125" cy="88900"/>
            </a:xfrm>
            <a:custGeom>
              <a:avLst/>
              <a:gdLst>
                <a:gd name="T0" fmla="*/ 58 w 70"/>
                <a:gd name="T1" fmla="*/ 0 h 56"/>
                <a:gd name="T2" fmla="*/ 6 w 70"/>
                <a:gd name="T3" fmla="*/ 40 h 56"/>
                <a:gd name="T4" fmla="*/ 6 w 70"/>
                <a:gd name="T5" fmla="*/ 40 h 56"/>
                <a:gd name="T6" fmla="*/ 3 w 70"/>
                <a:gd name="T7" fmla="*/ 43 h 56"/>
                <a:gd name="T8" fmla="*/ 1 w 70"/>
                <a:gd name="T9" fmla="*/ 47 h 56"/>
                <a:gd name="T10" fmla="*/ 0 w 70"/>
                <a:gd name="T11" fmla="*/ 51 h 56"/>
                <a:gd name="T12" fmla="*/ 1 w 70"/>
                <a:gd name="T13" fmla="*/ 54 h 56"/>
                <a:gd name="T14" fmla="*/ 1 w 70"/>
                <a:gd name="T15" fmla="*/ 54 h 56"/>
                <a:gd name="T16" fmla="*/ 4 w 70"/>
                <a:gd name="T17" fmla="*/ 56 h 56"/>
                <a:gd name="T18" fmla="*/ 8 w 70"/>
                <a:gd name="T19" fmla="*/ 56 h 56"/>
                <a:gd name="T20" fmla="*/ 12 w 70"/>
                <a:gd name="T21" fmla="*/ 56 h 56"/>
                <a:gd name="T22" fmla="*/ 16 w 70"/>
                <a:gd name="T23" fmla="*/ 55 h 56"/>
                <a:gd name="T24" fmla="*/ 70 w 70"/>
                <a:gd name="T25" fmla="*/ 18 h 56"/>
                <a:gd name="T26" fmla="*/ 58 w 70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8" y="0"/>
                  </a:moveTo>
                  <a:lnTo>
                    <a:pt x="6" y="40"/>
                  </a:lnTo>
                  <a:lnTo>
                    <a:pt x="6" y="40"/>
                  </a:lnTo>
                  <a:lnTo>
                    <a:pt x="3" y="43"/>
                  </a:lnTo>
                  <a:lnTo>
                    <a:pt x="1" y="47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1" y="54"/>
                  </a:lnTo>
                  <a:lnTo>
                    <a:pt x="4" y="56"/>
                  </a:lnTo>
                  <a:lnTo>
                    <a:pt x="8" y="56"/>
                  </a:lnTo>
                  <a:lnTo>
                    <a:pt x="12" y="56"/>
                  </a:lnTo>
                  <a:lnTo>
                    <a:pt x="16" y="55"/>
                  </a:lnTo>
                  <a:lnTo>
                    <a:pt x="70" y="18"/>
                  </a:lnTo>
                  <a:lnTo>
                    <a:pt x="5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39" name="Freeform 37"/>
            <p:cNvSpPr/>
            <p:nvPr/>
          </p:nvSpPr>
          <p:spPr bwMode="auto">
            <a:xfrm>
              <a:off x="5059363" y="1770063"/>
              <a:ext cx="225425" cy="487363"/>
            </a:xfrm>
            <a:custGeom>
              <a:avLst/>
              <a:gdLst>
                <a:gd name="T0" fmla="*/ 137 w 142"/>
                <a:gd name="T1" fmla="*/ 24 h 307"/>
                <a:gd name="T2" fmla="*/ 142 w 142"/>
                <a:gd name="T3" fmla="*/ 20 h 307"/>
                <a:gd name="T4" fmla="*/ 138 w 142"/>
                <a:gd name="T5" fmla="*/ 0 h 307"/>
                <a:gd name="T6" fmla="*/ 110 w 142"/>
                <a:gd name="T7" fmla="*/ 20 h 307"/>
                <a:gd name="T8" fmla="*/ 119 w 142"/>
                <a:gd name="T9" fmla="*/ 25 h 307"/>
                <a:gd name="T10" fmla="*/ 14 w 142"/>
                <a:gd name="T11" fmla="*/ 215 h 307"/>
                <a:gd name="T12" fmla="*/ 14 w 142"/>
                <a:gd name="T13" fmla="*/ 215 h 307"/>
                <a:gd name="T14" fmla="*/ 9 w 142"/>
                <a:gd name="T15" fmla="*/ 216 h 307"/>
                <a:gd name="T16" fmla="*/ 4 w 142"/>
                <a:gd name="T17" fmla="*/ 220 h 307"/>
                <a:gd name="T18" fmla="*/ 1 w 142"/>
                <a:gd name="T19" fmla="*/ 224 h 307"/>
                <a:gd name="T20" fmla="*/ 0 w 142"/>
                <a:gd name="T21" fmla="*/ 230 h 307"/>
                <a:gd name="T22" fmla="*/ 0 w 142"/>
                <a:gd name="T23" fmla="*/ 230 h 307"/>
                <a:gd name="T24" fmla="*/ 1 w 142"/>
                <a:gd name="T25" fmla="*/ 234 h 307"/>
                <a:gd name="T26" fmla="*/ 2 w 142"/>
                <a:gd name="T27" fmla="*/ 239 h 307"/>
                <a:gd name="T28" fmla="*/ 4 w 142"/>
                <a:gd name="T29" fmla="*/ 242 h 307"/>
                <a:gd name="T30" fmla="*/ 7 w 142"/>
                <a:gd name="T31" fmla="*/ 244 h 307"/>
                <a:gd name="T32" fmla="*/ 7 w 142"/>
                <a:gd name="T33" fmla="*/ 307 h 307"/>
                <a:gd name="T34" fmla="*/ 24 w 142"/>
                <a:gd name="T35" fmla="*/ 307 h 307"/>
                <a:gd name="T36" fmla="*/ 24 w 142"/>
                <a:gd name="T37" fmla="*/ 245 h 307"/>
                <a:gd name="T38" fmla="*/ 24 w 142"/>
                <a:gd name="T39" fmla="*/ 245 h 307"/>
                <a:gd name="T40" fmla="*/ 27 w 142"/>
                <a:gd name="T41" fmla="*/ 242 h 307"/>
                <a:gd name="T42" fmla="*/ 29 w 142"/>
                <a:gd name="T43" fmla="*/ 239 h 307"/>
                <a:gd name="T44" fmla="*/ 31 w 142"/>
                <a:gd name="T45" fmla="*/ 234 h 307"/>
                <a:gd name="T46" fmla="*/ 32 w 142"/>
                <a:gd name="T47" fmla="*/ 230 h 307"/>
                <a:gd name="T48" fmla="*/ 32 w 142"/>
                <a:gd name="T49" fmla="*/ 230 h 307"/>
                <a:gd name="T50" fmla="*/ 31 w 142"/>
                <a:gd name="T51" fmla="*/ 225 h 307"/>
                <a:gd name="T52" fmla="*/ 29 w 142"/>
                <a:gd name="T53" fmla="*/ 221 h 307"/>
                <a:gd name="T54" fmla="*/ 137 w 142"/>
                <a:gd name="T55" fmla="*/ 24 h 307"/>
                <a:gd name="T56" fmla="*/ 137 w 142"/>
                <a:gd name="T57" fmla="*/ 24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2" h="307">
                  <a:moveTo>
                    <a:pt x="137" y="24"/>
                  </a:moveTo>
                  <a:lnTo>
                    <a:pt x="142" y="20"/>
                  </a:lnTo>
                  <a:lnTo>
                    <a:pt x="138" y="0"/>
                  </a:lnTo>
                  <a:lnTo>
                    <a:pt x="110" y="20"/>
                  </a:lnTo>
                  <a:lnTo>
                    <a:pt x="119" y="25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9" y="216"/>
                  </a:lnTo>
                  <a:lnTo>
                    <a:pt x="4" y="220"/>
                  </a:lnTo>
                  <a:lnTo>
                    <a:pt x="1" y="224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1" y="234"/>
                  </a:lnTo>
                  <a:lnTo>
                    <a:pt x="2" y="239"/>
                  </a:lnTo>
                  <a:lnTo>
                    <a:pt x="4" y="242"/>
                  </a:lnTo>
                  <a:lnTo>
                    <a:pt x="7" y="244"/>
                  </a:lnTo>
                  <a:lnTo>
                    <a:pt x="7" y="307"/>
                  </a:lnTo>
                  <a:lnTo>
                    <a:pt x="24" y="307"/>
                  </a:lnTo>
                  <a:lnTo>
                    <a:pt x="24" y="245"/>
                  </a:lnTo>
                  <a:lnTo>
                    <a:pt x="24" y="245"/>
                  </a:lnTo>
                  <a:lnTo>
                    <a:pt x="27" y="242"/>
                  </a:lnTo>
                  <a:lnTo>
                    <a:pt x="29" y="239"/>
                  </a:lnTo>
                  <a:lnTo>
                    <a:pt x="31" y="234"/>
                  </a:lnTo>
                  <a:lnTo>
                    <a:pt x="32" y="230"/>
                  </a:lnTo>
                  <a:lnTo>
                    <a:pt x="32" y="230"/>
                  </a:lnTo>
                  <a:lnTo>
                    <a:pt x="31" y="225"/>
                  </a:lnTo>
                  <a:lnTo>
                    <a:pt x="29" y="221"/>
                  </a:lnTo>
                  <a:lnTo>
                    <a:pt x="137" y="24"/>
                  </a:lnTo>
                  <a:lnTo>
                    <a:pt x="137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40" name="Rectangle 39"/>
          <p:cNvSpPr/>
          <p:nvPr/>
        </p:nvSpPr>
        <p:spPr>
          <a:xfrm>
            <a:off x="2059659" y="2495693"/>
            <a:ext cx="2293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1" name="Content Placeholder 2"/>
          <p:cNvSpPr txBox="1"/>
          <p:nvPr/>
        </p:nvSpPr>
        <p:spPr>
          <a:xfrm>
            <a:off x="2061555" y="2244364"/>
            <a:ext cx="1910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600" spc="-150">
                <a:solidFill>
                  <a:schemeClr val="tx1">
                    <a:lumMod val="95000"/>
                    <a:lumOff val="5000"/>
                  </a:schemeClr>
                </a:solidFill>
                <a:latin typeface="Raleway Light" panose="020B0403030101060003" pitchFamily="34" charset="0"/>
                <a:ea typeface="Roboto Light" panose="02000000000000000000" pitchFamily="2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</a:rPr>
              <a:t>Idea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059659" y="3644682"/>
            <a:ext cx="2293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3" name="Content Placeholder 2"/>
          <p:cNvSpPr txBox="1"/>
          <p:nvPr/>
        </p:nvSpPr>
        <p:spPr>
          <a:xfrm>
            <a:off x="2061555" y="3393353"/>
            <a:ext cx="1910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600" spc="-150">
                <a:solidFill>
                  <a:schemeClr val="tx1">
                    <a:lumMod val="95000"/>
                    <a:lumOff val="5000"/>
                  </a:schemeClr>
                </a:solidFill>
                <a:latin typeface="Raleway Light" panose="020B0403030101060003" pitchFamily="34" charset="0"/>
                <a:ea typeface="Roboto Light" panose="02000000000000000000" pitchFamily="2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</a:rPr>
              <a:t>Idea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059659" y="4737223"/>
            <a:ext cx="2293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</a:t>
            </a:r>
            <a:endParaRPr kumimoji="0" lang="en-US" sz="12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5" name="Content Placeholder 2"/>
          <p:cNvSpPr txBox="1"/>
          <p:nvPr/>
        </p:nvSpPr>
        <p:spPr>
          <a:xfrm>
            <a:off x="2061555" y="4485894"/>
            <a:ext cx="1910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6600" spc="-150">
                <a:solidFill>
                  <a:schemeClr val="tx1">
                    <a:lumMod val="95000"/>
                    <a:lumOff val="5000"/>
                  </a:schemeClr>
                </a:solidFill>
                <a:latin typeface="Raleway Light" panose="020B0403030101060003" pitchFamily="34" charset="0"/>
                <a:ea typeface="Roboto Light" panose="02000000000000000000" pitchFamily="2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</a:rPr>
              <a:t>Idea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</a:endParaRPr>
          </a:p>
        </p:txBody>
      </p:sp>
      <p:sp>
        <p:nvSpPr>
          <p:cNvPr id="48" name="Shape 22361"/>
          <p:cNvSpPr/>
          <p:nvPr/>
        </p:nvSpPr>
        <p:spPr>
          <a:xfrm>
            <a:off x="1140540" y="2306024"/>
            <a:ext cx="800946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15000" b="1">
                <a:solidFill>
                  <a:srgbClr val="82165D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  <a:sym typeface="Helvetica"/>
              </a:rPr>
              <a:t>01.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  <a:sym typeface="Helvetica"/>
            </a:endParaRPr>
          </a:p>
        </p:txBody>
      </p:sp>
      <p:sp>
        <p:nvSpPr>
          <p:cNvPr id="49" name="Shape 22361"/>
          <p:cNvSpPr/>
          <p:nvPr/>
        </p:nvSpPr>
        <p:spPr>
          <a:xfrm>
            <a:off x="1140540" y="3493579"/>
            <a:ext cx="800946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15000" b="1">
                <a:solidFill>
                  <a:srgbClr val="82165D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  <a:sym typeface="Helvetica"/>
              </a:rPr>
              <a:t>02.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  <a:sym typeface="Helvetica"/>
            </a:endParaRPr>
          </a:p>
        </p:txBody>
      </p:sp>
      <p:sp>
        <p:nvSpPr>
          <p:cNvPr id="50" name="Shape 22361"/>
          <p:cNvSpPr/>
          <p:nvPr/>
        </p:nvSpPr>
        <p:spPr>
          <a:xfrm>
            <a:off x="1140540" y="4639782"/>
            <a:ext cx="800946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15000" b="1">
                <a:solidFill>
                  <a:srgbClr val="82165D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0"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cs typeface="Aa楷体" panose="02000500000000000000" pitchFamily="2" charset="-122"/>
                <a:sym typeface="Helvetica"/>
              </a:rPr>
              <a:t>03.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cs typeface="Aa楷体" panose="02000500000000000000" pitchFamily="2" charset="-122"/>
              <a:sym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/>
          <p:cNvSpPr/>
          <p:nvPr/>
        </p:nvSpPr>
        <p:spPr>
          <a:xfrm>
            <a:off x="8438962" y="2518541"/>
            <a:ext cx="2509960" cy="25099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5C00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4929921" y="2518541"/>
            <a:ext cx="2509960" cy="25099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5C00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1353349" y="2518541"/>
            <a:ext cx="2509960" cy="25099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5C00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904902" y="644336"/>
            <a:ext cx="4352898" cy="64633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anose="020B0604020202020204" pitchFamily="34" charset="0"/>
                <a:sym typeface="Calibri" panose="020F050202020403020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0" cap="none" spc="-151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Our </a:t>
            </a:r>
            <a:r>
              <a:rPr kumimoji="0" lang="en-US" sz="3600" b="0" i="0" u="none" strike="noStrike" kern="0" cap="none" spc="-151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Team Work</a:t>
            </a:r>
            <a:endParaRPr kumimoji="0" lang="en-US" sz="3600" b="0" i="0" u="none" strike="noStrike" kern="0" cap="none" spc="-151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  <a:sym typeface="Calibri" panose="020F050202020403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58692" y="1290667"/>
            <a:ext cx="215601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Insert  Your Great Subtitle Here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F62417-4A12-46BB-B530-A96D3E44AF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Block Arc 19"/>
          <p:cNvSpPr/>
          <p:nvPr/>
        </p:nvSpPr>
        <p:spPr>
          <a:xfrm>
            <a:off x="1073250" y="2238442"/>
            <a:ext cx="3070159" cy="3070159"/>
          </a:xfrm>
          <a:prstGeom prst="blockArc">
            <a:avLst>
              <a:gd name="adj1" fmla="val 120209"/>
              <a:gd name="adj2" fmla="val 81705"/>
              <a:gd name="adj3" fmla="val 2467"/>
            </a:avLst>
          </a:prstGeom>
          <a:solidFill>
            <a:schemeClr val="accent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87346" y="3753285"/>
            <a:ext cx="2241967" cy="931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 fermentum. 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Aliquam erat volutpat. 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Title 1"/>
          <p:cNvSpPr txBox="1"/>
          <p:nvPr/>
        </p:nvSpPr>
        <p:spPr>
          <a:xfrm>
            <a:off x="1559057" y="3318308"/>
            <a:ext cx="2098544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anose="020B0604020202020204" pitchFamily="34" charset="0"/>
                <a:sym typeface="Calibri" panose="020F050202020403020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Relationship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  <a:sym typeface="Calibri" panose="020F0502020204030204" charset="0"/>
            </a:endParaRPr>
          </a:p>
        </p:txBody>
      </p:sp>
      <p:sp>
        <p:nvSpPr>
          <p:cNvPr id="26" name="Block Arc 25"/>
          <p:cNvSpPr/>
          <p:nvPr/>
        </p:nvSpPr>
        <p:spPr>
          <a:xfrm>
            <a:off x="4649822" y="2238442"/>
            <a:ext cx="3070159" cy="3070159"/>
          </a:xfrm>
          <a:prstGeom prst="blockArc">
            <a:avLst>
              <a:gd name="adj1" fmla="val 120209"/>
              <a:gd name="adj2" fmla="val 81705"/>
              <a:gd name="adj3" fmla="val 2467"/>
            </a:avLst>
          </a:prstGeom>
          <a:solidFill>
            <a:schemeClr val="accent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63918" y="3753285"/>
            <a:ext cx="2241967" cy="931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 fermentum. 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Aliquam erat volutpat. 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8" name="Title 1"/>
          <p:cNvSpPr txBox="1"/>
          <p:nvPr/>
        </p:nvSpPr>
        <p:spPr>
          <a:xfrm>
            <a:off x="5622954" y="3318308"/>
            <a:ext cx="112389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anose="020B0604020202020204" pitchFamily="34" charset="0"/>
                <a:sym typeface="Calibri" panose="020F050202020403020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Promotion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  <a:sym typeface="Calibri" panose="020F0502020204030204" charset="0"/>
            </a:endParaRPr>
          </a:p>
        </p:txBody>
      </p:sp>
      <p:sp>
        <p:nvSpPr>
          <p:cNvPr id="29" name="Block Arc 28"/>
          <p:cNvSpPr/>
          <p:nvPr/>
        </p:nvSpPr>
        <p:spPr>
          <a:xfrm>
            <a:off x="8226394" y="2238442"/>
            <a:ext cx="3070159" cy="3070159"/>
          </a:xfrm>
          <a:prstGeom prst="blockArc">
            <a:avLst>
              <a:gd name="adj1" fmla="val 120209"/>
              <a:gd name="adj2" fmla="val 81705"/>
              <a:gd name="adj3" fmla="val 2467"/>
            </a:avLst>
          </a:prstGeom>
          <a:solidFill>
            <a:schemeClr val="accent1"/>
          </a:solidFill>
          <a:ln>
            <a:noFill/>
          </a:ln>
          <a:effectLst>
            <a:outerShdw blurRad="266700" dist="508000" dir="1920000" sx="96000" sy="96000" algn="tl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640492" y="3753285"/>
            <a:ext cx="2241967" cy="931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Lorem ipsum dolor sit amet, consectetur adipiscing elit. Nulla imperdiet volutpat dui at fermentum. 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848"/>
              </a:buClr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1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 Light" panose="020B0306030504020204" pitchFamily="34" charset="0"/>
                <a:cs typeface="Open Sans Light" panose="020B0306030504020204" pitchFamily="34" charset="0"/>
              </a:rPr>
              <a:t>Aliquam erat volutpat. </a:t>
            </a:r>
            <a:endParaRPr kumimoji="0" lang="en-US" sz="1100" b="0" i="0" u="none" strike="noStrike" kern="1200" cap="none" spc="0" normalizeH="0" baseline="0" noProof="1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9199527" y="3318308"/>
            <a:ext cx="1123895" cy="413547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2400" kern="0" smtClean="0">
                <a:solidFill>
                  <a:srgbClr val="DD2067"/>
                </a:solidFill>
                <a:latin typeface="+mj-lt"/>
                <a:ea typeface="+mj-ea"/>
                <a:cs typeface="Arial" panose="020B0604020202020204" pitchFamily="34" charset="0"/>
                <a:sym typeface="Calibri" panose="020F050202020403020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charset="0"/>
                <a:ea typeface="ヒラギノ角ゴ ProN W3" charset="0"/>
                <a:cs typeface="ヒラギノ角ゴ ProN W3" charset="0"/>
                <a:sym typeface="Calibri" panose="020F050202020403020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Aa楷体" panose="02000500000000000000" pitchFamily="2" charset="-122"/>
                <a:ea typeface="Open Sans" panose="020B0606030504020204" pitchFamily="34" charset="0"/>
                <a:cs typeface="Aa楷体" panose="02000500000000000000" pitchFamily="2" charset="-122"/>
                <a:sym typeface="Calibri" panose="020F0502020204030204" charset="0"/>
              </a:rPr>
              <a:t>Market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dk2"/>
              </a:solidFill>
              <a:effectLst/>
              <a:uLnTx/>
              <a:uFillTx/>
              <a:latin typeface="Aa楷体" panose="02000500000000000000" pitchFamily="2" charset="-122"/>
              <a:ea typeface="Open Sans" panose="020B0606030504020204" pitchFamily="34" charset="0"/>
              <a:cs typeface="Aa楷体" panose="02000500000000000000" pitchFamily="2" charset="-122"/>
              <a:sym typeface="Calibri" panose="020F0502020204030204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2315433" y="2664302"/>
            <a:ext cx="542067" cy="482613"/>
            <a:chOff x="2128838" y="233363"/>
            <a:chExt cx="738188" cy="657224"/>
          </a:xfrm>
          <a:solidFill>
            <a:schemeClr val="accent3"/>
          </a:solidFill>
        </p:grpSpPr>
        <p:sp>
          <p:nvSpPr>
            <p:cNvPr id="39" name="Freeform 26"/>
            <p:cNvSpPr>
              <a:spLocks noEditPoints="1"/>
            </p:cNvSpPr>
            <p:nvPr/>
          </p:nvSpPr>
          <p:spPr bwMode="auto">
            <a:xfrm>
              <a:off x="2174875" y="233363"/>
              <a:ext cx="219075" cy="219075"/>
            </a:xfrm>
            <a:custGeom>
              <a:avLst/>
              <a:gdLst>
                <a:gd name="T0" fmla="*/ 70 w 138"/>
                <a:gd name="T1" fmla="*/ 138 h 138"/>
                <a:gd name="T2" fmla="*/ 83 w 138"/>
                <a:gd name="T3" fmla="*/ 137 h 138"/>
                <a:gd name="T4" fmla="*/ 96 w 138"/>
                <a:gd name="T5" fmla="*/ 133 h 138"/>
                <a:gd name="T6" fmla="*/ 108 w 138"/>
                <a:gd name="T7" fmla="*/ 126 h 138"/>
                <a:gd name="T8" fmla="*/ 118 w 138"/>
                <a:gd name="T9" fmla="*/ 118 h 138"/>
                <a:gd name="T10" fmla="*/ 127 w 138"/>
                <a:gd name="T11" fmla="*/ 108 h 138"/>
                <a:gd name="T12" fmla="*/ 133 w 138"/>
                <a:gd name="T13" fmla="*/ 96 h 138"/>
                <a:gd name="T14" fmla="*/ 137 w 138"/>
                <a:gd name="T15" fmla="*/ 83 h 138"/>
                <a:gd name="T16" fmla="*/ 138 w 138"/>
                <a:gd name="T17" fmla="*/ 68 h 138"/>
                <a:gd name="T18" fmla="*/ 138 w 138"/>
                <a:gd name="T19" fmla="*/ 61 h 138"/>
                <a:gd name="T20" fmla="*/ 135 w 138"/>
                <a:gd name="T21" fmla="*/ 48 h 138"/>
                <a:gd name="T22" fmla="*/ 130 w 138"/>
                <a:gd name="T23" fmla="*/ 36 h 138"/>
                <a:gd name="T24" fmla="*/ 123 w 138"/>
                <a:gd name="T25" fmla="*/ 25 h 138"/>
                <a:gd name="T26" fmla="*/ 113 w 138"/>
                <a:gd name="T27" fmla="*/ 15 h 138"/>
                <a:gd name="T28" fmla="*/ 102 w 138"/>
                <a:gd name="T29" fmla="*/ 8 h 138"/>
                <a:gd name="T30" fmla="*/ 90 w 138"/>
                <a:gd name="T31" fmla="*/ 3 h 138"/>
                <a:gd name="T32" fmla="*/ 77 w 138"/>
                <a:gd name="T33" fmla="*/ 0 h 138"/>
                <a:gd name="T34" fmla="*/ 70 w 138"/>
                <a:gd name="T35" fmla="*/ 0 h 138"/>
                <a:gd name="T36" fmla="*/ 56 w 138"/>
                <a:gd name="T37" fmla="*/ 1 h 138"/>
                <a:gd name="T38" fmla="*/ 43 w 138"/>
                <a:gd name="T39" fmla="*/ 5 h 138"/>
                <a:gd name="T40" fmla="*/ 31 w 138"/>
                <a:gd name="T41" fmla="*/ 11 h 138"/>
                <a:gd name="T42" fmla="*/ 20 w 138"/>
                <a:gd name="T43" fmla="*/ 20 h 138"/>
                <a:gd name="T44" fmla="*/ 12 w 138"/>
                <a:gd name="T45" fmla="*/ 30 h 138"/>
                <a:gd name="T46" fmla="*/ 5 w 138"/>
                <a:gd name="T47" fmla="*/ 42 h 138"/>
                <a:gd name="T48" fmla="*/ 1 w 138"/>
                <a:gd name="T49" fmla="*/ 55 h 138"/>
                <a:gd name="T50" fmla="*/ 0 w 138"/>
                <a:gd name="T51" fmla="*/ 68 h 138"/>
                <a:gd name="T52" fmla="*/ 0 w 138"/>
                <a:gd name="T53" fmla="*/ 76 h 138"/>
                <a:gd name="T54" fmla="*/ 3 w 138"/>
                <a:gd name="T55" fmla="*/ 90 h 138"/>
                <a:gd name="T56" fmla="*/ 8 w 138"/>
                <a:gd name="T57" fmla="*/ 102 h 138"/>
                <a:gd name="T58" fmla="*/ 16 w 138"/>
                <a:gd name="T59" fmla="*/ 113 h 138"/>
                <a:gd name="T60" fmla="*/ 26 w 138"/>
                <a:gd name="T61" fmla="*/ 123 h 138"/>
                <a:gd name="T62" fmla="*/ 37 w 138"/>
                <a:gd name="T63" fmla="*/ 130 h 138"/>
                <a:gd name="T64" fmla="*/ 49 w 138"/>
                <a:gd name="T65" fmla="*/ 135 h 138"/>
                <a:gd name="T66" fmla="*/ 63 w 138"/>
                <a:gd name="T67" fmla="*/ 138 h 138"/>
                <a:gd name="T68" fmla="*/ 70 w 138"/>
                <a:gd name="T69" fmla="*/ 138 h 138"/>
                <a:gd name="T70" fmla="*/ 70 w 138"/>
                <a:gd name="T71" fmla="*/ 19 h 138"/>
                <a:gd name="T72" fmla="*/ 89 w 138"/>
                <a:gd name="T73" fmla="*/ 23 h 138"/>
                <a:gd name="T74" fmla="*/ 104 w 138"/>
                <a:gd name="T75" fmla="*/ 34 h 138"/>
                <a:gd name="T76" fmla="*/ 115 w 138"/>
                <a:gd name="T77" fmla="*/ 49 h 138"/>
                <a:gd name="T78" fmla="*/ 119 w 138"/>
                <a:gd name="T79" fmla="*/ 68 h 138"/>
                <a:gd name="T80" fmla="*/ 118 w 138"/>
                <a:gd name="T81" fmla="*/ 79 h 138"/>
                <a:gd name="T82" fmla="*/ 110 w 138"/>
                <a:gd name="T83" fmla="*/ 97 h 138"/>
                <a:gd name="T84" fmla="*/ 97 w 138"/>
                <a:gd name="T85" fmla="*/ 110 h 138"/>
                <a:gd name="T86" fmla="*/ 80 w 138"/>
                <a:gd name="T87" fmla="*/ 118 h 138"/>
                <a:gd name="T88" fmla="*/ 70 w 138"/>
                <a:gd name="T89" fmla="*/ 119 h 138"/>
                <a:gd name="T90" fmla="*/ 51 w 138"/>
                <a:gd name="T91" fmla="*/ 115 h 138"/>
                <a:gd name="T92" fmla="*/ 35 w 138"/>
                <a:gd name="T93" fmla="*/ 104 h 138"/>
                <a:gd name="T94" fmla="*/ 24 w 138"/>
                <a:gd name="T95" fmla="*/ 89 h 138"/>
                <a:gd name="T96" fmla="*/ 20 w 138"/>
                <a:gd name="T97" fmla="*/ 68 h 138"/>
                <a:gd name="T98" fmla="*/ 22 w 138"/>
                <a:gd name="T99" fmla="*/ 59 h 138"/>
                <a:gd name="T100" fmla="*/ 29 w 138"/>
                <a:gd name="T101" fmla="*/ 41 h 138"/>
                <a:gd name="T102" fmla="*/ 42 w 138"/>
                <a:gd name="T103" fmla="*/ 28 h 138"/>
                <a:gd name="T104" fmla="*/ 60 w 138"/>
                <a:gd name="T105" fmla="*/ 20 h 138"/>
                <a:gd name="T106" fmla="*/ 70 w 138"/>
                <a:gd name="T107" fmla="*/ 1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8" h="138">
                  <a:moveTo>
                    <a:pt x="70" y="138"/>
                  </a:moveTo>
                  <a:lnTo>
                    <a:pt x="70" y="138"/>
                  </a:lnTo>
                  <a:lnTo>
                    <a:pt x="77" y="138"/>
                  </a:lnTo>
                  <a:lnTo>
                    <a:pt x="83" y="137"/>
                  </a:lnTo>
                  <a:lnTo>
                    <a:pt x="90" y="135"/>
                  </a:lnTo>
                  <a:lnTo>
                    <a:pt x="96" y="133"/>
                  </a:lnTo>
                  <a:lnTo>
                    <a:pt x="102" y="130"/>
                  </a:lnTo>
                  <a:lnTo>
                    <a:pt x="108" y="126"/>
                  </a:lnTo>
                  <a:lnTo>
                    <a:pt x="113" y="123"/>
                  </a:lnTo>
                  <a:lnTo>
                    <a:pt x="118" y="118"/>
                  </a:lnTo>
                  <a:lnTo>
                    <a:pt x="123" y="113"/>
                  </a:lnTo>
                  <a:lnTo>
                    <a:pt x="127" y="108"/>
                  </a:lnTo>
                  <a:lnTo>
                    <a:pt x="130" y="102"/>
                  </a:lnTo>
                  <a:lnTo>
                    <a:pt x="133" y="96"/>
                  </a:lnTo>
                  <a:lnTo>
                    <a:pt x="135" y="90"/>
                  </a:lnTo>
                  <a:lnTo>
                    <a:pt x="137" y="83"/>
                  </a:lnTo>
                  <a:lnTo>
                    <a:pt x="138" y="76"/>
                  </a:lnTo>
                  <a:lnTo>
                    <a:pt x="138" y="68"/>
                  </a:lnTo>
                  <a:lnTo>
                    <a:pt x="138" y="68"/>
                  </a:lnTo>
                  <a:lnTo>
                    <a:pt x="138" y="61"/>
                  </a:lnTo>
                  <a:lnTo>
                    <a:pt x="137" y="55"/>
                  </a:lnTo>
                  <a:lnTo>
                    <a:pt x="135" y="48"/>
                  </a:lnTo>
                  <a:lnTo>
                    <a:pt x="133" y="42"/>
                  </a:lnTo>
                  <a:lnTo>
                    <a:pt x="130" y="36"/>
                  </a:lnTo>
                  <a:lnTo>
                    <a:pt x="127" y="30"/>
                  </a:lnTo>
                  <a:lnTo>
                    <a:pt x="123" y="25"/>
                  </a:lnTo>
                  <a:lnTo>
                    <a:pt x="118" y="20"/>
                  </a:lnTo>
                  <a:lnTo>
                    <a:pt x="113" y="15"/>
                  </a:lnTo>
                  <a:lnTo>
                    <a:pt x="108" y="11"/>
                  </a:lnTo>
                  <a:lnTo>
                    <a:pt x="102" y="8"/>
                  </a:lnTo>
                  <a:lnTo>
                    <a:pt x="96" y="5"/>
                  </a:lnTo>
                  <a:lnTo>
                    <a:pt x="90" y="3"/>
                  </a:lnTo>
                  <a:lnTo>
                    <a:pt x="83" y="1"/>
                  </a:lnTo>
                  <a:lnTo>
                    <a:pt x="77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3" y="0"/>
                  </a:lnTo>
                  <a:lnTo>
                    <a:pt x="56" y="1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7" y="8"/>
                  </a:lnTo>
                  <a:lnTo>
                    <a:pt x="31" y="11"/>
                  </a:lnTo>
                  <a:lnTo>
                    <a:pt x="26" y="15"/>
                  </a:lnTo>
                  <a:lnTo>
                    <a:pt x="20" y="20"/>
                  </a:lnTo>
                  <a:lnTo>
                    <a:pt x="16" y="25"/>
                  </a:lnTo>
                  <a:lnTo>
                    <a:pt x="12" y="30"/>
                  </a:lnTo>
                  <a:lnTo>
                    <a:pt x="8" y="36"/>
                  </a:lnTo>
                  <a:lnTo>
                    <a:pt x="5" y="42"/>
                  </a:lnTo>
                  <a:lnTo>
                    <a:pt x="3" y="48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76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6"/>
                  </a:lnTo>
                  <a:lnTo>
                    <a:pt x="8" y="102"/>
                  </a:lnTo>
                  <a:lnTo>
                    <a:pt x="12" y="108"/>
                  </a:lnTo>
                  <a:lnTo>
                    <a:pt x="16" y="113"/>
                  </a:lnTo>
                  <a:lnTo>
                    <a:pt x="20" y="118"/>
                  </a:lnTo>
                  <a:lnTo>
                    <a:pt x="26" y="123"/>
                  </a:lnTo>
                  <a:lnTo>
                    <a:pt x="31" y="126"/>
                  </a:lnTo>
                  <a:lnTo>
                    <a:pt x="37" y="130"/>
                  </a:lnTo>
                  <a:lnTo>
                    <a:pt x="43" y="133"/>
                  </a:lnTo>
                  <a:lnTo>
                    <a:pt x="49" y="135"/>
                  </a:lnTo>
                  <a:lnTo>
                    <a:pt x="56" y="137"/>
                  </a:lnTo>
                  <a:lnTo>
                    <a:pt x="63" y="138"/>
                  </a:lnTo>
                  <a:lnTo>
                    <a:pt x="70" y="138"/>
                  </a:lnTo>
                  <a:lnTo>
                    <a:pt x="70" y="138"/>
                  </a:lnTo>
                  <a:close/>
                  <a:moveTo>
                    <a:pt x="70" y="19"/>
                  </a:moveTo>
                  <a:lnTo>
                    <a:pt x="70" y="19"/>
                  </a:lnTo>
                  <a:lnTo>
                    <a:pt x="80" y="20"/>
                  </a:lnTo>
                  <a:lnTo>
                    <a:pt x="89" y="23"/>
                  </a:lnTo>
                  <a:lnTo>
                    <a:pt x="97" y="28"/>
                  </a:lnTo>
                  <a:lnTo>
                    <a:pt x="104" y="34"/>
                  </a:lnTo>
                  <a:lnTo>
                    <a:pt x="110" y="41"/>
                  </a:lnTo>
                  <a:lnTo>
                    <a:pt x="115" y="49"/>
                  </a:lnTo>
                  <a:lnTo>
                    <a:pt x="118" y="59"/>
                  </a:lnTo>
                  <a:lnTo>
                    <a:pt x="119" y="68"/>
                  </a:lnTo>
                  <a:lnTo>
                    <a:pt x="119" y="68"/>
                  </a:lnTo>
                  <a:lnTo>
                    <a:pt x="118" y="79"/>
                  </a:lnTo>
                  <a:lnTo>
                    <a:pt x="115" y="89"/>
                  </a:lnTo>
                  <a:lnTo>
                    <a:pt x="110" y="97"/>
                  </a:lnTo>
                  <a:lnTo>
                    <a:pt x="104" y="104"/>
                  </a:lnTo>
                  <a:lnTo>
                    <a:pt x="97" y="110"/>
                  </a:lnTo>
                  <a:lnTo>
                    <a:pt x="89" y="115"/>
                  </a:lnTo>
                  <a:lnTo>
                    <a:pt x="80" y="118"/>
                  </a:lnTo>
                  <a:lnTo>
                    <a:pt x="70" y="119"/>
                  </a:lnTo>
                  <a:lnTo>
                    <a:pt x="70" y="119"/>
                  </a:lnTo>
                  <a:lnTo>
                    <a:pt x="60" y="118"/>
                  </a:lnTo>
                  <a:lnTo>
                    <a:pt x="51" y="115"/>
                  </a:lnTo>
                  <a:lnTo>
                    <a:pt x="42" y="110"/>
                  </a:lnTo>
                  <a:lnTo>
                    <a:pt x="35" y="104"/>
                  </a:lnTo>
                  <a:lnTo>
                    <a:pt x="29" y="97"/>
                  </a:lnTo>
                  <a:lnTo>
                    <a:pt x="24" y="89"/>
                  </a:lnTo>
                  <a:lnTo>
                    <a:pt x="22" y="7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22" y="59"/>
                  </a:lnTo>
                  <a:lnTo>
                    <a:pt x="24" y="49"/>
                  </a:lnTo>
                  <a:lnTo>
                    <a:pt x="29" y="41"/>
                  </a:lnTo>
                  <a:lnTo>
                    <a:pt x="35" y="34"/>
                  </a:lnTo>
                  <a:lnTo>
                    <a:pt x="42" y="28"/>
                  </a:lnTo>
                  <a:lnTo>
                    <a:pt x="51" y="23"/>
                  </a:lnTo>
                  <a:lnTo>
                    <a:pt x="60" y="20"/>
                  </a:lnTo>
                  <a:lnTo>
                    <a:pt x="70" y="19"/>
                  </a:lnTo>
                  <a:lnTo>
                    <a:pt x="7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5C0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0" name="Freeform 27"/>
            <p:cNvSpPr>
              <a:spLocks noEditPoints="1"/>
            </p:cNvSpPr>
            <p:nvPr/>
          </p:nvSpPr>
          <p:spPr bwMode="auto">
            <a:xfrm>
              <a:off x="2601913" y="233363"/>
              <a:ext cx="219075" cy="219075"/>
            </a:xfrm>
            <a:custGeom>
              <a:avLst/>
              <a:gdLst>
                <a:gd name="T0" fmla="*/ 70 w 138"/>
                <a:gd name="T1" fmla="*/ 138 h 138"/>
                <a:gd name="T2" fmla="*/ 83 w 138"/>
                <a:gd name="T3" fmla="*/ 137 h 138"/>
                <a:gd name="T4" fmla="*/ 96 w 138"/>
                <a:gd name="T5" fmla="*/ 133 h 138"/>
                <a:gd name="T6" fmla="*/ 108 w 138"/>
                <a:gd name="T7" fmla="*/ 126 h 138"/>
                <a:gd name="T8" fmla="*/ 118 w 138"/>
                <a:gd name="T9" fmla="*/ 118 h 138"/>
                <a:gd name="T10" fmla="*/ 127 w 138"/>
                <a:gd name="T11" fmla="*/ 108 h 138"/>
                <a:gd name="T12" fmla="*/ 133 w 138"/>
                <a:gd name="T13" fmla="*/ 96 h 138"/>
                <a:gd name="T14" fmla="*/ 137 w 138"/>
                <a:gd name="T15" fmla="*/ 83 h 138"/>
                <a:gd name="T16" fmla="*/ 138 w 138"/>
                <a:gd name="T17" fmla="*/ 68 h 138"/>
                <a:gd name="T18" fmla="*/ 138 w 138"/>
                <a:gd name="T19" fmla="*/ 61 h 138"/>
                <a:gd name="T20" fmla="*/ 135 w 138"/>
                <a:gd name="T21" fmla="*/ 48 h 138"/>
                <a:gd name="T22" fmla="*/ 130 w 138"/>
                <a:gd name="T23" fmla="*/ 36 h 138"/>
                <a:gd name="T24" fmla="*/ 123 w 138"/>
                <a:gd name="T25" fmla="*/ 25 h 138"/>
                <a:gd name="T26" fmla="*/ 113 w 138"/>
                <a:gd name="T27" fmla="*/ 15 h 138"/>
                <a:gd name="T28" fmla="*/ 102 w 138"/>
                <a:gd name="T29" fmla="*/ 8 h 138"/>
                <a:gd name="T30" fmla="*/ 90 w 138"/>
                <a:gd name="T31" fmla="*/ 3 h 138"/>
                <a:gd name="T32" fmla="*/ 77 w 138"/>
                <a:gd name="T33" fmla="*/ 0 h 138"/>
                <a:gd name="T34" fmla="*/ 70 w 138"/>
                <a:gd name="T35" fmla="*/ 0 h 138"/>
                <a:gd name="T36" fmla="*/ 56 w 138"/>
                <a:gd name="T37" fmla="*/ 1 h 138"/>
                <a:gd name="T38" fmla="*/ 42 w 138"/>
                <a:gd name="T39" fmla="*/ 5 h 138"/>
                <a:gd name="T40" fmla="*/ 30 w 138"/>
                <a:gd name="T41" fmla="*/ 11 h 138"/>
                <a:gd name="T42" fmla="*/ 20 w 138"/>
                <a:gd name="T43" fmla="*/ 20 h 138"/>
                <a:gd name="T44" fmla="*/ 12 w 138"/>
                <a:gd name="T45" fmla="*/ 30 h 138"/>
                <a:gd name="T46" fmla="*/ 5 w 138"/>
                <a:gd name="T47" fmla="*/ 42 h 138"/>
                <a:gd name="T48" fmla="*/ 1 w 138"/>
                <a:gd name="T49" fmla="*/ 55 h 138"/>
                <a:gd name="T50" fmla="*/ 0 w 138"/>
                <a:gd name="T51" fmla="*/ 68 h 138"/>
                <a:gd name="T52" fmla="*/ 0 w 138"/>
                <a:gd name="T53" fmla="*/ 76 h 138"/>
                <a:gd name="T54" fmla="*/ 3 w 138"/>
                <a:gd name="T55" fmla="*/ 90 h 138"/>
                <a:gd name="T56" fmla="*/ 8 w 138"/>
                <a:gd name="T57" fmla="*/ 102 h 138"/>
                <a:gd name="T58" fmla="*/ 16 w 138"/>
                <a:gd name="T59" fmla="*/ 113 h 138"/>
                <a:gd name="T60" fmla="*/ 25 w 138"/>
                <a:gd name="T61" fmla="*/ 123 h 138"/>
                <a:gd name="T62" fmla="*/ 36 w 138"/>
                <a:gd name="T63" fmla="*/ 130 h 138"/>
                <a:gd name="T64" fmla="*/ 49 w 138"/>
                <a:gd name="T65" fmla="*/ 135 h 138"/>
                <a:gd name="T66" fmla="*/ 63 w 138"/>
                <a:gd name="T67" fmla="*/ 138 h 138"/>
                <a:gd name="T68" fmla="*/ 70 w 138"/>
                <a:gd name="T69" fmla="*/ 138 h 138"/>
                <a:gd name="T70" fmla="*/ 70 w 138"/>
                <a:gd name="T71" fmla="*/ 19 h 138"/>
                <a:gd name="T72" fmla="*/ 89 w 138"/>
                <a:gd name="T73" fmla="*/ 23 h 138"/>
                <a:gd name="T74" fmla="*/ 104 w 138"/>
                <a:gd name="T75" fmla="*/ 34 h 138"/>
                <a:gd name="T76" fmla="*/ 115 w 138"/>
                <a:gd name="T77" fmla="*/ 49 h 138"/>
                <a:gd name="T78" fmla="*/ 119 w 138"/>
                <a:gd name="T79" fmla="*/ 68 h 138"/>
                <a:gd name="T80" fmla="*/ 118 w 138"/>
                <a:gd name="T81" fmla="*/ 79 h 138"/>
                <a:gd name="T82" fmla="*/ 110 w 138"/>
                <a:gd name="T83" fmla="*/ 97 h 138"/>
                <a:gd name="T84" fmla="*/ 97 w 138"/>
                <a:gd name="T85" fmla="*/ 110 h 138"/>
                <a:gd name="T86" fmla="*/ 79 w 138"/>
                <a:gd name="T87" fmla="*/ 118 h 138"/>
                <a:gd name="T88" fmla="*/ 70 w 138"/>
                <a:gd name="T89" fmla="*/ 119 h 138"/>
                <a:gd name="T90" fmla="*/ 50 w 138"/>
                <a:gd name="T91" fmla="*/ 115 h 138"/>
                <a:gd name="T92" fmla="*/ 34 w 138"/>
                <a:gd name="T93" fmla="*/ 104 h 138"/>
                <a:gd name="T94" fmla="*/ 23 w 138"/>
                <a:gd name="T95" fmla="*/ 89 h 138"/>
                <a:gd name="T96" fmla="*/ 20 w 138"/>
                <a:gd name="T97" fmla="*/ 68 h 138"/>
                <a:gd name="T98" fmla="*/ 21 w 138"/>
                <a:gd name="T99" fmla="*/ 59 h 138"/>
                <a:gd name="T100" fmla="*/ 28 w 138"/>
                <a:gd name="T101" fmla="*/ 41 h 138"/>
                <a:gd name="T102" fmla="*/ 41 w 138"/>
                <a:gd name="T103" fmla="*/ 28 h 138"/>
                <a:gd name="T104" fmla="*/ 60 w 138"/>
                <a:gd name="T105" fmla="*/ 20 h 138"/>
                <a:gd name="T106" fmla="*/ 70 w 138"/>
                <a:gd name="T107" fmla="*/ 1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8" h="138">
                  <a:moveTo>
                    <a:pt x="70" y="138"/>
                  </a:moveTo>
                  <a:lnTo>
                    <a:pt x="70" y="138"/>
                  </a:lnTo>
                  <a:lnTo>
                    <a:pt x="77" y="138"/>
                  </a:lnTo>
                  <a:lnTo>
                    <a:pt x="83" y="137"/>
                  </a:lnTo>
                  <a:lnTo>
                    <a:pt x="90" y="135"/>
                  </a:lnTo>
                  <a:lnTo>
                    <a:pt x="96" y="133"/>
                  </a:lnTo>
                  <a:lnTo>
                    <a:pt x="102" y="130"/>
                  </a:lnTo>
                  <a:lnTo>
                    <a:pt x="108" y="126"/>
                  </a:lnTo>
                  <a:lnTo>
                    <a:pt x="113" y="123"/>
                  </a:lnTo>
                  <a:lnTo>
                    <a:pt x="118" y="118"/>
                  </a:lnTo>
                  <a:lnTo>
                    <a:pt x="123" y="113"/>
                  </a:lnTo>
                  <a:lnTo>
                    <a:pt x="127" y="108"/>
                  </a:lnTo>
                  <a:lnTo>
                    <a:pt x="130" y="102"/>
                  </a:lnTo>
                  <a:lnTo>
                    <a:pt x="133" y="96"/>
                  </a:lnTo>
                  <a:lnTo>
                    <a:pt x="135" y="90"/>
                  </a:lnTo>
                  <a:lnTo>
                    <a:pt x="137" y="83"/>
                  </a:lnTo>
                  <a:lnTo>
                    <a:pt x="138" y="76"/>
                  </a:lnTo>
                  <a:lnTo>
                    <a:pt x="138" y="68"/>
                  </a:lnTo>
                  <a:lnTo>
                    <a:pt x="138" y="68"/>
                  </a:lnTo>
                  <a:lnTo>
                    <a:pt x="138" y="61"/>
                  </a:lnTo>
                  <a:lnTo>
                    <a:pt x="137" y="55"/>
                  </a:lnTo>
                  <a:lnTo>
                    <a:pt x="135" y="48"/>
                  </a:lnTo>
                  <a:lnTo>
                    <a:pt x="133" y="42"/>
                  </a:lnTo>
                  <a:lnTo>
                    <a:pt x="130" y="36"/>
                  </a:lnTo>
                  <a:lnTo>
                    <a:pt x="127" y="30"/>
                  </a:lnTo>
                  <a:lnTo>
                    <a:pt x="123" y="25"/>
                  </a:lnTo>
                  <a:lnTo>
                    <a:pt x="118" y="20"/>
                  </a:lnTo>
                  <a:lnTo>
                    <a:pt x="113" y="15"/>
                  </a:lnTo>
                  <a:lnTo>
                    <a:pt x="108" y="11"/>
                  </a:lnTo>
                  <a:lnTo>
                    <a:pt x="102" y="8"/>
                  </a:lnTo>
                  <a:lnTo>
                    <a:pt x="96" y="5"/>
                  </a:lnTo>
                  <a:lnTo>
                    <a:pt x="90" y="3"/>
                  </a:lnTo>
                  <a:lnTo>
                    <a:pt x="83" y="1"/>
                  </a:lnTo>
                  <a:lnTo>
                    <a:pt x="77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3" y="0"/>
                  </a:lnTo>
                  <a:lnTo>
                    <a:pt x="56" y="1"/>
                  </a:lnTo>
                  <a:lnTo>
                    <a:pt x="49" y="3"/>
                  </a:lnTo>
                  <a:lnTo>
                    <a:pt x="42" y="5"/>
                  </a:lnTo>
                  <a:lnTo>
                    <a:pt x="36" y="8"/>
                  </a:lnTo>
                  <a:lnTo>
                    <a:pt x="30" y="11"/>
                  </a:lnTo>
                  <a:lnTo>
                    <a:pt x="25" y="15"/>
                  </a:lnTo>
                  <a:lnTo>
                    <a:pt x="20" y="20"/>
                  </a:lnTo>
                  <a:lnTo>
                    <a:pt x="16" y="25"/>
                  </a:lnTo>
                  <a:lnTo>
                    <a:pt x="12" y="30"/>
                  </a:lnTo>
                  <a:lnTo>
                    <a:pt x="8" y="36"/>
                  </a:lnTo>
                  <a:lnTo>
                    <a:pt x="5" y="42"/>
                  </a:lnTo>
                  <a:lnTo>
                    <a:pt x="3" y="48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76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6"/>
                  </a:lnTo>
                  <a:lnTo>
                    <a:pt x="8" y="102"/>
                  </a:lnTo>
                  <a:lnTo>
                    <a:pt x="12" y="108"/>
                  </a:lnTo>
                  <a:lnTo>
                    <a:pt x="16" y="113"/>
                  </a:lnTo>
                  <a:lnTo>
                    <a:pt x="20" y="118"/>
                  </a:lnTo>
                  <a:lnTo>
                    <a:pt x="25" y="123"/>
                  </a:lnTo>
                  <a:lnTo>
                    <a:pt x="30" y="126"/>
                  </a:lnTo>
                  <a:lnTo>
                    <a:pt x="36" y="130"/>
                  </a:lnTo>
                  <a:lnTo>
                    <a:pt x="42" y="133"/>
                  </a:lnTo>
                  <a:lnTo>
                    <a:pt x="49" y="135"/>
                  </a:lnTo>
                  <a:lnTo>
                    <a:pt x="56" y="137"/>
                  </a:lnTo>
                  <a:lnTo>
                    <a:pt x="63" y="138"/>
                  </a:lnTo>
                  <a:lnTo>
                    <a:pt x="70" y="138"/>
                  </a:lnTo>
                  <a:lnTo>
                    <a:pt x="70" y="138"/>
                  </a:lnTo>
                  <a:close/>
                  <a:moveTo>
                    <a:pt x="70" y="19"/>
                  </a:moveTo>
                  <a:lnTo>
                    <a:pt x="70" y="19"/>
                  </a:lnTo>
                  <a:lnTo>
                    <a:pt x="79" y="20"/>
                  </a:lnTo>
                  <a:lnTo>
                    <a:pt x="89" y="23"/>
                  </a:lnTo>
                  <a:lnTo>
                    <a:pt x="97" y="28"/>
                  </a:lnTo>
                  <a:lnTo>
                    <a:pt x="104" y="34"/>
                  </a:lnTo>
                  <a:lnTo>
                    <a:pt x="110" y="41"/>
                  </a:lnTo>
                  <a:lnTo>
                    <a:pt x="115" y="49"/>
                  </a:lnTo>
                  <a:lnTo>
                    <a:pt x="118" y="59"/>
                  </a:lnTo>
                  <a:lnTo>
                    <a:pt x="119" y="68"/>
                  </a:lnTo>
                  <a:lnTo>
                    <a:pt x="119" y="68"/>
                  </a:lnTo>
                  <a:lnTo>
                    <a:pt x="118" y="79"/>
                  </a:lnTo>
                  <a:lnTo>
                    <a:pt x="115" y="89"/>
                  </a:lnTo>
                  <a:lnTo>
                    <a:pt x="110" y="97"/>
                  </a:lnTo>
                  <a:lnTo>
                    <a:pt x="104" y="104"/>
                  </a:lnTo>
                  <a:lnTo>
                    <a:pt x="97" y="110"/>
                  </a:lnTo>
                  <a:lnTo>
                    <a:pt x="89" y="115"/>
                  </a:lnTo>
                  <a:lnTo>
                    <a:pt x="79" y="118"/>
                  </a:lnTo>
                  <a:lnTo>
                    <a:pt x="70" y="119"/>
                  </a:lnTo>
                  <a:lnTo>
                    <a:pt x="70" y="119"/>
                  </a:lnTo>
                  <a:lnTo>
                    <a:pt x="60" y="118"/>
                  </a:lnTo>
                  <a:lnTo>
                    <a:pt x="50" y="115"/>
                  </a:lnTo>
                  <a:lnTo>
                    <a:pt x="41" y="110"/>
                  </a:lnTo>
                  <a:lnTo>
                    <a:pt x="34" y="104"/>
                  </a:lnTo>
                  <a:lnTo>
                    <a:pt x="28" y="97"/>
                  </a:lnTo>
                  <a:lnTo>
                    <a:pt x="23" y="89"/>
                  </a:lnTo>
                  <a:lnTo>
                    <a:pt x="21" y="7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21" y="59"/>
                  </a:lnTo>
                  <a:lnTo>
                    <a:pt x="23" y="49"/>
                  </a:lnTo>
                  <a:lnTo>
                    <a:pt x="28" y="41"/>
                  </a:lnTo>
                  <a:lnTo>
                    <a:pt x="34" y="34"/>
                  </a:lnTo>
                  <a:lnTo>
                    <a:pt x="41" y="28"/>
                  </a:lnTo>
                  <a:lnTo>
                    <a:pt x="50" y="23"/>
                  </a:lnTo>
                  <a:lnTo>
                    <a:pt x="60" y="20"/>
                  </a:lnTo>
                  <a:lnTo>
                    <a:pt x="70" y="19"/>
                  </a:lnTo>
                  <a:lnTo>
                    <a:pt x="7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5C0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  <p:sp>
          <p:nvSpPr>
            <p:cNvPr id="41" name="Freeform 28"/>
            <p:cNvSpPr>
              <a:spLocks noEditPoints="1"/>
            </p:cNvSpPr>
            <p:nvPr/>
          </p:nvSpPr>
          <p:spPr bwMode="auto">
            <a:xfrm>
              <a:off x="2128838" y="463550"/>
              <a:ext cx="738188" cy="427037"/>
            </a:xfrm>
            <a:custGeom>
              <a:avLst/>
              <a:gdLst>
                <a:gd name="T0" fmla="*/ 434 w 465"/>
                <a:gd name="T1" fmla="*/ 10 h 269"/>
                <a:gd name="T2" fmla="*/ 408 w 465"/>
                <a:gd name="T3" fmla="*/ 1 h 269"/>
                <a:gd name="T4" fmla="*/ 373 w 465"/>
                <a:gd name="T5" fmla="*/ 2 h 269"/>
                <a:gd name="T6" fmla="*/ 340 w 465"/>
                <a:gd name="T7" fmla="*/ 15 h 269"/>
                <a:gd name="T8" fmla="*/ 305 w 465"/>
                <a:gd name="T9" fmla="*/ 50 h 269"/>
                <a:gd name="T10" fmla="*/ 175 w 465"/>
                <a:gd name="T11" fmla="*/ 79 h 269"/>
                <a:gd name="T12" fmla="*/ 150 w 465"/>
                <a:gd name="T13" fmla="*/ 37 h 269"/>
                <a:gd name="T14" fmla="*/ 118 w 465"/>
                <a:gd name="T15" fmla="*/ 11 h 269"/>
                <a:gd name="T16" fmla="*/ 84 w 465"/>
                <a:gd name="T17" fmla="*/ 0 h 269"/>
                <a:gd name="T18" fmla="*/ 51 w 465"/>
                <a:gd name="T19" fmla="*/ 2 h 269"/>
                <a:gd name="T20" fmla="*/ 26 w 465"/>
                <a:gd name="T21" fmla="*/ 13 h 269"/>
                <a:gd name="T22" fmla="*/ 14 w 465"/>
                <a:gd name="T23" fmla="*/ 26 h 269"/>
                <a:gd name="T24" fmla="*/ 1 w 465"/>
                <a:gd name="T25" fmla="*/ 75 h 269"/>
                <a:gd name="T26" fmla="*/ 1 w 465"/>
                <a:gd name="T27" fmla="*/ 135 h 269"/>
                <a:gd name="T28" fmla="*/ 3 w 465"/>
                <a:gd name="T29" fmla="*/ 266 h 269"/>
                <a:gd name="T30" fmla="*/ 173 w 465"/>
                <a:gd name="T31" fmla="*/ 269 h 269"/>
                <a:gd name="T32" fmla="*/ 182 w 465"/>
                <a:gd name="T33" fmla="*/ 259 h 269"/>
                <a:gd name="T34" fmla="*/ 207 w 465"/>
                <a:gd name="T35" fmla="*/ 194 h 269"/>
                <a:gd name="T36" fmla="*/ 223 w 465"/>
                <a:gd name="T37" fmla="*/ 197 h 269"/>
                <a:gd name="T38" fmla="*/ 238 w 465"/>
                <a:gd name="T39" fmla="*/ 197 h 269"/>
                <a:gd name="T40" fmla="*/ 254 w 465"/>
                <a:gd name="T41" fmla="*/ 196 h 269"/>
                <a:gd name="T42" fmla="*/ 283 w 465"/>
                <a:gd name="T43" fmla="*/ 259 h 269"/>
                <a:gd name="T44" fmla="*/ 289 w 465"/>
                <a:gd name="T45" fmla="*/ 268 h 269"/>
                <a:gd name="T46" fmla="*/ 459 w 465"/>
                <a:gd name="T47" fmla="*/ 268 h 269"/>
                <a:gd name="T48" fmla="*/ 465 w 465"/>
                <a:gd name="T49" fmla="*/ 135 h 269"/>
                <a:gd name="T50" fmla="*/ 465 w 465"/>
                <a:gd name="T51" fmla="*/ 89 h 269"/>
                <a:gd name="T52" fmla="*/ 456 w 465"/>
                <a:gd name="T53" fmla="*/ 37 h 269"/>
                <a:gd name="T54" fmla="*/ 444 w 465"/>
                <a:gd name="T55" fmla="*/ 18 h 269"/>
                <a:gd name="T56" fmla="*/ 238 w 465"/>
                <a:gd name="T57" fmla="*/ 172 h 269"/>
                <a:gd name="T58" fmla="*/ 225 w 465"/>
                <a:gd name="T59" fmla="*/ 177 h 269"/>
                <a:gd name="T60" fmla="*/ 98 w 465"/>
                <a:gd name="T61" fmla="*/ 116 h 269"/>
                <a:gd name="T62" fmla="*/ 54 w 465"/>
                <a:gd name="T63" fmla="*/ 70 h 269"/>
                <a:gd name="T64" fmla="*/ 44 w 465"/>
                <a:gd name="T65" fmla="*/ 75 h 269"/>
                <a:gd name="T66" fmla="*/ 84 w 465"/>
                <a:gd name="T67" fmla="*/ 130 h 269"/>
                <a:gd name="T68" fmla="*/ 163 w 465"/>
                <a:gd name="T69" fmla="*/ 249 h 269"/>
                <a:gd name="T70" fmla="*/ 20 w 465"/>
                <a:gd name="T71" fmla="*/ 120 h 269"/>
                <a:gd name="T72" fmla="*/ 22 w 465"/>
                <a:gd name="T73" fmla="*/ 68 h 269"/>
                <a:gd name="T74" fmla="*/ 35 w 465"/>
                <a:gd name="T75" fmla="*/ 32 h 269"/>
                <a:gd name="T76" fmla="*/ 62 w 465"/>
                <a:gd name="T77" fmla="*/ 20 h 269"/>
                <a:gd name="T78" fmla="*/ 90 w 465"/>
                <a:gd name="T79" fmla="*/ 21 h 269"/>
                <a:gd name="T80" fmla="*/ 117 w 465"/>
                <a:gd name="T81" fmla="*/ 33 h 269"/>
                <a:gd name="T82" fmla="*/ 152 w 465"/>
                <a:gd name="T83" fmla="*/ 78 h 269"/>
                <a:gd name="T84" fmla="*/ 163 w 465"/>
                <a:gd name="T85" fmla="*/ 95 h 269"/>
                <a:gd name="T86" fmla="*/ 241 w 465"/>
                <a:gd name="T87" fmla="*/ 138 h 269"/>
                <a:gd name="T88" fmla="*/ 247 w 465"/>
                <a:gd name="T89" fmla="*/ 151 h 269"/>
                <a:gd name="T90" fmla="*/ 244 w 465"/>
                <a:gd name="T91" fmla="*/ 165 h 269"/>
                <a:gd name="T92" fmla="*/ 445 w 465"/>
                <a:gd name="T93" fmla="*/ 249 h 269"/>
                <a:gd name="T94" fmla="*/ 379 w 465"/>
                <a:gd name="T95" fmla="*/ 132 h 269"/>
                <a:gd name="T96" fmla="*/ 422 w 465"/>
                <a:gd name="T97" fmla="*/ 83 h 269"/>
                <a:gd name="T98" fmla="*/ 419 w 465"/>
                <a:gd name="T99" fmla="*/ 72 h 269"/>
                <a:gd name="T100" fmla="*/ 405 w 465"/>
                <a:gd name="T101" fmla="*/ 73 h 269"/>
                <a:gd name="T102" fmla="*/ 265 w 465"/>
                <a:gd name="T103" fmla="*/ 163 h 269"/>
                <a:gd name="T104" fmla="*/ 265 w 465"/>
                <a:gd name="T105" fmla="*/ 141 h 269"/>
                <a:gd name="T106" fmla="*/ 253 w 465"/>
                <a:gd name="T107" fmla="*/ 122 h 269"/>
                <a:gd name="T108" fmla="*/ 307 w 465"/>
                <a:gd name="T109" fmla="*/ 90 h 269"/>
                <a:gd name="T110" fmla="*/ 328 w 465"/>
                <a:gd name="T111" fmla="*/ 53 h 269"/>
                <a:gd name="T112" fmla="*/ 362 w 465"/>
                <a:gd name="T113" fmla="*/ 26 h 269"/>
                <a:gd name="T114" fmla="*/ 392 w 465"/>
                <a:gd name="T115" fmla="*/ 20 h 269"/>
                <a:gd name="T116" fmla="*/ 423 w 465"/>
                <a:gd name="T117" fmla="*/ 26 h 269"/>
                <a:gd name="T118" fmla="*/ 439 w 465"/>
                <a:gd name="T119" fmla="*/ 46 h 269"/>
                <a:gd name="T120" fmla="*/ 445 w 465"/>
                <a:gd name="T121" fmla="*/ 92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65" h="269">
                  <a:moveTo>
                    <a:pt x="444" y="18"/>
                  </a:moveTo>
                  <a:lnTo>
                    <a:pt x="444" y="18"/>
                  </a:lnTo>
                  <a:lnTo>
                    <a:pt x="439" y="13"/>
                  </a:lnTo>
                  <a:lnTo>
                    <a:pt x="434" y="10"/>
                  </a:lnTo>
                  <a:lnTo>
                    <a:pt x="428" y="7"/>
                  </a:lnTo>
                  <a:lnTo>
                    <a:pt x="422" y="4"/>
                  </a:lnTo>
                  <a:lnTo>
                    <a:pt x="415" y="2"/>
                  </a:lnTo>
                  <a:lnTo>
                    <a:pt x="408" y="1"/>
                  </a:lnTo>
                  <a:lnTo>
                    <a:pt x="392" y="0"/>
                  </a:lnTo>
                  <a:lnTo>
                    <a:pt x="392" y="0"/>
                  </a:lnTo>
                  <a:lnTo>
                    <a:pt x="382" y="0"/>
                  </a:lnTo>
                  <a:lnTo>
                    <a:pt x="373" y="2"/>
                  </a:lnTo>
                  <a:lnTo>
                    <a:pt x="365" y="4"/>
                  </a:lnTo>
                  <a:lnTo>
                    <a:pt x="356" y="7"/>
                  </a:lnTo>
                  <a:lnTo>
                    <a:pt x="349" y="11"/>
                  </a:lnTo>
                  <a:lnTo>
                    <a:pt x="340" y="15"/>
                  </a:lnTo>
                  <a:lnTo>
                    <a:pt x="333" y="20"/>
                  </a:lnTo>
                  <a:lnTo>
                    <a:pt x="327" y="25"/>
                  </a:lnTo>
                  <a:lnTo>
                    <a:pt x="315" y="37"/>
                  </a:lnTo>
                  <a:lnTo>
                    <a:pt x="305" y="50"/>
                  </a:lnTo>
                  <a:lnTo>
                    <a:pt x="297" y="65"/>
                  </a:lnTo>
                  <a:lnTo>
                    <a:pt x="290" y="79"/>
                  </a:lnTo>
                  <a:lnTo>
                    <a:pt x="233" y="110"/>
                  </a:lnTo>
                  <a:lnTo>
                    <a:pt x="175" y="79"/>
                  </a:lnTo>
                  <a:lnTo>
                    <a:pt x="175" y="79"/>
                  </a:lnTo>
                  <a:lnTo>
                    <a:pt x="168" y="65"/>
                  </a:lnTo>
                  <a:lnTo>
                    <a:pt x="160" y="50"/>
                  </a:lnTo>
                  <a:lnTo>
                    <a:pt x="150" y="37"/>
                  </a:lnTo>
                  <a:lnTo>
                    <a:pt x="138" y="25"/>
                  </a:lnTo>
                  <a:lnTo>
                    <a:pt x="132" y="20"/>
                  </a:lnTo>
                  <a:lnTo>
                    <a:pt x="125" y="15"/>
                  </a:lnTo>
                  <a:lnTo>
                    <a:pt x="118" y="11"/>
                  </a:lnTo>
                  <a:lnTo>
                    <a:pt x="110" y="7"/>
                  </a:lnTo>
                  <a:lnTo>
                    <a:pt x="101" y="4"/>
                  </a:lnTo>
                  <a:lnTo>
                    <a:pt x="93" y="2"/>
                  </a:lnTo>
                  <a:lnTo>
                    <a:pt x="8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58" y="1"/>
                  </a:lnTo>
                  <a:lnTo>
                    <a:pt x="51" y="2"/>
                  </a:lnTo>
                  <a:lnTo>
                    <a:pt x="43" y="4"/>
                  </a:lnTo>
                  <a:lnTo>
                    <a:pt x="37" y="7"/>
                  </a:lnTo>
                  <a:lnTo>
                    <a:pt x="31" y="10"/>
                  </a:lnTo>
                  <a:lnTo>
                    <a:pt x="26" y="13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18" y="22"/>
                  </a:lnTo>
                  <a:lnTo>
                    <a:pt x="14" y="26"/>
                  </a:lnTo>
                  <a:lnTo>
                    <a:pt x="9" y="37"/>
                  </a:lnTo>
                  <a:lnTo>
                    <a:pt x="5" y="48"/>
                  </a:lnTo>
                  <a:lnTo>
                    <a:pt x="3" y="60"/>
                  </a:lnTo>
                  <a:lnTo>
                    <a:pt x="1" y="75"/>
                  </a:lnTo>
                  <a:lnTo>
                    <a:pt x="1" y="89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1" y="135"/>
                  </a:lnTo>
                  <a:lnTo>
                    <a:pt x="1" y="259"/>
                  </a:lnTo>
                  <a:lnTo>
                    <a:pt x="1" y="259"/>
                  </a:lnTo>
                  <a:lnTo>
                    <a:pt x="1" y="263"/>
                  </a:lnTo>
                  <a:lnTo>
                    <a:pt x="3" y="266"/>
                  </a:lnTo>
                  <a:lnTo>
                    <a:pt x="7" y="268"/>
                  </a:lnTo>
                  <a:lnTo>
                    <a:pt x="10" y="269"/>
                  </a:lnTo>
                  <a:lnTo>
                    <a:pt x="173" y="269"/>
                  </a:lnTo>
                  <a:lnTo>
                    <a:pt x="173" y="269"/>
                  </a:lnTo>
                  <a:lnTo>
                    <a:pt x="176" y="268"/>
                  </a:lnTo>
                  <a:lnTo>
                    <a:pt x="179" y="266"/>
                  </a:lnTo>
                  <a:lnTo>
                    <a:pt x="182" y="263"/>
                  </a:lnTo>
                  <a:lnTo>
                    <a:pt x="182" y="259"/>
                  </a:lnTo>
                  <a:lnTo>
                    <a:pt x="182" y="182"/>
                  </a:lnTo>
                  <a:lnTo>
                    <a:pt x="202" y="192"/>
                  </a:lnTo>
                  <a:lnTo>
                    <a:pt x="202" y="192"/>
                  </a:lnTo>
                  <a:lnTo>
                    <a:pt x="207" y="194"/>
                  </a:lnTo>
                  <a:lnTo>
                    <a:pt x="212" y="196"/>
                  </a:lnTo>
                  <a:lnTo>
                    <a:pt x="218" y="197"/>
                  </a:lnTo>
                  <a:lnTo>
                    <a:pt x="223" y="197"/>
                  </a:lnTo>
                  <a:lnTo>
                    <a:pt x="223" y="197"/>
                  </a:lnTo>
                  <a:lnTo>
                    <a:pt x="228" y="197"/>
                  </a:lnTo>
                  <a:lnTo>
                    <a:pt x="233" y="196"/>
                  </a:lnTo>
                  <a:lnTo>
                    <a:pt x="233" y="196"/>
                  </a:lnTo>
                  <a:lnTo>
                    <a:pt x="238" y="197"/>
                  </a:lnTo>
                  <a:lnTo>
                    <a:pt x="243" y="197"/>
                  </a:lnTo>
                  <a:lnTo>
                    <a:pt x="243" y="197"/>
                  </a:lnTo>
                  <a:lnTo>
                    <a:pt x="249" y="197"/>
                  </a:lnTo>
                  <a:lnTo>
                    <a:pt x="254" y="196"/>
                  </a:lnTo>
                  <a:lnTo>
                    <a:pt x="259" y="194"/>
                  </a:lnTo>
                  <a:lnTo>
                    <a:pt x="264" y="192"/>
                  </a:lnTo>
                  <a:lnTo>
                    <a:pt x="283" y="182"/>
                  </a:lnTo>
                  <a:lnTo>
                    <a:pt x="283" y="259"/>
                  </a:lnTo>
                  <a:lnTo>
                    <a:pt x="283" y="259"/>
                  </a:lnTo>
                  <a:lnTo>
                    <a:pt x="284" y="263"/>
                  </a:lnTo>
                  <a:lnTo>
                    <a:pt x="286" y="266"/>
                  </a:lnTo>
                  <a:lnTo>
                    <a:pt x="289" y="268"/>
                  </a:lnTo>
                  <a:lnTo>
                    <a:pt x="293" y="269"/>
                  </a:lnTo>
                  <a:lnTo>
                    <a:pt x="455" y="269"/>
                  </a:lnTo>
                  <a:lnTo>
                    <a:pt x="455" y="269"/>
                  </a:lnTo>
                  <a:lnTo>
                    <a:pt x="459" y="268"/>
                  </a:lnTo>
                  <a:lnTo>
                    <a:pt x="462" y="266"/>
                  </a:lnTo>
                  <a:lnTo>
                    <a:pt x="464" y="263"/>
                  </a:lnTo>
                  <a:lnTo>
                    <a:pt x="465" y="259"/>
                  </a:lnTo>
                  <a:lnTo>
                    <a:pt x="465" y="135"/>
                  </a:lnTo>
                  <a:lnTo>
                    <a:pt x="465" y="135"/>
                  </a:lnTo>
                  <a:lnTo>
                    <a:pt x="465" y="120"/>
                  </a:lnTo>
                  <a:lnTo>
                    <a:pt x="465" y="120"/>
                  </a:lnTo>
                  <a:lnTo>
                    <a:pt x="465" y="89"/>
                  </a:lnTo>
                  <a:lnTo>
                    <a:pt x="464" y="75"/>
                  </a:lnTo>
                  <a:lnTo>
                    <a:pt x="462" y="60"/>
                  </a:lnTo>
                  <a:lnTo>
                    <a:pt x="460" y="48"/>
                  </a:lnTo>
                  <a:lnTo>
                    <a:pt x="456" y="37"/>
                  </a:lnTo>
                  <a:lnTo>
                    <a:pt x="451" y="26"/>
                  </a:lnTo>
                  <a:lnTo>
                    <a:pt x="447" y="22"/>
                  </a:lnTo>
                  <a:lnTo>
                    <a:pt x="444" y="18"/>
                  </a:lnTo>
                  <a:lnTo>
                    <a:pt x="444" y="18"/>
                  </a:lnTo>
                  <a:close/>
                  <a:moveTo>
                    <a:pt x="244" y="165"/>
                  </a:moveTo>
                  <a:lnTo>
                    <a:pt x="244" y="165"/>
                  </a:lnTo>
                  <a:lnTo>
                    <a:pt x="241" y="169"/>
                  </a:lnTo>
                  <a:lnTo>
                    <a:pt x="238" y="172"/>
                  </a:lnTo>
                  <a:lnTo>
                    <a:pt x="234" y="174"/>
                  </a:lnTo>
                  <a:lnTo>
                    <a:pt x="230" y="176"/>
                  </a:lnTo>
                  <a:lnTo>
                    <a:pt x="230" y="176"/>
                  </a:lnTo>
                  <a:lnTo>
                    <a:pt x="225" y="177"/>
                  </a:lnTo>
                  <a:lnTo>
                    <a:pt x="221" y="177"/>
                  </a:lnTo>
                  <a:lnTo>
                    <a:pt x="216" y="176"/>
                  </a:lnTo>
                  <a:lnTo>
                    <a:pt x="212" y="175"/>
                  </a:lnTo>
                  <a:lnTo>
                    <a:pt x="98" y="116"/>
                  </a:lnTo>
                  <a:lnTo>
                    <a:pt x="61" y="73"/>
                  </a:lnTo>
                  <a:lnTo>
                    <a:pt x="61" y="73"/>
                  </a:lnTo>
                  <a:lnTo>
                    <a:pt x="58" y="71"/>
                  </a:lnTo>
                  <a:lnTo>
                    <a:pt x="54" y="70"/>
                  </a:lnTo>
                  <a:lnTo>
                    <a:pt x="51" y="70"/>
                  </a:lnTo>
                  <a:lnTo>
                    <a:pt x="46" y="72"/>
                  </a:lnTo>
                  <a:lnTo>
                    <a:pt x="46" y="72"/>
                  </a:lnTo>
                  <a:lnTo>
                    <a:pt x="44" y="75"/>
                  </a:lnTo>
                  <a:lnTo>
                    <a:pt x="43" y="79"/>
                  </a:lnTo>
                  <a:lnTo>
                    <a:pt x="43" y="83"/>
                  </a:lnTo>
                  <a:lnTo>
                    <a:pt x="45" y="86"/>
                  </a:lnTo>
                  <a:lnTo>
                    <a:pt x="84" y="130"/>
                  </a:lnTo>
                  <a:lnTo>
                    <a:pt x="84" y="130"/>
                  </a:lnTo>
                  <a:lnTo>
                    <a:pt x="87" y="132"/>
                  </a:lnTo>
                  <a:lnTo>
                    <a:pt x="163" y="172"/>
                  </a:lnTo>
                  <a:lnTo>
                    <a:pt x="163" y="249"/>
                  </a:lnTo>
                  <a:lnTo>
                    <a:pt x="20" y="249"/>
                  </a:lnTo>
                  <a:lnTo>
                    <a:pt x="20" y="135"/>
                  </a:lnTo>
                  <a:lnTo>
                    <a:pt x="20" y="135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0" y="92"/>
                  </a:lnTo>
                  <a:lnTo>
                    <a:pt x="21" y="80"/>
                  </a:lnTo>
                  <a:lnTo>
                    <a:pt x="22" y="68"/>
                  </a:lnTo>
                  <a:lnTo>
                    <a:pt x="24" y="56"/>
                  </a:lnTo>
                  <a:lnTo>
                    <a:pt x="26" y="46"/>
                  </a:lnTo>
                  <a:lnTo>
                    <a:pt x="30" y="38"/>
                  </a:lnTo>
                  <a:lnTo>
                    <a:pt x="35" y="32"/>
                  </a:lnTo>
                  <a:lnTo>
                    <a:pt x="35" y="32"/>
                  </a:lnTo>
                  <a:lnTo>
                    <a:pt x="42" y="26"/>
                  </a:lnTo>
                  <a:lnTo>
                    <a:pt x="52" y="23"/>
                  </a:lnTo>
                  <a:lnTo>
                    <a:pt x="62" y="20"/>
                  </a:lnTo>
                  <a:lnTo>
                    <a:pt x="74" y="20"/>
                  </a:lnTo>
                  <a:lnTo>
                    <a:pt x="74" y="20"/>
                  </a:lnTo>
                  <a:lnTo>
                    <a:pt x="82" y="20"/>
                  </a:lnTo>
                  <a:lnTo>
                    <a:pt x="90" y="21"/>
                  </a:lnTo>
                  <a:lnTo>
                    <a:pt x="97" y="23"/>
                  </a:lnTo>
                  <a:lnTo>
                    <a:pt x="104" y="26"/>
                  </a:lnTo>
                  <a:lnTo>
                    <a:pt x="110" y="29"/>
                  </a:lnTo>
                  <a:lnTo>
                    <a:pt x="117" y="33"/>
                  </a:lnTo>
                  <a:lnTo>
                    <a:pt x="128" y="42"/>
                  </a:lnTo>
                  <a:lnTo>
                    <a:pt x="138" y="53"/>
                  </a:lnTo>
                  <a:lnTo>
                    <a:pt x="146" y="65"/>
                  </a:lnTo>
                  <a:lnTo>
                    <a:pt x="152" y="78"/>
                  </a:lnTo>
                  <a:lnTo>
                    <a:pt x="158" y="90"/>
                  </a:lnTo>
                  <a:lnTo>
                    <a:pt x="158" y="90"/>
                  </a:lnTo>
                  <a:lnTo>
                    <a:pt x="160" y="93"/>
                  </a:lnTo>
                  <a:lnTo>
                    <a:pt x="163" y="95"/>
                  </a:lnTo>
                  <a:lnTo>
                    <a:pt x="234" y="132"/>
                  </a:lnTo>
                  <a:lnTo>
                    <a:pt x="234" y="132"/>
                  </a:lnTo>
                  <a:lnTo>
                    <a:pt x="238" y="135"/>
                  </a:lnTo>
                  <a:lnTo>
                    <a:pt x="241" y="138"/>
                  </a:lnTo>
                  <a:lnTo>
                    <a:pt x="244" y="142"/>
                  </a:lnTo>
                  <a:lnTo>
                    <a:pt x="246" y="146"/>
                  </a:lnTo>
                  <a:lnTo>
                    <a:pt x="246" y="146"/>
                  </a:lnTo>
                  <a:lnTo>
                    <a:pt x="247" y="151"/>
                  </a:lnTo>
                  <a:lnTo>
                    <a:pt x="247" y="156"/>
                  </a:lnTo>
                  <a:lnTo>
                    <a:pt x="246" y="160"/>
                  </a:lnTo>
                  <a:lnTo>
                    <a:pt x="244" y="165"/>
                  </a:lnTo>
                  <a:lnTo>
                    <a:pt x="244" y="165"/>
                  </a:lnTo>
                  <a:close/>
                  <a:moveTo>
                    <a:pt x="445" y="120"/>
                  </a:moveTo>
                  <a:lnTo>
                    <a:pt x="445" y="120"/>
                  </a:lnTo>
                  <a:lnTo>
                    <a:pt x="445" y="135"/>
                  </a:lnTo>
                  <a:lnTo>
                    <a:pt x="445" y="249"/>
                  </a:lnTo>
                  <a:lnTo>
                    <a:pt x="303" y="249"/>
                  </a:lnTo>
                  <a:lnTo>
                    <a:pt x="303" y="172"/>
                  </a:lnTo>
                  <a:lnTo>
                    <a:pt x="379" y="132"/>
                  </a:lnTo>
                  <a:lnTo>
                    <a:pt x="379" y="132"/>
                  </a:lnTo>
                  <a:lnTo>
                    <a:pt x="382" y="130"/>
                  </a:lnTo>
                  <a:lnTo>
                    <a:pt x="420" y="86"/>
                  </a:lnTo>
                  <a:lnTo>
                    <a:pt x="420" y="86"/>
                  </a:lnTo>
                  <a:lnTo>
                    <a:pt x="422" y="83"/>
                  </a:lnTo>
                  <a:lnTo>
                    <a:pt x="422" y="79"/>
                  </a:lnTo>
                  <a:lnTo>
                    <a:pt x="421" y="75"/>
                  </a:lnTo>
                  <a:lnTo>
                    <a:pt x="419" y="72"/>
                  </a:lnTo>
                  <a:lnTo>
                    <a:pt x="419" y="72"/>
                  </a:lnTo>
                  <a:lnTo>
                    <a:pt x="415" y="70"/>
                  </a:lnTo>
                  <a:lnTo>
                    <a:pt x="412" y="70"/>
                  </a:lnTo>
                  <a:lnTo>
                    <a:pt x="408" y="71"/>
                  </a:lnTo>
                  <a:lnTo>
                    <a:pt x="405" y="73"/>
                  </a:lnTo>
                  <a:lnTo>
                    <a:pt x="368" y="116"/>
                  </a:lnTo>
                  <a:lnTo>
                    <a:pt x="263" y="170"/>
                  </a:lnTo>
                  <a:lnTo>
                    <a:pt x="263" y="170"/>
                  </a:lnTo>
                  <a:lnTo>
                    <a:pt x="265" y="163"/>
                  </a:lnTo>
                  <a:lnTo>
                    <a:pt x="266" y="155"/>
                  </a:lnTo>
                  <a:lnTo>
                    <a:pt x="266" y="148"/>
                  </a:lnTo>
                  <a:lnTo>
                    <a:pt x="265" y="141"/>
                  </a:lnTo>
                  <a:lnTo>
                    <a:pt x="265" y="141"/>
                  </a:lnTo>
                  <a:lnTo>
                    <a:pt x="263" y="135"/>
                  </a:lnTo>
                  <a:lnTo>
                    <a:pt x="260" y="131"/>
                  </a:lnTo>
                  <a:lnTo>
                    <a:pt x="257" y="126"/>
                  </a:lnTo>
                  <a:lnTo>
                    <a:pt x="253" y="122"/>
                  </a:lnTo>
                  <a:lnTo>
                    <a:pt x="302" y="95"/>
                  </a:lnTo>
                  <a:lnTo>
                    <a:pt x="302" y="95"/>
                  </a:lnTo>
                  <a:lnTo>
                    <a:pt x="305" y="93"/>
                  </a:lnTo>
                  <a:lnTo>
                    <a:pt x="307" y="90"/>
                  </a:lnTo>
                  <a:lnTo>
                    <a:pt x="307" y="90"/>
                  </a:lnTo>
                  <a:lnTo>
                    <a:pt x="313" y="78"/>
                  </a:lnTo>
                  <a:lnTo>
                    <a:pt x="319" y="65"/>
                  </a:lnTo>
                  <a:lnTo>
                    <a:pt x="328" y="53"/>
                  </a:lnTo>
                  <a:lnTo>
                    <a:pt x="337" y="42"/>
                  </a:lnTo>
                  <a:lnTo>
                    <a:pt x="350" y="33"/>
                  </a:lnTo>
                  <a:lnTo>
                    <a:pt x="356" y="29"/>
                  </a:lnTo>
                  <a:lnTo>
                    <a:pt x="362" y="26"/>
                  </a:lnTo>
                  <a:lnTo>
                    <a:pt x="369" y="23"/>
                  </a:lnTo>
                  <a:lnTo>
                    <a:pt x="376" y="21"/>
                  </a:lnTo>
                  <a:lnTo>
                    <a:pt x="384" y="20"/>
                  </a:lnTo>
                  <a:lnTo>
                    <a:pt x="392" y="20"/>
                  </a:lnTo>
                  <a:lnTo>
                    <a:pt x="392" y="20"/>
                  </a:lnTo>
                  <a:lnTo>
                    <a:pt x="404" y="20"/>
                  </a:lnTo>
                  <a:lnTo>
                    <a:pt x="414" y="23"/>
                  </a:lnTo>
                  <a:lnTo>
                    <a:pt x="423" y="26"/>
                  </a:lnTo>
                  <a:lnTo>
                    <a:pt x="430" y="32"/>
                  </a:lnTo>
                  <a:lnTo>
                    <a:pt x="430" y="32"/>
                  </a:lnTo>
                  <a:lnTo>
                    <a:pt x="435" y="38"/>
                  </a:lnTo>
                  <a:lnTo>
                    <a:pt x="439" y="46"/>
                  </a:lnTo>
                  <a:lnTo>
                    <a:pt x="441" y="56"/>
                  </a:lnTo>
                  <a:lnTo>
                    <a:pt x="443" y="68"/>
                  </a:lnTo>
                  <a:lnTo>
                    <a:pt x="444" y="80"/>
                  </a:lnTo>
                  <a:lnTo>
                    <a:pt x="445" y="92"/>
                  </a:lnTo>
                  <a:lnTo>
                    <a:pt x="445" y="120"/>
                  </a:lnTo>
                  <a:lnTo>
                    <a:pt x="445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5C00"/>
                </a:solidFill>
                <a:effectLst/>
                <a:uLnTx/>
                <a:uFillTx/>
                <a:latin typeface="Aa楷体" panose="02000500000000000000" pitchFamily="2" charset="-122"/>
                <a:ea typeface="+mn-ea"/>
                <a:cs typeface="+mn-cs"/>
              </a:endParaRPr>
            </a:p>
          </p:txBody>
        </p:sp>
      </p:grpSp>
      <p:sp>
        <p:nvSpPr>
          <p:cNvPr id="42" name="Freeform 60"/>
          <p:cNvSpPr>
            <a:spLocks noEditPoints="1"/>
          </p:cNvSpPr>
          <p:nvPr/>
        </p:nvSpPr>
        <p:spPr bwMode="auto">
          <a:xfrm>
            <a:off x="5989405" y="2689715"/>
            <a:ext cx="457200" cy="457200"/>
          </a:xfrm>
          <a:custGeom>
            <a:avLst/>
            <a:gdLst>
              <a:gd name="T0" fmla="*/ 600 w 1152"/>
              <a:gd name="T1" fmla="*/ 944 h 1153"/>
              <a:gd name="T2" fmla="*/ 578 w 1152"/>
              <a:gd name="T3" fmla="*/ 940 h 1153"/>
              <a:gd name="T4" fmla="*/ 908 w 1152"/>
              <a:gd name="T5" fmla="*/ 1066 h 1153"/>
              <a:gd name="T6" fmla="*/ 367 w 1152"/>
              <a:gd name="T7" fmla="*/ 868 h 1153"/>
              <a:gd name="T8" fmla="*/ 1049 w 1152"/>
              <a:gd name="T9" fmla="*/ 137 h 1153"/>
              <a:gd name="T10" fmla="*/ 367 w 1152"/>
              <a:gd name="T11" fmla="*/ 868 h 1153"/>
              <a:gd name="T12" fmla="*/ 947 w 1152"/>
              <a:gd name="T13" fmla="*/ 193 h 1153"/>
              <a:gd name="T14" fmla="*/ 336 w 1152"/>
              <a:gd name="T15" fmla="*/ 838 h 1153"/>
              <a:gd name="T16" fmla="*/ 113 w 1152"/>
              <a:gd name="T17" fmla="*/ 749 h 1153"/>
              <a:gd name="T18" fmla="*/ 1131 w 1152"/>
              <a:gd name="T19" fmla="*/ 4 h 1153"/>
              <a:gd name="T20" fmla="*/ 1121 w 1152"/>
              <a:gd name="T21" fmla="*/ 1 h 1153"/>
              <a:gd name="T22" fmla="*/ 1110 w 1152"/>
              <a:gd name="T23" fmla="*/ 1 h 1153"/>
              <a:gd name="T24" fmla="*/ 1101 w 1152"/>
              <a:gd name="T25" fmla="*/ 5 h 1153"/>
              <a:gd name="T26" fmla="*/ 16 w 1152"/>
              <a:gd name="T27" fmla="*/ 727 h 1153"/>
              <a:gd name="T28" fmla="*/ 9 w 1152"/>
              <a:gd name="T29" fmla="*/ 734 h 1153"/>
              <a:gd name="T30" fmla="*/ 3 w 1152"/>
              <a:gd name="T31" fmla="*/ 741 h 1153"/>
              <a:gd name="T32" fmla="*/ 0 w 1152"/>
              <a:gd name="T33" fmla="*/ 751 h 1153"/>
              <a:gd name="T34" fmla="*/ 0 w 1152"/>
              <a:gd name="T35" fmla="*/ 761 h 1153"/>
              <a:gd name="T36" fmla="*/ 2 w 1152"/>
              <a:gd name="T37" fmla="*/ 770 h 1153"/>
              <a:gd name="T38" fmla="*/ 8 w 1152"/>
              <a:gd name="T39" fmla="*/ 779 h 1153"/>
              <a:gd name="T40" fmla="*/ 14 w 1152"/>
              <a:gd name="T41" fmla="*/ 785 h 1153"/>
              <a:gd name="T42" fmla="*/ 23 w 1152"/>
              <a:gd name="T43" fmla="*/ 790 h 1153"/>
              <a:gd name="T44" fmla="*/ 436 w 1152"/>
              <a:gd name="T45" fmla="*/ 1134 h 1153"/>
              <a:gd name="T46" fmla="*/ 443 w 1152"/>
              <a:gd name="T47" fmla="*/ 1142 h 1153"/>
              <a:gd name="T48" fmla="*/ 449 w 1152"/>
              <a:gd name="T49" fmla="*/ 1148 h 1153"/>
              <a:gd name="T50" fmla="*/ 458 w 1152"/>
              <a:gd name="T51" fmla="*/ 1152 h 1153"/>
              <a:gd name="T52" fmla="*/ 468 w 1152"/>
              <a:gd name="T53" fmla="*/ 1153 h 1153"/>
              <a:gd name="T54" fmla="*/ 473 w 1152"/>
              <a:gd name="T55" fmla="*/ 1153 h 1153"/>
              <a:gd name="T56" fmla="*/ 482 w 1152"/>
              <a:gd name="T57" fmla="*/ 1150 h 1153"/>
              <a:gd name="T58" fmla="*/ 489 w 1152"/>
              <a:gd name="T59" fmla="*/ 1145 h 1153"/>
              <a:gd name="T60" fmla="*/ 496 w 1152"/>
              <a:gd name="T61" fmla="*/ 1139 h 1153"/>
              <a:gd name="T62" fmla="*/ 573 w 1152"/>
              <a:gd name="T63" fmla="*/ 1010 h 1153"/>
              <a:gd name="T64" fmla="*/ 929 w 1152"/>
              <a:gd name="T65" fmla="*/ 1153 h 1153"/>
              <a:gd name="T66" fmla="*/ 941 w 1152"/>
              <a:gd name="T67" fmla="*/ 1153 h 1153"/>
              <a:gd name="T68" fmla="*/ 949 w 1152"/>
              <a:gd name="T69" fmla="*/ 1150 h 1153"/>
              <a:gd name="T70" fmla="*/ 960 w 1152"/>
              <a:gd name="T71" fmla="*/ 1143 h 1153"/>
              <a:gd name="T72" fmla="*/ 969 w 1152"/>
              <a:gd name="T73" fmla="*/ 1130 h 1153"/>
              <a:gd name="T74" fmla="*/ 1151 w 1152"/>
              <a:gd name="T75" fmla="*/ 42 h 1153"/>
              <a:gd name="T76" fmla="*/ 1151 w 1152"/>
              <a:gd name="T77" fmla="*/ 33 h 1153"/>
              <a:gd name="T78" fmla="*/ 1149 w 1152"/>
              <a:gd name="T79" fmla="*/ 22 h 1153"/>
              <a:gd name="T80" fmla="*/ 1144 w 1152"/>
              <a:gd name="T81" fmla="*/ 13 h 1153"/>
              <a:gd name="T82" fmla="*/ 1135 w 1152"/>
              <a:gd name="T83" fmla="*/ 7 h 1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152" h="1153">
                <a:moveTo>
                  <a:pt x="908" y="1066"/>
                </a:moveTo>
                <a:lnTo>
                  <a:pt x="600" y="944"/>
                </a:lnTo>
                <a:lnTo>
                  <a:pt x="590" y="941"/>
                </a:lnTo>
                <a:lnTo>
                  <a:pt x="578" y="940"/>
                </a:lnTo>
                <a:lnTo>
                  <a:pt x="1051" y="205"/>
                </a:lnTo>
                <a:lnTo>
                  <a:pt x="908" y="1066"/>
                </a:lnTo>
                <a:close/>
                <a:moveTo>
                  <a:pt x="367" y="868"/>
                </a:moveTo>
                <a:lnTo>
                  <a:pt x="367" y="868"/>
                </a:lnTo>
                <a:lnTo>
                  <a:pt x="366" y="866"/>
                </a:lnTo>
                <a:lnTo>
                  <a:pt x="1049" y="137"/>
                </a:lnTo>
                <a:lnTo>
                  <a:pt x="468" y="1042"/>
                </a:lnTo>
                <a:lnTo>
                  <a:pt x="367" y="868"/>
                </a:lnTo>
                <a:close/>
                <a:moveTo>
                  <a:pt x="113" y="749"/>
                </a:moveTo>
                <a:lnTo>
                  <a:pt x="947" y="193"/>
                </a:lnTo>
                <a:lnTo>
                  <a:pt x="340" y="842"/>
                </a:lnTo>
                <a:lnTo>
                  <a:pt x="336" y="838"/>
                </a:lnTo>
                <a:lnTo>
                  <a:pt x="332" y="836"/>
                </a:lnTo>
                <a:lnTo>
                  <a:pt x="113" y="749"/>
                </a:lnTo>
                <a:close/>
                <a:moveTo>
                  <a:pt x="1135" y="7"/>
                </a:moveTo>
                <a:lnTo>
                  <a:pt x="1131" y="4"/>
                </a:lnTo>
                <a:lnTo>
                  <a:pt x="1126" y="2"/>
                </a:lnTo>
                <a:lnTo>
                  <a:pt x="1121" y="1"/>
                </a:lnTo>
                <a:lnTo>
                  <a:pt x="1116" y="0"/>
                </a:lnTo>
                <a:lnTo>
                  <a:pt x="1110" y="1"/>
                </a:lnTo>
                <a:lnTo>
                  <a:pt x="1106" y="2"/>
                </a:lnTo>
                <a:lnTo>
                  <a:pt x="1101" y="5"/>
                </a:lnTo>
                <a:lnTo>
                  <a:pt x="1096" y="7"/>
                </a:lnTo>
                <a:lnTo>
                  <a:pt x="16" y="727"/>
                </a:lnTo>
                <a:lnTo>
                  <a:pt x="12" y="730"/>
                </a:lnTo>
                <a:lnTo>
                  <a:pt x="9" y="734"/>
                </a:lnTo>
                <a:lnTo>
                  <a:pt x="5" y="737"/>
                </a:lnTo>
                <a:lnTo>
                  <a:pt x="3" y="741"/>
                </a:lnTo>
                <a:lnTo>
                  <a:pt x="2" y="745"/>
                </a:lnTo>
                <a:lnTo>
                  <a:pt x="0" y="751"/>
                </a:lnTo>
                <a:lnTo>
                  <a:pt x="0" y="755"/>
                </a:lnTo>
                <a:lnTo>
                  <a:pt x="0" y="761"/>
                </a:lnTo>
                <a:lnTo>
                  <a:pt x="1" y="765"/>
                </a:lnTo>
                <a:lnTo>
                  <a:pt x="2" y="770"/>
                </a:lnTo>
                <a:lnTo>
                  <a:pt x="4" y="775"/>
                </a:lnTo>
                <a:lnTo>
                  <a:pt x="8" y="779"/>
                </a:lnTo>
                <a:lnTo>
                  <a:pt x="11" y="782"/>
                </a:lnTo>
                <a:lnTo>
                  <a:pt x="14" y="785"/>
                </a:lnTo>
                <a:lnTo>
                  <a:pt x="18" y="788"/>
                </a:lnTo>
                <a:lnTo>
                  <a:pt x="23" y="790"/>
                </a:lnTo>
                <a:lnTo>
                  <a:pt x="305" y="903"/>
                </a:lnTo>
                <a:lnTo>
                  <a:pt x="436" y="1134"/>
                </a:lnTo>
                <a:lnTo>
                  <a:pt x="440" y="1139"/>
                </a:lnTo>
                <a:lnTo>
                  <a:pt x="443" y="1142"/>
                </a:lnTo>
                <a:lnTo>
                  <a:pt x="446" y="1145"/>
                </a:lnTo>
                <a:lnTo>
                  <a:pt x="449" y="1148"/>
                </a:lnTo>
                <a:lnTo>
                  <a:pt x="454" y="1149"/>
                </a:lnTo>
                <a:lnTo>
                  <a:pt x="458" y="1152"/>
                </a:lnTo>
                <a:lnTo>
                  <a:pt x="463" y="1153"/>
                </a:lnTo>
                <a:lnTo>
                  <a:pt x="468" y="1153"/>
                </a:lnTo>
                <a:lnTo>
                  <a:pt x="468" y="1153"/>
                </a:lnTo>
                <a:lnTo>
                  <a:pt x="473" y="1153"/>
                </a:lnTo>
                <a:lnTo>
                  <a:pt x="477" y="1152"/>
                </a:lnTo>
                <a:lnTo>
                  <a:pt x="482" y="1150"/>
                </a:lnTo>
                <a:lnTo>
                  <a:pt x="486" y="1148"/>
                </a:lnTo>
                <a:lnTo>
                  <a:pt x="489" y="1145"/>
                </a:lnTo>
                <a:lnTo>
                  <a:pt x="494" y="1143"/>
                </a:lnTo>
                <a:lnTo>
                  <a:pt x="496" y="1139"/>
                </a:lnTo>
                <a:lnTo>
                  <a:pt x="499" y="1135"/>
                </a:lnTo>
                <a:lnTo>
                  <a:pt x="573" y="1010"/>
                </a:lnTo>
                <a:lnTo>
                  <a:pt x="922" y="1150"/>
                </a:lnTo>
                <a:lnTo>
                  <a:pt x="929" y="1153"/>
                </a:lnTo>
                <a:lnTo>
                  <a:pt x="936" y="1153"/>
                </a:lnTo>
                <a:lnTo>
                  <a:pt x="941" y="1153"/>
                </a:lnTo>
                <a:lnTo>
                  <a:pt x="945" y="1152"/>
                </a:lnTo>
                <a:lnTo>
                  <a:pt x="949" y="1150"/>
                </a:lnTo>
                <a:lnTo>
                  <a:pt x="954" y="1148"/>
                </a:lnTo>
                <a:lnTo>
                  <a:pt x="960" y="1143"/>
                </a:lnTo>
                <a:lnTo>
                  <a:pt x="966" y="1138"/>
                </a:lnTo>
                <a:lnTo>
                  <a:pt x="969" y="1130"/>
                </a:lnTo>
                <a:lnTo>
                  <a:pt x="972" y="1122"/>
                </a:lnTo>
                <a:lnTo>
                  <a:pt x="1151" y="42"/>
                </a:lnTo>
                <a:lnTo>
                  <a:pt x="1152" y="37"/>
                </a:lnTo>
                <a:lnTo>
                  <a:pt x="1151" y="33"/>
                </a:lnTo>
                <a:lnTo>
                  <a:pt x="1150" y="27"/>
                </a:lnTo>
                <a:lnTo>
                  <a:pt x="1149" y="22"/>
                </a:lnTo>
                <a:lnTo>
                  <a:pt x="1147" y="18"/>
                </a:lnTo>
                <a:lnTo>
                  <a:pt x="1144" y="13"/>
                </a:lnTo>
                <a:lnTo>
                  <a:pt x="1139" y="10"/>
                </a:lnTo>
                <a:lnTo>
                  <a:pt x="1135" y="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5C00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  <p:sp>
        <p:nvSpPr>
          <p:cNvPr id="43" name="Freeform 131"/>
          <p:cNvSpPr>
            <a:spLocks noEditPoints="1"/>
          </p:cNvSpPr>
          <p:nvPr/>
        </p:nvSpPr>
        <p:spPr bwMode="auto">
          <a:xfrm>
            <a:off x="9578509" y="2689715"/>
            <a:ext cx="457200" cy="457200"/>
          </a:xfrm>
          <a:custGeom>
            <a:avLst/>
            <a:gdLst>
              <a:gd name="T0" fmla="*/ 161 w 1152"/>
              <a:gd name="T1" fmla="*/ 1032 h 1152"/>
              <a:gd name="T2" fmla="*/ 285 w 1152"/>
              <a:gd name="T3" fmla="*/ 982 h 1152"/>
              <a:gd name="T4" fmla="*/ 482 w 1152"/>
              <a:gd name="T5" fmla="*/ 946 h 1152"/>
              <a:gd name="T6" fmla="*/ 547 w 1152"/>
              <a:gd name="T7" fmla="*/ 969 h 1152"/>
              <a:gd name="T8" fmla="*/ 617 w 1152"/>
              <a:gd name="T9" fmla="*/ 966 h 1152"/>
              <a:gd name="T10" fmla="*/ 681 w 1152"/>
              <a:gd name="T11" fmla="*/ 938 h 1152"/>
              <a:gd name="T12" fmla="*/ 894 w 1152"/>
              <a:gd name="T13" fmla="*/ 992 h 1152"/>
              <a:gd name="T14" fmla="*/ 1027 w 1152"/>
              <a:gd name="T15" fmla="*/ 1049 h 1152"/>
              <a:gd name="T16" fmla="*/ 730 w 1152"/>
              <a:gd name="T17" fmla="*/ 842 h 1152"/>
              <a:gd name="T18" fmla="*/ 650 w 1152"/>
              <a:gd name="T19" fmla="*/ 912 h 1152"/>
              <a:gd name="T20" fmla="*/ 603 w 1152"/>
              <a:gd name="T21" fmla="*/ 928 h 1152"/>
              <a:gd name="T22" fmla="*/ 557 w 1152"/>
              <a:gd name="T23" fmla="*/ 930 h 1152"/>
              <a:gd name="T24" fmla="*/ 512 w 1152"/>
              <a:gd name="T25" fmla="*/ 917 h 1152"/>
              <a:gd name="T26" fmla="*/ 434 w 1152"/>
              <a:gd name="T27" fmla="*/ 857 h 1152"/>
              <a:gd name="T28" fmla="*/ 357 w 1152"/>
              <a:gd name="T29" fmla="*/ 741 h 1152"/>
              <a:gd name="T30" fmla="*/ 305 w 1152"/>
              <a:gd name="T31" fmla="*/ 598 h 1152"/>
              <a:gd name="T32" fmla="*/ 289 w 1152"/>
              <a:gd name="T33" fmla="*/ 447 h 1152"/>
              <a:gd name="T34" fmla="*/ 312 w 1152"/>
              <a:gd name="T35" fmla="*/ 301 h 1152"/>
              <a:gd name="T36" fmla="*/ 360 w 1152"/>
              <a:gd name="T37" fmla="*/ 195 h 1152"/>
              <a:gd name="T38" fmla="*/ 405 w 1152"/>
              <a:gd name="T39" fmla="*/ 140 h 1152"/>
              <a:gd name="T40" fmla="*/ 461 w 1152"/>
              <a:gd name="T41" fmla="*/ 99 h 1152"/>
              <a:gd name="T42" fmla="*/ 529 w 1152"/>
              <a:gd name="T43" fmla="*/ 76 h 1152"/>
              <a:gd name="T44" fmla="*/ 608 w 1152"/>
              <a:gd name="T45" fmla="*/ 74 h 1152"/>
              <a:gd name="T46" fmla="*/ 678 w 1152"/>
              <a:gd name="T47" fmla="*/ 94 h 1152"/>
              <a:gd name="T48" fmla="*/ 736 w 1152"/>
              <a:gd name="T49" fmla="*/ 131 h 1152"/>
              <a:gd name="T50" fmla="*/ 784 w 1152"/>
              <a:gd name="T51" fmla="*/ 183 h 1152"/>
              <a:gd name="T52" fmla="*/ 830 w 1152"/>
              <a:gd name="T53" fmla="*/ 273 h 1152"/>
              <a:gd name="T54" fmla="*/ 862 w 1152"/>
              <a:gd name="T55" fmla="*/ 418 h 1152"/>
              <a:gd name="T56" fmla="*/ 853 w 1152"/>
              <a:gd name="T57" fmla="*/ 568 h 1152"/>
              <a:gd name="T58" fmla="*/ 809 w 1152"/>
              <a:gd name="T59" fmla="*/ 712 h 1152"/>
              <a:gd name="T60" fmla="*/ 730 w 1152"/>
              <a:gd name="T61" fmla="*/ 842 h 1152"/>
              <a:gd name="T62" fmla="*/ 1024 w 1152"/>
              <a:gd name="T63" fmla="*/ 967 h 1152"/>
              <a:gd name="T64" fmla="*/ 889 w 1152"/>
              <a:gd name="T65" fmla="*/ 914 h 1152"/>
              <a:gd name="T66" fmla="*/ 812 w 1152"/>
              <a:gd name="T67" fmla="*/ 852 h 1152"/>
              <a:gd name="T68" fmla="*/ 866 w 1152"/>
              <a:gd name="T69" fmla="*/ 756 h 1152"/>
              <a:gd name="T70" fmla="*/ 923 w 1152"/>
              <a:gd name="T71" fmla="*/ 593 h 1152"/>
              <a:gd name="T72" fmla="*/ 936 w 1152"/>
              <a:gd name="T73" fmla="*/ 462 h 1152"/>
              <a:gd name="T74" fmla="*/ 916 w 1152"/>
              <a:gd name="T75" fmla="*/ 302 h 1152"/>
              <a:gd name="T76" fmla="*/ 876 w 1152"/>
              <a:gd name="T77" fmla="*/ 192 h 1152"/>
              <a:gd name="T78" fmla="*/ 831 w 1152"/>
              <a:gd name="T79" fmla="*/ 123 h 1152"/>
              <a:gd name="T80" fmla="*/ 765 w 1152"/>
              <a:gd name="T81" fmla="*/ 59 h 1152"/>
              <a:gd name="T82" fmla="*/ 686 w 1152"/>
              <a:gd name="T83" fmla="*/ 18 h 1152"/>
              <a:gd name="T84" fmla="*/ 595 w 1152"/>
              <a:gd name="T85" fmla="*/ 1 h 1152"/>
              <a:gd name="T86" fmla="*/ 501 w 1152"/>
              <a:gd name="T87" fmla="*/ 8 h 1152"/>
              <a:gd name="T88" fmla="*/ 417 w 1152"/>
              <a:gd name="T89" fmla="*/ 40 h 1152"/>
              <a:gd name="T90" fmla="*/ 345 w 1152"/>
              <a:gd name="T91" fmla="*/ 95 h 1152"/>
              <a:gd name="T92" fmla="*/ 292 w 1152"/>
              <a:gd name="T93" fmla="*/ 163 h 1152"/>
              <a:gd name="T94" fmla="*/ 257 w 1152"/>
              <a:gd name="T95" fmla="*/ 238 h 1152"/>
              <a:gd name="T96" fmla="*/ 220 w 1152"/>
              <a:gd name="T97" fmla="*/ 399 h 1152"/>
              <a:gd name="T98" fmla="*/ 220 w 1152"/>
              <a:gd name="T99" fmla="*/ 546 h 1152"/>
              <a:gd name="T100" fmla="*/ 262 w 1152"/>
              <a:gd name="T101" fmla="*/ 697 h 1152"/>
              <a:gd name="T102" fmla="*/ 317 w 1152"/>
              <a:gd name="T103" fmla="*/ 814 h 1152"/>
              <a:gd name="T104" fmla="*/ 330 w 1152"/>
              <a:gd name="T105" fmla="*/ 895 h 1152"/>
              <a:gd name="T106" fmla="*/ 177 w 1152"/>
              <a:gd name="T107" fmla="*/ 947 h 1152"/>
              <a:gd name="T108" fmla="*/ 41 w 1152"/>
              <a:gd name="T109" fmla="*/ 1015 h 1152"/>
              <a:gd name="T110" fmla="*/ 4 w 1152"/>
              <a:gd name="T111" fmla="*/ 1056 h 1152"/>
              <a:gd name="T112" fmla="*/ 7 w 1152"/>
              <a:gd name="T113" fmla="*/ 1112 h 1152"/>
              <a:gd name="T114" fmla="*/ 49 w 1152"/>
              <a:gd name="T115" fmla="*/ 1149 h 1152"/>
              <a:gd name="T116" fmla="*/ 1102 w 1152"/>
              <a:gd name="T117" fmla="*/ 1149 h 1152"/>
              <a:gd name="T118" fmla="*/ 1145 w 1152"/>
              <a:gd name="T119" fmla="*/ 1112 h 1152"/>
              <a:gd name="T120" fmla="*/ 1148 w 1152"/>
              <a:gd name="T121" fmla="*/ 1056 h 1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152" h="1152">
                <a:moveTo>
                  <a:pt x="72" y="1080"/>
                </a:moveTo>
                <a:lnTo>
                  <a:pt x="80" y="1075"/>
                </a:lnTo>
                <a:lnTo>
                  <a:pt x="97" y="1065"/>
                </a:lnTo>
                <a:lnTo>
                  <a:pt x="124" y="1050"/>
                </a:lnTo>
                <a:lnTo>
                  <a:pt x="161" y="1032"/>
                </a:lnTo>
                <a:lnTo>
                  <a:pt x="181" y="1022"/>
                </a:lnTo>
                <a:lnTo>
                  <a:pt x="205" y="1013"/>
                </a:lnTo>
                <a:lnTo>
                  <a:pt x="230" y="1003"/>
                </a:lnTo>
                <a:lnTo>
                  <a:pt x="257" y="992"/>
                </a:lnTo>
                <a:lnTo>
                  <a:pt x="285" y="982"/>
                </a:lnTo>
                <a:lnTo>
                  <a:pt x="316" y="974"/>
                </a:lnTo>
                <a:lnTo>
                  <a:pt x="347" y="965"/>
                </a:lnTo>
                <a:lnTo>
                  <a:pt x="381" y="958"/>
                </a:lnTo>
                <a:lnTo>
                  <a:pt x="471" y="938"/>
                </a:lnTo>
                <a:lnTo>
                  <a:pt x="482" y="946"/>
                </a:lnTo>
                <a:lnTo>
                  <a:pt x="495" y="952"/>
                </a:lnTo>
                <a:lnTo>
                  <a:pt x="507" y="958"/>
                </a:lnTo>
                <a:lnTo>
                  <a:pt x="520" y="963"/>
                </a:lnTo>
                <a:lnTo>
                  <a:pt x="534" y="966"/>
                </a:lnTo>
                <a:lnTo>
                  <a:pt x="547" y="969"/>
                </a:lnTo>
                <a:lnTo>
                  <a:pt x="561" y="972"/>
                </a:lnTo>
                <a:lnTo>
                  <a:pt x="576" y="972"/>
                </a:lnTo>
                <a:lnTo>
                  <a:pt x="590" y="972"/>
                </a:lnTo>
                <a:lnTo>
                  <a:pt x="605" y="969"/>
                </a:lnTo>
                <a:lnTo>
                  <a:pt x="617" y="966"/>
                </a:lnTo>
                <a:lnTo>
                  <a:pt x="632" y="963"/>
                </a:lnTo>
                <a:lnTo>
                  <a:pt x="644" y="958"/>
                </a:lnTo>
                <a:lnTo>
                  <a:pt x="657" y="952"/>
                </a:lnTo>
                <a:lnTo>
                  <a:pt x="669" y="946"/>
                </a:lnTo>
                <a:lnTo>
                  <a:pt x="681" y="938"/>
                </a:lnTo>
                <a:lnTo>
                  <a:pt x="771" y="958"/>
                </a:lnTo>
                <a:lnTo>
                  <a:pt x="804" y="965"/>
                </a:lnTo>
                <a:lnTo>
                  <a:pt x="836" y="974"/>
                </a:lnTo>
                <a:lnTo>
                  <a:pt x="866" y="982"/>
                </a:lnTo>
                <a:lnTo>
                  <a:pt x="894" y="992"/>
                </a:lnTo>
                <a:lnTo>
                  <a:pt x="921" y="1002"/>
                </a:lnTo>
                <a:lnTo>
                  <a:pt x="946" y="1012"/>
                </a:lnTo>
                <a:lnTo>
                  <a:pt x="970" y="1022"/>
                </a:lnTo>
                <a:lnTo>
                  <a:pt x="991" y="1031"/>
                </a:lnTo>
                <a:lnTo>
                  <a:pt x="1027" y="1049"/>
                </a:lnTo>
                <a:lnTo>
                  <a:pt x="1054" y="1065"/>
                </a:lnTo>
                <a:lnTo>
                  <a:pt x="1072" y="1075"/>
                </a:lnTo>
                <a:lnTo>
                  <a:pt x="1080" y="1080"/>
                </a:lnTo>
                <a:lnTo>
                  <a:pt x="72" y="1080"/>
                </a:lnTo>
                <a:close/>
                <a:moveTo>
                  <a:pt x="730" y="842"/>
                </a:moveTo>
                <a:lnTo>
                  <a:pt x="718" y="857"/>
                </a:lnTo>
                <a:lnTo>
                  <a:pt x="702" y="874"/>
                </a:lnTo>
                <a:lnTo>
                  <a:pt x="684" y="890"/>
                </a:lnTo>
                <a:lnTo>
                  <a:pt x="667" y="903"/>
                </a:lnTo>
                <a:lnTo>
                  <a:pt x="650" y="912"/>
                </a:lnTo>
                <a:lnTo>
                  <a:pt x="640" y="917"/>
                </a:lnTo>
                <a:lnTo>
                  <a:pt x="632" y="921"/>
                </a:lnTo>
                <a:lnTo>
                  <a:pt x="622" y="924"/>
                </a:lnTo>
                <a:lnTo>
                  <a:pt x="613" y="926"/>
                </a:lnTo>
                <a:lnTo>
                  <a:pt x="603" y="928"/>
                </a:lnTo>
                <a:lnTo>
                  <a:pt x="595" y="930"/>
                </a:lnTo>
                <a:lnTo>
                  <a:pt x="585" y="931"/>
                </a:lnTo>
                <a:lnTo>
                  <a:pt x="576" y="932"/>
                </a:lnTo>
                <a:lnTo>
                  <a:pt x="567" y="931"/>
                </a:lnTo>
                <a:lnTo>
                  <a:pt x="557" y="930"/>
                </a:lnTo>
                <a:lnTo>
                  <a:pt x="548" y="928"/>
                </a:lnTo>
                <a:lnTo>
                  <a:pt x="539" y="926"/>
                </a:lnTo>
                <a:lnTo>
                  <a:pt x="530" y="924"/>
                </a:lnTo>
                <a:lnTo>
                  <a:pt x="520" y="921"/>
                </a:lnTo>
                <a:lnTo>
                  <a:pt x="512" y="917"/>
                </a:lnTo>
                <a:lnTo>
                  <a:pt x="503" y="912"/>
                </a:lnTo>
                <a:lnTo>
                  <a:pt x="485" y="903"/>
                </a:lnTo>
                <a:lnTo>
                  <a:pt x="467" y="890"/>
                </a:lnTo>
                <a:lnTo>
                  <a:pt x="450" y="874"/>
                </a:lnTo>
                <a:lnTo>
                  <a:pt x="434" y="857"/>
                </a:lnTo>
                <a:lnTo>
                  <a:pt x="422" y="842"/>
                </a:lnTo>
                <a:lnTo>
                  <a:pt x="405" y="818"/>
                </a:lnTo>
                <a:lnTo>
                  <a:pt x="387" y="792"/>
                </a:lnTo>
                <a:lnTo>
                  <a:pt x="371" y="766"/>
                </a:lnTo>
                <a:lnTo>
                  <a:pt x="357" y="741"/>
                </a:lnTo>
                <a:lnTo>
                  <a:pt x="344" y="712"/>
                </a:lnTo>
                <a:lnTo>
                  <a:pt x="332" y="684"/>
                </a:lnTo>
                <a:lnTo>
                  <a:pt x="322" y="656"/>
                </a:lnTo>
                <a:lnTo>
                  <a:pt x="313" y="627"/>
                </a:lnTo>
                <a:lnTo>
                  <a:pt x="305" y="598"/>
                </a:lnTo>
                <a:lnTo>
                  <a:pt x="299" y="568"/>
                </a:lnTo>
                <a:lnTo>
                  <a:pt x="293" y="537"/>
                </a:lnTo>
                <a:lnTo>
                  <a:pt x="290" y="508"/>
                </a:lnTo>
                <a:lnTo>
                  <a:pt x="289" y="478"/>
                </a:lnTo>
                <a:lnTo>
                  <a:pt x="289" y="447"/>
                </a:lnTo>
                <a:lnTo>
                  <a:pt x="290" y="417"/>
                </a:lnTo>
                <a:lnTo>
                  <a:pt x="293" y="387"/>
                </a:lnTo>
                <a:lnTo>
                  <a:pt x="298" y="358"/>
                </a:lnTo>
                <a:lnTo>
                  <a:pt x="304" y="329"/>
                </a:lnTo>
                <a:lnTo>
                  <a:pt x="312" y="301"/>
                </a:lnTo>
                <a:lnTo>
                  <a:pt x="322" y="273"/>
                </a:lnTo>
                <a:lnTo>
                  <a:pt x="332" y="246"/>
                </a:lnTo>
                <a:lnTo>
                  <a:pt x="345" y="220"/>
                </a:lnTo>
                <a:lnTo>
                  <a:pt x="353" y="207"/>
                </a:lnTo>
                <a:lnTo>
                  <a:pt x="360" y="195"/>
                </a:lnTo>
                <a:lnTo>
                  <a:pt x="368" y="183"/>
                </a:lnTo>
                <a:lnTo>
                  <a:pt x="377" y="171"/>
                </a:lnTo>
                <a:lnTo>
                  <a:pt x="386" y="161"/>
                </a:lnTo>
                <a:lnTo>
                  <a:pt x="395" y="151"/>
                </a:lnTo>
                <a:lnTo>
                  <a:pt x="405" y="140"/>
                </a:lnTo>
                <a:lnTo>
                  <a:pt x="416" y="131"/>
                </a:lnTo>
                <a:lnTo>
                  <a:pt x="426" y="122"/>
                </a:lnTo>
                <a:lnTo>
                  <a:pt x="437" y="114"/>
                </a:lnTo>
                <a:lnTo>
                  <a:pt x="449" y="107"/>
                </a:lnTo>
                <a:lnTo>
                  <a:pt x="461" y="99"/>
                </a:lnTo>
                <a:lnTo>
                  <a:pt x="474" y="94"/>
                </a:lnTo>
                <a:lnTo>
                  <a:pt x="487" y="88"/>
                </a:lnTo>
                <a:lnTo>
                  <a:pt x="501" y="83"/>
                </a:lnTo>
                <a:lnTo>
                  <a:pt x="515" y="80"/>
                </a:lnTo>
                <a:lnTo>
                  <a:pt x="529" y="76"/>
                </a:lnTo>
                <a:lnTo>
                  <a:pt x="544" y="74"/>
                </a:lnTo>
                <a:lnTo>
                  <a:pt x="560" y="72"/>
                </a:lnTo>
                <a:lnTo>
                  <a:pt x="576" y="72"/>
                </a:lnTo>
                <a:lnTo>
                  <a:pt x="592" y="72"/>
                </a:lnTo>
                <a:lnTo>
                  <a:pt x="608" y="74"/>
                </a:lnTo>
                <a:lnTo>
                  <a:pt x="623" y="76"/>
                </a:lnTo>
                <a:lnTo>
                  <a:pt x="637" y="80"/>
                </a:lnTo>
                <a:lnTo>
                  <a:pt x="651" y="83"/>
                </a:lnTo>
                <a:lnTo>
                  <a:pt x="665" y="88"/>
                </a:lnTo>
                <a:lnTo>
                  <a:pt x="678" y="94"/>
                </a:lnTo>
                <a:lnTo>
                  <a:pt x="691" y="99"/>
                </a:lnTo>
                <a:lnTo>
                  <a:pt x="703" y="107"/>
                </a:lnTo>
                <a:lnTo>
                  <a:pt x="715" y="114"/>
                </a:lnTo>
                <a:lnTo>
                  <a:pt x="725" y="122"/>
                </a:lnTo>
                <a:lnTo>
                  <a:pt x="736" y="131"/>
                </a:lnTo>
                <a:lnTo>
                  <a:pt x="747" y="140"/>
                </a:lnTo>
                <a:lnTo>
                  <a:pt x="757" y="151"/>
                </a:lnTo>
                <a:lnTo>
                  <a:pt x="767" y="161"/>
                </a:lnTo>
                <a:lnTo>
                  <a:pt x="775" y="171"/>
                </a:lnTo>
                <a:lnTo>
                  <a:pt x="784" y="183"/>
                </a:lnTo>
                <a:lnTo>
                  <a:pt x="791" y="195"/>
                </a:lnTo>
                <a:lnTo>
                  <a:pt x="799" y="207"/>
                </a:lnTo>
                <a:lnTo>
                  <a:pt x="806" y="220"/>
                </a:lnTo>
                <a:lnTo>
                  <a:pt x="819" y="246"/>
                </a:lnTo>
                <a:lnTo>
                  <a:pt x="830" y="273"/>
                </a:lnTo>
                <a:lnTo>
                  <a:pt x="840" y="301"/>
                </a:lnTo>
                <a:lnTo>
                  <a:pt x="848" y="329"/>
                </a:lnTo>
                <a:lnTo>
                  <a:pt x="854" y="358"/>
                </a:lnTo>
                <a:lnTo>
                  <a:pt x="858" y="387"/>
                </a:lnTo>
                <a:lnTo>
                  <a:pt x="862" y="418"/>
                </a:lnTo>
                <a:lnTo>
                  <a:pt x="863" y="448"/>
                </a:lnTo>
                <a:lnTo>
                  <a:pt x="863" y="478"/>
                </a:lnTo>
                <a:lnTo>
                  <a:pt x="862" y="508"/>
                </a:lnTo>
                <a:lnTo>
                  <a:pt x="858" y="537"/>
                </a:lnTo>
                <a:lnTo>
                  <a:pt x="853" y="568"/>
                </a:lnTo>
                <a:lnTo>
                  <a:pt x="848" y="598"/>
                </a:lnTo>
                <a:lnTo>
                  <a:pt x="840" y="627"/>
                </a:lnTo>
                <a:lnTo>
                  <a:pt x="830" y="656"/>
                </a:lnTo>
                <a:lnTo>
                  <a:pt x="821" y="684"/>
                </a:lnTo>
                <a:lnTo>
                  <a:pt x="809" y="712"/>
                </a:lnTo>
                <a:lnTo>
                  <a:pt x="795" y="741"/>
                </a:lnTo>
                <a:lnTo>
                  <a:pt x="781" y="766"/>
                </a:lnTo>
                <a:lnTo>
                  <a:pt x="764" y="792"/>
                </a:lnTo>
                <a:lnTo>
                  <a:pt x="748" y="818"/>
                </a:lnTo>
                <a:lnTo>
                  <a:pt x="730" y="842"/>
                </a:lnTo>
                <a:close/>
                <a:moveTo>
                  <a:pt x="1120" y="1020"/>
                </a:moveTo>
                <a:lnTo>
                  <a:pt x="1111" y="1015"/>
                </a:lnTo>
                <a:lnTo>
                  <a:pt x="1093" y="1003"/>
                </a:lnTo>
                <a:lnTo>
                  <a:pt x="1062" y="987"/>
                </a:lnTo>
                <a:lnTo>
                  <a:pt x="1024" y="967"/>
                </a:lnTo>
                <a:lnTo>
                  <a:pt x="1001" y="957"/>
                </a:lnTo>
                <a:lnTo>
                  <a:pt x="976" y="947"/>
                </a:lnTo>
                <a:lnTo>
                  <a:pt x="949" y="936"/>
                </a:lnTo>
                <a:lnTo>
                  <a:pt x="920" y="925"/>
                </a:lnTo>
                <a:lnTo>
                  <a:pt x="889" y="914"/>
                </a:lnTo>
                <a:lnTo>
                  <a:pt x="856" y="905"/>
                </a:lnTo>
                <a:lnTo>
                  <a:pt x="822" y="895"/>
                </a:lnTo>
                <a:lnTo>
                  <a:pt x="786" y="887"/>
                </a:lnTo>
                <a:lnTo>
                  <a:pt x="799" y="869"/>
                </a:lnTo>
                <a:lnTo>
                  <a:pt x="812" y="852"/>
                </a:lnTo>
                <a:lnTo>
                  <a:pt x="824" y="833"/>
                </a:lnTo>
                <a:lnTo>
                  <a:pt x="835" y="814"/>
                </a:lnTo>
                <a:lnTo>
                  <a:pt x="845" y="795"/>
                </a:lnTo>
                <a:lnTo>
                  <a:pt x="856" y="775"/>
                </a:lnTo>
                <a:lnTo>
                  <a:pt x="866" y="756"/>
                </a:lnTo>
                <a:lnTo>
                  <a:pt x="875" y="736"/>
                </a:lnTo>
                <a:lnTo>
                  <a:pt x="890" y="697"/>
                </a:lnTo>
                <a:lnTo>
                  <a:pt x="904" y="661"/>
                </a:lnTo>
                <a:lnTo>
                  <a:pt x="914" y="625"/>
                </a:lnTo>
                <a:lnTo>
                  <a:pt x="923" y="593"/>
                </a:lnTo>
                <a:lnTo>
                  <a:pt x="927" y="571"/>
                </a:lnTo>
                <a:lnTo>
                  <a:pt x="932" y="546"/>
                </a:lnTo>
                <a:lnTo>
                  <a:pt x="934" y="519"/>
                </a:lnTo>
                <a:lnTo>
                  <a:pt x="936" y="491"/>
                </a:lnTo>
                <a:lnTo>
                  <a:pt x="936" y="462"/>
                </a:lnTo>
                <a:lnTo>
                  <a:pt x="935" y="431"/>
                </a:lnTo>
                <a:lnTo>
                  <a:pt x="932" y="399"/>
                </a:lnTo>
                <a:lnTo>
                  <a:pt x="929" y="367"/>
                </a:lnTo>
                <a:lnTo>
                  <a:pt x="923" y="334"/>
                </a:lnTo>
                <a:lnTo>
                  <a:pt x="916" y="302"/>
                </a:lnTo>
                <a:lnTo>
                  <a:pt x="906" y="270"/>
                </a:lnTo>
                <a:lnTo>
                  <a:pt x="895" y="238"/>
                </a:lnTo>
                <a:lnTo>
                  <a:pt x="890" y="222"/>
                </a:lnTo>
                <a:lnTo>
                  <a:pt x="883" y="207"/>
                </a:lnTo>
                <a:lnTo>
                  <a:pt x="876" y="192"/>
                </a:lnTo>
                <a:lnTo>
                  <a:pt x="868" y="178"/>
                </a:lnTo>
                <a:lnTo>
                  <a:pt x="859" y="163"/>
                </a:lnTo>
                <a:lnTo>
                  <a:pt x="851" y="150"/>
                </a:lnTo>
                <a:lnTo>
                  <a:pt x="841" y="136"/>
                </a:lnTo>
                <a:lnTo>
                  <a:pt x="831" y="123"/>
                </a:lnTo>
                <a:lnTo>
                  <a:pt x="819" y="108"/>
                </a:lnTo>
                <a:lnTo>
                  <a:pt x="806" y="95"/>
                </a:lnTo>
                <a:lnTo>
                  <a:pt x="794" y="82"/>
                </a:lnTo>
                <a:lnTo>
                  <a:pt x="779" y="70"/>
                </a:lnTo>
                <a:lnTo>
                  <a:pt x="765" y="59"/>
                </a:lnTo>
                <a:lnTo>
                  <a:pt x="750" y="48"/>
                </a:lnTo>
                <a:lnTo>
                  <a:pt x="735" y="40"/>
                </a:lnTo>
                <a:lnTo>
                  <a:pt x="719" y="31"/>
                </a:lnTo>
                <a:lnTo>
                  <a:pt x="703" y="23"/>
                </a:lnTo>
                <a:lnTo>
                  <a:pt x="686" y="18"/>
                </a:lnTo>
                <a:lnTo>
                  <a:pt x="668" y="13"/>
                </a:lnTo>
                <a:lnTo>
                  <a:pt x="651" y="8"/>
                </a:lnTo>
                <a:lnTo>
                  <a:pt x="633" y="4"/>
                </a:lnTo>
                <a:lnTo>
                  <a:pt x="614" y="2"/>
                </a:lnTo>
                <a:lnTo>
                  <a:pt x="595" y="1"/>
                </a:lnTo>
                <a:lnTo>
                  <a:pt x="576" y="0"/>
                </a:lnTo>
                <a:lnTo>
                  <a:pt x="557" y="1"/>
                </a:lnTo>
                <a:lnTo>
                  <a:pt x="538" y="2"/>
                </a:lnTo>
                <a:lnTo>
                  <a:pt x="519" y="4"/>
                </a:lnTo>
                <a:lnTo>
                  <a:pt x="501" y="8"/>
                </a:lnTo>
                <a:lnTo>
                  <a:pt x="484" y="13"/>
                </a:lnTo>
                <a:lnTo>
                  <a:pt x="466" y="18"/>
                </a:lnTo>
                <a:lnTo>
                  <a:pt x="449" y="23"/>
                </a:lnTo>
                <a:lnTo>
                  <a:pt x="433" y="31"/>
                </a:lnTo>
                <a:lnTo>
                  <a:pt x="417" y="40"/>
                </a:lnTo>
                <a:lnTo>
                  <a:pt x="401" y="48"/>
                </a:lnTo>
                <a:lnTo>
                  <a:pt x="386" y="59"/>
                </a:lnTo>
                <a:lnTo>
                  <a:pt x="372" y="70"/>
                </a:lnTo>
                <a:lnTo>
                  <a:pt x="358" y="82"/>
                </a:lnTo>
                <a:lnTo>
                  <a:pt x="345" y="95"/>
                </a:lnTo>
                <a:lnTo>
                  <a:pt x="332" y="108"/>
                </a:lnTo>
                <a:lnTo>
                  <a:pt x="320" y="123"/>
                </a:lnTo>
                <a:lnTo>
                  <a:pt x="311" y="136"/>
                </a:lnTo>
                <a:lnTo>
                  <a:pt x="301" y="150"/>
                </a:lnTo>
                <a:lnTo>
                  <a:pt x="292" y="163"/>
                </a:lnTo>
                <a:lnTo>
                  <a:pt x="284" y="178"/>
                </a:lnTo>
                <a:lnTo>
                  <a:pt x="276" y="192"/>
                </a:lnTo>
                <a:lnTo>
                  <a:pt x="270" y="207"/>
                </a:lnTo>
                <a:lnTo>
                  <a:pt x="262" y="222"/>
                </a:lnTo>
                <a:lnTo>
                  <a:pt x="257" y="238"/>
                </a:lnTo>
                <a:lnTo>
                  <a:pt x="246" y="270"/>
                </a:lnTo>
                <a:lnTo>
                  <a:pt x="236" y="302"/>
                </a:lnTo>
                <a:lnTo>
                  <a:pt x="230" y="334"/>
                </a:lnTo>
                <a:lnTo>
                  <a:pt x="223" y="367"/>
                </a:lnTo>
                <a:lnTo>
                  <a:pt x="220" y="399"/>
                </a:lnTo>
                <a:lnTo>
                  <a:pt x="217" y="431"/>
                </a:lnTo>
                <a:lnTo>
                  <a:pt x="216" y="462"/>
                </a:lnTo>
                <a:lnTo>
                  <a:pt x="217" y="491"/>
                </a:lnTo>
                <a:lnTo>
                  <a:pt x="218" y="519"/>
                </a:lnTo>
                <a:lnTo>
                  <a:pt x="220" y="546"/>
                </a:lnTo>
                <a:lnTo>
                  <a:pt x="224" y="571"/>
                </a:lnTo>
                <a:lnTo>
                  <a:pt x="229" y="593"/>
                </a:lnTo>
                <a:lnTo>
                  <a:pt x="237" y="625"/>
                </a:lnTo>
                <a:lnTo>
                  <a:pt x="248" y="661"/>
                </a:lnTo>
                <a:lnTo>
                  <a:pt x="262" y="697"/>
                </a:lnTo>
                <a:lnTo>
                  <a:pt x="277" y="736"/>
                </a:lnTo>
                <a:lnTo>
                  <a:pt x="287" y="756"/>
                </a:lnTo>
                <a:lnTo>
                  <a:pt x="296" y="775"/>
                </a:lnTo>
                <a:lnTo>
                  <a:pt x="306" y="795"/>
                </a:lnTo>
                <a:lnTo>
                  <a:pt x="317" y="814"/>
                </a:lnTo>
                <a:lnTo>
                  <a:pt x="328" y="833"/>
                </a:lnTo>
                <a:lnTo>
                  <a:pt x="340" y="852"/>
                </a:lnTo>
                <a:lnTo>
                  <a:pt x="353" y="869"/>
                </a:lnTo>
                <a:lnTo>
                  <a:pt x="366" y="887"/>
                </a:lnTo>
                <a:lnTo>
                  <a:pt x="330" y="895"/>
                </a:lnTo>
                <a:lnTo>
                  <a:pt x="296" y="905"/>
                </a:lnTo>
                <a:lnTo>
                  <a:pt x="263" y="914"/>
                </a:lnTo>
                <a:lnTo>
                  <a:pt x="232" y="925"/>
                </a:lnTo>
                <a:lnTo>
                  <a:pt x="204" y="936"/>
                </a:lnTo>
                <a:lnTo>
                  <a:pt x="177" y="947"/>
                </a:lnTo>
                <a:lnTo>
                  <a:pt x="151" y="957"/>
                </a:lnTo>
                <a:lnTo>
                  <a:pt x="128" y="967"/>
                </a:lnTo>
                <a:lnTo>
                  <a:pt x="89" y="987"/>
                </a:lnTo>
                <a:lnTo>
                  <a:pt x="60" y="1003"/>
                </a:lnTo>
                <a:lnTo>
                  <a:pt x="41" y="1015"/>
                </a:lnTo>
                <a:lnTo>
                  <a:pt x="32" y="1020"/>
                </a:lnTo>
                <a:lnTo>
                  <a:pt x="22" y="1028"/>
                </a:lnTo>
                <a:lnTo>
                  <a:pt x="15" y="1035"/>
                </a:lnTo>
                <a:lnTo>
                  <a:pt x="8" y="1045"/>
                </a:lnTo>
                <a:lnTo>
                  <a:pt x="4" y="1056"/>
                </a:lnTo>
                <a:lnTo>
                  <a:pt x="1" y="1067"/>
                </a:lnTo>
                <a:lnTo>
                  <a:pt x="0" y="1077"/>
                </a:lnTo>
                <a:lnTo>
                  <a:pt x="1" y="1089"/>
                </a:lnTo>
                <a:lnTo>
                  <a:pt x="3" y="1101"/>
                </a:lnTo>
                <a:lnTo>
                  <a:pt x="7" y="1112"/>
                </a:lnTo>
                <a:lnTo>
                  <a:pt x="14" y="1122"/>
                </a:lnTo>
                <a:lnTo>
                  <a:pt x="20" y="1130"/>
                </a:lnTo>
                <a:lnTo>
                  <a:pt x="29" y="1138"/>
                </a:lnTo>
                <a:lnTo>
                  <a:pt x="39" y="1143"/>
                </a:lnTo>
                <a:lnTo>
                  <a:pt x="49" y="1149"/>
                </a:lnTo>
                <a:lnTo>
                  <a:pt x="60" y="1151"/>
                </a:lnTo>
                <a:lnTo>
                  <a:pt x="72" y="1152"/>
                </a:lnTo>
                <a:lnTo>
                  <a:pt x="1080" y="1152"/>
                </a:lnTo>
                <a:lnTo>
                  <a:pt x="1092" y="1151"/>
                </a:lnTo>
                <a:lnTo>
                  <a:pt x="1102" y="1149"/>
                </a:lnTo>
                <a:lnTo>
                  <a:pt x="1113" y="1143"/>
                </a:lnTo>
                <a:lnTo>
                  <a:pt x="1123" y="1138"/>
                </a:lnTo>
                <a:lnTo>
                  <a:pt x="1132" y="1130"/>
                </a:lnTo>
                <a:lnTo>
                  <a:pt x="1139" y="1122"/>
                </a:lnTo>
                <a:lnTo>
                  <a:pt x="1145" y="1112"/>
                </a:lnTo>
                <a:lnTo>
                  <a:pt x="1149" y="1101"/>
                </a:lnTo>
                <a:lnTo>
                  <a:pt x="1151" y="1089"/>
                </a:lnTo>
                <a:lnTo>
                  <a:pt x="1152" y="1077"/>
                </a:lnTo>
                <a:lnTo>
                  <a:pt x="1151" y="1067"/>
                </a:lnTo>
                <a:lnTo>
                  <a:pt x="1148" y="1056"/>
                </a:lnTo>
                <a:lnTo>
                  <a:pt x="1143" y="1045"/>
                </a:lnTo>
                <a:lnTo>
                  <a:pt x="1137" y="1035"/>
                </a:lnTo>
                <a:lnTo>
                  <a:pt x="1129" y="1028"/>
                </a:lnTo>
                <a:lnTo>
                  <a:pt x="1120" y="102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5C00"/>
              </a:solidFill>
              <a:effectLst/>
              <a:uLnTx/>
              <a:uFillTx/>
              <a:latin typeface="Aa楷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tags/tag1.xml><?xml version="1.0" encoding="utf-8"?>
<p:tagLst xmlns:p="http://schemas.openxmlformats.org/presentationml/2006/main">
  <p:tag name="THINKCELLSHAPEDONOTDELETE" val="pPpBiFfq1WE.qdOU75Po4Mw"/>
</p:tagLst>
</file>

<file path=ppt/tags/tag2.xml><?xml version="1.0" encoding="utf-8"?>
<p:tagLst xmlns:p="http://schemas.openxmlformats.org/presentationml/2006/main">
  <p:tag name="commondata" val="eyJoZGlkIjoiNDllYjI0M2Q4MTcxNjFkNzNmZjRiNDE2YzdhYTA2Zj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7F6AA0"/>
      </a:accent1>
      <a:accent2>
        <a:srgbClr val="B4ACE2"/>
      </a:accent2>
      <a:accent3>
        <a:srgbClr val="CCCBE5"/>
      </a:accent3>
      <a:accent4>
        <a:srgbClr val="91A1DC"/>
      </a:accent4>
      <a:accent5>
        <a:srgbClr val="5F7BD3"/>
      </a:accent5>
      <a:accent6>
        <a:srgbClr val="3A58B2"/>
      </a:accent6>
      <a:hlink>
        <a:srgbClr val="7F6AA0"/>
      </a:hlink>
      <a:folHlink>
        <a:srgbClr val="BFBFB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th Footer">
  <a:themeElements>
    <a:clrScheme name="Nimbuz Orange Dark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7F6AA0"/>
      </a:accent1>
      <a:accent2>
        <a:srgbClr val="B4ACE2"/>
      </a:accent2>
      <a:accent3>
        <a:srgbClr val="CCCBE5"/>
      </a:accent3>
      <a:accent4>
        <a:srgbClr val="91A1DC"/>
      </a:accent4>
      <a:accent5>
        <a:srgbClr val="5F7BD3"/>
      </a:accent5>
      <a:accent6>
        <a:srgbClr val="3A58B2"/>
      </a:accent6>
      <a:hlink>
        <a:srgbClr val="7F6AA0"/>
      </a:hlink>
      <a:folHlink>
        <a:srgbClr val="BFBFBF"/>
      </a:folHlink>
    </a:clrScheme>
    <a:fontScheme name="Custom 21">
      <a:majorFont>
        <a:latin typeface="oxygen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9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10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11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12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13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14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15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16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17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18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19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20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21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22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23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24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26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28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29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30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31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32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33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34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35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36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37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38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39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ppt/theme/themeOverride40.xml><?xml version="1.0" encoding="utf-8"?>
<a:themeOverride xmlns:a="http://schemas.openxmlformats.org/drawingml/2006/main">
  <a:clrScheme name="Nimbuz Orange Dark">
    <a:dk1>
      <a:srgbClr val="000000"/>
    </a:dk1>
    <a:lt1>
      <a:srgbClr val="FFFFFF"/>
    </a:lt1>
    <a:dk2>
      <a:srgbClr val="778495"/>
    </a:dk2>
    <a:lt2>
      <a:srgbClr val="F0F0F0"/>
    </a:lt2>
    <a:accent1>
      <a:srgbClr val="7F6AA0"/>
    </a:accent1>
    <a:accent2>
      <a:srgbClr val="B4ACE2"/>
    </a:accent2>
    <a:accent3>
      <a:srgbClr val="CCCBE5"/>
    </a:accent3>
    <a:accent4>
      <a:srgbClr val="91A1DC"/>
    </a:accent4>
    <a:accent5>
      <a:srgbClr val="5F7BD3"/>
    </a:accent5>
    <a:accent6>
      <a:srgbClr val="3A58B2"/>
    </a:accent6>
    <a:hlink>
      <a:srgbClr val="7F6AA0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15481</Words>
  <Application>WPS 演示</Application>
  <PresentationFormat>宽屏</PresentationFormat>
  <Paragraphs>1353</Paragraphs>
  <Slides>40</Slides>
  <Notes>41</Notes>
  <HiddenSlides>0</HiddenSlides>
  <MMClips>1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70" baseType="lpstr">
      <vt:lpstr>Arial</vt:lpstr>
      <vt:lpstr>宋体</vt:lpstr>
      <vt:lpstr>Wingdings</vt:lpstr>
      <vt:lpstr>思源黑体 Light</vt:lpstr>
      <vt:lpstr>黑体</vt:lpstr>
      <vt:lpstr>Aa楷体</vt:lpstr>
      <vt:lpstr>微软雅黑</vt:lpstr>
      <vt:lpstr>Arial Unicode MS</vt:lpstr>
      <vt:lpstr>Raleway</vt:lpstr>
      <vt:lpstr>Courier New</vt:lpstr>
      <vt:lpstr>Tahoma</vt:lpstr>
      <vt:lpstr>Calibri</vt:lpstr>
      <vt:lpstr>ヒラギノ角ゴ ProN W3</vt:lpstr>
      <vt:lpstr>Segoe Print</vt:lpstr>
      <vt:lpstr>Open Sans</vt:lpstr>
      <vt:lpstr>Open Sans Light</vt:lpstr>
      <vt:lpstr>Roboto</vt:lpstr>
      <vt:lpstr>BentonSansF Book</vt:lpstr>
      <vt:lpstr>Playfair Display</vt:lpstr>
      <vt:lpstr>Roboto Light</vt:lpstr>
      <vt:lpstr>Verdana</vt:lpstr>
      <vt:lpstr>Lato Light</vt:lpstr>
      <vt:lpstr>Calibri Light</vt:lpstr>
      <vt:lpstr>Gill Sans</vt:lpstr>
      <vt:lpstr>Helvetica</vt:lpstr>
      <vt:lpstr>Raleway Light</vt:lpstr>
      <vt:lpstr>Times New Roman</vt:lpstr>
      <vt:lpstr>Yu Gothic UI Semilight</vt:lpstr>
      <vt:lpstr>Office 主题​​</vt:lpstr>
      <vt:lpstr>with Footer</vt:lpstr>
      <vt:lpstr>Fishbone Diagram</vt:lpstr>
      <vt:lpstr>Mindmap</vt:lpstr>
      <vt:lpstr>Funnel Diagram</vt:lpstr>
      <vt:lpstr>Arrow Diagram</vt:lpstr>
      <vt:lpstr>Tree Diagram</vt:lpstr>
      <vt:lpstr>About Us</vt:lpstr>
      <vt:lpstr>Meet John</vt:lpstr>
      <vt:lpstr>Flowchart</vt:lpstr>
      <vt:lpstr>Main Services</vt:lpstr>
      <vt:lpstr>Main Services</vt:lpstr>
      <vt:lpstr>Meet Crystal</vt:lpstr>
      <vt:lpstr>Our Service</vt:lpstr>
      <vt:lpstr>Services List</vt:lpstr>
      <vt:lpstr>About Us</vt:lpstr>
      <vt:lpstr>Our Services</vt:lpstr>
      <vt:lpstr>Services List</vt:lpstr>
      <vt:lpstr>About Us</vt:lpstr>
      <vt:lpstr>Arrows Diagram</vt:lpstr>
      <vt:lpstr>Service List</vt:lpstr>
      <vt:lpstr>Service List</vt:lpstr>
      <vt:lpstr>Flag Process</vt:lpstr>
      <vt:lpstr>Workflow</vt:lpstr>
      <vt:lpstr>Cycle Process</vt:lpstr>
      <vt:lpstr>Step-by-Step Process</vt:lpstr>
      <vt:lpstr>Cloud Diagram</vt:lpstr>
      <vt:lpstr>Timeline Process</vt:lpstr>
      <vt:lpstr>PowerPoint 演示文稿</vt:lpstr>
      <vt:lpstr>Six Cycle Process</vt:lpstr>
      <vt:lpstr>Gantt Chart</vt:lpstr>
      <vt:lpstr>Cloud Diagram</vt:lpstr>
      <vt:lpstr>Basic Matrix</vt:lpstr>
      <vt:lpstr>Value Proposition</vt:lpstr>
      <vt:lpstr>Four Step Cycle</vt:lpstr>
      <vt:lpstr>Gantt Chart</vt:lpstr>
      <vt:lpstr>Step-by-step Process</vt:lpstr>
      <vt:lpstr>Workflow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成 佳妮</dc:creator>
  <cp:lastModifiedBy>z.</cp:lastModifiedBy>
  <cp:revision>20</cp:revision>
  <dcterms:created xsi:type="dcterms:W3CDTF">2021-03-16T14:48:00Z</dcterms:created>
  <dcterms:modified xsi:type="dcterms:W3CDTF">2024-02-05T04:56:38Z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386E09CBF4F543F5AFBC6916FFF2ADEF_12</vt:lpwstr>
  </property>
  <property fmtid="{D5CDD505-2E9C-101B-9397-08002B2CF9AE}" pid="3" name="KSOProductBuildVer">
    <vt:lpwstr>2052-12.1.0.16120</vt:lpwstr>
  </property>
</Properties>
</file>